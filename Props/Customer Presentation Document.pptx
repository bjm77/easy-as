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2.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23"/>
  </p:notesMasterIdLst>
  <p:sldIdLst>
    <p:sldId id="274" r:id="rId3"/>
    <p:sldId id="277" r:id="rId4"/>
    <p:sldId id="260" r:id="rId5"/>
    <p:sldId id="261" r:id="rId6"/>
    <p:sldId id="262" r:id="rId7"/>
    <p:sldId id="560" r:id="rId8"/>
    <p:sldId id="1311" r:id="rId9"/>
    <p:sldId id="1310" r:id="rId10"/>
    <p:sldId id="1312" r:id="rId11"/>
    <p:sldId id="264" r:id="rId12"/>
    <p:sldId id="2147375762" r:id="rId13"/>
    <p:sldId id="2147375763" r:id="rId14"/>
    <p:sldId id="2147375764" r:id="rId15"/>
    <p:sldId id="2147375765" r:id="rId16"/>
    <p:sldId id="2147375766" r:id="rId17"/>
    <p:sldId id="267" r:id="rId18"/>
    <p:sldId id="278" r:id="rId19"/>
    <p:sldId id="270" r:id="rId20"/>
    <p:sldId id="279"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527" userDrawn="1">
          <p15:clr>
            <a:srgbClr val="A4A3A4"/>
          </p15:clr>
        </p15:guide>
        <p15:guide id="4" pos="32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BC877D3-3677-4C5E-4A2C-564B3E9A543F}" name="Tom Mosiejewski" initials="TM" userId="S::tommos@tollgroup.com::1f6150f3-60d4-434f-a2e5-33f45b9943c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659257-013C-4A56-85C1-19F9DE314B30}" v="2" dt="2023-07-21T03:06:09.3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0" autoAdjust="0"/>
    <p:restoredTop sz="94660"/>
  </p:normalViewPr>
  <p:slideViewPr>
    <p:cSldViewPr snapToGrid="0">
      <p:cViewPr varScale="1">
        <p:scale>
          <a:sx n="82" d="100"/>
          <a:sy n="82" d="100"/>
        </p:scale>
        <p:origin x="734" y="58"/>
      </p:cViewPr>
      <p:guideLst>
        <p:guide orient="horz" pos="2160"/>
        <p:guide pos="3840"/>
        <p:guide orient="horz" pos="527"/>
        <p:guide pos="32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Mosiejewski" userId="1f6150f3-60d4-434f-a2e5-33f45b9943ca" providerId="ADAL" clId="{CAFA79E4-D8C3-4455-9848-34A1CDA2BDC9}"/>
    <pc:docChg chg="">
      <pc:chgData name="Tom Mosiejewski" userId="1f6150f3-60d4-434f-a2e5-33f45b9943ca" providerId="ADAL" clId="{CAFA79E4-D8C3-4455-9848-34A1CDA2BDC9}" dt="2023-01-18T00:24:50.933" v="0"/>
      <pc:docMkLst>
        <pc:docMk/>
      </pc:docMkLst>
      <pc:sldChg chg="delCm">
        <pc:chgData name="Tom Mosiejewski" userId="1f6150f3-60d4-434f-a2e5-33f45b9943ca" providerId="ADAL" clId="{CAFA79E4-D8C3-4455-9848-34A1CDA2BDC9}" dt="2023-01-18T00:24:50.933" v="0"/>
        <pc:sldMkLst>
          <pc:docMk/>
          <pc:sldMk cId="3201011924" sldId="274"/>
        </pc:sldMkLst>
        <pc:extLst>
          <p:ext xmlns:p="http://schemas.openxmlformats.org/presentationml/2006/main" uri="{D6D511B9-2390-475A-947B-AFAB55BFBCF1}">
            <pc226:cmChg xmlns:pc226="http://schemas.microsoft.com/office/powerpoint/2022/06/main/command" chg="del">
              <pc226:chgData name="Tom Mosiejewski" userId="1f6150f3-60d4-434f-a2e5-33f45b9943ca" providerId="ADAL" clId="{CAFA79E4-D8C3-4455-9848-34A1CDA2BDC9}" dt="2023-01-18T00:24:50.933" v="0"/>
              <pc2:cmMkLst xmlns:pc2="http://schemas.microsoft.com/office/powerpoint/2019/9/main/command">
                <pc:docMk/>
                <pc:sldMk cId="3201011924" sldId="274"/>
                <pc2:cmMk id="{DF5296D8-AC7F-429C-975E-B50F25A30FE4}"/>
              </pc2:cmMkLst>
            </pc226:cmChg>
          </p:ext>
        </pc:extLst>
      </pc:sldChg>
    </pc:docChg>
  </pc:docChgLst>
  <pc:docChgLst>
    <pc:chgData name="Tom Mosiejewski" userId="57ef91ac-16b1-429a-9c2b-545399871d6f" providerId="ADAL" clId="{61659257-013C-4A56-85C1-19F9DE314B30}"/>
    <pc:docChg chg="undo custSel addSld delSld modSld">
      <pc:chgData name="Tom Mosiejewski" userId="57ef91ac-16b1-429a-9c2b-545399871d6f" providerId="ADAL" clId="{61659257-013C-4A56-85C1-19F9DE314B30}" dt="2023-08-01T06:09:19.202" v="137" actId="20577"/>
      <pc:docMkLst>
        <pc:docMk/>
      </pc:docMkLst>
      <pc:sldChg chg="modSp mod">
        <pc:chgData name="Tom Mosiejewski" userId="57ef91ac-16b1-429a-9c2b-545399871d6f" providerId="ADAL" clId="{61659257-013C-4A56-85C1-19F9DE314B30}" dt="2023-08-01T06:04:22.155" v="109" actId="20577"/>
        <pc:sldMkLst>
          <pc:docMk/>
          <pc:sldMk cId="1288038300" sldId="264"/>
        </pc:sldMkLst>
        <pc:spChg chg="mod">
          <ac:chgData name="Tom Mosiejewski" userId="57ef91ac-16b1-429a-9c2b-545399871d6f" providerId="ADAL" clId="{61659257-013C-4A56-85C1-19F9DE314B30}" dt="2023-08-01T06:04:22.155" v="109" actId="20577"/>
          <ac:spMkLst>
            <pc:docMk/>
            <pc:sldMk cId="1288038300" sldId="264"/>
            <ac:spMk id="12" creationId="{53B7C655-1648-4669-83A5-FFBF644FDDCB}"/>
          </ac:spMkLst>
        </pc:spChg>
      </pc:sldChg>
      <pc:sldChg chg="del">
        <pc:chgData name="Tom Mosiejewski" userId="57ef91ac-16b1-429a-9c2b-545399871d6f" providerId="ADAL" clId="{61659257-013C-4A56-85C1-19F9DE314B30}" dt="2023-07-21T03:06:13.554" v="5" actId="47"/>
        <pc:sldMkLst>
          <pc:docMk/>
          <pc:sldMk cId="199724486" sldId="265"/>
        </pc:sldMkLst>
      </pc:sldChg>
      <pc:sldChg chg="del">
        <pc:chgData name="Tom Mosiejewski" userId="57ef91ac-16b1-429a-9c2b-545399871d6f" providerId="ADAL" clId="{61659257-013C-4A56-85C1-19F9DE314B30}" dt="2023-07-21T03:06:15.752" v="6" actId="47"/>
        <pc:sldMkLst>
          <pc:docMk/>
          <pc:sldMk cId="584708960" sldId="266"/>
        </pc:sldMkLst>
      </pc:sldChg>
      <pc:sldChg chg="modSp mod">
        <pc:chgData name="Tom Mosiejewski" userId="57ef91ac-16b1-429a-9c2b-545399871d6f" providerId="ADAL" clId="{61659257-013C-4A56-85C1-19F9DE314B30}" dt="2023-08-01T06:04:57.704" v="118" actId="20577"/>
        <pc:sldMkLst>
          <pc:docMk/>
          <pc:sldMk cId="3314756658" sldId="267"/>
        </pc:sldMkLst>
        <pc:spChg chg="mod">
          <ac:chgData name="Tom Mosiejewski" userId="57ef91ac-16b1-429a-9c2b-545399871d6f" providerId="ADAL" clId="{61659257-013C-4A56-85C1-19F9DE314B30}" dt="2023-08-01T06:04:57.704" v="118" actId="20577"/>
          <ac:spMkLst>
            <pc:docMk/>
            <pc:sldMk cId="3314756658" sldId="267"/>
            <ac:spMk id="25" creationId="{2AA39D0D-DA84-4C9C-9F63-4E6FC0FA8151}"/>
          </ac:spMkLst>
        </pc:spChg>
      </pc:sldChg>
      <pc:sldChg chg="modSp mod">
        <pc:chgData name="Tom Mosiejewski" userId="57ef91ac-16b1-429a-9c2b-545399871d6f" providerId="ADAL" clId="{61659257-013C-4A56-85C1-19F9DE314B30}" dt="2023-08-01T06:05:13.789" v="125" actId="20577"/>
        <pc:sldMkLst>
          <pc:docMk/>
          <pc:sldMk cId="1914041484" sldId="270"/>
        </pc:sldMkLst>
        <pc:spChg chg="mod">
          <ac:chgData name="Tom Mosiejewski" userId="57ef91ac-16b1-429a-9c2b-545399871d6f" providerId="ADAL" clId="{61659257-013C-4A56-85C1-19F9DE314B30}" dt="2023-08-01T06:05:13.789" v="125" actId="20577"/>
          <ac:spMkLst>
            <pc:docMk/>
            <pc:sldMk cId="1914041484" sldId="270"/>
            <ac:spMk id="65" creationId="{A3D31DBE-8AF3-497A-B17A-24A35433EC3D}"/>
          </ac:spMkLst>
        </pc:spChg>
      </pc:sldChg>
      <pc:sldChg chg="modSp mod">
        <pc:chgData name="Tom Mosiejewski" userId="57ef91ac-16b1-429a-9c2b-545399871d6f" providerId="ADAL" clId="{61659257-013C-4A56-85C1-19F9DE314B30}" dt="2023-08-01T06:05:36.104" v="135" actId="20577"/>
        <pc:sldMkLst>
          <pc:docMk/>
          <pc:sldMk cId="1951342017" sldId="279"/>
        </pc:sldMkLst>
        <pc:spChg chg="mod">
          <ac:chgData name="Tom Mosiejewski" userId="57ef91ac-16b1-429a-9c2b-545399871d6f" providerId="ADAL" clId="{61659257-013C-4A56-85C1-19F9DE314B30}" dt="2023-08-01T06:05:26.282" v="130" actId="20577"/>
          <ac:spMkLst>
            <pc:docMk/>
            <pc:sldMk cId="1951342017" sldId="279"/>
            <ac:spMk id="19" creationId="{FDE3FCA6-4A36-4232-9DF2-A084D46A1C21}"/>
          </ac:spMkLst>
        </pc:spChg>
        <pc:spChg chg="mod">
          <ac:chgData name="Tom Mosiejewski" userId="57ef91ac-16b1-429a-9c2b-545399871d6f" providerId="ADAL" clId="{61659257-013C-4A56-85C1-19F9DE314B30}" dt="2023-08-01T06:05:36.104" v="135" actId="20577"/>
          <ac:spMkLst>
            <pc:docMk/>
            <pc:sldMk cId="1951342017" sldId="279"/>
            <ac:spMk id="22" creationId="{6A03081C-E034-4E07-B8B3-E5914BB1800F}"/>
          </ac:spMkLst>
        </pc:spChg>
      </pc:sldChg>
      <pc:sldChg chg="modSp add mod">
        <pc:chgData name="Tom Mosiejewski" userId="57ef91ac-16b1-429a-9c2b-545399871d6f" providerId="ADAL" clId="{61659257-013C-4A56-85C1-19F9DE314B30}" dt="2023-08-01T06:09:19.202" v="137" actId="20577"/>
        <pc:sldMkLst>
          <pc:docMk/>
          <pc:sldMk cId="2908037272" sldId="2147375762"/>
        </pc:sldMkLst>
        <pc:spChg chg="mod">
          <ac:chgData name="Tom Mosiejewski" userId="57ef91ac-16b1-429a-9c2b-545399871d6f" providerId="ADAL" clId="{61659257-013C-4A56-85C1-19F9DE314B30}" dt="2023-07-21T03:09:44.254" v="97" actId="1076"/>
          <ac:spMkLst>
            <pc:docMk/>
            <pc:sldMk cId="2908037272" sldId="2147375762"/>
            <ac:spMk id="2" creationId="{E3ADA2D1-7444-AF6C-EDA7-04F67207B277}"/>
          </ac:spMkLst>
        </pc:spChg>
        <pc:spChg chg="mod">
          <ac:chgData name="Tom Mosiejewski" userId="57ef91ac-16b1-429a-9c2b-545399871d6f" providerId="ADAL" clId="{61659257-013C-4A56-85C1-19F9DE314B30}" dt="2023-08-01T06:09:19.202" v="137" actId="20577"/>
          <ac:spMkLst>
            <pc:docMk/>
            <pc:sldMk cId="2908037272" sldId="2147375762"/>
            <ac:spMk id="126" creationId="{EDA32D95-6D0A-0565-952B-00191E7F2E68}"/>
          </ac:spMkLst>
        </pc:spChg>
        <pc:spChg chg="mod">
          <ac:chgData name="Tom Mosiejewski" userId="57ef91ac-16b1-429a-9c2b-545399871d6f" providerId="ADAL" clId="{61659257-013C-4A56-85C1-19F9DE314B30}" dt="2023-07-21T03:07:40.672" v="50" actId="20577"/>
          <ac:spMkLst>
            <pc:docMk/>
            <pc:sldMk cId="2908037272" sldId="2147375762"/>
            <ac:spMk id="127" creationId="{742EC863-8C72-D246-E353-DD6FA0800358}"/>
          </ac:spMkLst>
        </pc:spChg>
      </pc:sldChg>
      <pc:sldChg chg="modSp add mod">
        <pc:chgData name="Tom Mosiejewski" userId="57ef91ac-16b1-429a-9c2b-545399871d6f" providerId="ADAL" clId="{61659257-013C-4A56-85C1-19F9DE314B30}" dt="2023-07-21T03:08:10.908" v="69" actId="20577"/>
        <pc:sldMkLst>
          <pc:docMk/>
          <pc:sldMk cId="2598536910" sldId="2147375763"/>
        </pc:sldMkLst>
        <pc:spChg chg="mod">
          <ac:chgData name="Tom Mosiejewski" userId="57ef91ac-16b1-429a-9c2b-545399871d6f" providerId="ADAL" clId="{61659257-013C-4A56-85C1-19F9DE314B30}" dt="2023-07-21T03:06:41.792" v="13" actId="20577"/>
          <ac:spMkLst>
            <pc:docMk/>
            <pc:sldMk cId="2598536910" sldId="2147375763"/>
            <ac:spMk id="2" creationId="{E3ADA2D1-7444-AF6C-EDA7-04F67207B277}"/>
          </ac:spMkLst>
        </pc:spChg>
        <pc:spChg chg="mod">
          <ac:chgData name="Tom Mosiejewski" userId="57ef91ac-16b1-429a-9c2b-545399871d6f" providerId="ADAL" clId="{61659257-013C-4A56-85C1-19F9DE314B30}" dt="2023-07-21T03:08:10.908" v="69" actId="20577"/>
          <ac:spMkLst>
            <pc:docMk/>
            <pc:sldMk cId="2598536910" sldId="2147375763"/>
            <ac:spMk id="55" creationId="{1FD5D0FF-29CC-9E12-261A-ACC7B46C48E0}"/>
          </ac:spMkLst>
        </pc:spChg>
        <pc:spChg chg="mod">
          <ac:chgData name="Tom Mosiejewski" userId="57ef91ac-16b1-429a-9c2b-545399871d6f" providerId="ADAL" clId="{61659257-013C-4A56-85C1-19F9DE314B30}" dt="2023-07-21T03:06:48.086" v="18" actId="20577"/>
          <ac:spMkLst>
            <pc:docMk/>
            <pc:sldMk cId="2598536910" sldId="2147375763"/>
            <ac:spMk id="101" creationId="{0580A93F-EB97-D669-0527-E13A6D45D0C8}"/>
          </ac:spMkLst>
        </pc:spChg>
      </pc:sldChg>
      <pc:sldChg chg="modSp add mod">
        <pc:chgData name="Tom Mosiejewski" userId="57ef91ac-16b1-429a-9c2b-545399871d6f" providerId="ADAL" clId="{61659257-013C-4A56-85C1-19F9DE314B30}" dt="2023-07-21T03:08:19.867" v="76" actId="20577"/>
        <pc:sldMkLst>
          <pc:docMk/>
          <pc:sldMk cId="3255323814" sldId="2147375764"/>
        </pc:sldMkLst>
        <pc:spChg chg="mod">
          <ac:chgData name="Tom Mosiejewski" userId="57ef91ac-16b1-429a-9c2b-545399871d6f" providerId="ADAL" clId="{61659257-013C-4A56-85C1-19F9DE314B30}" dt="2023-07-21T03:08:19.867" v="76" actId="20577"/>
          <ac:spMkLst>
            <pc:docMk/>
            <pc:sldMk cId="3255323814" sldId="2147375764"/>
            <ac:spMk id="4" creationId="{6B87AE92-8D71-47AD-B65D-55BC3162F857}"/>
          </ac:spMkLst>
        </pc:spChg>
      </pc:sldChg>
      <pc:sldChg chg="modSp add mod">
        <pc:chgData name="Tom Mosiejewski" userId="57ef91ac-16b1-429a-9c2b-545399871d6f" providerId="ADAL" clId="{61659257-013C-4A56-85C1-19F9DE314B30}" dt="2023-07-21T03:09:29.607" v="96" actId="20577"/>
        <pc:sldMkLst>
          <pc:docMk/>
          <pc:sldMk cId="2515834512" sldId="2147375765"/>
        </pc:sldMkLst>
        <pc:spChg chg="mod">
          <ac:chgData name="Tom Mosiejewski" userId="57ef91ac-16b1-429a-9c2b-545399871d6f" providerId="ADAL" clId="{61659257-013C-4A56-85C1-19F9DE314B30}" dt="2023-07-21T03:06:09.471" v="4" actId="27636"/>
          <ac:spMkLst>
            <pc:docMk/>
            <pc:sldMk cId="2515834512" sldId="2147375765"/>
            <ac:spMk id="2" creationId="{E3ADA2D1-7444-AF6C-EDA7-04F67207B277}"/>
          </ac:spMkLst>
        </pc:spChg>
        <pc:spChg chg="mod">
          <ac:chgData name="Tom Mosiejewski" userId="57ef91ac-16b1-429a-9c2b-545399871d6f" providerId="ADAL" clId="{61659257-013C-4A56-85C1-19F9DE314B30}" dt="2023-07-21T03:09:23.315" v="91" actId="20577"/>
          <ac:spMkLst>
            <pc:docMk/>
            <pc:sldMk cId="2515834512" sldId="2147375765"/>
            <ac:spMk id="77" creationId="{43FD7C76-3572-9CF7-C00C-88E688339B9B}"/>
          </ac:spMkLst>
        </pc:spChg>
        <pc:spChg chg="mod">
          <ac:chgData name="Tom Mosiejewski" userId="57ef91ac-16b1-429a-9c2b-545399871d6f" providerId="ADAL" clId="{61659257-013C-4A56-85C1-19F9DE314B30}" dt="2023-07-21T03:09:29.607" v="96" actId="20577"/>
          <ac:spMkLst>
            <pc:docMk/>
            <pc:sldMk cId="2515834512" sldId="2147375765"/>
            <ac:spMk id="84" creationId="{19F5ED8C-FDB7-D85E-9F7C-F0EFCA3C6A62}"/>
          </ac:spMkLst>
        </pc:spChg>
      </pc:sldChg>
      <pc:sldChg chg="add">
        <pc:chgData name="Tom Mosiejewski" userId="57ef91ac-16b1-429a-9c2b-545399871d6f" providerId="ADAL" clId="{61659257-013C-4A56-85C1-19F9DE314B30}" dt="2023-07-21T03:06:09.367" v="2"/>
        <pc:sldMkLst>
          <pc:docMk/>
          <pc:sldMk cId="2770729052" sldId="21473757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2F436-FAE8-42AC-B617-F94FA56635A2}" type="datetimeFigureOut">
              <a:rPr lang="en-AU" smtClean="0"/>
              <a:t>1/08/2023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537E2E-89BA-4030-822C-899C0F53CA7A}" type="slidenum">
              <a:rPr lang="en-AU" smtClean="0"/>
              <a:t>‹#›</a:t>
            </a:fld>
            <a:endParaRPr lang="en-AU"/>
          </a:p>
        </p:txBody>
      </p:sp>
    </p:spTree>
    <p:extLst>
      <p:ext uri="{BB962C8B-B14F-4D97-AF65-F5344CB8AC3E}">
        <p14:creationId xmlns:p14="http://schemas.microsoft.com/office/powerpoint/2010/main" val="2496012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pPr marL="171424" indent="-171424">
              <a:buFont typeface="Arial" panose="020B0604020202020204" pitchFamily="34" charset="0"/>
              <a:buChar char="•"/>
            </a:pPr>
            <a:endParaRPr lang="en-AU" sz="1000" dirty="0"/>
          </a:p>
          <a:p>
            <a:pPr marL="361895" indent="-171424">
              <a:buFont typeface="Courier New" panose="02070309020205020404" pitchFamily="49" charset="0"/>
              <a:buChar char="o"/>
            </a:pPr>
            <a:endParaRPr lang="en-AU" sz="1000" dirty="0"/>
          </a:p>
        </p:txBody>
      </p:sp>
      <p:sp>
        <p:nvSpPr>
          <p:cNvPr id="4" name="Slide Number Placeholder 3"/>
          <p:cNvSpPr>
            <a:spLocks noGrp="1"/>
          </p:cNvSpPr>
          <p:nvPr>
            <p:ph type="sldNum" sz="quarter" idx="10"/>
          </p:nvPr>
        </p:nvSpPr>
        <p:spPr/>
        <p:txBody>
          <a:bodyPr/>
          <a:lstStyle/>
          <a:p>
            <a:pPr marL="0" marR="0" lvl="0" indent="0" algn="r" defTabSz="914235" rtl="0" eaLnBrk="1" fontAlgn="auto" latinLnBrk="0" hangingPunct="1">
              <a:lnSpc>
                <a:spcPct val="100000"/>
              </a:lnSpc>
              <a:spcBef>
                <a:spcPts val="0"/>
              </a:spcBef>
              <a:spcAft>
                <a:spcPts val="0"/>
              </a:spcAft>
              <a:buClrTx/>
              <a:buSzTx/>
              <a:buFontTx/>
              <a:buNone/>
              <a:tabLst/>
              <a:defRPr/>
            </a:pPr>
            <a:fld id="{38765257-48B7-4542-BF49-8DD5D7722C0A}" type="slidenum">
              <a:rPr kumimoji="0" lang="en-AU"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235"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8286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pPr marL="171424" indent="-171424">
              <a:buFont typeface="Arial" panose="020B0604020202020204" pitchFamily="34" charset="0"/>
              <a:buChar char="•"/>
            </a:pPr>
            <a:endParaRPr lang="en-AU" sz="1000" dirty="0"/>
          </a:p>
          <a:p>
            <a:pPr marL="361895" indent="-171424">
              <a:buFont typeface="Courier New" panose="02070309020205020404" pitchFamily="49" charset="0"/>
              <a:buChar char="o"/>
            </a:pPr>
            <a:endParaRPr lang="en-AU" sz="1000" dirty="0"/>
          </a:p>
        </p:txBody>
      </p:sp>
      <p:sp>
        <p:nvSpPr>
          <p:cNvPr id="4" name="Slide Number Placeholder 3"/>
          <p:cNvSpPr>
            <a:spLocks noGrp="1"/>
          </p:cNvSpPr>
          <p:nvPr>
            <p:ph type="sldNum" sz="quarter" idx="10"/>
          </p:nvPr>
        </p:nvSpPr>
        <p:spPr/>
        <p:txBody>
          <a:bodyPr/>
          <a:lstStyle/>
          <a:p>
            <a:pPr marL="0" marR="0" lvl="0" indent="0" algn="r" defTabSz="914235" rtl="0" eaLnBrk="1" fontAlgn="auto" latinLnBrk="0" hangingPunct="1">
              <a:lnSpc>
                <a:spcPct val="100000"/>
              </a:lnSpc>
              <a:spcBef>
                <a:spcPts val="0"/>
              </a:spcBef>
              <a:spcAft>
                <a:spcPts val="0"/>
              </a:spcAft>
              <a:buClrTx/>
              <a:buSzTx/>
              <a:buFontTx/>
              <a:buNone/>
              <a:tabLst/>
              <a:defRPr/>
            </a:pPr>
            <a:fld id="{38765257-48B7-4542-BF49-8DD5D7722C0A}" type="slidenum">
              <a:rPr kumimoji="0" lang="en-AU"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235"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21022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20.svg"/><Relationship Id="rId4"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sp>
        <p:nvSpPr>
          <p:cNvPr id="8" name="Picture Placeholder 6">
            <a:extLst>
              <a:ext uri="{FF2B5EF4-FFF2-40B4-BE49-F238E27FC236}">
                <a16:creationId xmlns:a16="http://schemas.microsoft.com/office/drawing/2014/main" id="{06CFACD0-D2B0-C544-C035-993DF464B287}"/>
              </a:ext>
            </a:extLst>
          </p:cNvPr>
          <p:cNvSpPr>
            <a:spLocks noGrp="1"/>
          </p:cNvSpPr>
          <p:nvPr>
            <p:ph type="pic" sz="quarter" idx="13"/>
          </p:nvPr>
        </p:nvSpPr>
        <p:spPr>
          <a:xfrm>
            <a:off x="6096000" y="0"/>
            <a:ext cx="6096000" cy="6858000"/>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2" name="Title 1">
            <a:extLst>
              <a:ext uri="{FF2B5EF4-FFF2-40B4-BE49-F238E27FC236}">
                <a16:creationId xmlns:a16="http://schemas.microsoft.com/office/drawing/2014/main" id="{3D22F490-E1CA-4912-9ED3-0471A3EE32C8}"/>
              </a:ext>
            </a:extLst>
          </p:cNvPr>
          <p:cNvSpPr>
            <a:spLocks noGrp="1"/>
          </p:cNvSpPr>
          <p:nvPr>
            <p:ph type="ctrTitle" hasCustomPrompt="1"/>
          </p:nvPr>
        </p:nvSpPr>
        <p:spPr>
          <a:xfrm>
            <a:off x="327990" y="1853529"/>
            <a:ext cx="5498379" cy="2387600"/>
          </a:xfrm>
        </p:spPr>
        <p:txBody>
          <a:bodyPr anchor="t">
            <a:noAutofit/>
          </a:bodyPr>
          <a:lstStyle>
            <a:lvl1pPr algn="l">
              <a:defRPr sz="5000">
                <a:solidFill>
                  <a:schemeClr val="bg2"/>
                </a:solidFill>
              </a:defRPr>
            </a:lvl1pPr>
          </a:lstStyle>
          <a:p>
            <a:r>
              <a:rPr lang="en-GB" dirty="0"/>
              <a:t>Title of presentation goes here across multiple lines</a:t>
            </a:r>
            <a:endParaRPr lang="en-US" dirty="0"/>
          </a:p>
        </p:txBody>
      </p:sp>
      <p:sp>
        <p:nvSpPr>
          <p:cNvPr id="3" name="Subtitle 2">
            <a:extLst>
              <a:ext uri="{FF2B5EF4-FFF2-40B4-BE49-F238E27FC236}">
                <a16:creationId xmlns:a16="http://schemas.microsoft.com/office/drawing/2014/main" id="{84490A6B-26A8-D739-B9AF-A1C7BDF0C2C0}"/>
              </a:ext>
            </a:extLst>
          </p:cNvPr>
          <p:cNvSpPr>
            <a:spLocks noGrp="1"/>
          </p:cNvSpPr>
          <p:nvPr>
            <p:ph type="subTitle" idx="1" hasCustomPrompt="1"/>
          </p:nvPr>
        </p:nvSpPr>
        <p:spPr>
          <a:xfrm>
            <a:off x="327990" y="5065455"/>
            <a:ext cx="5498379" cy="1063747"/>
          </a:xfrm>
          <a:prstGeom prst="rect">
            <a:avLst/>
          </a:prstGeom>
        </p:spPr>
        <p:txBody>
          <a:bodyPr>
            <a:noAutofit/>
          </a:bodyPr>
          <a:lstStyle>
            <a:lvl1pPr marL="0" indent="0" algn="l">
              <a:buNone/>
              <a:defRPr sz="1800" b="0">
                <a:solidFill>
                  <a:schemeClr val="accent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subtitle here (</a:t>
            </a:r>
            <a:r>
              <a:rPr lang="en-AU" dirty="0"/>
              <a:t>up to three lines)</a:t>
            </a:r>
            <a:br>
              <a:rPr lang="en-AU" dirty="0"/>
            </a:br>
            <a:endParaRPr lang="en-US" dirty="0"/>
          </a:p>
        </p:txBody>
      </p:sp>
      <p:sp>
        <p:nvSpPr>
          <p:cNvPr id="4" name="Date Placeholder 3">
            <a:extLst>
              <a:ext uri="{FF2B5EF4-FFF2-40B4-BE49-F238E27FC236}">
                <a16:creationId xmlns:a16="http://schemas.microsoft.com/office/drawing/2014/main" id="{63C4C784-62B6-ECC7-0E84-285BF554D16D}"/>
              </a:ext>
            </a:extLst>
          </p:cNvPr>
          <p:cNvSpPr>
            <a:spLocks noGrp="1"/>
          </p:cNvSpPr>
          <p:nvPr>
            <p:ph type="dt" sz="half" idx="10"/>
          </p:nvPr>
        </p:nvSpPr>
        <p:spPr>
          <a:xfrm>
            <a:off x="327989" y="6356350"/>
            <a:ext cx="2717769" cy="365125"/>
          </a:xfrm>
          <a:prstGeom prst="rect">
            <a:avLst/>
          </a:prstGeom>
        </p:spPr>
        <p:txBody>
          <a:bodyPr/>
          <a:lstStyle>
            <a:lvl1pPr>
              <a:defRPr sz="800">
                <a:solidFill>
                  <a:schemeClr val="bg2"/>
                </a:solidFill>
                <a:latin typeface="Century Gothic" panose="020B0502020202020204" pitchFamily="34" charset="0"/>
              </a:defRPr>
            </a:lvl1pPr>
          </a:lstStyle>
          <a:p>
            <a:endParaRPr lang="en-US" dirty="0"/>
          </a:p>
        </p:txBody>
      </p:sp>
      <p:pic>
        <p:nvPicPr>
          <p:cNvPr id="12" name="Picture 11" descr="Icon&#10;&#10;Description automatically generated with medium confidence">
            <a:extLst>
              <a:ext uri="{FF2B5EF4-FFF2-40B4-BE49-F238E27FC236}">
                <a16:creationId xmlns:a16="http://schemas.microsoft.com/office/drawing/2014/main" id="{D045B5E0-5B53-7DF8-DE07-68DFD20FA6A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000" y="475991"/>
            <a:ext cx="2057400" cy="553212"/>
          </a:xfrm>
          <a:prstGeom prst="rect">
            <a:avLst/>
          </a:prstGeom>
        </p:spPr>
      </p:pic>
    </p:spTree>
    <p:extLst>
      <p:ext uri="{BB962C8B-B14F-4D97-AF65-F5344CB8AC3E}">
        <p14:creationId xmlns:p14="http://schemas.microsoft.com/office/powerpoint/2010/main" val="15260800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2"/>
        </a:solidFill>
        <a:effectLst/>
      </p:bgPr>
    </p:bg>
    <p:spTree>
      <p:nvGrpSpPr>
        <p:cNvPr id="1" name=""/>
        <p:cNvGrpSpPr/>
        <p:nvPr/>
      </p:nvGrpSpPr>
      <p:grpSpPr>
        <a:xfrm>
          <a:off x="0" y="0"/>
          <a:ext cx="0" cy="0"/>
          <a:chOff x="0" y="0"/>
          <a:chExt cx="0" cy="0"/>
        </a:xfrm>
      </p:grpSpPr>
      <p:sp>
        <p:nvSpPr>
          <p:cNvPr id="8" name="Picture Placeholder 6">
            <a:extLst>
              <a:ext uri="{FF2B5EF4-FFF2-40B4-BE49-F238E27FC236}">
                <a16:creationId xmlns:a16="http://schemas.microsoft.com/office/drawing/2014/main" id="{06CFACD0-D2B0-C544-C035-993DF464B287}"/>
              </a:ext>
            </a:extLst>
          </p:cNvPr>
          <p:cNvSpPr>
            <a:spLocks noGrp="1"/>
          </p:cNvSpPr>
          <p:nvPr>
            <p:ph type="pic" sz="quarter" idx="13"/>
          </p:nvPr>
        </p:nvSpPr>
        <p:spPr>
          <a:xfrm>
            <a:off x="324102" y="1838227"/>
            <a:ext cx="6096000" cy="4278264"/>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2" name="Title 1">
            <a:extLst>
              <a:ext uri="{FF2B5EF4-FFF2-40B4-BE49-F238E27FC236}">
                <a16:creationId xmlns:a16="http://schemas.microsoft.com/office/drawing/2014/main" id="{3D22F490-E1CA-4912-9ED3-0471A3EE32C8}"/>
              </a:ext>
            </a:extLst>
          </p:cNvPr>
          <p:cNvSpPr>
            <a:spLocks noGrp="1"/>
          </p:cNvSpPr>
          <p:nvPr>
            <p:ph type="ctrTitle" hasCustomPrompt="1"/>
          </p:nvPr>
        </p:nvSpPr>
        <p:spPr>
          <a:xfrm>
            <a:off x="6675002" y="1853529"/>
            <a:ext cx="5219882" cy="2387600"/>
          </a:xfrm>
        </p:spPr>
        <p:txBody>
          <a:bodyPr anchor="t">
            <a:noAutofit/>
          </a:bodyPr>
          <a:lstStyle>
            <a:lvl1pPr algn="l">
              <a:defRPr sz="5000">
                <a:solidFill>
                  <a:schemeClr val="bg2"/>
                </a:solidFill>
              </a:defRPr>
            </a:lvl1pPr>
          </a:lstStyle>
          <a:p>
            <a:r>
              <a:rPr lang="en-GB" dirty="0"/>
              <a:t>Title of presentation </a:t>
            </a:r>
            <a:br>
              <a:rPr lang="en-GB" dirty="0"/>
            </a:br>
            <a:r>
              <a:rPr lang="en-GB" dirty="0"/>
              <a:t>goes here across multiple lines</a:t>
            </a:r>
            <a:endParaRPr lang="en-US" dirty="0"/>
          </a:p>
        </p:txBody>
      </p:sp>
      <p:sp>
        <p:nvSpPr>
          <p:cNvPr id="3" name="Subtitle 2">
            <a:extLst>
              <a:ext uri="{FF2B5EF4-FFF2-40B4-BE49-F238E27FC236}">
                <a16:creationId xmlns:a16="http://schemas.microsoft.com/office/drawing/2014/main" id="{84490A6B-26A8-D739-B9AF-A1C7BDF0C2C0}"/>
              </a:ext>
            </a:extLst>
          </p:cNvPr>
          <p:cNvSpPr>
            <a:spLocks noGrp="1"/>
          </p:cNvSpPr>
          <p:nvPr>
            <p:ph type="subTitle" idx="1" hasCustomPrompt="1"/>
          </p:nvPr>
        </p:nvSpPr>
        <p:spPr>
          <a:xfrm>
            <a:off x="6675002" y="5065455"/>
            <a:ext cx="5242933" cy="1063747"/>
          </a:xfrm>
          <a:prstGeom prst="rect">
            <a:avLst/>
          </a:prstGeom>
        </p:spPr>
        <p:txBody>
          <a:bodyPr>
            <a:noAutofit/>
          </a:bodyPr>
          <a:lstStyle>
            <a:lvl1pPr marL="0" indent="0" algn="l">
              <a:buNone/>
              <a:defRPr sz="1800" b="0">
                <a:solidFill>
                  <a:schemeClr val="accent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subtitle here (</a:t>
            </a:r>
            <a:r>
              <a:rPr lang="en-AU" dirty="0"/>
              <a:t>up to three lines)</a:t>
            </a:r>
            <a:br>
              <a:rPr lang="en-AU" dirty="0"/>
            </a:br>
            <a:endParaRPr lang="en-US" dirty="0"/>
          </a:p>
        </p:txBody>
      </p:sp>
      <p:sp>
        <p:nvSpPr>
          <p:cNvPr id="4" name="Date Placeholder 3">
            <a:extLst>
              <a:ext uri="{FF2B5EF4-FFF2-40B4-BE49-F238E27FC236}">
                <a16:creationId xmlns:a16="http://schemas.microsoft.com/office/drawing/2014/main" id="{63C4C784-62B6-ECC7-0E84-285BF554D16D}"/>
              </a:ext>
            </a:extLst>
          </p:cNvPr>
          <p:cNvSpPr>
            <a:spLocks noGrp="1"/>
          </p:cNvSpPr>
          <p:nvPr>
            <p:ph type="dt" sz="half" idx="10"/>
          </p:nvPr>
        </p:nvSpPr>
        <p:spPr>
          <a:xfrm>
            <a:off x="9156944" y="516484"/>
            <a:ext cx="2717769" cy="365125"/>
          </a:xfrm>
          <a:prstGeom prst="rect">
            <a:avLst/>
          </a:prstGeom>
        </p:spPr>
        <p:txBody>
          <a:bodyPr/>
          <a:lstStyle>
            <a:lvl1pPr algn="r">
              <a:defRPr sz="800">
                <a:solidFill>
                  <a:schemeClr val="bg2"/>
                </a:solidFill>
                <a:latin typeface="Century Gothic" panose="020B0502020202020204" pitchFamily="34" charset="0"/>
              </a:defRPr>
            </a:lvl1pPr>
          </a:lstStyle>
          <a:p>
            <a:r>
              <a:rPr lang="en-US" dirty="0"/>
              <a:t>Date goes here</a:t>
            </a:r>
          </a:p>
        </p:txBody>
      </p:sp>
      <p:pic>
        <p:nvPicPr>
          <p:cNvPr id="12" name="Picture 11" descr="Icon&#10;&#10;Description automatically generated with medium confidence">
            <a:extLst>
              <a:ext uri="{FF2B5EF4-FFF2-40B4-BE49-F238E27FC236}">
                <a16:creationId xmlns:a16="http://schemas.microsoft.com/office/drawing/2014/main" id="{D045B5E0-5B53-7DF8-DE07-68DFD20FA6A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000" y="475991"/>
            <a:ext cx="2057400" cy="553212"/>
          </a:xfrm>
          <a:prstGeom prst="rect">
            <a:avLst/>
          </a:prstGeom>
        </p:spPr>
      </p:pic>
    </p:spTree>
    <p:extLst>
      <p:ext uri="{BB962C8B-B14F-4D97-AF65-F5344CB8AC3E}">
        <p14:creationId xmlns:p14="http://schemas.microsoft.com/office/powerpoint/2010/main" val="11690842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2"/>
        </a:solidFill>
        <a:effectLst/>
      </p:bgPr>
    </p:bg>
    <p:spTree>
      <p:nvGrpSpPr>
        <p:cNvPr id="1" name=""/>
        <p:cNvGrpSpPr/>
        <p:nvPr/>
      </p:nvGrpSpPr>
      <p:grpSpPr>
        <a:xfrm>
          <a:off x="0" y="0"/>
          <a:ext cx="0" cy="0"/>
          <a:chOff x="0" y="0"/>
          <a:chExt cx="0" cy="0"/>
        </a:xfrm>
      </p:grpSpPr>
      <p:sp>
        <p:nvSpPr>
          <p:cNvPr id="8" name="Picture Placeholder 6">
            <a:extLst>
              <a:ext uri="{FF2B5EF4-FFF2-40B4-BE49-F238E27FC236}">
                <a16:creationId xmlns:a16="http://schemas.microsoft.com/office/drawing/2014/main" id="{06CFACD0-D2B0-C544-C035-993DF464B287}"/>
              </a:ext>
            </a:extLst>
          </p:cNvPr>
          <p:cNvSpPr>
            <a:spLocks noGrp="1"/>
          </p:cNvSpPr>
          <p:nvPr>
            <p:ph type="pic" sz="quarter" idx="13"/>
          </p:nvPr>
        </p:nvSpPr>
        <p:spPr>
          <a:xfrm>
            <a:off x="6096000" y="0"/>
            <a:ext cx="6096000" cy="6858000"/>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2" name="Title 1">
            <a:extLst>
              <a:ext uri="{FF2B5EF4-FFF2-40B4-BE49-F238E27FC236}">
                <a16:creationId xmlns:a16="http://schemas.microsoft.com/office/drawing/2014/main" id="{3D22F490-E1CA-4912-9ED3-0471A3EE32C8}"/>
              </a:ext>
            </a:extLst>
          </p:cNvPr>
          <p:cNvSpPr>
            <a:spLocks noGrp="1"/>
          </p:cNvSpPr>
          <p:nvPr>
            <p:ph type="ctrTitle" hasCustomPrompt="1"/>
          </p:nvPr>
        </p:nvSpPr>
        <p:spPr>
          <a:xfrm>
            <a:off x="327990" y="1853529"/>
            <a:ext cx="5498379" cy="2387600"/>
          </a:xfrm>
        </p:spPr>
        <p:txBody>
          <a:bodyPr anchor="t">
            <a:normAutofit/>
          </a:bodyPr>
          <a:lstStyle>
            <a:lvl1pPr algn="l">
              <a:defRPr sz="5000">
                <a:solidFill>
                  <a:schemeClr val="bg2"/>
                </a:solidFill>
              </a:defRPr>
            </a:lvl1pPr>
          </a:lstStyle>
          <a:p>
            <a:r>
              <a:rPr lang="en-GB" dirty="0"/>
              <a:t>Title of presentation goes here across multiple lines</a:t>
            </a:r>
            <a:endParaRPr lang="en-US" dirty="0"/>
          </a:p>
        </p:txBody>
      </p:sp>
      <p:sp>
        <p:nvSpPr>
          <p:cNvPr id="3" name="Subtitle 2">
            <a:extLst>
              <a:ext uri="{FF2B5EF4-FFF2-40B4-BE49-F238E27FC236}">
                <a16:creationId xmlns:a16="http://schemas.microsoft.com/office/drawing/2014/main" id="{84490A6B-26A8-D739-B9AF-A1C7BDF0C2C0}"/>
              </a:ext>
            </a:extLst>
          </p:cNvPr>
          <p:cNvSpPr>
            <a:spLocks noGrp="1"/>
          </p:cNvSpPr>
          <p:nvPr>
            <p:ph type="subTitle" idx="1" hasCustomPrompt="1"/>
          </p:nvPr>
        </p:nvSpPr>
        <p:spPr>
          <a:xfrm>
            <a:off x="327990" y="5065455"/>
            <a:ext cx="5498379" cy="1063747"/>
          </a:xfrm>
          <a:prstGeom prst="rect">
            <a:avLst/>
          </a:prstGeom>
        </p:spPr>
        <p:txBody>
          <a:bodyPr>
            <a:normAutofit/>
          </a:bodyPr>
          <a:lstStyle>
            <a:lvl1pPr marL="0" indent="0" algn="l">
              <a:buNone/>
              <a:defRPr sz="1800" b="0">
                <a:solidFill>
                  <a:schemeClr val="accent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subtitle here (</a:t>
            </a:r>
            <a:r>
              <a:rPr lang="en-AU" dirty="0"/>
              <a:t>up to three lines)</a:t>
            </a:r>
            <a:br>
              <a:rPr lang="en-AU" dirty="0"/>
            </a:br>
            <a:endParaRPr lang="en-US" dirty="0"/>
          </a:p>
        </p:txBody>
      </p:sp>
      <p:pic>
        <p:nvPicPr>
          <p:cNvPr id="12" name="Picture 11" descr="Icon&#10;&#10;Description automatically generated with medium confidence">
            <a:extLst>
              <a:ext uri="{FF2B5EF4-FFF2-40B4-BE49-F238E27FC236}">
                <a16:creationId xmlns:a16="http://schemas.microsoft.com/office/drawing/2014/main" id="{D045B5E0-5B53-7DF8-DE07-68DFD20FA6A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000" y="475991"/>
            <a:ext cx="2057400" cy="553212"/>
          </a:xfrm>
          <a:prstGeom prst="rect">
            <a:avLst/>
          </a:prstGeom>
        </p:spPr>
      </p:pic>
      <p:cxnSp>
        <p:nvCxnSpPr>
          <p:cNvPr id="6" name="Straight Connector 5">
            <a:extLst>
              <a:ext uri="{FF2B5EF4-FFF2-40B4-BE49-F238E27FC236}">
                <a16:creationId xmlns:a16="http://schemas.microsoft.com/office/drawing/2014/main" id="{F3CBE1BF-F41A-67D5-891A-31AB1AA956FE}"/>
              </a:ext>
            </a:extLst>
          </p:cNvPr>
          <p:cNvCxnSpPr/>
          <p:nvPr userDrawn="1"/>
        </p:nvCxnSpPr>
        <p:spPr>
          <a:xfrm>
            <a:off x="2719754" y="475991"/>
            <a:ext cx="0" cy="553212"/>
          </a:xfrm>
          <a:prstGeom prst="line">
            <a:avLst/>
          </a:prstGeom>
        </p:spPr>
        <p:style>
          <a:lnRef idx="1">
            <a:schemeClr val="accent1"/>
          </a:lnRef>
          <a:fillRef idx="0">
            <a:schemeClr val="accent1"/>
          </a:fillRef>
          <a:effectRef idx="0">
            <a:schemeClr val="accent1"/>
          </a:effectRef>
          <a:fontRef idx="minor">
            <a:schemeClr val="tx1"/>
          </a:fontRef>
        </p:style>
      </p:cxnSp>
      <p:sp>
        <p:nvSpPr>
          <p:cNvPr id="9" name="Picture Placeholder 17">
            <a:extLst>
              <a:ext uri="{FF2B5EF4-FFF2-40B4-BE49-F238E27FC236}">
                <a16:creationId xmlns:a16="http://schemas.microsoft.com/office/drawing/2014/main" id="{B5344044-8F8D-C822-5F1D-3E49522894AF}"/>
              </a:ext>
            </a:extLst>
          </p:cNvPr>
          <p:cNvSpPr>
            <a:spLocks noGrp="1"/>
          </p:cNvSpPr>
          <p:nvPr>
            <p:ph type="pic" sz="quarter" idx="16" hasCustomPrompt="1"/>
          </p:nvPr>
        </p:nvSpPr>
        <p:spPr>
          <a:xfrm>
            <a:off x="3077179" y="475991"/>
            <a:ext cx="1755020" cy="530575"/>
          </a:xfrm>
          <a:prstGeom prst="rect">
            <a:avLst/>
          </a:prstGeom>
          <a:solidFill>
            <a:schemeClr val="tx1">
              <a:lumMod val="50000"/>
              <a:lumOff val="50000"/>
            </a:schemeClr>
          </a:solidFill>
          <a:ln>
            <a:noFill/>
          </a:ln>
        </p:spPr>
        <p:txBody>
          <a:bodyPr anchor="ctr">
            <a:normAutofit/>
          </a:bodyPr>
          <a:lstStyle>
            <a:lvl1pPr marL="0" indent="0" algn="ctr">
              <a:buFontTx/>
              <a:buNone/>
              <a:defRPr sz="1400">
                <a:solidFill>
                  <a:schemeClr val="bg1"/>
                </a:solidFill>
              </a:defRPr>
            </a:lvl1pPr>
          </a:lstStyle>
          <a:p>
            <a:r>
              <a:rPr lang="en-AU" dirty="0"/>
              <a:t>Co-brand logo</a:t>
            </a:r>
          </a:p>
        </p:txBody>
      </p:sp>
      <p:sp>
        <p:nvSpPr>
          <p:cNvPr id="5" name="Date Placeholder 3">
            <a:extLst>
              <a:ext uri="{FF2B5EF4-FFF2-40B4-BE49-F238E27FC236}">
                <a16:creationId xmlns:a16="http://schemas.microsoft.com/office/drawing/2014/main" id="{B5BBEBAB-D085-1F88-06C8-50D589D57811}"/>
              </a:ext>
            </a:extLst>
          </p:cNvPr>
          <p:cNvSpPr>
            <a:spLocks noGrp="1"/>
          </p:cNvSpPr>
          <p:nvPr>
            <p:ph type="dt" sz="half" idx="10"/>
          </p:nvPr>
        </p:nvSpPr>
        <p:spPr>
          <a:xfrm>
            <a:off x="327989" y="6356350"/>
            <a:ext cx="2717769" cy="365125"/>
          </a:xfrm>
          <a:prstGeom prst="rect">
            <a:avLst/>
          </a:prstGeom>
        </p:spPr>
        <p:txBody>
          <a:bodyPr/>
          <a:lstStyle>
            <a:lvl1pPr>
              <a:defRPr sz="800">
                <a:solidFill>
                  <a:schemeClr val="bg2"/>
                </a:solidFill>
                <a:latin typeface="Century Gothic" panose="020B0502020202020204" pitchFamily="34" charset="0"/>
              </a:defRPr>
            </a:lvl1pPr>
          </a:lstStyle>
          <a:p>
            <a:endParaRPr lang="en-US" dirty="0"/>
          </a:p>
        </p:txBody>
      </p:sp>
    </p:spTree>
    <p:extLst>
      <p:ext uri="{BB962C8B-B14F-4D97-AF65-F5344CB8AC3E}">
        <p14:creationId xmlns:p14="http://schemas.microsoft.com/office/powerpoint/2010/main" val="30932223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chemeClr val="tx2"/>
        </a:solidFill>
        <a:effectLst/>
      </p:bgPr>
    </p:bg>
    <p:spTree>
      <p:nvGrpSpPr>
        <p:cNvPr id="1" name=""/>
        <p:cNvGrpSpPr/>
        <p:nvPr/>
      </p:nvGrpSpPr>
      <p:grpSpPr>
        <a:xfrm>
          <a:off x="0" y="0"/>
          <a:ext cx="0" cy="0"/>
          <a:chOff x="0" y="0"/>
          <a:chExt cx="0" cy="0"/>
        </a:xfrm>
      </p:grpSpPr>
      <p:pic>
        <p:nvPicPr>
          <p:cNvPr id="12" name="Picture 11" descr="Icon&#10;&#10;Description automatically generated with medium confidence">
            <a:extLst>
              <a:ext uri="{FF2B5EF4-FFF2-40B4-BE49-F238E27FC236}">
                <a16:creationId xmlns:a16="http://schemas.microsoft.com/office/drawing/2014/main" id="{D045B5E0-5B53-7DF8-DE07-68DFD20FA6A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000" y="475991"/>
            <a:ext cx="2057400" cy="553212"/>
          </a:xfrm>
          <a:prstGeom prst="rect">
            <a:avLst/>
          </a:prstGeom>
        </p:spPr>
      </p:pic>
      <p:cxnSp>
        <p:nvCxnSpPr>
          <p:cNvPr id="6" name="Straight Connector 5">
            <a:extLst>
              <a:ext uri="{FF2B5EF4-FFF2-40B4-BE49-F238E27FC236}">
                <a16:creationId xmlns:a16="http://schemas.microsoft.com/office/drawing/2014/main" id="{F3CBE1BF-F41A-67D5-891A-31AB1AA956FE}"/>
              </a:ext>
            </a:extLst>
          </p:cNvPr>
          <p:cNvCxnSpPr/>
          <p:nvPr userDrawn="1"/>
        </p:nvCxnSpPr>
        <p:spPr>
          <a:xfrm>
            <a:off x="2719754" y="475991"/>
            <a:ext cx="0" cy="553212"/>
          </a:xfrm>
          <a:prstGeom prst="line">
            <a:avLst/>
          </a:prstGeom>
        </p:spPr>
        <p:style>
          <a:lnRef idx="1">
            <a:schemeClr val="accent1"/>
          </a:lnRef>
          <a:fillRef idx="0">
            <a:schemeClr val="accent1"/>
          </a:fillRef>
          <a:effectRef idx="0">
            <a:schemeClr val="accent1"/>
          </a:effectRef>
          <a:fontRef idx="minor">
            <a:schemeClr val="tx1"/>
          </a:fontRef>
        </p:style>
      </p:cxnSp>
      <p:sp>
        <p:nvSpPr>
          <p:cNvPr id="9" name="Picture Placeholder 17">
            <a:extLst>
              <a:ext uri="{FF2B5EF4-FFF2-40B4-BE49-F238E27FC236}">
                <a16:creationId xmlns:a16="http://schemas.microsoft.com/office/drawing/2014/main" id="{B5344044-8F8D-C822-5F1D-3E49522894AF}"/>
              </a:ext>
            </a:extLst>
          </p:cNvPr>
          <p:cNvSpPr>
            <a:spLocks noGrp="1"/>
          </p:cNvSpPr>
          <p:nvPr>
            <p:ph type="pic" sz="quarter" idx="16" hasCustomPrompt="1"/>
          </p:nvPr>
        </p:nvSpPr>
        <p:spPr>
          <a:xfrm>
            <a:off x="3077179" y="475991"/>
            <a:ext cx="1755020" cy="530575"/>
          </a:xfrm>
          <a:prstGeom prst="rect">
            <a:avLst/>
          </a:prstGeom>
          <a:solidFill>
            <a:schemeClr val="tx1">
              <a:lumMod val="50000"/>
              <a:lumOff val="50000"/>
            </a:schemeClr>
          </a:solidFill>
          <a:ln>
            <a:noFill/>
          </a:ln>
        </p:spPr>
        <p:txBody>
          <a:bodyPr anchor="ctr">
            <a:normAutofit/>
          </a:bodyPr>
          <a:lstStyle>
            <a:lvl1pPr marL="0" indent="0" algn="ctr">
              <a:buFontTx/>
              <a:buNone/>
              <a:defRPr sz="1400">
                <a:solidFill>
                  <a:schemeClr val="bg1"/>
                </a:solidFill>
              </a:defRPr>
            </a:lvl1pPr>
          </a:lstStyle>
          <a:p>
            <a:r>
              <a:rPr lang="en-AU" dirty="0"/>
              <a:t>Co-brand logo</a:t>
            </a:r>
          </a:p>
        </p:txBody>
      </p:sp>
      <p:sp>
        <p:nvSpPr>
          <p:cNvPr id="7" name="Picture Placeholder 6">
            <a:extLst>
              <a:ext uri="{FF2B5EF4-FFF2-40B4-BE49-F238E27FC236}">
                <a16:creationId xmlns:a16="http://schemas.microsoft.com/office/drawing/2014/main" id="{7B84A6FB-AF55-CB32-84FF-ABB50CA9C7BF}"/>
              </a:ext>
            </a:extLst>
          </p:cNvPr>
          <p:cNvSpPr>
            <a:spLocks noGrp="1"/>
          </p:cNvSpPr>
          <p:nvPr>
            <p:ph type="pic" sz="quarter" idx="13"/>
          </p:nvPr>
        </p:nvSpPr>
        <p:spPr>
          <a:xfrm>
            <a:off x="324102" y="1838227"/>
            <a:ext cx="6096000" cy="4278264"/>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10" name="Title 1">
            <a:extLst>
              <a:ext uri="{FF2B5EF4-FFF2-40B4-BE49-F238E27FC236}">
                <a16:creationId xmlns:a16="http://schemas.microsoft.com/office/drawing/2014/main" id="{F91D7427-D9F8-1EEC-1909-664BE1C8BBD4}"/>
              </a:ext>
            </a:extLst>
          </p:cNvPr>
          <p:cNvSpPr>
            <a:spLocks noGrp="1"/>
          </p:cNvSpPr>
          <p:nvPr>
            <p:ph type="ctrTitle" hasCustomPrompt="1"/>
          </p:nvPr>
        </p:nvSpPr>
        <p:spPr>
          <a:xfrm>
            <a:off x="6675002" y="1853529"/>
            <a:ext cx="5219882" cy="2387600"/>
          </a:xfrm>
        </p:spPr>
        <p:txBody>
          <a:bodyPr anchor="t">
            <a:noAutofit/>
          </a:bodyPr>
          <a:lstStyle>
            <a:lvl1pPr algn="l">
              <a:defRPr sz="5000">
                <a:solidFill>
                  <a:schemeClr val="bg2"/>
                </a:solidFill>
              </a:defRPr>
            </a:lvl1pPr>
          </a:lstStyle>
          <a:p>
            <a:r>
              <a:rPr lang="en-GB" dirty="0"/>
              <a:t>Title of presentation </a:t>
            </a:r>
            <a:br>
              <a:rPr lang="en-GB" dirty="0"/>
            </a:br>
            <a:r>
              <a:rPr lang="en-GB" dirty="0"/>
              <a:t>goes here across multiple lines</a:t>
            </a:r>
            <a:endParaRPr lang="en-US" dirty="0"/>
          </a:p>
        </p:txBody>
      </p:sp>
      <p:sp>
        <p:nvSpPr>
          <p:cNvPr id="11" name="Subtitle 2">
            <a:extLst>
              <a:ext uri="{FF2B5EF4-FFF2-40B4-BE49-F238E27FC236}">
                <a16:creationId xmlns:a16="http://schemas.microsoft.com/office/drawing/2014/main" id="{B4055C02-27F6-A1DA-4867-3731C18F170D}"/>
              </a:ext>
            </a:extLst>
          </p:cNvPr>
          <p:cNvSpPr>
            <a:spLocks noGrp="1"/>
          </p:cNvSpPr>
          <p:nvPr>
            <p:ph type="subTitle" idx="1" hasCustomPrompt="1"/>
          </p:nvPr>
        </p:nvSpPr>
        <p:spPr>
          <a:xfrm>
            <a:off x="6675002" y="5065455"/>
            <a:ext cx="5242933" cy="1063747"/>
          </a:xfrm>
          <a:prstGeom prst="rect">
            <a:avLst/>
          </a:prstGeom>
        </p:spPr>
        <p:txBody>
          <a:bodyPr>
            <a:noAutofit/>
          </a:bodyPr>
          <a:lstStyle>
            <a:lvl1pPr marL="0" indent="0" algn="l">
              <a:buNone/>
              <a:defRPr sz="1800" b="0">
                <a:solidFill>
                  <a:schemeClr val="accent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subtitle here (</a:t>
            </a:r>
            <a:r>
              <a:rPr lang="en-AU" dirty="0"/>
              <a:t>up to three lines)</a:t>
            </a:r>
            <a:br>
              <a:rPr lang="en-AU" dirty="0"/>
            </a:br>
            <a:endParaRPr lang="en-US" dirty="0"/>
          </a:p>
        </p:txBody>
      </p:sp>
      <p:sp>
        <p:nvSpPr>
          <p:cNvPr id="13" name="Date Placeholder 3">
            <a:extLst>
              <a:ext uri="{FF2B5EF4-FFF2-40B4-BE49-F238E27FC236}">
                <a16:creationId xmlns:a16="http://schemas.microsoft.com/office/drawing/2014/main" id="{12F78386-423B-D61B-84D6-C8CA8A7EE915}"/>
              </a:ext>
            </a:extLst>
          </p:cNvPr>
          <p:cNvSpPr>
            <a:spLocks noGrp="1"/>
          </p:cNvSpPr>
          <p:nvPr>
            <p:ph type="dt" sz="half" idx="10"/>
          </p:nvPr>
        </p:nvSpPr>
        <p:spPr>
          <a:xfrm>
            <a:off x="9156944" y="516484"/>
            <a:ext cx="2717769" cy="365125"/>
          </a:xfrm>
          <a:prstGeom prst="rect">
            <a:avLst/>
          </a:prstGeom>
        </p:spPr>
        <p:txBody>
          <a:bodyPr/>
          <a:lstStyle>
            <a:lvl1pPr algn="r">
              <a:defRPr sz="800">
                <a:solidFill>
                  <a:schemeClr val="bg2"/>
                </a:solidFill>
                <a:latin typeface="Century Gothic" panose="020B0502020202020204" pitchFamily="34" charset="0"/>
              </a:defRPr>
            </a:lvl1pPr>
          </a:lstStyle>
          <a:p>
            <a:r>
              <a:rPr lang="en-US" dirty="0"/>
              <a:t>Date goes here</a:t>
            </a:r>
          </a:p>
        </p:txBody>
      </p:sp>
    </p:spTree>
    <p:extLst>
      <p:ext uri="{BB962C8B-B14F-4D97-AF65-F5344CB8AC3E}">
        <p14:creationId xmlns:p14="http://schemas.microsoft.com/office/powerpoint/2010/main" val="20600982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6005-6B36-2540-9C2E-0EEDE1B26619}"/>
              </a:ext>
            </a:extLst>
          </p:cNvPr>
          <p:cNvSpPr>
            <a:spLocks noGrp="1"/>
          </p:cNvSpPr>
          <p:nvPr>
            <p:ph type="title" hasCustomPrompt="1"/>
          </p:nvPr>
        </p:nvSpPr>
        <p:spPr>
          <a:xfrm>
            <a:off x="327991" y="920423"/>
            <a:ext cx="3766931" cy="1222512"/>
          </a:xfrm>
        </p:spPr>
        <p:txBody>
          <a:bodyPr/>
          <a:lstStyle>
            <a:lvl1pPr>
              <a:defRPr sz="6000" b="0">
                <a:solidFill>
                  <a:schemeClr val="accent1"/>
                </a:solidFill>
              </a:defRPr>
            </a:lvl1pPr>
          </a:lstStyle>
          <a:p>
            <a:r>
              <a:rPr lang="en-GB" dirty="0"/>
              <a:t>CONTENTS</a:t>
            </a:r>
            <a:endParaRPr lang="en-US" dirty="0"/>
          </a:p>
        </p:txBody>
      </p:sp>
      <p:sp>
        <p:nvSpPr>
          <p:cNvPr id="3" name="Content Placeholder 2">
            <a:extLst>
              <a:ext uri="{FF2B5EF4-FFF2-40B4-BE49-F238E27FC236}">
                <a16:creationId xmlns:a16="http://schemas.microsoft.com/office/drawing/2014/main" id="{914A9F0D-4E04-61C0-AC3F-675EE17B2283}"/>
              </a:ext>
            </a:extLst>
          </p:cNvPr>
          <p:cNvSpPr>
            <a:spLocks noGrp="1"/>
          </p:cNvSpPr>
          <p:nvPr>
            <p:ph idx="1" hasCustomPrompt="1"/>
          </p:nvPr>
        </p:nvSpPr>
        <p:spPr>
          <a:xfrm>
            <a:off x="327991" y="2142935"/>
            <a:ext cx="3766931" cy="4351338"/>
          </a:xfrm>
          <a:prstGeom prst="rect">
            <a:avLst/>
          </a:prstGeom>
        </p:spPr>
        <p:txBody>
          <a:bodyPr/>
          <a:lstStyle>
            <a:lvl1pPr marL="285750" indent="-285750">
              <a:buClr>
                <a:schemeClr val="accent1"/>
              </a:buClr>
              <a:buFont typeface="Arial" panose="020B0604020202020204" pitchFamily="34" charset="0"/>
              <a:buChar char="•"/>
              <a:defRPr b="0">
                <a:solidFill>
                  <a:schemeClr val="bg1"/>
                </a:solidFill>
              </a:defRPr>
            </a:lvl1pPr>
          </a:lstStyle>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endParaRPr lang="en-GB"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GB" dirty="0"/>
          </a:p>
          <a:p>
            <a:pPr lvl="0"/>
            <a:endParaRPr lang="en-GB" dirty="0"/>
          </a:p>
          <a:p>
            <a:pPr lvl="0"/>
            <a:endParaRPr lang="en-GB" dirty="0"/>
          </a:p>
          <a:p>
            <a:pPr lvl="0"/>
            <a:endParaRPr lang="en-US" dirty="0"/>
          </a:p>
        </p:txBody>
      </p:sp>
      <p:pic>
        <p:nvPicPr>
          <p:cNvPr id="9" name="Picture 8" descr="Icon&#10;&#10;Description automatically generated with medium confidence">
            <a:extLst>
              <a:ext uri="{FF2B5EF4-FFF2-40B4-BE49-F238E27FC236}">
                <a16:creationId xmlns:a16="http://schemas.microsoft.com/office/drawing/2014/main" id="{7850DCAF-1168-C320-E72E-0342F80D32C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47260" y="6149517"/>
            <a:ext cx="1282149" cy="344756"/>
          </a:xfrm>
          <a:prstGeom prst="rect">
            <a:avLst/>
          </a:prstGeom>
        </p:spPr>
      </p:pic>
      <p:sp>
        <p:nvSpPr>
          <p:cNvPr id="14" name="Content Placeholder 2">
            <a:extLst>
              <a:ext uri="{FF2B5EF4-FFF2-40B4-BE49-F238E27FC236}">
                <a16:creationId xmlns:a16="http://schemas.microsoft.com/office/drawing/2014/main" id="{9C4BF33E-A3CA-C922-0E0E-BFEE303FF074}"/>
              </a:ext>
            </a:extLst>
          </p:cNvPr>
          <p:cNvSpPr>
            <a:spLocks noGrp="1"/>
          </p:cNvSpPr>
          <p:nvPr>
            <p:ph idx="10" hasCustomPrompt="1"/>
          </p:nvPr>
        </p:nvSpPr>
        <p:spPr>
          <a:xfrm>
            <a:off x="4308293" y="2161724"/>
            <a:ext cx="3766931" cy="4351338"/>
          </a:xfrm>
          <a:prstGeom prst="rect">
            <a:avLst/>
          </a:prstGeom>
        </p:spPr>
        <p:txBody>
          <a:bodyPr/>
          <a:lstStyle>
            <a:lvl1pPr marL="285750" indent="-285750">
              <a:buClr>
                <a:schemeClr val="accent1"/>
              </a:buClr>
              <a:buFont typeface="Arial" panose="020B0604020202020204" pitchFamily="34" charset="0"/>
              <a:buChar char="•"/>
              <a:defRPr b="0">
                <a:solidFill>
                  <a:schemeClr val="bg1"/>
                </a:solidFill>
              </a:defRPr>
            </a:lvl1pPr>
          </a:lstStyle>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endParaRPr lang="en-GB"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GB" dirty="0"/>
          </a:p>
          <a:p>
            <a:pPr lvl="0"/>
            <a:endParaRPr lang="en-GB" dirty="0"/>
          </a:p>
          <a:p>
            <a:pPr lvl="0"/>
            <a:endParaRPr lang="en-GB" dirty="0"/>
          </a:p>
          <a:p>
            <a:pPr lvl="0"/>
            <a:endParaRPr lang="en-US" dirty="0"/>
          </a:p>
        </p:txBody>
      </p:sp>
      <p:pic>
        <p:nvPicPr>
          <p:cNvPr id="4" name="Picture 3" descr="Background pattern&#10;&#10;Description automatically generated">
            <a:extLst>
              <a:ext uri="{FF2B5EF4-FFF2-40B4-BE49-F238E27FC236}">
                <a16:creationId xmlns:a16="http://schemas.microsoft.com/office/drawing/2014/main" id="{820A42F3-E1F5-B3CC-7E95-E61DE864640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077200" y="0"/>
            <a:ext cx="4114800" cy="6858000"/>
          </a:xfrm>
          <a:prstGeom prst="rect">
            <a:avLst/>
          </a:prstGeom>
        </p:spPr>
      </p:pic>
    </p:spTree>
    <p:extLst>
      <p:ext uri="{BB962C8B-B14F-4D97-AF65-F5344CB8AC3E}">
        <p14:creationId xmlns:p14="http://schemas.microsoft.com/office/powerpoint/2010/main" val="263238239"/>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pic>
        <p:nvPicPr>
          <p:cNvPr id="5" name="Picture 4" descr="A picture containing text, sign&#10;&#10;Description automatically generated">
            <a:extLst>
              <a:ext uri="{FF2B5EF4-FFF2-40B4-BE49-F238E27FC236}">
                <a16:creationId xmlns:a16="http://schemas.microsoft.com/office/drawing/2014/main" id="{A30C9F2B-550F-6DFD-7363-03750DA43B7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47675" y="6150555"/>
            <a:ext cx="1279525" cy="344050"/>
          </a:xfrm>
          <a:prstGeom prst="rect">
            <a:avLst/>
          </a:prstGeom>
        </p:spPr>
      </p:pic>
      <p:sp>
        <p:nvSpPr>
          <p:cNvPr id="2" name="Title 1">
            <a:extLst>
              <a:ext uri="{FF2B5EF4-FFF2-40B4-BE49-F238E27FC236}">
                <a16:creationId xmlns:a16="http://schemas.microsoft.com/office/drawing/2014/main" id="{4AC86005-6B36-2540-9C2E-0EEDE1B26619}"/>
              </a:ext>
            </a:extLst>
          </p:cNvPr>
          <p:cNvSpPr>
            <a:spLocks noGrp="1"/>
          </p:cNvSpPr>
          <p:nvPr>
            <p:ph type="title" hasCustomPrompt="1"/>
          </p:nvPr>
        </p:nvSpPr>
        <p:spPr>
          <a:xfrm>
            <a:off x="327991" y="920423"/>
            <a:ext cx="3766931" cy="1222512"/>
          </a:xfrm>
        </p:spPr>
        <p:txBody>
          <a:bodyPr/>
          <a:lstStyle>
            <a:lvl1pPr>
              <a:defRPr sz="6000" b="0">
                <a:solidFill>
                  <a:schemeClr val="tx2"/>
                </a:solidFill>
              </a:defRPr>
            </a:lvl1pPr>
          </a:lstStyle>
          <a:p>
            <a:r>
              <a:rPr lang="en-GB" dirty="0"/>
              <a:t>CONTENTS</a:t>
            </a:r>
            <a:endParaRPr lang="en-US" dirty="0"/>
          </a:p>
        </p:txBody>
      </p:sp>
      <p:sp>
        <p:nvSpPr>
          <p:cNvPr id="3" name="Content Placeholder 2">
            <a:extLst>
              <a:ext uri="{FF2B5EF4-FFF2-40B4-BE49-F238E27FC236}">
                <a16:creationId xmlns:a16="http://schemas.microsoft.com/office/drawing/2014/main" id="{914A9F0D-4E04-61C0-AC3F-675EE17B2283}"/>
              </a:ext>
            </a:extLst>
          </p:cNvPr>
          <p:cNvSpPr>
            <a:spLocks noGrp="1"/>
          </p:cNvSpPr>
          <p:nvPr>
            <p:ph idx="1" hasCustomPrompt="1"/>
          </p:nvPr>
        </p:nvSpPr>
        <p:spPr>
          <a:xfrm>
            <a:off x="327991" y="2142935"/>
            <a:ext cx="3766931" cy="4351338"/>
          </a:xfrm>
          <a:prstGeom prst="rect">
            <a:avLst/>
          </a:prstGeom>
        </p:spPr>
        <p:txBody>
          <a:bodyPr/>
          <a:lstStyle>
            <a:lvl1pPr marL="285750" indent="-285750">
              <a:buClr>
                <a:schemeClr val="tx2"/>
              </a:buClr>
              <a:buFont typeface="Arial" panose="020B0604020202020204" pitchFamily="34" charset="0"/>
              <a:buChar char="•"/>
              <a:defRPr b="0">
                <a:solidFill>
                  <a:schemeClr val="tx2"/>
                </a:solidFill>
              </a:defRPr>
            </a:lvl1pPr>
          </a:lstStyle>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r>
              <a:rPr lang="en-GB" dirty="0"/>
              <a:t>Table of contents here</a:t>
            </a:r>
          </a:p>
          <a:p>
            <a:pPr lvl="0"/>
            <a:endParaRPr lang="en-GB"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GB" dirty="0"/>
          </a:p>
          <a:p>
            <a:pPr lvl="0"/>
            <a:endParaRPr lang="en-GB" dirty="0"/>
          </a:p>
          <a:p>
            <a:pPr lvl="0"/>
            <a:endParaRPr lang="en-GB" dirty="0"/>
          </a:p>
          <a:p>
            <a:pPr lvl="0"/>
            <a:endParaRPr lang="en-US" dirty="0"/>
          </a:p>
        </p:txBody>
      </p:sp>
      <p:pic>
        <p:nvPicPr>
          <p:cNvPr id="4" name="Picture 3" descr="Background pattern&#10;&#10;Description automatically generated">
            <a:extLst>
              <a:ext uri="{FF2B5EF4-FFF2-40B4-BE49-F238E27FC236}">
                <a16:creationId xmlns:a16="http://schemas.microsoft.com/office/drawing/2014/main" id="{820A42F3-E1F5-B3CC-7E95-E61DE864640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077200" y="0"/>
            <a:ext cx="4114800" cy="6858000"/>
          </a:xfrm>
          <a:prstGeom prst="rect">
            <a:avLst/>
          </a:prstGeom>
        </p:spPr>
      </p:pic>
    </p:spTree>
    <p:extLst>
      <p:ext uri="{BB962C8B-B14F-4D97-AF65-F5344CB8AC3E}">
        <p14:creationId xmlns:p14="http://schemas.microsoft.com/office/powerpoint/2010/main" val="1692883079"/>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6005-6B36-2540-9C2E-0EEDE1B26619}"/>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14A9F0D-4E04-61C0-AC3F-675EE17B2283}"/>
              </a:ext>
            </a:extLst>
          </p:cNvPr>
          <p:cNvSpPr>
            <a:spLocks noGrp="1"/>
          </p:cNvSpPr>
          <p:nvPr>
            <p:ph idx="1"/>
          </p:nvPr>
        </p:nvSpPr>
        <p:spPr>
          <a:xfrm>
            <a:off x="327991" y="1825625"/>
            <a:ext cx="11539331" cy="435133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A73AC89-5AB9-8E4D-5F3F-7E8E389FCB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5E216A-FE96-2B1C-C0B9-6FFE47E346B7}"/>
              </a:ext>
            </a:extLst>
          </p:cNvPr>
          <p:cNvSpPr>
            <a:spLocks noGrp="1"/>
          </p:cNvSpPr>
          <p:nvPr>
            <p:ph type="sldNum" sz="quarter" idx="12"/>
          </p:nvPr>
        </p:nvSpPr>
        <p:spPr/>
        <p:txBody>
          <a:bodyPr/>
          <a:lstStyle/>
          <a:p>
            <a:fld id="{EED4F224-E88B-A44E-95C1-82CB97C9A2DF}" type="slidenum">
              <a:rPr lang="en-US" smtClean="0"/>
              <a:t>‹#›</a:t>
            </a:fld>
            <a:endParaRPr lang="en-US"/>
          </a:p>
        </p:txBody>
      </p:sp>
    </p:spTree>
    <p:extLst>
      <p:ext uri="{BB962C8B-B14F-4D97-AF65-F5344CB8AC3E}">
        <p14:creationId xmlns:p14="http://schemas.microsoft.com/office/powerpoint/2010/main" val="10904324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6005-6B36-2540-9C2E-0EEDE1B26619}"/>
              </a:ext>
            </a:extLst>
          </p:cNvPr>
          <p:cNvSpPr>
            <a:spLocks noGrp="1"/>
          </p:cNvSpPr>
          <p:nvPr>
            <p:ph type="title"/>
          </p:nvPr>
        </p:nvSpPr>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A73AC89-5AB9-8E4D-5F3F-7E8E389FCB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5E216A-FE96-2B1C-C0B9-6FFE47E346B7}"/>
              </a:ext>
            </a:extLst>
          </p:cNvPr>
          <p:cNvSpPr>
            <a:spLocks noGrp="1"/>
          </p:cNvSpPr>
          <p:nvPr>
            <p:ph type="sldNum" sz="quarter" idx="12"/>
          </p:nvPr>
        </p:nvSpPr>
        <p:spPr/>
        <p:txBody>
          <a:bodyPr/>
          <a:lstStyle/>
          <a:p>
            <a:fld id="{EED4F224-E88B-A44E-95C1-82CB97C9A2DF}" type="slidenum">
              <a:rPr lang="en-US" smtClean="0"/>
              <a:t>‹#›</a:t>
            </a:fld>
            <a:endParaRPr lang="en-US"/>
          </a:p>
        </p:txBody>
      </p:sp>
    </p:spTree>
    <p:extLst>
      <p:ext uri="{BB962C8B-B14F-4D97-AF65-F5344CB8AC3E}">
        <p14:creationId xmlns:p14="http://schemas.microsoft.com/office/powerpoint/2010/main" val="40810146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6005-6B36-2540-9C2E-0EEDE1B26619}"/>
              </a:ext>
            </a:extLst>
          </p:cNvPr>
          <p:cNvSpPr>
            <a:spLocks noGrp="1"/>
          </p:cNvSpPr>
          <p:nvPr>
            <p:ph type="title"/>
          </p:nvPr>
        </p:nvSpPr>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A73AC89-5AB9-8E4D-5F3F-7E8E389FCB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5E216A-FE96-2B1C-C0B9-6FFE47E346B7}"/>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3" name="Text Placeholder 4">
            <a:extLst>
              <a:ext uri="{FF2B5EF4-FFF2-40B4-BE49-F238E27FC236}">
                <a16:creationId xmlns:a16="http://schemas.microsoft.com/office/drawing/2014/main" id="{4565CF35-D1DB-C637-FA03-81DA4EED1451}"/>
              </a:ext>
            </a:extLst>
          </p:cNvPr>
          <p:cNvSpPr>
            <a:spLocks noGrp="1"/>
          </p:cNvSpPr>
          <p:nvPr>
            <p:ph type="body" sz="quarter" idx="10" hasCustomPrompt="1"/>
          </p:nvPr>
        </p:nvSpPr>
        <p:spPr>
          <a:xfrm>
            <a:off x="376195" y="1259458"/>
            <a:ext cx="2416629" cy="648000"/>
          </a:xfrm>
          <a:prstGeom prst="rect">
            <a:avLst/>
          </a:prstGeom>
          <a:solidFill>
            <a:schemeClr val="bg2"/>
          </a:solidFill>
        </p:spPr>
        <p:txBody>
          <a:bodyPr anchor="ctr"/>
          <a:lstStyle>
            <a:lvl1pPr algn="l">
              <a:defRPr sz="1400"/>
            </a:lvl1pPr>
          </a:lstStyle>
          <a:p>
            <a:r>
              <a:rPr lang="en-AU" dirty="0"/>
              <a:t>Sub header here</a:t>
            </a:r>
          </a:p>
        </p:txBody>
      </p:sp>
      <p:sp>
        <p:nvSpPr>
          <p:cNvPr id="4" name="Text Placeholder 5">
            <a:extLst>
              <a:ext uri="{FF2B5EF4-FFF2-40B4-BE49-F238E27FC236}">
                <a16:creationId xmlns:a16="http://schemas.microsoft.com/office/drawing/2014/main" id="{34DDF6F5-42A5-7605-938E-2055B3357910}"/>
              </a:ext>
            </a:extLst>
          </p:cNvPr>
          <p:cNvSpPr>
            <a:spLocks noGrp="1"/>
          </p:cNvSpPr>
          <p:nvPr>
            <p:ph type="body" sz="quarter" idx="13" hasCustomPrompt="1"/>
          </p:nvPr>
        </p:nvSpPr>
        <p:spPr>
          <a:xfrm>
            <a:off x="376195" y="2026982"/>
            <a:ext cx="2416629" cy="648000"/>
          </a:xfrm>
          <a:prstGeom prst="rect">
            <a:avLst/>
          </a:prstGeom>
          <a:solidFill>
            <a:schemeClr val="accent2"/>
          </a:solidFill>
        </p:spPr>
        <p:txBody>
          <a:bodyPr anchor="ctr"/>
          <a:lstStyle>
            <a:lvl1pPr>
              <a:defRPr sz="1400">
                <a:solidFill>
                  <a:schemeClr val="bg2"/>
                </a:solidFill>
              </a:defRPr>
            </a:lvl1pPr>
          </a:lstStyle>
          <a:p>
            <a:r>
              <a:rPr lang="en-AU" dirty="0"/>
              <a:t>Sub header here</a:t>
            </a:r>
          </a:p>
        </p:txBody>
      </p:sp>
      <p:sp>
        <p:nvSpPr>
          <p:cNvPr id="7" name="Text Placeholder 6">
            <a:extLst>
              <a:ext uri="{FF2B5EF4-FFF2-40B4-BE49-F238E27FC236}">
                <a16:creationId xmlns:a16="http://schemas.microsoft.com/office/drawing/2014/main" id="{369CFE1C-D5FD-D504-EC78-C7ABFE153DEF}"/>
              </a:ext>
            </a:extLst>
          </p:cNvPr>
          <p:cNvSpPr>
            <a:spLocks noGrp="1"/>
          </p:cNvSpPr>
          <p:nvPr>
            <p:ph type="body" sz="quarter" idx="14" hasCustomPrompt="1"/>
          </p:nvPr>
        </p:nvSpPr>
        <p:spPr>
          <a:xfrm>
            <a:off x="376194" y="2821550"/>
            <a:ext cx="2416629" cy="648000"/>
          </a:xfrm>
          <a:prstGeom prst="rect">
            <a:avLst/>
          </a:prstGeom>
          <a:solidFill>
            <a:schemeClr val="tx2"/>
          </a:solidFill>
        </p:spPr>
        <p:txBody>
          <a:bodyPr anchor="ctr"/>
          <a:lstStyle>
            <a:lvl1pPr>
              <a:defRPr sz="1400">
                <a:solidFill>
                  <a:schemeClr val="bg2"/>
                </a:solidFill>
              </a:defRPr>
            </a:lvl1pPr>
          </a:lstStyle>
          <a:p>
            <a:r>
              <a:rPr lang="en-AU" dirty="0"/>
              <a:t>Sub header here</a:t>
            </a:r>
          </a:p>
        </p:txBody>
      </p:sp>
      <p:sp>
        <p:nvSpPr>
          <p:cNvPr id="8" name="Text Placeholder 7">
            <a:extLst>
              <a:ext uri="{FF2B5EF4-FFF2-40B4-BE49-F238E27FC236}">
                <a16:creationId xmlns:a16="http://schemas.microsoft.com/office/drawing/2014/main" id="{FE25F05C-BD06-1A72-7E24-97DEF896F887}"/>
              </a:ext>
            </a:extLst>
          </p:cNvPr>
          <p:cNvSpPr>
            <a:spLocks noGrp="1"/>
          </p:cNvSpPr>
          <p:nvPr>
            <p:ph type="body" sz="quarter" idx="15" hasCustomPrompt="1"/>
          </p:nvPr>
        </p:nvSpPr>
        <p:spPr>
          <a:xfrm>
            <a:off x="376193" y="3598219"/>
            <a:ext cx="2416629" cy="648000"/>
          </a:xfrm>
          <a:prstGeom prst="rect">
            <a:avLst/>
          </a:prstGeom>
          <a:solidFill>
            <a:schemeClr val="bg2"/>
          </a:solidFill>
        </p:spPr>
        <p:txBody>
          <a:bodyPr anchor="ctr"/>
          <a:lstStyle>
            <a:lvl1pPr>
              <a:defRPr sz="1400"/>
            </a:lvl1pPr>
          </a:lstStyle>
          <a:p>
            <a:r>
              <a:rPr lang="en-AU" dirty="0"/>
              <a:t>Sub header here</a:t>
            </a:r>
          </a:p>
        </p:txBody>
      </p:sp>
      <p:sp>
        <p:nvSpPr>
          <p:cNvPr id="9" name="Text Placeholder 8">
            <a:extLst>
              <a:ext uri="{FF2B5EF4-FFF2-40B4-BE49-F238E27FC236}">
                <a16:creationId xmlns:a16="http://schemas.microsoft.com/office/drawing/2014/main" id="{1F84D8BB-6406-7A8D-2239-E188D3990EED}"/>
              </a:ext>
            </a:extLst>
          </p:cNvPr>
          <p:cNvSpPr>
            <a:spLocks noGrp="1"/>
          </p:cNvSpPr>
          <p:nvPr>
            <p:ph type="body" sz="quarter" idx="16" hasCustomPrompt="1"/>
          </p:nvPr>
        </p:nvSpPr>
        <p:spPr>
          <a:xfrm>
            <a:off x="376192" y="4383643"/>
            <a:ext cx="2416629" cy="648000"/>
          </a:xfrm>
          <a:prstGeom prst="rect">
            <a:avLst/>
          </a:prstGeom>
          <a:solidFill>
            <a:schemeClr val="accent2"/>
          </a:solidFill>
        </p:spPr>
        <p:txBody>
          <a:bodyPr anchor="ctr"/>
          <a:lstStyle>
            <a:lvl1pPr>
              <a:defRPr sz="1400">
                <a:solidFill>
                  <a:schemeClr val="bg2"/>
                </a:solidFill>
              </a:defRPr>
            </a:lvl1pPr>
          </a:lstStyle>
          <a:p>
            <a:r>
              <a:rPr lang="en-AU" dirty="0"/>
              <a:t>Sub header here</a:t>
            </a:r>
          </a:p>
        </p:txBody>
      </p:sp>
      <p:sp>
        <p:nvSpPr>
          <p:cNvPr id="10" name="Text Placeholder 9">
            <a:extLst>
              <a:ext uri="{FF2B5EF4-FFF2-40B4-BE49-F238E27FC236}">
                <a16:creationId xmlns:a16="http://schemas.microsoft.com/office/drawing/2014/main" id="{32EFA0D8-F50F-1DF2-952B-84F72C1E313D}"/>
              </a:ext>
            </a:extLst>
          </p:cNvPr>
          <p:cNvSpPr>
            <a:spLocks noGrp="1"/>
          </p:cNvSpPr>
          <p:nvPr>
            <p:ph type="body" sz="quarter" idx="17" hasCustomPrompt="1"/>
          </p:nvPr>
        </p:nvSpPr>
        <p:spPr>
          <a:xfrm>
            <a:off x="376191" y="5169331"/>
            <a:ext cx="2416629" cy="648000"/>
          </a:xfrm>
          <a:prstGeom prst="rect">
            <a:avLst/>
          </a:prstGeom>
          <a:solidFill>
            <a:schemeClr val="tx2"/>
          </a:solidFill>
        </p:spPr>
        <p:txBody>
          <a:bodyPr anchor="ctr"/>
          <a:lstStyle>
            <a:lvl1pPr>
              <a:defRPr sz="1400">
                <a:solidFill>
                  <a:schemeClr val="bg2"/>
                </a:solidFill>
              </a:defRPr>
            </a:lvl1pPr>
          </a:lstStyle>
          <a:p>
            <a:r>
              <a:rPr lang="en-AU" dirty="0"/>
              <a:t>Sub header here</a:t>
            </a:r>
          </a:p>
        </p:txBody>
      </p:sp>
      <p:sp>
        <p:nvSpPr>
          <p:cNvPr id="11" name="Text Placeholder 10">
            <a:extLst>
              <a:ext uri="{FF2B5EF4-FFF2-40B4-BE49-F238E27FC236}">
                <a16:creationId xmlns:a16="http://schemas.microsoft.com/office/drawing/2014/main" id="{E6CD3138-CA09-D3C7-2B73-DC6D4DFB4482}"/>
              </a:ext>
            </a:extLst>
          </p:cNvPr>
          <p:cNvSpPr>
            <a:spLocks noGrp="1"/>
          </p:cNvSpPr>
          <p:nvPr>
            <p:ph type="body" sz="quarter" idx="20" hasCustomPrompt="1"/>
          </p:nvPr>
        </p:nvSpPr>
        <p:spPr>
          <a:xfrm>
            <a:off x="3591560" y="1363089"/>
            <a:ext cx="8055291" cy="648000"/>
          </a:xfrm>
          <a:prstGeom prst="rect">
            <a:avLst/>
          </a:prstGeom>
        </p:spPr>
        <p:txBody>
          <a:bodyPr/>
          <a:lstStyle>
            <a:lvl1pPr>
              <a:defRPr sz="1200" b="0"/>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dirty="0"/>
              <a:t>Description lines here two or three</a:t>
            </a:r>
            <a:br>
              <a:rPr lang="en-US" dirty="0"/>
            </a:br>
            <a:r>
              <a:rPr lang="en-US" dirty="0"/>
              <a:t>Description lines here two or three</a:t>
            </a:r>
            <a:br>
              <a:rPr lang="en-US" dirty="0"/>
            </a:br>
            <a:r>
              <a:rPr lang="en-US" dirty="0"/>
              <a:t>Description lines here two or three</a:t>
            </a:r>
            <a:endParaRPr lang="en-AU" dirty="0"/>
          </a:p>
          <a:p>
            <a:pPr marL="0" marR="0" lvl="0" indent="0" algn="l" defTabSz="914400" rtl="0" eaLnBrk="1" fontAlgn="auto" latinLnBrk="0" hangingPunct="1">
              <a:lnSpc>
                <a:spcPct val="90000"/>
              </a:lnSpc>
              <a:spcBef>
                <a:spcPts val="1000"/>
              </a:spcBef>
              <a:spcAft>
                <a:spcPts val="0"/>
              </a:spcAft>
              <a:buClrTx/>
              <a:buSzTx/>
              <a:buFontTx/>
              <a:buNone/>
              <a:tabLst/>
              <a:defRPr/>
            </a:pPr>
            <a:endParaRPr lang="en-AU" dirty="0"/>
          </a:p>
        </p:txBody>
      </p:sp>
      <p:cxnSp>
        <p:nvCxnSpPr>
          <p:cNvPr id="19" name="Straight Connector 18">
            <a:extLst>
              <a:ext uri="{FF2B5EF4-FFF2-40B4-BE49-F238E27FC236}">
                <a16:creationId xmlns:a16="http://schemas.microsoft.com/office/drawing/2014/main" id="{9D2A673A-583F-8512-E5F3-23C867C2095E}"/>
              </a:ext>
            </a:extLst>
          </p:cNvPr>
          <p:cNvCxnSpPr/>
          <p:nvPr userDrawn="1"/>
        </p:nvCxnSpPr>
        <p:spPr>
          <a:xfrm>
            <a:off x="2792819" y="1600201"/>
            <a:ext cx="640080" cy="0"/>
          </a:xfrm>
          <a:prstGeom prst="line">
            <a:avLst/>
          </a:prstGeom>
          <a:ln w="1905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sp>
        <p:nvSpPr>
          <p:cNvPr id="26" name="Text Placeholder 10">
            <a:extLst>
              <a:ext uri="{FF2B5EF4-FFF2-40B4-BE49-F238E27FC236}">
                <a16:creationId xmlns:a16="http://schemas.microsoft.com/office/drawing/2014/main" id="{67E4129F-0AE3-79BB-464E-7E473B8DFBF2}"/>
              </a:ext>
            </a:extLst>
          </p:cNvPr>
          <p:cNvSpPr>
            <a:spLocks noGrp="1"/>
          </p:cNvSpPr>
          <p:nvPr>
            <p:ph type="body" sz="quarter" idx="21" hasCustomPrompt="1"/>
          </p:nvPr>
        </p:nvSpPr>
        <p:spPr>
          <a:xfrm>
            <a:off x="3591560" y="2144288"/>
            <a:ext cx="8055291" cy="648000"/>
          </a:xfrm>
          <a:prstGeom prst="rect">
            <a:avLst/>
          </a:prstGeom>
        </p:spPr>
        <p:txBody>
          <a:bodyPr/>
          <a:lstStyle>
            <a:lvl1pPr>
              <a:defRPr sz="1200" b="0"/>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dirty="0"/>
              <a:t>Description lines here two or three</a:t>
            </a:r>
            <a:br>
              <a:rPr lang="en-US" dirty="0"/>
            </a:br>
            <a:r>
              <a:rPr lang="en-US" dirty="0"/>
              <a:t>Description lines here two or three</a:t>
            </a:r>
            <a:br>
              <a:rPr lang="en-US" dirty="0"/>
            </a:br>
            <a:r>
              <a:rPr lang="en-US" dirty="0"/>
              <a:t>Description lines here two or three</a:t>
            </a:r>
            <a:endParaRPr lang="en-AU" dirty="0"/>
          </a:p>
          <a:p>
            <a:pPr marL="0" marR="0" lvl="0" indent="0" algn="l" defTabSz="914400" rtl="0" eaLnBrk="1" fontAlgn="auto" latinLnBrk="0" hangingPunct="1">
              <a:lnSpc>
                <a:spcPct val="90000"/>
              </a:lnSpc>
              <a:spcBef>
                <a:spcPts val="1000"/>
              </a:spcBef>
              <a:spcAft>
                <a:spcPts val="0"/>
              </a:spcAft>
              <a:buClrTx/>
              <a:buSzTx/>
              <a:buFontTx/>
              <a:buNone/>
              <a:tabLst/>
              <a:defRPr/>
            </a:pPr>
            <a:endParaRPr lang="en-AU" dirty="0"/>
          </a:p>
        </p:txBody>
      </p:sp>
      <p:sp>
        <p:nvSpPr>
          <p:cNvPr id="27" name="Text Placeholder 10">
            <a:extLst>
              <a:ext uri="{FF2B5EF4-FFF2-40B4-BE49-F238E27FC236}">
                <a16:creationId xmlns:a16="http://schemas.microsoft.com/office/drawing/2014/main" id="{557789EA-2B34-6668-FB4D-02F4C1D5F617}"/>
              </a:ext>
            </a:extLst>
          </p:cNvPr>
          <p:cNvSpPr>
            <a:spLocks noGrp="1"/>
          </p:cNvSpPr>
          <p:nvPr>
            <p:ph type="body" sz="quarter" idx="22" hasCustomPrompt="1"/>
          </p:nvPr>
        </p:nvSpPr>
        <p:spPr>
          <a:xfrm>
            <a:off x="3591560" y="2920376"/>
            <a:ext cx="8055291" cy="648000"/>
          </a:xfrm>
          <a:prstGeom prst="rect">
            <a:avLst/>
          </a:prstGeom>
        </p:spPr>
        <p:txBody>
          <a:bodyPr/>
          <a:lstStyle>
            <a:lvl1pPr>
              <a:defRPr sz="1200" b="0"/>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dirty="0"/>
              <a:t>Description lines here two or three</a:t>
            </a:r>
            <a:br>
              <a:rPr lang="en-US" dirty="0"/>
            </a:br>
            <a:r>
              <a:rPr lang="en-US" dirty="0"/>
              <a:t>Description lines here two or three</a:t>
            </a:r>
            <a:br>
              <a:rPr lang="en-US" dirty="0"/>
            </a:br>
            <a:r>
              <a:rPr lang="en-US" dirty="0"/>
              <a:t>Description lines here two or three</a:t>
            </a:r>
            <a:endParaRPr lang="en-AU" dirty="0"/>
          </a:p>
          <a:p>
            <a:pPr marL="0" marR="0" lvl="0" indent="0" algn="l" defTabSz="914400" rtl="0" eaLnBrk="1" fontAlgn="auto" latinLnBrk="0" hangingPunct="1">
              <a:lnSpc>
                <a:spcPct val="90000"/>
              </a:lnSpc>
              <a:spcBef>
                <a:spcPts val="1000"/>
              </a:spcBef>
              <a:spcAft>
                <a:spcPts val="0"/>
              </a:spcAft>
              <a:buClrTx/>
              <a:buSzTx/>
              <a:buFontTx/>
              <a:buNone/>
              <a:tabLst/>
              <a:defRPr/>
            </a:pPr>
            <a:endParaRPr lang="en-AU" dirty="0"/>
          </a:p>
        </p:txBody>
      </p:sp>
      <p:sp>
        <p:nvSpPr>
          <p:cNvPr id="28" name="Text Placeholder 10">
            <a:extLst>
              <a:ext uri="{FF2B5EF4-FFF2-40B4-BE49-F238E27FC236}">
                <a16:creationId xmlns:a16="http://schemas.microsoft.com/office/drawing/2014/main" id="{D1AA95F2-AC76-0480-BCF0-B227C58AF7F0}"/>
              </a:ext>
            </a:extLst>
          </p:cNvPr>
          <p:cNvSpPr>
            <a:spLocks noGrp="1"/>
          </p:cNvSpPr>
          <p:nvPr>
            <p:ph type="body" sz="quarter" idx="23" hasCustomPrompt="1"/>
          </p:nvPr>
        </p:nvSpPr>
        <p:spPr>
          <a:xfrm>
            <a:off x="3591560" y="3669032"/>
            <a:ext cx="8055291" cy="648000"/>
          </a:xfrm>
          <a:prstGeom prst="rect">
            <a:avLst/>
          </a:prstGeom>
        </p:spPr>
        <p:txBody>
          <a:bodyPr/>
          <a:lstStyle>
            <a:lvl1pPr>
              <a:defRPr sz="1200" b="0"/>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dirty="0"/>
              <a:t>Description lines here two or three</a:t>
            </a:r>
            <a:br>
              <a:rPr lang="en-US" dirty="0"/>
            </a:br>
            <a:r>
              <a:rPr lang="en-US" dirty="0"/>
              <a:t>Description lines here two or three</a:t>
            </a:r>
            <a:br>
              <a:rPr lang="en-US" dirty="0"/>
            </a:br>
            <a:r>
              <a:rPr lang="en-US" dirty="0"/>
              <a:t>Description lines here two or three</a:t>
            </a:r>
            <a:endParaRPr lang="en-AU" dirty="0"/>
          </a:p>
          <a:p>
            <a:pPr marL="0" marR="0" lvl="0" indent="0" algn="l" defTabSz="914400" rtl="0" eaLnBrk="1" fontAlgn="auto" latinLnBrk="0" hangingPunct="1">
              <a:lnSpc>
                <a:spcPct val="90000"/>
              </a:lnSpc>
              <a:spcBef>
                <a:spcPts val="1000"/>
              </a:spcBef>
              <a:spcAft>
                <a:spcPts val="0"/>
              </a:spcAft>
              <a:buClrTx/>
              <a:buSzTx/>
              <a:buFontTx/>
              <a:buNone/>
              <a:tabLst/>
              <a:defRPr/>
            </a:pPr>
            <a:endParaRPr lang="en-AU" dirty="0"/>
          </a:p>
        </p:txBody>
      </p:sp>
      <p:sp>
        <p:nvSpPr>
          <p:cNvPr id="29" name="Text Placeholder 10">
            <a:extLst>
              <a:ext uri="{FF2B5EF4-FFF2-40B4-BE49-F238E27FC236}">
                <a16:creationId xmlns:a16="http://schemas.microsoft.com/office/drawing/2014/main" id="{4DF83546-0799-5AF8-E958-633E4BA443A5}"/>
              </a:ext>
            </a:extLst>
          </p:cNvPr>
          <p:cNvSpPr>
            <a:spLocks noGrp="1"/>
          </p:cNvSpPr>
          <p:nvPr>
            <p:ph type="body" sz="quarter" idx="24" hasCustomPrompt="1"/>
          </p:nvPr>
        </p:nvSpPr>
        <p:spPr>
          <a:xfrm>
            <a:off x="3591560" y="4426832"/>
            <a:ext cx="8055291" cy="648000"/>
          </a:xfrm>
          <a:prstGeom prst="rect">
            <a:avLst/>
          </a:prstGeom>
        </p:spPr>
        <p:txBody>
          <a:bodyPr/>
          <a:lstStyle>
            <a:lvl1pPr>
              <a:defRPr sz="1200" b="0"/>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dirty="0"/>
              <a:t>Description lines here two or three</a:t>
            </a:r>
            <a:br>
              <a:rPr lang="en-US" dirty="0"/>
            </a:br>
            <a:r>
              <a:rPr lang="en-US" dirty="0"/>
              <a:t>Description lines here two or three</a:t>
            </a:r>
            <a:br>
              <a:rPr lang="en-US" dirty="0"/>
            </a:br>
            <a:r>
              <a:rPr lang="en-US" dirty="0"/>
              <a:t>Description lines here two or three</a:t>
            </a:r>
            <a:endParaRPr lang="en-AU" dirty="0"/>
          </a:p>
          <a:p>
            <a:pPr marL="0" marR="0" lvl="0" indent="0" algn="l" defTabSz="914400" rtl="0" eaLnBrk="1" fontAlgn="auto" latinLnBrk="0" hangingPunct="1">
              <a:lnSpc>
                <a:spcPct val="90000"/>
              </a:lnSpc>
              <a:spcBef>
                <a:spcPts val="1000"/>
              </a:spcBef>
              <a:spcAft>
                <a:spcPts val="0"/>
              </a:spcAft>
              <a:buClrTx/>
              <a:buSzTx/>
              <a:buFontTx/>
              <a:buNone/>
              <a:tabLst/>
              <a:defRPr/>
            </a:pPr>
            <a:endParaRPr lang="en-AU" dirty="0"/>
          </a:p>
        </p:txBody>
      </p:sp>
      <p:sp>
        <p:nvSpPr>
          <p:cNvPr id="30" name="Text Placeholder 10">
            <a:extLst>
              <a:ext uri="{FF2B5EF4-FFF2-40B4-BE49-F238E27FC236}">
                <a16:creationId xmlns:a16="http://schemas.microsoft.com/office/drawing/2014/main" id="{D03D2FC7-8351-A3A4-1E43-9DA86F0ECA7B}"/>
              </a:ext>
            </a:extLst>
          </p:cNvPr>
          <p:cNvSpPr>
            <a:spLocks noGrp="1"/>
          </p:cNvSpPr>
          <p:nvPr>
            <p:ph type="body" sz="quarter" idx="25" hasCustomPrompt="1"/>
          </p:nvPr>
        </p:nvSpPr>
        <p:spPr>
          <a:xfrm>
            <a:off x="3591560" y="5221208"/>
            <a:ext cx="8055291" cy="648000"/>
          </a:xfrm>
          <a:prstGeom prst="rect">
            <a:avLst/>
          </a:prstGeom>
        </p:spPr>
        <p:txBody>
          <a:bodyPr/>
          <a:lstStyle>
            <a:lvl1pPr>
              <a:defRPr sz="1200" b="0"/>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dirty="0"/>
              <a:t>Description lines here two or three</a:t>
            </a:r>
            <a:br>
              <a:rPr lang="en-US" dirty="0"/>
            </a:br>
            <a:r>
              <a:rPr lang="en-US" dirty="0"/>
              <a:t>Description lines here two or three</a:t>
            </a:r>
            <a:br>
              <a:rPr lang="en-US" dirty="0"/>
            </a:br>
            <a:r>
              <a:rPr lang="en-US" dirty="0"/>
              <a:t>Description lines here two or three</a:t>
            </a:r>
            <a:endParaRPr lang="en-AU" dirty="0"/>
          </a:p>
          <a:p>
            <a:pPr marL="0" marR="0" lvl="0" indent="0" algn="l" defTabSz="914400" rtl="0" eaLnBrk="1" fontAlgn="auto" latinLnBrk="0" hangingPunct="1">
              <a:lnSpc>
                <a:spcPct val="90000"/>
              </a:lnSpc>
              <a:spcBef>
                <a:spcPts val="1000"/>
              </a:spcBef>
              <a:spcAft>
                <a:spcPts val="0"/>
              </a:spcAft>
              <a:buClrTx/>
              <a:buSzTx/>
              <a:buFontTx/>
              <a:buNone/>
              <a:tabLst/>
              <a:defRPr/>
            </a:pPr>
            <a:endParaRPr lang="en-AU" dirty="0"/>
          </a:p>
        </p:txBody>
      </p:sp>
      <p:cxnSp>
        <p:nvCxnSpPr>
          <p:cNvPr id="31" name="Straight Connector 30">
            <a:extLst>
              <a:ext uri="{FF2B5EF4-FFF2-40B4-BE49-F238E27FC236}">
                <a16:creationId xmlns:a16="http://schemas.microsoft.com/office/drawing/2014/main" id="{7EC2C96F-C577-5A12-094F-9C767FA8962A}"/>
              </a:ext>
            </a:extLst>
          </p:cNvPr>
          <p:cNvCxnSpPr/>
          <p:nvPr userDrawn="1"/>
        </p:nvCxnSpPr>
        <p:spPr>
          <a:xfrm>
            <a:off x="2792819" y="2351168"/>
            <a:ext cx="640080" cy="0"/>
          </a:xfrm>
          <a:prstGeom prst="line">
            <a:avLst/>
          </a:prstGeom>
          <a:ln w="1905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A725806-AC6A-6803-CA13-A00973848905}"/>
              </a:ext>
            </a:extLst>
          </p:cNvPr>
          <p:cNvCxnSpPr/>
          <p:nvPr userDrawn="1"/>
        </p:nvCxnSpPr>
        <p:spPr>
          <a:xfrm>
            <a:off x="2792819" y="3153544"/>
            <a:ext cx="640080" cy="0"/>
          </a:xfrm>
          <a:prstGeom prst="line">
            <a:avLst/>
          </a:prstGeom>
          <a:ln w="1905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2A41826-0D01-818D-F25B-E16F125133BA}"/>
              </a:ext>
            </a:extLst>
          </p:cNvPr>
          <p:cNvCxnSpPr/>
          <p:nvPr userDrawn="1"/>
        </p:nvCxnSpPr>
        <p:spPr>
          <a:xfrm>
            <a:off x="2792819" y="3929632"/>
            <a:ext cx="640080" cy="0"/>
          </a:xfrm>
          <a:prstGeom prst="line">
            <a:avLst/>
          </a:prstGeom>
          <a:ln w="1905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FF9E872-CCDA-6D1E-899D-00A44A47C557}"/>
              </a:ext>
            </a:extLst>
          </p:cNvPr>
          <p:cNvCxnSpPr/>
          <p:nvPr userDrawn="1"/>
        </p:nvCxnSpPr>
        <p:spPr>
          <a:xfrm>
            <a:off x="2792819" y="4724008"/>
            <a:ext cx="640080" cy="0"/>
          </a:xfrm>
          <a:prstGeom prst="line">
            <a:avLst/>
          </a:prstGeom>
          <a:ln w="1905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695FC30-3705-6AEF-1171-BD32A4048C42}"/>
              </a:ext>
            </a:extLst>
          </p:cNvPr>
          <p:cNvCxnSpPr/>
          <p:nvPr userDrawn="1"/>
        </p:nvCxnSpPr>
        <p:spPr>
          <a:xfrm>
            <a:off x="2792819" y="5501240"/>
            <a:ext cx="640080" cy="0"/>
          </a:xfrm>
          <a:prstGeom prst="line">
            <a:avLst/>
          </a:prstGeom>
          <a:ln w="1905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5080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6005-6B36-2540-9C2E-0EEDE1B26619}"/>
              </a:ext>
            </a:extLst>
          </p:cNvPr>
          <p:cNvSpPr>
            <a:spLocks noGrp="1"/>
          </p:cNvSpPr>
          <p:nvPr>
            <p:ph type="title"/>
          </p:nvPr>
        </p:nvSpPr>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A73AC89-5AB9-8E4D-5F3F-7E8E389FCB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5E216A-FE96-2B1C-C0B9-6FFE47E346B7}"/>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3" name="Text Placeholder 13">
            <a:extLst>
              <a:ext uri="{FF2B5EF4-FFF2-40B4-BE49-F238E27FC236}">
                <a16:creationId xmlns:a16="http://schemas.microsoft.com/office/drawing/2014/main" id="{815B10C2-F5F6-3BB0-67DD-3F6A68C0EE36}"/>
              </a:ext>
            </a:extLst>
          </p:cNvPr>
          <p:cNvSpPr>
            <a:spLocks noGrp="1"/>
          </p:cNvSpPr>
          <p:nvPr>
            <p:ph type="body" sz="quarter" idx="18"/>
          </p:nvPr>
        </p:nvSpPr>
        <p:spPr>
          <a:xfrm>
            <a:off x="389515" y="4215978"/>
            <a:ext cx="2957743" cy="1542886"/>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10" name="Text Placeholder 13">
            <a:extLst>
              <a:ext uri="{FF2B5EF4-FFF2-40B4-BE49-F238E27FC236}">
                <a16:creationId xmlns:a16="http://schemas.microsoft.com/office/drawing/2014/main" id="{B28C1A60-E9DF-170C-5332-03F21C0315A9}"/>
              </a:ext>
            </a:extLst>
          </p:cNvPr>
          <p:cNvSpPr>
            <a:spLocks noGrp="1"/>
          </p:cNvSpPr>
          <p:nvPr>
            <p:ph type="body" sz="quarter" idx="21" hasCustomPrompt="1"/>
          </p:nvPr>
        </p:nvSpPr>
        <p:spPr>
          <a:xfrm>
            <a:off x="389075" y="3778532"/>
            <a:ext cx="2984746"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title</a:t>
            </a:r>
            <a:endParaRPr lang="en-AU" dirty="0"/>
          </a:p>
        </p:txBody>
      </p:sp>
      <p:sp>
        <p:nvSpPr>
          <p:cNvPr id="13" name="Text Placeholder 13">
            <a:extLst>
              <a:ext uri="{FF2B5EF4-FFF2-40B4-BE49-F238E27FC236}">
                <a16:creationId xmlns:a16="http://schemas.microsoft.com/office/drawing/2014/main" id="{B0C0E2E2-3660-9EFF-288E-A25627D71313}"/>
              </a:ext>
            </a:extLst>
          </p:cNvPr>
          <p:cNvSpPr>
            <a:spLocks noGrp="1"/>
          </p:cNvSpPr>
          <p:nvPr>
            <p:ph type="body" sz="quarter" idx="22"/>
          </p:nvPr>
        </p:nvSpPr>
        <p:spPr>
          <a:xfrm>
            <a:off x="4683132" y="4215978"/>
            <a:ext cx="2957743" cy="1542886"/>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14" name="Text Placeholder 13">
            <a:extLst>
              <a:ext uri="{FF2B5EF4-FFF2-40B4-BE49-F238E27FC236}">
                <a16:creationId xmlns:a16="http://schemas.microsoft.com/office/drawing/2014/main" id="{BC213263-EF32-0106-D418-EC5537AACE3C}"/>
              </a:ext>
            </a:extLst>
          </p:cNvPr>
          <p:cNvSpPr>
            <a:spLocks noGrp="1"/>
          </p:cNvSpPr>
          <p:nvPr>
            <p:ph type="body" sz="quarter" idx="23" hasCustomPrompt="1"/>
          </p:nvPr>
        </p:nvSpPr>
        <p:spPr>
          <a:xfrm>
            <a:off x="4682692" y="3778532"/>
            <a:ext cx="2950351" cy="411804"/>
          </a:xfrm>
          <a:prstGeom prst="rect">
            <a:avLst/>
          </a:prstGeom>
        </p:spPr>
        <p:txBody>
          <a:bodyPr lIns="0" tIns="0" rIns="0" bIns="0">
            <a:noAutofit/>
          </a:bodyPr>
          <a:lstStyle>
            <a:lvl1pPr marL="0" indent="0" algn="ctr">
              <a:lnSpc>
                <a:spcPct val="120000"/>
              </a:lnSpc>
              <a:spcBef>
                <a:spcPts val="0"/>
              </a:spcBef>
              <a:buFontTx/>
              <a:buNone/>
              <a:defRPr sz="1800" b="1">
                <a:solidFill>
                  <a:schemeClr val="tx2"/>
                </a:solidFill>
                <a:latin typeface="+mj-lt"/>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title</a:t>
            </a:r>
            <a:endParaRPr lang="en-AU" dirty="0"/>
          </a:p>
        </p:txBody>
      </p:sp>
      <p:sp>
        <p:nvSpPr>
          <p:cNvPr id="15" name="Text Placeholder 13">
            <a:extLst>
              <a:ext uri="{FF2B5EF4-FFF2-40B4-BE49-F238E27FC236}">
                <a16:creationId xmlns:a16="http://schemas.microsoft.com/office/drawing/2014/main" id="{CDD2860B-80E8-F1FA-4E4C-00BA23F1E509}"/>
              </a:ext>
            </a:extLst>
          </p:cNvPr>
          <p:cNvSpPr>
            <a:spLocks noGrp="1"/>
          </p:cNvSpPr>
          <p:nvPr>
            <p:ph type="body" sz="quarter" idx="24"/>
          </p:nvPr>
        </p:nvSpPr>
        <p:spPr>
          <a:xfrm>
            <a:off x="8830005" y="4215978"/>
            <a:ext cx="2957743" cy="1542886"/>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16" name="Text Placeholder 13">
            <a:extLst>
              <a:ext uri="{FF2B5EF4-FFF2-40B4-BE49-F238E27FC236}">
                <a16:creationId xmlns:a16="http://schemas.microsoft.com/office/drawing/2014/main" id="{2D9FF52B-2370-7307-0E99-E0CE5155DBB7}"/>
              </a:ext>
            </a:extLst>
          </p:cNvPr>
          <p:cNvSpPr>
            <a:spLocks noGrp="1"/>
          </p:cNvSpPr>
          <p:nvPr>
            <p:ph type="body" sz="quarter" idx="25" hasCustomPrompt="1"/>
          </p:nvPr>
        </p:nvSpPr>
        <p:spPr>
          <a:xfrm>
            <a:off x="8812925" y="3778532"/>
            <a:ext cx="2966992" cy="411804"/>
          </a:xfrm>
          <a:prstGeom prst="rect">
            <a:avLst/>
          </a:prstGeom>
        </p:spPr>
        <p:txBody>
          <a:bodyPr lIns="0" tIns="0" rIns="0" bIns="0">
            <a:noAutofit/>
          </a:bodyPr>
          <a:lstStyle>
            <a:lvl1pPr marL="0" indent="0" algn="ctr">
              <a:lnSpc>
                <a:spcPct val="120000"/>
              </a:lnSpc>
              <a:spcBef>
                <a:spcPts val="0"/>
              </a:spcBef>
              <a:buFontTx/>
              <a:buNone/>
              <a:defRPr sz="1800" b="1">
                <a:solidFill>
                  <a:schemeClr val="tx2"/>
                </a:solidFill>
                <a:latin typeface="+mj-lt"/>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title</a:t>
            </a:r>
            <a:endParaRPr lang="en-AU" dirty="0"/>
          </a:p>
        </p:txBody>
      </p:sp>
    </p:spTree>
    <p:extLst>
      <p:ext uri="{BB962C8B-B14F-4D97-AF65-F5344CB8AC3E}">
        <p14:creationId xmlns:p14="http://schemas.microsoft.com/office/powerpoint/2010/main" val="20359861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6005-6B36-2540-9C2E-0EEDE1B26619}"/>
              </a:ext>
            </a:extLst>
          </p:cNvPr>
          <p:cNvSpPr>
            <a:spLocks noGrp="1"/>
          </p:cNvSpPr>
          <p:nvPr>
            <p:ph type="title"/>
          </p:nvPr>
        </p:nvSpPr>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A73AC89-5AB9-8E4D-5F3F-7E8E389FCB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5E216A-FE96-2B1C-C0B9-6FFE47E346B7}"/>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27" name="Text Placeholder 13">
            <a:extLst>
              <a:ext uri="{FF2B5EF4-FFF2-40B4-BE49-F238E27FC236}">
                <a16:creationId xmlns:a16="http://schemas.microsoft.com/office/drawing/2014/main" id="{231B5E7C-7018-FDD9-9987-84DA0893E6B2}"/>
              </a:ext>
            </a:extLst>
          </p:cNvPr>
          <p:cNvSpPr>
            <a:spLocks noGrp="1"/>
          </p:cNvSpPr>
          <p:nvPr>
            <p:ph type="body" sz="quarter" idx="18"/>
          </p:nvPr>
        </p:nvSpPr>
        <p:spPr>
          <a:xfrm>
            <a:off x="389516" y="3866022"/>
            <a:ext cx="2481128" cy="1542886"/>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30" name="Text Placeholder 13">
            <a:extLst>
              <a:ext uri="{FF2B5EF4-FFF2-40B4-BE49-F238E27FC236}">
                <a16:creationId xmlns:a16="http://schemas.microsoft.com/office/drawing/2014/main" id="{08148227-DB9D-49EC-47BF-5C3D028B1AC4}"/>
              </a:ext>
            </a:extLst>
          </p:cNvPr>
          <p:cNvSpPr>
            <a:spLocks noGrp="1"/>
          </p:cNvSpPr>
          <p:nvPr>
            <p:ph type="body" sz="quarter" idx="21" hasCustomPrompt="1"/>
          </p:nvPr>
        </p:nvSpPr>
        <p:spPr>
          <a:xfrm>
            <a:off x="389515" y="3439865"/>
            <a:ext cx="2473297"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title</a:t>
            </a:r>
            <a:endParaRPr lang="en-AU" dirty="0"/>
          </a:p>
        </p:txBody>
      </p:sp>
      <p:sp>
        <p:nvSpPr>
          <p:cNvPr id="38" name="Text Placeholder 13">
            <a:extLst>
              <a:ext uri="{FF2B5EF4-FFF2-40B4-BE49-F238E27FC236}">
                <a16:creationId xmlns:a16="http://schemas.microsoft.com/office/drawing/2014/main" id="{680BF920-4A44-C309-2F37-2A323DC487EA}"/>
              </a:ext>
            </a:extLst>
          </p:cNvPr>
          <p:cNvSpPr>
            <a:spLocks noGrp="1"/>
          </p:cNvSpPr>
          <p:nvPr>
            <p:ph type="body" sz="quarter" idx="22"/>
          </p:nvPr>
        </p:nvSpPr>
        <p:spPr>
          <a:xfrm>
            <a:off x="3382275" y="3866022"/>
            <a:ext cx="2481128" cy="1542886"/>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39" name="Text Placeholder 13">
            <a:extLst>
              <a:ext uri="{FF2B5EF4-FFF2-40B4-BE49-F238E27FC236}">
                <a16:creationId xmlns:a16="http://schemas.microsoft.com/office/drawing/2014/main" id="{F6556D96-FFE7-14E5-6072-EB448BCAB13B}"/>
              </a:ext>
            </a:extLst>
          </p:cNvPr>
          <p:cNvSpPr>
            <a:spLocks noGrp="1"/>
          </p:cNvSpPr>
          <p:nvPr>
            <p:ph type="body" sz="quarter" idx="23" hasCustomPrompt="1"/>
          </p:nvPr>
        </p:nvSpPr>
        <p:spPr>
          <a:xfrm>
            <a:off x="3382274" y="3439865"/>
            <a:ext cx="2473297"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title</a:t>
            </a:r>
            <a:endParaRPr lang="en-AU" dirty="0"/>
          </a:p>
        </p:txBody>
      </p:sp>
      <p:sp>
        <p:nvSpPr>
          <p:cNvPr id="40" name="Text Placeholder 13">
            <a:extLst>
              <a:ext uri="{FF2B5EF4-FFF2-40B4-BE49-F238E27FC236}">
                <a16:creationId xmlns:a16="http://schemas.microsoft.com/office/drawing/2014/main" id="{E5D87C9A-604E-CA66-DFD8-354C441A2062}"/>
              </a:ext>
            </a:extLst>
          </p:cNvPr>
          <p:cNvSpPr>
            <a:spLocks noGrp="1"/>
          </p:cNvSpPr>
          <p:nvPr>
            <p:ph type="body" sz="quarter" idx="24"/>
          </p:nvPr>
        </p:nvSpPr>
        <p:spPr>
          <a:xfrm>
            <a:off x="6334603" y="3866022"/>
            <a:ext cx="2481128" cy="1542886"/>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41" name="Text Placeholder 13">
            <a:extLst>
              <a:ext uri="{FF2B5EF4-FFF2-40B4-BE49-F238E27FC236}">
                <a16:creationId xmlns:a16="http://schemas.microsoft.com/office/drawing/2014/main" id="{09AF3522-FF86-CAAC-406B-A4268F1371FF}"/>
              </a:ext>
            </a:extLst>
          </p:cNvPr>
          <p:cNvSpPr>
            <a:spLocks noGrp="1"/>
          </p:cNvSpPr>
          <p:nvPr>
            <p:ph type="body" sz="quarter" idx="25" hasCustomPrompt="1"/>
          </p:nvPr>
        </p:nvSpPr>
        <p:spPr>
          <a:xfrm>
            <a:off x="6334602" y="3439865"/>
            <a:ext cx="2473297"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title</a:t>
            </a:r>
            <a:endParaRPr lang="en-AU" dirty="0"/>
          </a:p>
        </p:txBody>
      </p:sp>
      <p:sp>
        <p:nvSpPr>
          <p:cNvPr id="42" name="Text Placeholder 13">
            <a:extLst>
              <a:ext uri="{FF2B5EF4-FFF2-40B4-BE49-F238E27FC236}">
                <a16:creationId xmlns:a16="http://schemas.microsoft.com/office/drawing/2014/main" id="{57766436-2154-477E-8C3C-D5B9D29B58D5}"/>
              </a:ext>
            </a:extLst>
          </p:cNvPr>
          <p:cNvSpPr>
            <a:spLocks noGrp="1"/>
          </p:cNvSpPr>
          <p:nvPr>
            <p:ph type="body" sz="quarter" idx="26"/>
          </p:nvPr>
        </p:nvSpPr>
        <p:spPr>
          <a:xfrm>
            <a:off x="9336361" y="3866022"/>
            <a:ext cx="2481128" cy="1542886"/>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43" name="Text Placeholder 13">
            <a:extLst>
              <a:ext uri="{FF2B5EF4-FFF2-40B4-BE49-F238E27FC236}">
                <a16:creationId xmlns:a16="http://schemas.microsoft.com/office/drawing/2014/main" id="{7F30CD2D-0139-0971-A1C9-FC997E3ACBE4}"/>
              </a:ext>
            </a:extLst>
          </p:cNvPr>
          <p:cNvSpPr>
            <a:spLocks noGrp="1"/>
          </p:cNvSpPr>
          <p:nvPr>
            <p:ph type="body" sz="quarter" idx="27" hasCustomPrompt="1"/>
          </p:nvPr>
        </p:nvSpPr>
        <p:spPr>
          <a:xfrm>
            <a:off x="9336360" y="3439865"/>
            <a:ext cx="2473297"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title</a:t>
            </a:r>
            <a:endParaRPr lang="en-AU" dirty="0"/>
          </a:p>
        </p:txBody>
      </p:sp>
    </p:spTree>
    <p:extLst>
      <p:ext uri="{BB962C8B-B14F-4D97-AF65-F5344CB8AC3E}">
        <p14:creationId xmlns:p14="http://schemas.microsoft.com/office/powerpoint/2010/main" val="30796364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6005-6B36-2540-9C2E-0EEDE1B26619}"/>
              </a:ext>
            </a:extLst>
          </p:cNvPr>
          <p:cNvSpPr>
            <a:spLocks noGrp="1"/>
          </p:cNvSpPr>
          <p:nvPr>
            <p:ph type="title"/>
          </p:nvPr>
        </p:nvSpPr>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A73AC89-5AB9-8E4D-5F3F-7E8E389FCB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5E216A-FE96-2B1C-C0B9-6FFE47E346B7}"/>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3" name="Text Placeholder 13">
            <a:extLst>
              <a:ext uri="{FF2B5EF4-FFF2-40B4-BE49-F238E27FC236}">
                <a16:creationId xmlns:a16="http://schemas.microsoft.com/office/drawing/2014/main" id="{0F3EAF50-35A1-FB05-684E-D30BBC2E9976}"/>
              </a:ext>
            </a:extLst>
          </p:cNvPr>
          <p:cNvSpPr>
            <a:spLocks noGrp="1"/>
          </p:cNvSpPr>
          <p:nvPr>
            <p:ph type="body" sz="quarter" idx="18"/>
          </p:nvPr>
        </p:nvSpPr>
        <p:spPr>
          <a:xfrm>
            <a:off x="389516" y="4170822"/>
            <a:ext cx="2023919" cy="1788510"/>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8" name="Text Placeholder 13">
            <a:extLst>
              <a:ext uri="{FF2B5EF4-FFF2-40B4-BE49-F238E27FC236}">
                <a16:creationId xmlns:a16="http://schemas.microsoft.com/office/drawing/2014/main" id="{FB16304E-FB5F-E0CB-8DFA-D439D36CD8F1}"/>
              </a:ext>
            </a:extLst>
          </p:cNvPr>
          <p:cNvSpPr>
            <a:spLocks noGrp="1"/>
          </p:cNvSpPr>
          <p:nvPr>
            <p:ph type="body" sz="quarter" idx="21" hasCustomPrompt="1"/>
          </p:nvPr>
        </p:nvSpPr>
        <p:spPr>
          <a:xfrm>
            <a:off x="389515" y="3733376"/>
            <a:ext cx="2017531"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Header here</a:t>
            </a:r>
            <a:endParaRPr lang="en-AU" dirty="0"/>
          </a:p>
        </p:txBody>
      </p:sp>
      <p:sp>
        <p:nvSpPr>
          <p:cNvPr id="19" name="Text Placeholder 13">
            <a:extLst>
              <a:ext uri="{FF2B5EF4-FFF2-40B4-BE49-F238E27FC236}">
                <a16:creationId xmlns:a16="http://schemas.microsoft.com/office/drawing/2014/main" id="{2A9F9C0D-987D-9684-F405-27CE3FE7917F}"/>
              </a:ext>
            </a:extLst>
          </p:cNvPr>
          <p:cNvSpPr>
            <a:spLocks noGrp="1"/>
          </p:cNvSpPr>
          <p:nvPr>
            <p:ph type="body" sz="quarter" idx="22"/>
          </p:nvPr>
        </p:nvSpPr>
        <p:spPr>
          <a:xfrm>
            <a:off x="2745492" y="4170822"/>
            <a:ext cx="2023919" cy="1788510"/>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20" name="Text Placeholder 13">
            <a:extLst>
              <a:ext uri="{FF2B5EF4-FFF2-40B4-BE49-F238E27FC236}">
                <a16:creationId xmlns:a16="http://schemas.microsoft.com/office/drawing/2014/main" id="{64700C3A-81DB-FB19-F486-BB4A1F998522}"/>
              </a:ext>
            </a:extLst>
          </p:cNvPr>
          <p:cNvSpPr>
            <a:spLocks noGrp="1"/>
          </p:cNvSpPr>
          <p:nvPr>
            <p:ph type="body" sz="quarter" idx="23" hasCustomPrompt="1"/>
          </p:nvPr>
        </p:nvSpPr>
        <p:spPr>
          <a:xfrm>
            <a:off x="2745491" y="3733376"/>
            <a:ext cx="2017531"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Header here</a:t>
            </a:r>
            <a:endParaRPr lang="en-AU" dirty="0"/>
          </a:p>
        </p:txBody>
      </p:sp>
      <p:sp>
        <p:nvSpPr>
          <p:cNvPr id="21" name="Text Placeholder 13">
            <a:extLst>
              <a:ext uri="{FF2B5EF4-FFF2-40B4-BE49-F238E27FC236}">
                <a16:creationId xmlns:a16="http://schemas.microsoft.com/office/drawing/2014/main" id="{6FEEE53C-3650-68E7-5DB1-AC43B198F2F1}"/>
              </a:ext>
            </a:extLst>
          </p:cNvPr>
          <p:cNvSpPr>
            <a:spLocks noGrp="1"/>
          </p:cNvSpPr>
          <p:nvPr>
            <p:ph type="body" sz="quarter" idx="24"/>
          </p:nvPr>
        </p:nvSpPr>
        <p:spPr>
          <a:xfrm>
            <a:off x="5099178" y="4170822"/>
            <a:ext cx="2023919" cy="1788510"/>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22" name="Text Placeholder 13">
            <a:extLst>
              <a:ext uri="{FF2B5EF4-FFF2-40B4-BE49-F238E27FC236}">
                <a16:creationId xmlns:a16="http://schemas.microsoft.com/office/drawing/2014/main" id="{C427A2F0-8584-7DA3-E6E6-E27F827F8726}"/>
              </a:ext>
            </a:extLst>
          </p:cNvPr>
          <p:cNvSpPr>
            <a:spLocks noGrp="1"/>
          </p:cNvSpPr>
          <p:nvPr>
            <p:ph type="body" sz="quarter" idx="25" hasCustomPrompt="1"/>
          </p:nvPr>
        </p:nvSpPr>
        <p:spPr>
          <a:xfrm>
            <a:off x="5099177" y="3733376"/>
            <a:ext cx="2017531"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Header here</a:t>
            </a:r>
            <a:endParaRPr lang="en-AU" dirty="0"/>
          </a:p>
        </p:txBody>
      </p:sp>
      <p:sp>
        <p:nvSpPr>
          <p:cNvPr id="23" name="Text Placeholder 13">
            <a:extLst>
              <a:ext uri="{FF2B5EF4-FFF2-40B4-BE49-F238E27FC236}">
                <a16:creationId xmlns:a16="http://schemas.microsoft.com/office/drawing/2014/main" id="{16286209-D4B9-9B9E-1D5C-9F1C96C0117A}"/>
              </a:ext>
            </a:extLst>
          </p:cNvPr>
          <p:cNvSpPr>
            <a:spLocks noGrp="1"/>
          </p:cNvSpPr>
          <p:nvPr>
            <p:ph type="body" sz="quarter" idx="26"/>
          </p:nvPr>
        </p:nvSpPr>
        <p:spPr>
          <a:xfrm>
            <a:off x="7430286" y="4170822"/>
            <a:ext cx="2023919" cy="1788510"/>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24" name="Text Placeholder 13">
            <a:extLst>
              <a:ext uri="{FF2B5EF4-FFF2-40B4-BE49-F238E27FC236}">
                <a16:creationId xmlns:a16="http://schemas.microsoft.com/office/drawing/2014/main" id="{9261F431-B4F6-D29B-50F7-E1EE127E72BF}"/>
              </a:ext>
            </a:extLst>
          </p:cNvPr>
          <p:cNvSpPr>
            <a:spLocks noGrp="1"/>
          </p:cNvSpPr>
          <p:nvPr>
            <p:ph type="body" sz="quarter" idx="27" hasCustomPrompt="1"/>
          </p:nvPr>
        </p:nvSpPr>
        <p:spPr>
          <a:xfrm>
            <a:off x="7430285" y="3733376"/>
            <a:ext cx="2017531"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Header here</a:t>
            </a:r>
            <a:endParaRPr lang="en-AU" dirty="0"/>
          </a:p>
        </p:txBody>
      </p:sp>
      <p:sp>
        <p:nvSpPr>
          <p:cNvPr id="25" name="Text Placeholder 13">
            <a:extLst>
              <a:ext uri="{FF2B5EF4-FFF2-40B4-BE49-F238E27FC236}">
                <a16:creationId xmlns:a16="http://schemas.microsoft.com/office/drawing/2014/main" id="{1AAE0D63-FEE4-67F3-9D5A-2F6D1842D4E0}"/>
              </a:ext>
            </a:extLst>
          </p:cNvPr>
          <p:cNvSpPr>
            <a:spLocks noGrp="1"/>
          </p:cNvSpPr>
          <p:nvPr>
            <p:ph type="body" sz="quarter" idx="28"/>
          </p:nvPr>
        </p:nvSpPr>
        <p:spPr>
          <a:xfrm>
            <a:off x="9768409" y="4170822"/>
            <a:ext cx="2023919" cy="1788510"/>
          </a:xfrm>
          <a:prstGeom prst="rect">
            <a:avLst/>
          </a:prstGeom>
        </p:spPr>
        <p:txBody>
          <a:bodyPr lIns="0" tIns="0" rIns="0" bIns="0">
            <a:noAutofit/>
          </a:bodyPr>
          <a:lstStyle>
            <a:lvl1pPr marL="0" indent="0" algn="ctr">
              <a:lnSpc>
                <a:spcPct val="120000"/>
              </a:lnSpc>
              <a:spcBef>
                <a:spcPts val="0"/>
              </a:spcBef>
              <a:buFontTx/>
              <a:buNone/>
              <a:defRPr sz="1400" b="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Click to edit Master text</a:t>
            </a:r>
            <a:endParaRPr lang="en-AU" dirty="0"/>
          </a:p>
        </p:txBody>
      </p:sp>
      <p:sp>
        <p:nvSpPr>
          <p:cNvPr id="26" name="Text Placeholder 13">
            <a:extLst>
              <a:ext uri="{FF2B5EF4-FFF2-40B4-BE49-F238E27FC236}">
                <a16:creationId xmlns:a16="http://schemas.microsoft.com/office/drawing/2014/main" id="{A50C25B0-7BBF-FE98-02C6-B78AD37D73CF}"/>
              </a:ext>
            </a:extLst>
          </p:cNvPr>
          <p:cNvSpPr>
            <a:spLocks noGrp="1"/>
          </p:cNvSpPr>
          <p:nvPr>
            <p:ph type="body" sz="quarter" idx="29" hasCustomPrompt="1"/>
          </p:nvPr>
        </p:nvSpPr>
        <p:spPr>
          <a:xfrm>
            <a:off x="9768408" y="3733376"/>
            <a:ext cx="2017531" cy="411804"/>
          </a:xfrm>
          <a:prstGeom prst="rect">
            <a:avLst/>
          </a:prstGeom>
        </p:spPr>
        <p:txBody>
          <a:bodyPr lIns="0" tIns="0" rIns="0" bIns="0">
            <a:noAutofit/>
          </a:bodyPr>
          <a:lstStyle>
            <a:lvl1pPr marL="0" indent="0" algn="ctr">
              <a:lnSpc>
                <a:spcPct val="120000"/>
              </a:lnSpc>
              <a:spcBef>
                <a:spcPts val="0"/>
              </a:spcBef>
              <a:buFontTx/>
              <a:buNone/>
              <a:defRPr sz="1800" b="0">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Header here</a:t>
            </a:r>
            <a:endParaRPr lang="en-AU" dirty="0"/>
          </a:p>
        </p:txBody>
      </p:sp>
    </p:spTree>
    <p:extLst>
      <p:ext uri="{BB962C8B-B14F-4D97-AF65-F5344CB8AC3E}">
        <p14:creationId xmlns:p14="http://schemas.microsoft.com/office/powerpoint/2010/main" val="11534585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3712C52-2235-571F-5235-4B15517844A2}"/>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2" name="Title 1">
            <a:extLst>
              <a:ext uri="{FF2B5EF4-FFF2-40B4-BE49-F238E27FC236}">
                <a16:creationId xmlns:a16="http://schemas.microsoft.com/office/drawing/2014/main" id="{70782D96-2988-3031-605F-A27ACBE5030E}"/>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F848D3B7-280C-730A-D05F-09A412835347}"/>
              </a:ext>
            </a:extLst>
          </p:cNvPr>
          <p:cNvSpPr>
            <a:spLocks noGrp="1"/>
          </p:cNvSpPr>
          <p:nvPr>
            <p:ph sz="half" idx="1"/>
          </p:nvPr>
        </p:nvSpPr>
        <p:spPr>
          <a:xfrm>
            <a:off x="327990" y="1825625"/>
            <a:ext cx="5691810" cy="435133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Content Placeholder 2">
            <a:extLst>
              <a:ext uri="{FF2B5EF4-FFF2-40B4-BE49-F238E27FC236}">
                <a16:creationId xmlns:a16="http://schemas.microsoft.com/office/drawing/2014/main" id="{D2285D11-D6BA-70D5-EFED-4EACA3131422}"/>
              </a:ext>
            </a:extLst>
          </p:cNvPr>
          <p:cNvSpPr>
            <a:spLocks noGrp="1"/>
          </p:cNvSpPr>
          <p:nvPr>
            <p:ph sz="half" idx="13"/>
          </p:nvPr>
        </p:nvSpPr>
        <p:spPr>
          <a:xfrm>
            <a:off x="6196528" y="1825625"/>
            <a:ext cx="5691810" cy="435133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Footer Placeholder 4">
            <a:extLst>
              <a:ext uri="{FF2B5EF4-FFF2-40B4-BE49-F238E27FC236}">
                <a16:creationId xmlns:a16="http://schemas.microsoft.com/office/drawing/2014/main" id="{6F03A3A5-F198-8147-50E0-CAD9884CDDE6}"/>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22328810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bg2">
            <a:alpha val="64008"/>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86005-6B36-2540-9C2E-0EEDE1B26619}"/>
              </a:ext>
            </a:extLst>
          </p:cNvPr>
          <p:cNvSpPr>
            <a:spLocks noGrp="1"/>
          </p:cNvSpPr>
          <p:nvPr>
            <p:ph type="title"/>
          </p:nvPr>
        </p:nvSpPr>
        <p:spPr>
          <a:xfrm>
            <a:off x="327991" y="323882"/>
            <a:ext cx="11536018" cy="797552"/>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A73AC89-5AB9-8E4D-5F3F-7E8E389FCB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5E216A-FE96-2B1C-C0B9-6FFE47E346B7}"/>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10" name="Text Placeholder 13">
            <a:extLst>
              <a:ext uri="{FF2B5EF4-FFF2-40B4-BE49-F238E27FC236}">
                <a16:creationId xmlns:a16="http://schemas.microsoft.com/office/drawing/2014/main" id="{E80E0AAA-22A8-D79C-BD15-32B230781EBC}"/>
              </a:ext>
            </a:extLst>
          </p:cNvPr>
          <p:cNvSpPr>
            <a:spLocks noGrp="1"/>
          </p:cNvSpPr>
          <p:nvPr>
            <p:ph type="body" sz="quarter" idx="21" hasCustomPrompt="1"/>
          </p:nvPr>
        </p:nvSpPr>
        <p:spPr>
          <a:xfrm>
            <a:off x="4282106" y="3192783"/>
            <a:ext cx="3619324" cy="390797"/>
          </a:xfrm>
          <a:prstGeom prst="rect">
            <a:avLst/>
          </a:prstGeom>
        </p:spPr>
        <p:txBody>
          <a:bodyPr lIns="180000" tIns="0" rIns="180000" bIns="0">
            <a:noAutofit/>
          </a:bodyPr>
          <a:lstStyle>
            <a:lvl1pPr marL="0" indent="0">
              <a:lnSpc>
                <a:spcPct val="110000"/>
              </a:lnSpc>
              <a:buFontTx/>
              <a:buNone/>
              <a:defRPr sz="1200" b="1"/>
            </a:lvl1pPr>
            <a:lvl2pPr marL="457200" indent="0">
              <a:buFontTx/>
              <a:buNone/>
              <a:defRPr sz="1200" b="1"/>
            </a:lvl2pPr>
            <a:lvl3pPr marL="914400" indent="0">
              <a:buFontTx/>
              <a:buNone/>
              <a:defRPr sz="1200" b="1"/>
            </a:lvl3pPr>
            <a:lvl4pPr marL="1371600" indent="0">
              <a:buFontTx/>
              <a:buNone/>
              <a:defRPr sz="1200" b="1"/>
            </a:lvl4pPr>
            <a:lvl5pPr marL="1828800" indent="0">
              <a:buFontTx/>
              <a:buNone/>
              <a:defRPr sz="1200" b="1"/>
            </a:lvl5pPr>
          </a:lstStyle>
          <a:p>
            <a:pPr lvl="0"/>
            <a:r>
              <a:rPr lang="en-US" dirty="0"/>
              <a:t>Caption to go here</a:t>
            </a:r>
            <a:endParaRPr lang="en-AU" dirty="0"/>
          </a:p>
        </p:txBody>
      </p:sp>
      <p:sp>
        <p:nvSpPr>
          <p:cNvPr id="11" name="Text Placeholder 13">
            <a:extLst>
              <a:ext uri="{FF2B5EF4-FFF2-40B4-BE49-F238E27FC236}">
                <a16:creationId xmlns:a16="http://schemas.microsoft.com/office/drawing/2014/main" id="{A836F3F4-532B-6E24-4411-BD59D2910BD6}"/>
              </a:ext>
            </a:extLst>
          </p:cNvPr>
          <p:cNvSpPr>
            <a:spLocks noGrp="1"/>
          </p:cNvSpPr>
          <p:nvPr>
            <p:ph type="body" sz="quarter" idx="22" hasCustomPrompt="1"/>
          </p:nvPr>
        </p:nvSpPr>
        <p:spPr>
          <a:xfrm>
            <a:off x="371473" y="3192783"/>
            <a:ext cx="3591263" cy="390797"/>
          </a:xfrm>
          <a:prstGeom prst="rect">
            <a:avLst/>
          </a:prstGeom>
        </p:spPr>
        <p:txBody>
          <a:bodyPr lIns="180000" tIns="0" rIns="180000" bIns="0">
            <a:noAutofit/>
          </a:bodyPr>
          <a:lstStyle>
            <a:lvl1pPr marL="0" indent="0">
              <a:lnSpc>
                <a:spcPct val="110000"/>
              </a:lnSpc>
              <a:buFontTx/>
              <a:buNone/>
              <a:defRPr sz="1200" b="1"/>
            </a:lvl1pPr>
            <a:lvl2pPr marL="457200" indent="0">
              <a:buFontTx/>
              <a:buNone/>
              <a:defRPr sz="1200" b="1"/>
            </a:lvl2pPr>
            <a:lvl3pPr marL="914400" indent="0">
              <a:buFontTx/>
              <a:buNone/>
              <a:defRPr sz="1200" b="1"/>
            </a:lvl3pPr>
            <a:lvl4pPr marL="1371600" indent="0">
              <a:buFontTx/>
              <a:buNone/>
              <a:defRPr sz="1200" b="1"/>
            </a:lvl4pPr>
            <a:lvl5pPr marL="1828800" indent="0">
              <a:buFontTx/>
              <a:buNone/>
              <a:defRPr sz="1200" b="1"/>
            </a:lvl5pPr>
          </a:lstStyle>
          <a:p>
            <a:pPr lvl="0"/>
            <a:r>
              <a:rPr lang="en-US" dirty="0"/>
              <a:t>Caption to go here</a:t>
            </a:r>
            <a:endParaRPr lang="en-AU" dirty="0"/>
          </a:p>
        </p:txBody>
      </p:sp>
      <p:sp>
        <p:nvSpPr>
          <p:cNvPr id="12" name="Text Placeholder 13">
            <a:extLst>
              <a:ext uri="{FF2B5EF4-FFF2-40B4-BE49-F238E27FC236}">
                <a16:creationId xmlns:a16="http://schemas.microsoft.com/office/drawing/2014/main" id="{465F30FF-1587-75A9-25CB-F8FBA6B60DD5}"/>
              </a:ext>
            </a:extLst>
          </p:cNvPr>
          <p:cNvSpPr>
            <a:spLocks noGrp="1"/>
          </p:cNvSpPr>
          <p:nvPr>
            <p:ph type="body" sz="quarter" idx="27" hasCustomPrompt="1"/>
          </p:nvPr>
        </p:nvSpPr>
        <p:spPr>
          <a:xfrm>
            <a:off x="4282105" y="5750533"/>
            <a:ext cx="3619323" cy="390797"/>
          </a:xfrm>
          <a:prstGeom prst="rect">
            <a:avLst/>
          </a:prstGeom>
        </p:spPr>
        <p:txBody>
          <a:bodyPr lIns="180000" tIns="0" rIns="180000" bIns="0">
            <a:noAutofit/>
          </a:bodyPr>
          <a:lstStyle>
            <a:lvl1pPr marL="0" indent="0">
              <a:lnSpc>
                <a:spcPct val="110000"/>
              </a:lnSpc>
              <a:buFontTx/>
              <a:buNone/>
              <a:defRPr sz="1200" b="1"/>
            </a:lvl1pPr>
            <a:lvl2pPr marL="457200" indent="0">
              <a:buFontTx/>
              <a:buNone/>
              <a:defRPr sz="1200" b="1"/>
            </a:lvl2pPr>
            <a:lvl3pPr marL="914400" indent="0">
              <a:buFontTx/>
              <a:buNone/>
              <a:defRPr sz="1200" b="1"/>
            </a:lvl3pPr>
            <a:lvl4pPr marL="1371600" indent="0">
              <a:buFontTx/>
              <a:buNone/>
              <a:defRPr sz="1200" b="1"/>
            </a:lvl4pPr>
            <a:lvl5pPr marL="1828800" indent="0">
              <a:buFontTx/>
              <a:buNone/>
              <a:defRPr sz="1200" b="1"/>
            </a:lvl5pPr>
          </a:lstStyle>
          <a:p>
            <a:pPr lvl="0"/>
            <a:r>
              <a:rPr lang="en-US" dirty="0"/>
              <a:t>Caption to go here</a:t>
            </a:r>
            <a:endParaRPr lang="en-AU" dirty="0"/>
          </a:p>
        </p:txBody>
      </p:sp>
      <p:sp>
        <p:nvSpPr>
          <p:cNvPr id="13" name="Text Placeholder 13">
            <a:extLst>
              <a:ext uri="{FF2B5EF4-FFF2-40B4-BE49-F238E27FC236}">
                <a16:creationId xmlns:a16="http://schemas.microsoft.com/office/drawing/2014/main" id="{0FC567F9-494E-6B38-D47A-E0943A1A7088}"/>
              </a:ext>
            </a:extLst>
          </p:cNvPr>
          <p:cNvSpPr>
            <a:spLocks noGrp="1"/>
          </p:cNvSpPr>
          <p:nvPr>
            <p:ph type="body" sz="quarter" idx="28" hasCustomPrompt="1"/>
          </p:nvPr>
        </p:nvSpPr>
        <p:spPr>
          <a:xfrm>
            <a:off x="371474" y="5750533"/>
            <a:ext cx="3591262" cy="390797"/>
          </a:xfrm>
          <a:prstGeom prst="rect">
            <a:avLst/>
          </a:prstGeom>
        </p:spPr>
        <p:txBody>
          <a:bodyPr lIns="180000" tIns="0" rIns="180000" bIns="0">
            <a:noAutofit/>
          </a:bodyPr>
          <a:lstStyle>
            <a:lvl1pPr marL="0" indent="0">
              <a:lnSpc>
                <a:spcPct val="110000"/>
              </a:lnSpc>
              <a:buFontTx/>
              <a:buNone/>
              <a:defRPr sz="1200" b="1"/>
            </a:lvl1pPr>
            <a:lvl2pPr marL="457200" indent="0">
              <a:buFontTx/>
              <a:buNone/>
              <a:defRPr sz="1200" b="1"/>
            </a:lvl2pPr>
            <a:lvl3pPr marL="914400" indent="0">
              <a:buFontTx/>
              <a:buNone/>
              <a:defRPr sz="1200" b="1"/>
            </a:lvl3pPr>
            <a:lvl4pPr marL="1371600" indent="0">
              <a:buFontTx/>
              <a:buNone/>
              <a:defRPr sz="1200" b="1"/>
            </a:lvl4pPr>
            <a:lvl5pPr marL="1828800" indent="0">
              <a:buFontTx/>
              <a:buNone/>
              <a:defRPr sz="1200" b="1"/>
            </a:lvl5pPr>
          </a:lstStyle>
          <a:p>
            <a:pPr lvl="0"/>
            <a:r>
              <a:rPr lang="en-US" dirty="0"/>
              <a:t>Caption to go here</a:t>
            </a:r>
            <a:endParaRPr lang="en-AU" dirty="0"/>
          </a:p>
        </p:txBody>
      </p:sp>
      <p:sp>
        <p:nvSpPr>
          <p:cNvPr id="14" name="Text Placeholder 34">
            <a:extLst>
              <a:ext uri="{FF2B5EF4-FFF2-40B4-BE49-F238E27FC236}">
                <a16:creationId xmlns:a16="http://schemas.microsoft.com/office/drawing/2014/main" id="{7781631F-A580-81BA-A179-6F43698AA6C8}"/>
              </a:ext>
            </a:extLst>
          </p:cNvPr>
          <p:cNvSpPr>
            <a:spLocks noGrp="1"/>
          </p:cNvSpPr>
          <p:nvPr>
            <p:ph type="body" sz="quarter" idx="29" hasCustomPrompt="1"/>
          </p:nvPr>
        </p:nvSpPr>
        <p:spPr>
          <a:xfrm>
            <a:off x="393772" y="2036957"/>
            <a:ext cx="3591264" cy="1104900"/>
          </a:xfrm>
          <a:prstGeom prst="rect">
            <a:avLst/>
          </a:prstGeom>
        </p:spPr>
        <p:txBody>
          <a:bodyPr lIns="180000" rIns="180000" anchor="ctr">
            <a:noAutofit/>
          </a:bodyPr>
          <a:lstStyle>
            <a:lvl1pPr marL="0" indent="0" algn="ctr">
              <a:buFontTx/>
              <a:buNone/>
              <a:defRPr sz="5400">
                <a:solidFill>
                  <a:srgbClr val="1C996E"/>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$100M</a:t>
            </a:r>
            <a:endParaRPr lang="en-AU" dirty="0"/>
          </a:p>
        </p:txBody>
      </p:sp>
      <p:sp>
        <p:nvSpPr>
          <p:cNvPr id="15" name="Text Placeholder 34">
            <a:extLst>
              <a:ext uri="{FF2B5EF4-FFF2-40B4-BE49-F238E27FC236}">
                <a16:creationId xmlns:a16="http://schemas.microsoft.com/office/drawing/2014/main" id="{084DFFBD-FE47-F9FA-4C15-F8B668637969}"/>
              </a:ext>
            </a:extLst>
          </p:cNvPr>
          <p:cNvSpPr>
            <a:spLocks noGrp="1"/>
          </p:cNvSpPr>
          <p:nvPr>
            <p:ph type="body" sz="quarter" idx="36" hasCustomPrompt="1"/>
          </p:nvPr>
        </p:nvSpPr>
        <p:spPr>
          <a:xfrm>
            <a:off x="4282110" y="2036957"/>
            <a:ext cx="3591264" cy="1104900"/>
          </a:xfrm>
          <a:prstGeom prst="rect">
            <a:avLst/>
          </a:prstGeom>
        </p:spPr>
        <p:txBody>
          <a:bodyPr lIns="180000" rIns="180000" anchor="ctr">
            <a:noAutofit/>
          </a:bodyPr>
          <a:lstStyle>
            <a:lvl1pPr marL="0" indent="0" algn="ctr">
              <a:buFontTx/>
              <a:buNone/>
              <a:defRPr sz="5400">
                <a:solidFill>
                  <a:schemeClr val="accent3"/>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20%</a:t>
            </a:r>
            <a:endParaRPr lang="en-AU" dirty="0"/>
          </a:p>
        </p:txBody>
      </p:sp>
      <p:sp>
        <p:nvSpPr>
          <p:cNvPr id="16" name="Text Placeholder 34">
            <a:extLst>
              <a:ext uri="{FF2B5EF4-FFF2-40B4-BE49-F238E27FC236}">
                <a16:creationId xmlns:a16="http://schemas.microsoft.com/office/drawing/2014/main" id="{AC975029-F510-6DCF-74A2-6727D844A4F9}"/>
              </a:ext>
            </a:extLst>
          </p:cNvPr>
          <p:cNvSpPr>
            <a:spLocks noGrp="1"/>
          </p:cNvSpPr>
          <p:nvPr>
            <p:ph type="body" sz="quarter" idx="38" hasCustomPrompt="1"/>
          </p:nvPr>
        </p:nvSpPr>
        <p:spPr>
          <a:xfrm>
            <a:off x="4254061" y="4577987"/>
            <a:ext cx="3591264" cy="1104900"/>
          </a:xfrm>
          <a:prstGeom prst="rect">
            <a:avLst/>
          </a:prstGeom>
        </p:spPr>
        <p:txBody>
          <a:bodyPr lIns="180000" rIns="180000" anchor="ctr">
            <a:noAutofit/>
          </a:bodyPr>
          <a:lstStyle>
            <a:lvl1pPr marL="0" indent="0" algn="ctr">
              <a:buFontTx/>
              <a:buNone/>
              <a:defRPr sz="5400">
                <a:solidFill>
                  <a:schemeClr val="tx2"/>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$100B</a:t>
            </a:r>
            <a:endParaRPr lang="en-AU" dirty="0"/>
          </a:p>
        </p:txBody>
      </p:sp>
      <p:sp>
        <p:nvSpPr>
          <p:cNvPr id="17" name="Text Placeholder 34">
            <a:extLst>
              <a:ext uri="{FF2B5EF4-FFF2-40B4-BE49-F238E27FC236}">
                <a16:creationId xmlns:a16="http://schemas.microsoft.com/office/drawing/2014/main" id="{3A4DC9FB-9656-D9D0-2B9E-4A193CB6E688}"/>
              </a:ext>
            </a:extLst>
          </p:cNvPr>
          <p:cNvSpPr>
            <a:spLocks noGrp="1"/>
          </p:cNvSpPr>
          <p:nvPr>
            <p:ph type="body" sz="quarter" idx="39" hasCustomPrompt="1"/>
          </p:nvPr>
        </p:nvSpPr>
        <p:spPr>
          <a:xfrm>
            <a:off x="382622" y="4577987"/>
            <a:ext cx="3591264" cy="1104900"/>
          </a:xfrm>
          <a:prstGeom prst="rect">
            <a:avLst/>
          </a:prstGeom>
        </p:spPr>
        <p:txBody>
          <a:bodyPr lIns="180000" rIns="180000" anchor="ctr">
            <a:noAutofit/>
          </a:bodyPr>
          <a:lstStyle>
            <a:lvl1pPr marL="0" indent="0" algn="ctr">
              <a:buFontTx/>
              <a:buNone/>
              <a:defRPr sz="5400">
                <a:solidFill>
                  <a:schemeClr val="accent4"/>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85%</a:t>
            </a:r>
            <a:endParaRPr lang="en-AU" dirty="0"/>
          </a:p>
        </p:txBody>
      </p:sp>
      <p:sp>
        <p:nvSpPr>
          <p:cNvPr id="19" name="Text Placeholder 13">
            <a:extLst>
              <a:ext uri="{FF2B5EF4-FFF2-40B4-BE49-F238E27FC236}">
                <a16:creationId xmlns:a16="http://schemas.microsoft.com/office/drawing/2014/main" id="{C2C47F78-7A94-28FF-5097-D41B76F6AD71}"/>
              </a:ext>
            </a:extLst>
          </p:cNvPr>
          <p:cNvSpPr>
            <a:spLocks noGrp="1"/>
          </p:cNvSpPr>
          <p:nvPr>
            <p:ph type="body" sz="quarter" idx="18" hasCustomPrompt="1"/>
          </p:nvPr>
        </p:nvSpPr>
        <p:spPr>
          <a:xfrm>
            <a:off x="8152607" y="5525757"/>
            <a:ext cx="3653319" cy="615573"/>
          </a:xfrm>
          <a:prstGeom prst="rect">
            <a:avLst/>
          </a:prstGeom>
        </p:spPr>
        <p:txBody>
          <a:bodyPr lIns="180000" tIns="0" rIns="180000" bIns="0">
            <a:noAutofit/>
          </a:bodyPr>
          <a:lstStyle>
            <a:lvl1pPr marL="0" indent="0">
              <a:lnSpc>
                <a:spcPct val="110000"/>
              </a:lnSpc>
              <a:buFontTx/>
              <a:buNone/>
              <a:defRPr sz="1200" b="1"/>
            </a:lvl1pPr>
            <a:lvl2pPr marL="457200" indent="0">
              <a:buFontTx/>
              <a:buNone/>
              <a:defRPr sz="1200" b="1"/>
            </a:lvl2pPr>
            <a:lvl3pPr marL="914400" indent="0">
              <a:buFontTx/>
              <a:buNone/>
              <a:defRPr sz="1200" b="1"/>
            </a:lvl3pPr>
            <a:lvl4pPr marL="1371600" indent="0">
              <a:buFontTx/>
              <a:buNone/>
              <a:defRPr sz="1200" b="1"/>
            </a:lvl4pPr>
            <a:lvl5pPr marL="1828800" indent="0">
              <a:buFontTx/>
              <a:buNone/>
              <a:defRPr sz="1200" b="1"/>
            </a:lvl5pPr>
          </a:lstStyle>
          <a:p>
            <a:pPr lvl="0"/>
            <a:r>
              <a:rPr lang="en-US" dirty="0"/>
              <a:t>Caption to go here</a:t>
            </a:r>
            <a:endParaRPr lang="en-AU" dirty="0"/>
          </a:p>
        </p:txBody>
      </p:sp>
      <p:sp>
        <p:nvSpPr>
          <p:cNvPr id="20" name="Text Placeholder 34">
            <a:extLst>
              <a:ext uri="{FF2B5EF4-FFF2-40B4-BE49-F238E27FC236}">
                <a16:creationId xmlns:a16="http://schemas.microsoft.com/office/drawing/2014/main" id="{30122E77-6DC9-49AA-F2DA-F5646FA3D854}"/>
              </a:ext>
            </a:extLst>
          </p:cNvPr>
          <p:cNvSpPr>
            <a:spLocks noGrp="1"/>
          </p:cNvSpPr>
          <p:nvPr>
            <p:ph type="body" sz="quarter" idx="37" hasCustomPrompt="1"/>
          </p:nvPr>
        </p:nvSpPr>
        <p:spPr>
          <a:xfrm>
            <a:off x="8138596" y="3928256"/>
            <a:ext cx="3653319" cy="1597501"/>
          </a:xfrm>
          <a:prstGeom prst="rect">
            <a:avLst/>
          </a:prstGeom>
        </p:spPr>
        <p:txBody>
          <a:bodyPr lIns="180000" rIns="180000" anchor="ctr">
            <a:noAutofit/>
          </a:bodyPr>
          <a:lstStyle>
            <a:lvl1pPr marL="0" indent="0" algn="ctr">
              <a:buFontTx/>
              <a:buNone/>
              <a:defRPr sz="5400">
                <a:solidFill>
                  <a:schemeClr val="accent5"/>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40.25</a:t>
            </a:r>
            <a:endParaRPr lang="en-AU" dirty="0"/>
          </a:p>
        </p:txBody>
      </p:sp>
      <p:sp>
        <p:nvSpPr>
          <p:cNvPr id="4" name="Text Placeholder 36">
            <a:extLst>
              <a:ext uri="{FF2B5EF4-FFF2-40B4-BE49-F238E27FC236}">
                <a16:creationId xmlns:a16="http://schemas.microsoft.com/office/drawing/2014/main" id="{A5B49A24-3057-24BE-C6AD-D0E77E2E417E}"/>
              </a:ext>
            </a:extLst>
          </p:cNvPr>
          <p:cNvSpPr>
            <a:spLocks noGrp="1"/>
          </p:cNvSpPr>
          <p:nvPr>
            <p:ph type="body" sz="quarter" idx="42"/>
          </p:nvPr>
        </p:nvSpPr>
        <p:spPr>
          <a:xfrm>
            <a:off x="4259263" y="1267786"/>
            <a:ext cx="3624669" cy="2282825"/>
          </a:xfrm>
          <a:prstGeom prst="roundRect">
            <a:avLst>
              <a:gd name="adj" fmla="val 5230"/>
            </a:avLst>
          </a:prstGeom>
          <a:gradFill>
            <a:gsLst>
              <a:gs pos="0">
                <a:schemeClr val="accent1">
                  <a:lumMod val="5000"/>
                  <a:lumOff val="95000"/>
                </a:schemeClr>
              </a:gs>
              <a:gs pos="100000">
                <a:schemeClr val="bg2"/>
              </a:gs>
            </a:gsLst>
            <a:lin ang="5400000" scaled="1"/>
          </a:gradFill>
          <a:ln>
            <a:noFill/>
          </a:ln>
          <a:effectLst/>
        </p:spPr>
        <p:txBody>
          <a:bodyPr lIns="180000" tIns="180000" rIns="180000" bIns="180000">
            <a:noAutofit/>
          </a:bodyPr>
          <a:lstStyle>
            <a:lvl1pPr marL="0" indent="0">
              <a:buFontTx/>
              <a:buNone/>
              <a:defRPr sz="1800" b="0">
                <a:solidFill>
                  <a:schemeClr val="tx2"/>
                </a:solidFill>
                <a:latin typeface="Franklin Gothic Medium" panose="020B0603020102020204" pitchFamily="34" charset="0"/>
              </a:defRPr>
            </a:lvl1pPr>
          </a:lstStyle>
          <a:p>
            <a:pPr lvl="0"/>
            <a:r>
              <a:rPr lang="en-US" dirty="0"/>
              <a:t>Click to edit Master text styles</a:t>
            </a:r>
          </a:p>
        </p:txBody>
      </p:sp>
      <p:sp>
        <p:nvSpPr>
          <p:cNvPr id="7" name="Text Placeholder 36">
            <a:extLst>
              <a:ext uri="{FF2B5EF4-FFF2-40B4-BE49-F238E27FC236}">
                <a16:creationId xmlns:a16="http://schemas.microsoft.com/office/drawing/2014/main" id="{770664F1-4A9A-9C94-DC81-E7AA1053FC53}"/>
              </a:ext>
            </a:extLst>
          </p:cNvPr>
          <p:cNvSpPr>
            <a:spLocks noGrp="1"/>
          </p:cNvSpPr>
          <p:nvPr>
            <p:ph type="body" sz="quarter" idx="44"/>
          </p:nvPr>
        </p:nvSpPr>
        <p:spPr>
          <a:xfrm>
            <a:off x="365919" y="3845321"/>
            <a:ext cx="3624669" cy="2282825"/>
          </a:xfrm>
          <a:prstGeom prst="roundRect">
            <a:avLst>
              <a:gd name="adj" fmla="val 5230"/>
            </a:avLst>
          </a:prstGeom>
          <a:gradFill>
            <a:gsLst>
              <a:gs pos="0">
                <a:schemeClr val="accent1">
                  <a:lumMod val="5000"/>
                  <a:lumOff val="95000"/>
                </a:schemeClr>
              </a:gs>
              <a:gs pos="100000">
                <a:schemeClr val="bg2"/>
              </a:gs>
            </a:gsLst>
            <a:lin ang="5400000" scaled="1"/>
          </a:gradFill>
          <a:ln>
            <a:noFill/>
          </a:ln>
          <a:effectLst/>
        </p:spPr>
        <p:txBody>
          <a:bodyPr lIns="180000" tIns="180000" rIns="180000" bIns="180000">
            <a:noAutofit/>
          </a:bodyPr>
          <a:lstStyle>
            <a:lvl1pPr marL="0" indent="0">
              <a:buFontTx/>
              <a:buNone/>
              <a:defRPr sz="1800" b="0">
                <a:solidFill>
                  <a:schemeClr val="tx2"/>
                </a:solidFill>
                <a:latin typeface="Franklin Gothic Medium" panose="020B0603020102020204" pitchFamily="34" charset="0"/>
              </a:defRPr>
            </a:lvl1pPr>
          </a:lstStyle>
          <a:p>
            <a:pPr lvl="0"/>
            <a:r>
              <a:rPr lang="en-US" dirty="0"/>
              <a:t>Click to edit Master text styles</a:t>
            </a:r>
          </a:p>
        </p:txBody>
      </p:sp>
      <p:sp>
        <p:nvSpPr>
          <p:cNvPr id="8" name="Text Placeholder 36">
            <a:extLst>
              <a:ext uri="{FF2B5EF4-FFF2-40B4-BE49-F238E27FC236}">
                <a16:creationId xmlns:a16="http://schemas.microsoft.com/office/drawing/2014/main" id="{F0792DA1-FE96-3D24-0DD0-CC6F265A0892}"/>
              </a:ext>
            </a:extLst>
          </p:cNvPr>
          <p:cNvSpPr>
            <a:spLocks noGrp="1"/>
          </p:cNvSpPr>
          <p:nvPr>
            <p:ph type="body" sz="quarter" idx="45"/>
          </p:nvPr>
        </p:nvSpPr>
        <p:spPr>
          <a:xfrm>
            <a:off x="4259263" y="3845321"/>
            <a:ext cx="3624669" cy="2282825"/>
          </a:xfrm>
          <a:prstGeom prst="roundRect">
            <a:avLst>
              <a:gd name="adj" fmla="val 5230"/>
            </a:avLst>
          </a:prstGeom>
          <a:gradFill>
            <a:gsLst>
              <a:gs pos="0">
                <a:schemeClr val="accent1">
                  <a:lumMod val="5000"/>
                  <a:lumOff val="95000"/>
                </a:schemeClr>
              </a:gs>
              <a:gs pos="100000">
                <a:schemeClr val="bg2"/>
              </a:gs>
            </a:gsLst>
            <a:lin ang="5400000" scaled="1"/>
          </a:gradFill>
          <a:ln>
            <a:noFill/>
          </a:ln>
          <a:effectLst/>
        </p:spPr>
        <p:txBody>
          <a:bodyPr lIns="180000" tIns="180000" rIns="180000" bIns="180000">
            <a:noAutofit/>
          </a:bodyPr>
          <a:lstStyle>
            <a:lvl1pPr marL="0" indent="0">
              <a:buFontTx/>
              <a:buNone/>
              <a:defRPr sz="1800" b="0">
                <a:solidFill>
                  <a:schemeClr val="tx2"/>
                </a:solidFill>
                <a:latin typeface="Franklin Gothic Medium" panose="020B0603020102020204" pitchFamily="34" charset="0"/>
              </a:defRPr>
            </a:lvl1pPr>
          </a:lstStyle>
          <a:p>
            <a:pPr lvl="0"/>
            <a:r>
              <a:rPr lang="en-US" dirty="0"/>
              <a:t>Click to edit Master text styles</a:t>
            </a:r>
          </a:p>
        </p:txBody>
      </p:sp>
      <p:sp>
        <p:nvSpPr>
          <p:cNvPr id="9" name="Text Placeholder 36">
            <a:extLst>
              <a:ext uri="{FF2B5EF4-FFF2-40B4-BE49-F238E27FC236}">
                <a16:creationId xmlns:a16="http://schemas.microsoft.com/office/drawing/2014/main" id="{9A658E45-3CF4-8A35-B42E-8084E4A5BBE1}"/>
              </a:ext>
            </a:extLst>
          </p:cNvPr>
          <p:cNvSpPr>
            <a:spLocks noGrp="1"/>
          </p:cNvSpPr>
          <p:nvPr>
            <p:ph type="body" sz="quarter" idx="41"/>
          </p:nvPr>
        </p:nvSpPr>
        <p:spPr>
          <a:xfrm>
            <a:off x="365919" y="1267786"/>
            <a:ext cx="3624669" cy="2282825"/>
          </a:xfrm>
          <a:prstGeom prst="roundRect">
            <a:avLst>
              <a:gd name="adj" fmla="val 5230"/>
            </a:avLst>
          </a:prstGeom>
          <a:gradFill>
            <a:gsLst>
              <a:gs pos="0">
                <a:schemeClr val="accent1">
                  <a:lumMod val="5000"/>
                  <a:lumOff val="95000"/>
                </a:schemeClr>
              </a:gs>
              <a:gs pos="100000">
                <a:schemeClr val="bg2"/>
              </a:gs>
            </a:gsLst>
            <a:lin ang="5400000" scaled="1"/>
          </a:gradFill>
          <a:ln>
            <a:noFill/>
          </a:ln>
          <a:effectLst/>
        </p:spPr>
        <p:txBody>
          <a:bodyPr lIns="180000" tIns="180000" rIns="180000" bIns="180000">
            <a:noAutofit/>
          </a:bodyPr>
          <a:lstStyle>
            <a:lvl1pPr marL="0" indent="0">
              <a:buFontTx/>
              <a:buNone/>
              <a:defRPr sz="1800" b="0">
                <a:solidFill>
                  <a:schemeClr val="tx2"/>
                </a:solidFill>
                <a:latin typeface="Franklin Gothic Medium" panose="020B0603020102020204" pitchFamily="34" charset="0"/>
              </a:defRPr>
            </a:lvl1pPr>
          </a:lstStyle>
          <a:p>
            <a:pPr lvl="0"/>
            <a:r>
              <a:rPr lang="en-US" dirty="0"/>
              <a:t>Click to edit Master text styles</a:t>
            </a:r>
          </a:p>
        </p:txBody>
      </p:sp>
      <p:sp>
        <p:nvSpPr>
          <p:cNvPr id="18" name="Text Placeholder 36">
            <a:extLst>
              <a:ext uri="{FF2B5EF4-FFF2-40B4-BE49-F238E27FC236}">
                <a16:creationId xmlns:a16="http://schemas.microsoft.com/office/drawing/2014/main" id="{0CFF3A4D-0394-F1C6-F67F-E54316D4E342}"/>
              </a:ext>
            </a:extLst>
          </p:cNvPr>
          <p:cNvSpPr>
            <a:spLocks noGrp="1"/>
          </p:cNvSpPr>
          <p:nvPr>
            <p:ph type="body" sz="quarter" idx="43"/>
          </p:nvPr>
        </p:nvSpPr>
        <p:spPr>
          <a:xfrm>
            <a:off x="8152922" y="1267786"/>
            <a:ext cx="3624669" cy="4860360"/>
          </a:xfrm>
          <a:prstGeom prst="roundRect">
            <a:avLst>
              <a:gd name="adj" fmla="val 5230"/>
            </a:avLst>
          </a:prstGeom>
          <a:gradFill>
            <a:gsLst>
              <a:gs pos="0">
                <a:schemeClr val="accent1">
                  <a:lumMod val="5000"/>
                  <a:lumOff val="95000"/>
                </a:schemeClr>
              </a:gs>
              <a:gs pos="100000">
                <a:schemeClr val="bg2"/>
              </a:gs>
            </a:gsLst>
            <a:lin ang="5400000" scaled="1"/>
          </a:gradFill>
          <a:ln>
            <a:noFill/>
          </a:ln>
          <a:effectLst/>
        </p:spPr>
        <p:txBody>
          <a:bodyPr lIns="180000" tIns="180000" rIns="180000" bIns="180000">
            <a:noAutofit/>
          </a:bodyPr>
          <a:lstStyle>
            <a:lvl1pPr marL="0" indent="0">
              <a:buFontTx/>
              <a:buNone/>
              <a:defRPr sz="1800" b="0">
                <a:solidFill>
                  <a:schemeClr val="tx2"/>
                </a:solidFill>
                <a:latin typeface="Franklin Gothic Medium" panose="020B06030201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9682945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3"/>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7EE730E-8925-1E41-3E22-CC4DDE2B2167}"/>
              </a:ext>
            </a:extLst>
          </p:cNvPr>
          <p:cNvSpPr>
            <a:spLocks noGrp="1"/>
          </p:cNvSpPr>
          <p:nvPr>
            <p:ph type="sldNum" sz="quarter" idx="12"/>
          </p:nvPr>
        </p:nvSpPr>
        <p:spPr/>
        <p:txBody>
          <a:bodyPr/>
          <a:lstStyle>
            <a:lvl1pPr>
              <a:defRPr>
                <a:solidFill>
                  <a:schemeClr val="bg2"/>
                </a:solidFill>
              </a:defRPr>
            </a:lvl1pPr>
          </a:lstStyle>
          <a:p>
            <a:fld id="{EED4F224-E88B-A44E-95C1-82CB97C9A2DF}" type="slidenum">
              <a:rPr lang="en-US" smtClean="0"/>
              <a:pPr/>
              <a:t>‹#›</a:t>
            </a:fld>
            <a:endParaRPr lang="en-US" dirty="0"/>
          </a:p>
        </p:txBody>
      </p:sp>
      <p:sp>
        <p:nvSpPr>
          <p:cNvPr id="18" name="Picture Placeholder 4">
            <a:extLst>
              <a:ext uri="{FF2B5EF4-FFF2-40B4-BE49-F238E27FC236}">
                <a16:creationId xmlns:a16="http://schemas.microsoft.com/office/drawing/2014/main" id="{FD9D4AD6-4B82-2F3A-E939-B77A73DD85D7}"/>
              </a:ext>
            </a:extLst>
          </p:cNvPr>
          <p:cNvSpPr>
            <a:spLocks noGrp="1"/>
          </p:cNvSpPr>
          <p:nvPr>
            <p:ph type="pic" sz="quarter" idx="21"/>
          </p:nvPr>
        </p:nvSpPr>
        <p:spPr>
          <a:xfrm>
            <a:off x="7391400" y="9525"/>
            <a:ext cx="4800600" cy="6838950"/>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14" name="Title 1">
            <a:extLst>
              <a:ext uri="{FF2B5EF4-FFF2-40B4-BE49-F238E27FC236}">
                <a16:creationId xmlns:a16="http://schemas.microsoft.com/office/drawing/2014/main" id="{233D63CF-D641-579E-E29F-DBAEDC4711F0}"/>
              </a:ext>
            </a:extLst>
          </p:cNvPr>
          <p:cNvSpPr>
            <a:spLocks noGrp="1"/>
          </p:cNvSpPr>
          <p:nvPr>
            <p:ph type="ctrTitle" hasCustomPrompt="1"/>
          </p:nvPr>
        </p:nvSpPr>
        <p:spPr>
          <a:xfrm>
            <a:off x="272574" y="2062641"/>
            <a:ext cx="5498379" cy="2387600"/>
          </a:xfrm>
        </p:spPr>
        <p:txBody>
          <a:bodyPr anchor="t">
            <a:noAutofit/>
          </a:bodyPr>
          <a:lstStyle>
            <a:lvl1pPr algn="l">
              <a:defRPr sz="7200">
                <a:solidFill>
                  <a:schemeClr val="bg2"/>
                </a:solidFill>
              </a:defRPr>
            </a:lvl1pPr>
          </a:lstStyle>
          <a:p>
            <a:r>
              <a:rPr lang="en-GB" dirty="0"/>
              <a:t>DIVIDER TITLE GOES HERE</a:t>
            </a:r>
            <a:endParaRPr lang="en-US" dirty="0"/>
          </a:p>
        </p:txBody>
      </p:sp>
      <p:sp>
        <p:nvSpPr>
          <p:cNvPr id="19" name="Text Placeholder 16">
            <a:extLst>
              <a:ext uri="{FF2B5EF4-FFF2-40B4-BE49-F238E27FC236}">
                <a16:creationId xmlns:a16="http://schemas.microsoft.com/office/drawing/2014/main" id="{B8963317-E8C3-FAEA-3200-ECCB6DB98DC5}"/>
              </a:ext>
            </a:extLst>
          </p:cNvPr>
          <p:cNvSpPr>
            <a:spLocks noGrp="1"/>
          </p:cNvSpPr>
          <p:nvPr>
            <p:ph type="body" sz="quarter" idx="20" hasCustomPrompt="1"/>
          </p:nvPr>
        </p:nvSpPr>
        <p:spPr>
          <a:xfrm>
            <a:off x="424974" y="5134453"/>
            <a:ext cx="5518627" cy="365125"/>
          </a:xfrm>
          <a:prstGeom prst="rect">
            <a:avLst/>
          </a:prstGeom>
          <a:noFill/>
        </p:spPr>
        <p:txBody>
          <a:bodyPr lIns="0" tIns="0" rIns="0" bIns="0">
            <a:noAutofit/>
          </a:bodyPr>
          <a:lstStyle>
            <a:lvl1pPr marL="0" indent="0">
              <a:lnSpc>
                <a:spcPct val="120000"/>
              </a:lnSpc>
              <a:buFontTx/>
              <a:buNone/>
              <a:defRPr sz="2000" b="0">
                <a:solidFill>
                  <a:schemeClr val="bg1"/>
                </a:solidFill>
                <a:latin typeface="Century Gothic" panose="020B0502020202020204" pitchFamily="34" charset="0"/>
                <a:cs typeface="Arial" panose="020B0604020202020204" pitchFamily="34" charset="0"/>
              </a:defRPr>
            </a:lvl1pPr>
          </a:lstStyle>
          <a:p>
            <a:pPr lvl="0"/>
            <a:r>
              <a:rPr lang="en-US" dirty="0"/>
              <a:t>Short subheading here – one line only</a:t>
            </a:r>
          </a:p>
        </p:txBody>
      </p:sp>
      <p:pic>
        <p:nvPicPr>
          <p:cNvPr id="28" name="Picture 27">
            <a:extLst>
              <a:ext uri="{FF2B5EF4-FFF2-40B4-BE49-F238E27FC236}">
                <a16:creationId xmlns:a16="http://schemas.microsoft.com/office/drawing/2014/main" id="{FD730922-0B95-866E-6E64-ACDE3ADD349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4974" y="501650"/>
            <a:ext cx="1744051" cy="1049337"/>
          </a:xfrm>
          <a:prstGeom prst="rect">
            <a:avLst/>
          </a:prstGeom>
        </p:spPr>
      </p:pic>
    </p:spTree>
    <p:extLst>
      <p:ext uri="{BB962C8B-B14F-4D97-AF65-F5344CB8AC3E}">
        <p14:creationId xmlns:p14="http://schemas.microsoft.com/office/powerpoint/2010/main" val="38845783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accent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7EE730E-8925-1E41-3E22-CC4DDE2B2167}"/>
              </a:ext>
            </a:extLst>
          </p:cNvPr>
          <p:cNvSpPr>
            <a:spLocks noGrp="1"/>
          </p:cNvSpPr>
          <p:nvPr>
            <p:ph type="sldNum" sz="quarter" idx="12"/>
          </p:nvPr>
        </p:nvSpPr>
        <p:spPr/>
        <p:txBody>
          <a:bodyPr/>
          <a:lstStyle>
            <a:lvl1pPr>
              <a:defRPr>
                <a:solidFill>
                  <a:schemeClr val="bg2"/>
                </a:solidFill>
              </a:defRPr>
            </a:lvl1pPr>
          </a:lstStyle>
          <a:p>
            <a:fld id="{EED4F224-E88B-A44E-95C1-82CB97C9A2DF}" type="slidenum">
              <a:rPr lang="en-US" smtClean="0"/>
              <a:pPr/>
              <a:t>‹#›</a:t>
            </a:fld>
            <a:endParaRPr lang="en-US" dirty="0"/>
          </a:p>
        </p:txBody>
      </p:sp>
      <p:sp>
        <p:nvSpPr>
          <p:cNvPr id="18" name="Picture Placeholder 4">
            <a:extLst>
              <a:ext uri="{FF2B5EF4-FFF2-40B4-BE49-F238E27FC236}">
                <a16:creationId xmlns:a16="http://schemas.microsoft.com/office/drawing/2014/main" id="{FD9D4AD6-4B82-2F3A-E939-B77A73DD85D7}"/>
              </a:ext>
            </a:extLst>
          </p:cNvPr>
          <p:cNvSpPr>
            <a:spLocks noGrp="1"/>
          </p:cNvSpPr>
          <p:nvPr>
            <p:ph type="pic" sz="quarter" idx="21"/>
          </p:nvPr>
        </p:nvSpPr>
        <p:spPr>
          <a:xfrm>
            <a:off x="7391400" y="9525"/>
            <a:ext cx="4800600" cy="6838950"/>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14" name="Title 1">
            <a:extLst>
              <a:ext uri="{FF2B5EF4-FFF2-40B4-BE49-F238E27FC236}">
                <a16:creationId xmlns:a16="http://schemas.microsoft.com/office/drawing/2014/main" id="{233D63CF-D641-579E-E29F-DBAEDC4711F0}"/>
              </a:ext>
            </a:extLst>
          </p:cNvPr>
          <p:cNvSpPr>
            <a:spLocks noGrp="1"/>
          </p:cNvSpPr>
          <p:nvPr>
            <p:ph type="ctrTitle" hasCustomPrompt="1"/>
          </p:nvPr>
        </p:nvSpPr>
        <p:spPr>
          <a:xfrm>
            <a:off x="272574" y="2062641"/>
            <a:ext cx="5498379" cy="2387600"/>
          </a:xfrm>
        </p:spPr>
        <p:txBody>
          <a:bodyPr anchor="t">
            <a:noAutofit/>
          </a:bodyPr>
          <a:lstStyle>
            <a:lvl1pPr algn="l">
              <a:defRPr sz="7200">
                <a:solidFill>
                  <a:schemeClr val="bg2"/>
                </a:solidFill>
              </a:defRPr>
            </a:lvl1pPr>
          </a:lstStyle>
          <a:p>
            <a:r>
              <a:rPr lang="en-GB" dirty="0"/>
              <a:t>DIVIDER TITLE GOES HERE</a:t>
            </a:r>
            <a:endParaRPr lang="en-US" dirty="0"/>
          </a:p>
        </p:txBody>
      </p:sp>
      <p:sp>
        <p:nvSpPr>
          <p:cNvPr id="19" name="Text Placeholder 16">
            <a:extLst>
              <a:ext uri="{FF2B5EF4-FFF2-40B4-BE49-F238E27FC236}">
                <a16:creationId xmlns:a16="http://schemas.microsoft.com/office/drawing/2014/main" id="{B8963317-E8C3-FAEA-3200-ECCB6DB98DC5}"/>
              </a:ext>
            </a:extLst>
          </p:cNvPr>
          <p:cNvSpPr>
            <a:spLocks noGrp="1"/>
          </p:cNvSpPr>
          <p:nvPr>
            <p:ph type="body" sz="quarter" idx="20" hasCustomPrompt="1"/>
          </p:nvPr>
        </p:nvSpPr>
        <p:spPr>
          <a:xfrm>
            <a:off x="424974" y="5134453"/>
            <a:ext cx="5518627" cy="365125"/>
          </a:xfrm>
          <a:prstGeom prst="rect">
            <a:avLst/>
          </a:prstGeom>
          <a:noFill/>
        </p:spPr>
        <p:txBody>
          <a:bodyPr lIns="0" tIns="0" rIns="0" bIns="0">
            <a:noAutofit/>
          </a:bodyPr>
          <a:lstStyle>
            <a:lvl1pPr marL="0" indent="0">
              <a:lnSpc>
                <a:spcPct val="120000"/>
              </a:lnSpc>
              <a:buFontTx/>
              <a:buNone/>
              <a:defRPr sz="2000" b="0">
                <a:solidFill>
                  <a:schemeClr val="bg1"/>
                </a:solidFill>
                <a:latin typeface="Century Gothic" panose="020B0502020202020204" pitchFamily="34" charset="0"/>
                <a:cs typeface="Arial" panose="020B0604020202020204" pitchFamily="34" charset="0"/>
              </a:defRPr>
            </a:lvl1pPr>
          </a:lstStyle>
          <a:p>
            <a:pPr lvl="0"/>
            <a:r>
              <a:rPr lang="en-US" dirty="0"/>
              <a:t>Short subheading here – one line only</a:t>
            </a:r>
          </a:p>
        </p:txBody>
      </p:sp>
      <p:pic>
        <p:nvPicPr>
          <p:cNvPr id="28" name="Picture 27">
            <a:extLst>
              <a:ext uri="{FF2B5EF4-FFF2-40B4-BE49-F238E27FC236}">
                <a16:creationId xmlns:a16="http://schemas.microsoft.com/office/drawing/2014/main" id="{FD730922-0B95-866E-6E64-ACDE3ADD349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4974" y="501650"/>
            <a:ext cx="1744051" cy="1049337"/>
          </a:xfrm>
          <a:prstGeom prst="rect">
            <a:avLst/>
          </a:prstGeom>
        </p:spPr>
      </p:pic>
    </p:spTree>
    <p:extLst>
      <p:ext uri="{BB962C8B-B14F-4D97-AF65-F5344CB8AC3E}">
        <p14:creationId xmlns:p14="http://schemas.microsoft.com/office/powerpoint/2010/main" val="848473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chemeClr val="bg2"/>
        </a:solidFill>
        <a:effectLst/>
      </p:bgPr>
    </p:bg>
    <p:spTree>
      <p:nvGrpSpPr>
        <p:cNvPr id="1" name=""/>
        <p:cNvGrpSpPr/>
        <p:nvPr/>
      </p:nvGrpSpPr>
      <p:grpSpPr>
        <a:xfrm>
          <a:off x="0" y="0"/>
          <a:ext cx="0" cy="0"/>
          <a:chOff x="0" y="0"/>
          <a:chExt cx="0" cy="0"/>
        </a:xfrm>
      </p:grpSpPr>
      <p:pic>
        <p:nvPicPr>
          <p:cNvPr id="2" name="Picture 1" descr="A green and white striped flag&#10;&#10;Description automatically generated with low confidence">
            <a:extLst>
              <a:ext uri="{FF2B5EF4-FFF2-40B4-BE49-F238E27FC236}">
                <a16:creationId xmlns:a16="http://schemas.microsoft.com/office/drawing/2014/main" id="{20AB46B2-9BEA-27DB-CF18-C59B6556175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4974" y="496721"/>
            <a:ext cx="1733050" cy="1042719"/>
          </a:xfrm>
          <a:prstGeom prst="rect">
            <a:avLst/>
          </a:prstGeom>
        </p:spPr>
      </p:pic>
      <p:sp>
        <p:nvSpPr>
          <p:cNvPr id="6" name="Slide Number Placeholder 5">
            <a:extLst>
              <a:ext uri="{FF2B5EF4-FFF2-40B4-BE49-F238E27FC236}">
                <a16:creationId xmlns:a16="http://schemas.microsoft.com/office/drawing/2014/main" id="{17EE730E-8925-1E41-3E22-CC4DDE2B2167}"/>
              </a:ext>
            </a:extLst>
          </p:cNvPr>
          <p:cNvSpPr>
            <a:spLocks noGrp="1"/>
          </p:cNvSpPr>
          <p:nvPr>
            <p:ph type="sldNum" sz="quarter" idx="12"/>
          </p:nvPr>
        </p:nvSpPr>
        <p:spPr/>
        <p:txBody>
          <a:bodyPr/>
          <a:lstStyle>
            <a:lvl1pPr>
              <a:defRPr>
                <a:solidFill>
                  <a:schemeClr val="tx2"/>
                </a:solidFill>
              </a:defRPr>
            </a:lvl1pPr>
          </a:lstStyle>
          <a:p>
            <a:fld id="{EED4F224-E88B-A44E-95C1-82CB97C9A2DF}" type="slidenum">
              <a:rPr lang="en-US" smtClean="0"/>
              <a:pPr/>
              <a:t>‹#›</a:t>
            </a:fld>
            <a:endParaRPr lang="en-US" dirty="0"/>
          </a:p>
        </p:txBody>
      </p:sp>
      <p:sp>
        <p:nvSpPr>
          <p:cNvPr id="18" name="Picture Placeholder 4">
            <a:extLst>
              <a:ext uri="{FF2B5EF4-FFF2-40B4-BE49-F238E27FC236}">
                <a16:creationId xmlns:a16="http://schemas.microsoft.com/office/drawing/2014/main" id="{FD9D4AD6-4B82-2F3A-E939-B77A73DD85D7}"/>
              </a:ext>
            </a:extLst>
          </p:cNvPr>
          <p:cNvSpPr>
            <a:spLocks noGrp="1"/>
          </p:cNvSpPr>
          <p:nvPr>
            <p:ph type="pic" sz="quarter" idx="21"/>
          </p:nvPr>
        </p:nvSpPr>
        <p:spPr>
          <a:xfrm>
            <a:off x="7391400" y="9525"/>
            <a:ext cx="4800600" cy="6838950"/>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14" name="Title 1">
            <a:extLst>
              <a:ext uri="{FF2B5EF4-FFF2-40B4-BE49-F238E27FC236}">
                <a16:creationId xmlns:a16="http://schemas.microsoft.com/office/drawing/2014/main" id="{233D63CF-D641-579E-E29F-DBAEDC4711F0}"/>
              </a:ext>
            </a:extLst>
          </p:cNvPr>
          <p:cNvSpPr>
            <a:spLocks noGrp="1"/>
          </p:cNvSpPr>
          <p:nvPr>
            <p:ph type="ctrTitle" hasCustomPrompt="1"/>
          </p:nvPr>
        </p:nvSpPr>
        <p:spPr>
          <a:xfrm>
            <a:off x="272574" y="2062641"/>
            <a:ext cx="5498379" cy="2387600"/>
          </a:xfrm>
        </p:spPr>
        <p:txBody>
          <a:bodyPr anchor="t">
            <a:noAutofit/>
          </a:bodyPr>
          <a:lstStyle>
            <a:lvl1pPr algn="l">
              <a:defRPr sz="7200">
                <a:solidFill>
                  <a:schemeClr val="tx2"/>
                </a:solidFill>
              </a:defRPr>
            </a:lvl1pPr>
          </a:lstStyle>
          <a:p>
            <a:r>
              <a:rPr lang="en-GB" dirty="0"/>
              <a:t>DIVIDER TITLE GOES HERE</a:t>
            </a:r>
            <a:endParaRPr lang="en-US" dirty="0"/>
          </a:p>
        </p:txBody>
      </p:sp>
      <p:sp>
        <p:nvSpPr>
          <p:cNvPr id="19" name="Text Placeholder 16">
            <a:extLst>
              <a:ext uri="{FF2B5EF4-FFF2-40B4-BE49-F238E27FC236}">
                <a16:creationId xmlns:a16="http://schemas.microsoft.com/office/drawing/2014/main" id="{B8963317-E8C3-FAEA-3200-ECCB6DB98DC5}"/>
              </a:ext>
            </a:extLst>
          </p:cNvPr>
          <p:cNvSpPr>
            <a:spLocks noGrp="1"/>
          </p:cNvSpPr>
          <p:nvPr>
            <p:ph type="body" sz="quarter" idx="20" hasCustomPrompt="1"/>
          </p:nvPr>
        </p:nvSpPr>
        <p:spPr>
          <a:xfrm>
            <a:off x="424974" y="5134453"/>
            <a:ext cx="5518627" cy="365125"/>
          </a:xfrm>
          <a:prstGeom prst="rect">
            <a:avLst/>
          </a:prstGeom>
          <a:noFill/>
        </p:spPr>
        <p:txBody>
          <a:bodyPr lIns="0" tIns="0" rIns="0" bIns="0">
            <a:noAutofit/>
          </a:bodyPr>
          <a:lstStyle>
            <a:lvl1pPr marL="0" indent="0">
              <a:lnSpc>
                <a:spcPct val="120000"/>
              </a:lnSpc>
              <a:buFontTx/>
              <a:buNone/>
              <a:defRPr sz="2000" b="0">
                <a:solidFill>
                  <a:schemeClr val="tx2"/>
                </a:solidFill>
                <a:latin typeface="Century Gothic" panose="020B0502020202020204" pitchFamily="34" charset="0"/>
                <a:cs typeface="Arial" panose="020B0604020202020204" pitchFamily="34" charset="0"/>
              </a:defRPr>
            </a:lvl1pPr>
          </a:lstStyle>
          <a:p>
            <a:pPr lvl="0"/>
            <a:r>
              <a:rPr lang="en-US" dirty="0"/>
              <a:t>Short subheading here – one line only</a:t>
            </a:r>
          </a:p>
        </p:txBody>
      </p:sp>
    </p:spTree>
    <p:extLst>
      <p:ext uri="{BB962C8B-B14F-4D97-AF65-F5344CB8AC3E}">
        <p14:creationId xmlns:p14="http://schemas.microsoft.com/office/powerpoint/2010/main" val="34778321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25487A8-4E5E-E747-76C3-510894A3EB4A}"/>
              </a:ext>
            </a:extLst>
          </p:cNvPr>
          <p:cNvSpPr>
            <a:spLocks noGrp="1"/>
          </p:cNvSpPr>
          <p:nvPr>
            <p:ph type="pic" sz="quarter" idx="21"/>
          </p:nvPr>
        </p:nvSpPr>
        <p:spPr>
          <a:xfrm>
            <a:off x="6096000" y="9525"/>
            <a:ext cx="6096000" cy="6838950"/>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12" name="Slide Number Placeholder 5">
            <a:extLst>
              <a:ext uri="{FF2B5EF4-FFF2-40B4-BE49-F238E27FC236}">
                <a16:creationId xmlns:a16="http://schemas.microsoft.com/office/drawing/2014/main" id="{DF3DEEAE-AC9A-C695-7041-224F4CE32DCF}"/>
              </a:ext>
            </a:extLst>
          </p:cNvPr>
          <p:cNvSpPr>
            <a:spLocks noGrp="1"/>
          </p:cNvSpPr>
          <p:nvPr>
            <p:ph type="sldNum" sz="quarter" idx="4"/>
          </p:nvPr>
        </p:nvSpPr>
        <p:spPr>
          <a:xfrm>
            <a:off x="4746527" y="6356350"/>
            <a:ext cx="2347416" cy="365125"/>
          </a:xfrm>
          <a:prstGeom prst="rect">
            <a:avLst/>
          </a:prstGeom>
        </p:spPr>
        <p:txBody>
          <a:bodyPr vert="horz" lIns="91440" tIns="45720" rIns="91440" bIns="45720" rtlCol="0" anchor="ctr"/>
          <a:lstStyle>
            <a:lvl1pPr algn="ctr">
              <a:defRPr sz="800" b="1">
                <a:solidFill>
                  <a:schemeClr val="tx2"/>
                </a:solidFill>
                <a:latin typeface="Century Gothic" panose="020B0502020202020204" pitchFamily="34" charset="0"/>
              </a:defRPr>
            </a:lvl1pPr>
          </a:lstStyle>
          <a:p>
            <a:fld id="{EED4F224-E88B-A44E-95C1-82CB97C9A2DF}" type="slidenum">
              <a:rPr lang="en-US" smtClean="0"/>
              <a:pPr/>
              <a:t>‹#›</a:t>
            </a:fld>
            <a:endParaRPr lang="en-US" dirty="0"/>
          </a:p>
        </p:txBody>
      </p:sp>
      <p:sp>
        <p:nvSpPr>
          <p:cNvPr id="13" name="Title 1">
            <a:extLst>
              <a:ext uri="{FF2B5EF4-FFF2-40B4-BE49-F238E27FC236}">
                <a16:creationId xmlns:a16="http://schemas.microsoft.com/office/drawing/2014/main" id="{2B59CE74-1C54-D44C-F820-51ADB8B75849}"/>
              </a:ext>
            </a:extLst>
          </p:cNvPr>
          <p:cNvSpPr>
            <a:spLocks noGrp="1"/>
          </p:cNvSpPr>
          <p:nvPr>
            <p:ph type="title" hasCustomPrompt="1"/>
          </p:nvPr>
        </p:nvSpPr>
        <p:spPr>
          <a:xfrm>
            <a:off x="327991" y="323882"/>
            <a:ext cx="5768009"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14" name="Text Placeholder 16">
            <a:extLst>
              <a:ext uri="{FF2B5EF4-FFF2-40B4-BE49-F238E27FC236}">
                <a16:creationId xmlns:a16="http://schemas.microsoft.com/office/drawing/2014/main" id="{BE79CA37-1DE2-5E8C-E6F1-65DABEBF4F79}"/>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pic>
        <p:nvPicPr>
          <p:cNvPr id="15" name="Picture 14">
            <a:extLst>
              <a:ext uri="{FF2B5EF4-FFF2-40B4-BE49-F238E27FC236}">
                <a16:creationId xmlns:a16="http://schemas.microsoft.com/office/drawing/2014/main" id="{AB5CF72D-05DC-CA76-08FD-25315F8165F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41285" y="6393980"/>
            <a:ext cx="522724" cy="314506"/>
          </a:xfrm>
          <a:prstGeom prst="rect">
            <a:avLst/>
          </a:prstGeom>
        </p:spPr>
      </p:pic>
      <p:sp>
        <p:nvSpPr>
          <p:cNvPr id="2" name="Footer Placeholder 4">
            <a:extLst>
              <a:ext uri="{FF2B5EF4-FFF2-40B4-BE49-F238E27FC236}">
                <a16:creationId xmlns:a16="http://schemas.microsoft.com/office/drawing/2014/main" id="{F24E04F2-0348-DEFE-6C7F-465896743F95}"/>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35468549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6D1594-2438-D674-E138-C0AE0C789C00}"/>
              </a:ext>
            </a:extLst>
          </p:cNvPr>
          <p:cNvSpPr/>
          <p:nvPr userDrawn="1"/>
        </p:nvSpPr>
        <p:spPr>
          <a:xfrm>
            <a:off x="6095998" y="0"/>
            <a:ext cx="609600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A540375D-AB50-F04E-8D8D-547F42AC393A}"/>
              </a:ext>
            </a:extLst>
          </p:cNvPr>
          <p:cNvSpPr>
            <a:spLocks noGrp="1"/>
          </p:cNvSpPr>
          <p:nvPr>
            <p:ph idx="1"/>
          </p:nvPr>
        </p:nvSpPr>
        <p:spPr>
          <a:xfrm>
            <a:off x="6423989" y="1825625"/>
            <a:ext cx="5518625" cy="435133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descr="A green and white striped flag&#10;&#10;Description automatically generated with low confidence">
            <a:extLst>
              <a:ext uri="{FF2B5EF4-FFF2-40B4-BE49-F238E27FC236}">
                <a16:creationId xmlns:a16="http://schemas.microsoft.com/office/drawing/2014/main" id="{467DB743-8F15-F883-9287-763A3ACF21D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13" name="Slide Number Placeholder 5">
            <a:extLst>
              <a:ext uri="{FF2B5EF4-FFF2-40B4-BE49-F238E27FC236}">
                <a16:creationId xmlns:a16="http://schemas.microsoft.com/office/drawing/2014/main" id="{A0E01AFB-CFCB-D841-167B-2CB6327CEA02}"/>
              </a:ext>
            </a:extLst>
          </p:cNvPr>
          <p:cNvSpPr>
            <a:spLocks noGrp="1"/>
          </p:cNvSpPr>
          <p:nvPr>
            <p:ph type="sldNum" sz="quarter" idx="4"/>
          </p:nvPr>
        </p:nvSpPr>
        <p:spPr>
          <a:xfrm>
            <a:off x="4746527" y="6356350"/>
            <a:ext cx="2347416" cy="365125"/>
          </a:xfrm>
          <a:prstGeom prst="rect">
            <a:avLst/>
          </a:prstGeom>
        </p:spPr>
        <p:txBody>
          <a:bodyPr vert="horz" lIns="91440" tIns="45720" rIns="91440" bIns="45720" rtlCol="0" anchor="ctr"/>
          <a:lstStyle>
            <a:lvl1pPr algn="ctr">
              <a:defRPr sz="800" b="1">
                <a:solidFill>
                  <a:schemeClr val="tx2"/>
                </a:solidFill>
                <a:latin typeface="Century Gothic" panose="020B0502020202020204" pitchFamily="34" charset="0"/>
              </a:defRPr>
            </a:lvl1pPr>
          </a:lstStyle>
          <a:p>
            <a:fld id="{EED4F224-E88B-A44E-95C1-82CB97C9A2DF}" type="slidenum">
              <a:rPr lang="en-US" smtClean="0"/>
              <a:pPr/>
              <a:t>‹#›</a:t>
            </a:fld>
            <a:endParaRPr lang="en-US" dirty="0"/>
          </a:p>
        </p:txBody>
      </p:sp>
      <p:sp>
        <p:nvSpPr>
          <p:cNvPr id="14" name="Title 1">
            <a:extLst>
              <a:ext uri="{FF2B5EF4-FFF2-40B4-BE49-F238E27FC236}">
                <a16:creationId xmlns:a16="http://schemas.microsoft.com/office/drawing/2014/main" id="{D9FB5EA0-AB9C-6A72-7321-3C95AAA26A4A}"/>
              </a:ext>
            </a:extLst>
          </p:cNvPr>
          <p:cNvSpPr>
            <a:spLocks noGrp="1"/>
          </p:cNvSpPr>
          <p:nvPr>
            <p:ph type="title" hasCustomPrompt="1"/>
          </p:nvPr>
        </p:nvSpPr>
        <p:spPr>
          <a:xfrm>
            <a:off x="327991" y="323882"/>
            <a:ext cx="5768009"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15" name="Text Placeholder 16">
            <a:extLst>
              <a:ext uri="{FF2B5EF4-FFF2-40B4-BE49-F238E27FC236}">
                <a16:creationId xmlns:a16="http://schemas.microsoft.com/office/drawing/2014/main" id="{F447AE7F-1C0E-5538-9216-2DA4C320F49F}"/>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2" name="Footer Placeholder 4">
            <a:extLst>
              <a:ext uri="{FF2B5EF4-FFF2-40B4-BE49-F238E27FC236}">
                <a16:creationId xmlns:a16="http://schemas.microsoft.com/office/drawing/2014/main" id="{532CFB76-3076-C9E8-C702-AE5161A32BFC}"/>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1224158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6D1594-2438-D674-E138-C0AE0C789C00}"/>
              </a:ext>
            </a:extLst>
          </p:cNvPr>
          <p:cNvSpPr/>
          <p:nvPr userDrawn="1"/>
        </p:nvSpPr>
        <p:spPr>
          <a:xfrm>
            <a:off x="6095998" y="0"/>
            <a:ext cx="609600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A540375D-AB50-F04E-8D8D-547F42AC393A}"/>
              </a:ext>
            </a:extLst>
          </p:cNvPr>
          <p:cNvSpPr>
            <a:spLocks noGrp="1"/>
          </p:cNvSpPr>
          <p:nvPr>
            <p:ph idx="1"/>
          </p:nvPr>
        </p:nvSpPr>
        <p:spPr>
          <a:xfrm>
            <a:off x="6423989" y="1825625"/>
            <a:ext cx="5518625" cy="435133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descr="A green and white striped flag&#10;&#10;Description automatically generated with low confidence">
            <a:extLst>
              <a:ext uri="{FF2B5EF4-FFF2-40B4-BE49-F238E27FC236}">
                <a16:creationId xmlns:a16="http://schemas.microsoft.com/office/drawing/2014/main" id="{467DB743-8F15-F883-9287-763A3ACF21D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8" name="Slide Number Placeholder 5">
            <a:extLst>
              <a:ext uri="{FF2B5EF4-FFF2-40B4-BE49-F238E27FC236}">
                <a16:creationId xmlns:a16="http://schemas.microsoft.com/office/drawing/2014/main" id="{2EB37023-7A83-8C6B-0B2A-FD485F67A723}"/>
              </a:ext>
            </a:extLst>
          </p:cNvPr>
          <p:cNvSpPr>
            <a:spLocks noGrp="1"/>
          </p:cNvSpPr>
          <p:nvPr>
            <p:ph type="sldNum" sz="quarter" idx="4"/>
          </p:nvPr>
        </p:nvSpPr>
        <p:spPr>
          <a:xfrm>
            <a:off x="4746527" y="6356350"/>
            <a:ext cx="2347416" cy="365125"/>
          </a:xfrm>
          <a:prstGeom prst="rect">
            <a:avLst/>
          </a:prstGeom>
        </p:spPr>
        <p:txBody>
          <a:bodyPr vert="horz" lIns="91440" tIns="45720" rIns="91440" bIns="45720" rtlCol="0" anchor="ctr"/>
          <a:lstStyle>
            <a:lvl1pPr algn="ctr">
              <a:defRPr sz="800" b="1">
                <a:solidFill>
                  <a:schemeClr val="tx2"/>
                </a:solidFill>
                <a:latin typeface="Century Gothic" panose="020B0502020202020204" pitchFamily="34" charset="0"/>
              </a:defRPr>
            </a:lvl1pPr>
          </a:lstStyle>
          <a:p>
            <a:fld id="{EED4F224-E88B-A44E-95C1-82CB97C9A2DF}" type="slidenum">
              <a:rPr lang="en-US" smtClean="0"/>
              <a:pPr/>
              <a:t>‹#›</a:t>
            </a:fld>
            <a:endParaRPr lang="en-US" dirty="0"/>
          </a:p>
        </p:txBody>
      </p:sp>
      <p:sp>
        <p:nvSpPr>
          <p:cNvPr id="13" name="Title 1">
            <a:extLst>
              <a:ext uri="{FF2B5EF4-FFF2-40B4-BE49-F238E27FC236}">
                <a16:creationId xmlns:a16="http://schemas.microsoft.com/office/drawing/2014/main" id="{84B02039-2D5F-803D-C5AF-81EB87B29820}"/>
              </a:ext>
            </a:extLst>
          </p:cNvPr>
          <p:cNvSpPr>
            <a:spLocks noGrp="1"/>
          </p:cNvSpPr>
          <p:nvPr>
            <p:ph type="title" hasCustomPrompt="1"/>
          </p:nvPr>
        </p:nvSpPr>
        <p:spPr>
          <a:xfrm>
            <a:off x="327991" y="323882"/>
            <a:ext cx="5768009"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14" name="Text Placeholder 16">
            <a:extLst>
              <a:ext uri="{FF2B5EF4-FFF2-40B4-BE49-F238E27FC236}">
                <a16:creationId xmlns:a16="http://schemas.microsoft.com/office/drawing/2014/main" id="{05E7477D-8EAB-9BEF-6A45-2189977E9FA8}"/>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2" name="Footer Placeholder 4">
            <a:extLst>
              <a:ext uri="{FF2B5EF4-FFF2-40B4-BE49-F238E27FC236}">
                <a16:creationId xmlns:a16="http://schemas.microsoft.com/office/drawing/2014/main" id="{8A6126BD-1CD8-5A1A-2BDA-5AC42923FCAC}"/>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31952631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6D1594-2438-D674-E138-C0AE0C789C00}"/>
              </a:ext>
            </a:extLst>
          </p:cNvPr>
          <p:cNvSpPr/>
          <p:nvPr userDrawn="1"/>
        </p:nvSpPr>
        <p:spPr>
          <a:xfrm>
            <a:off x="6095998" y="0"/>
            <a:ext cx="609600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A540375D-AB50-F04E-8D8D-547F42AC393A}"/>
              </a:ext>
            </a:extLst>
          </p:cNvPr>
          <p:cNvSpPr>
            <a:spLocks noGrp="1"/>
          </p:cNvSpPr>
          <p:nvPr>
            <p:ph idx="1"/>
          </p:nvPr>
        </p:nvSpPr>
        <p:spPr>
          <a:xfrm>
            <a:off x="6423989" y="1825625"/>
            <a:ext cx="5518625" cy="435133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descr="A green and white striped flag&#10;&#10;Description automatically generated with low confidence">
            <a:extLst>
              <a:ext uri="{FF2B5EF4-FFF2-40B4-BE49-F238E27FC236}">
                <a16:creationId xmlns:a16="http://schemas.microsoft.com/office/drawing/2014/main" id="{467DB743-8F15-F883-9287-763A3ACF21D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7" name="Slide Number Placeholder 5">
            <a:extLst>
              <a:ext uri="{FF2B5EF4-FFF2-40B4-BE49-F238E27FC236}">
                <a16:creationId xmlns:a16="http://schemas.microsoft.com/office/drawing/2014/main" id="{0F12F6D7-AA49-EC09-7000-66DA3C630465}"/>
              </a:ext>
            </a:extLst>
          </p:cNvPr>
          <p:cNvSpPr>
            <a:spLocks noGrp="1"/>
          </p:cNvSpPr>
          <p:nvPr>
            <p:ph type="sldNum" sz="quarter" idx="4"/>
          </p:nvPr>
        </p:nvSpPr>
        <p:spPr>
          <a:xfrm>
            <a:off x="4746527" y="6356350"/>
            <a:ext cx="2347416" cy="365125"/>
          </a:xfrm>
          <a:prstGeom prst="rect">
            <a:avLst/>
          </a:prstGeom>
        </p:spPr>
        <p:txBody>
          <a:bodyPr vert="horz" lIns="91440" tIns="45720" rIns="91440" bIns="45720" rtlCol="0" anchor="ctr"/>
          <a:lstStyle>
            <a:lvl1pPr algn="ctr">
              <a:defRPr sz="800" b="1">
                <a:solidFill>
                  <a:schemeClr val="tx2"/>
                </a:solidFill>
                <a:latin typeface="Century Gothic" panose="020B0502020202020204" pitchFamily="34" charset="0"/>
              </a:defRPr>
            </a:lvl1pPr>
          </a:lstStyle>
          <a:p>
            <a:fld id="{EED4F224-E88B-A44E-95C1-82CB97C9A2DF}" type="slidenum">
              <a:rPr lang="en-US" smtClean="0"/>
              <a:pPr/>
              <a:t>‹#›</a:t>
            </a:fld>
            <a:endParaRPr lang="en-US" dirty="0"/>
          </a:p>
        </p:txBody>
      </p:sp>
      <p:sp>
        <p:nvSpPr>
          <p:cNvPr id="14" name="Title 1">
            <a:extLst>
              <a:ext uri="{FF2B5EF4-FFF2-40B4-BE49-F238E27FC236}">
                <a16:creationId xmlns:a16="http://schemas.microsoft.com/office/drawing/2014/main" id="{41BCAC71-E262-2664-78BA-FFDBB55A0624}"/>
              </a:ext>
            </a:extLst>
          </p:cNvPr>
          <p:cNvSpPr>
            <a:spLocks noGrp="1"/>
          </p:cNvSpPr>
          <p:nvPr>
            <p:ph type="title" hasCustomPrompt="1"/>
          </p:nvPr>
        </p:nvSpPr>
        <p:spPr>
          <a:xfrm>
            <a:off x="327991" y="323882"/>
            <a:ext cx="5614161"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15" name="Text Placeholder 16">
            <a:extLst>
              <a:ext uri="{FF2B5EF4-FFF2-40B4-BE49-F238E27FC236}">
                <a16:creationId xmlns:a16="http://schemas.microsoft.com/office/drawing/2014/main" id="{3DE2A689-9C26-4911-3082-44DEE867C37C}"/>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2" name="Footer Placeholder 4">
            <a:extLst>
              <a:ext uri="{FF2B5EF4-FFF2-40B4-BE49-F238E27FC236}">
                <a16:creationId xmlns:a16="http://schemas.microsoft.com/office/drawing/2014/main" id="{176C260D-02DA-37DE-54B2-ECE70BA65FDB}"/>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9084827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25487A8-4E5E-E747-76C3-510894A3EB4A}"/>
              </a:ext>
            </a:extLst>
          </p:cNvPr>
          <p:cNvSpPr>
            <a:spLocks noGrp="1"/>
          </p:cNvSpPr>
          <p:nvPr>
            <p:ph type="pic" sz="quarter" idx="21" hasCustomPrompt="1"/>
          </p:nvPr>
        </p:nvSpPr>
        <p:spPr>
          <a:xfrm>
            <a:off x="0" y="9525"/>
            <a:ext cx="6096000" cy="6838950"/>
          </a:xfrm>
          <a:prstGeom prst="rect">
            <a:avLst/>
          </a:prstGeom>
          <a:solidFill>
            <a:schemeClr val="tx1">
              <a:lumMod val="50000"/>
              <a:lumOff val="50000"/>
            </a:schemeClr>
          </a:solidFill>
        </p:spPr>
        <p:txBody>
          <a:bodyPr anchor="ctr"/>
          <a:lstStyle>
            <a:lvl1pPr algn="ctr">
              <a:defRPr/>
            </a:lvl1pPr>
          </a:lstStyle>
          <a:p>
            <a:r>
              <a:rPr lang="en-AU" dirty="0"/>
              <a:t>z</a:t>
            </a:r>
          </a:p>
        </p:txBody>
      </p:sp>
      <p:sp>
        <p:nvSpPr>
          <p:cNvPr id="6" name="Slide Number Placeholder 5">
            <a:extLst>
              <a:ext uri="{FF2B5EF4-FFF2-40B4-BE49-F238E27FC236}">
                <a16:creationId xmlns:a16="http://schemas.microsoft.com/office/drawing/2014/main" id="{1B54D773-F612-79C6-C497-E35D60A44C5E}"/>
              </a:ext>
            </a:extLst>
          </p:cNvPr>
          <p:cNvSpPr>
            <a:spLocks noGrp="1"/>
          </p:cNvSpPr>
          <p:nvPr>
            <p:ph type="sldNum" sz="quarter" idx="4"/>
          </p:nvPr>
        </p:nvSpPr>
        <p:spPr>
          <a:xfrm>
            <a:off x="5074074" y="6356350"/>
            <a:ext cx="2347416" cy="365125"/>
          </a:xfrm>
          <a:prstGeom prst="rect">
            <a:avLst/>
          </a:prstGeom>
        </p:spPr>
        <p:txBody>
          <a:bodyPr vert="horz" lIns="91440" tIns="45720" rIns="91440" bIns="45720" rtlCol="0" anchor="ctr"/>
          <a:lstStyle>
            <a:lvl1pPr algn="ctr">
              <a:defRPr sz="800" b="1">
                <a:solidFill>
                  <a:schemeClr val="tx2"/>
                </a:solidFill>
                <a:latin typeface="Century Gothic" panose="020B0502020202020204" pitchFamily="34" charset="0"/>
              </a:defRPr>
            </a:lvl1pPr>
          </a:lstStyle>
          <a:p>
            <a:fld id="{EED4F224-E88B-A44E-95C1-82CB97C9A2DF}" type="slidenum">
              <a:rPr lang="en-US" smtClean="0"/>
              <a:pPr/>
              <a:t>‹#›</a:t>
            </a:fld>
            <a:endParaRPr lang="en-US" dirty="0"/>
          </a:p>
        </p:txBody>
      </p:sp>
      <p:sp>
        <p:nvSpPr>
          <p:cNvPr id="11" name="Text Placeholder 16">
            <a:extLst>
              <a:ext uri="{FF2B5EF4-FFF2-40B4-BE49-F238E27FC236}">
                <a16:creationId xmlns:a16="http://schemas.microsoft.com/office/drawing/2014/main" id="{9CA793C6-F9CB-724F-FBE7-E62863FF08D9}"/>
              </a:ext>
            </a:extLst>
          </p:cNvPr>
          <p:cNvSpPr>
            <a:spLocks noGrp="1"/>
          </p:cNvSpPr>
          <p:nvPr>
            <p:ph type="body" sz="quarter" idx="20" hasCustomPrompt="1"/>
          </p:nvPr>
        </p:nvSpPr>
        <p:spPr>
          <a:xfrm>
            <a:off x="6414892"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12" name="Title 1">
            <a:extLst>
              <a:ext uri="{FF2B5EF4-FFF2-40B4-BE49-F238E27FC236}">
                <a16:creationId xmlns:a16="http://schemas.microsoft.com/office/drawing/2014/main" id="{27B77962-B27C-EA4F-C93E-61046E15D26F}"/>
              </a:ext>
            </a:extLst>
          </p:cNvPr>
          <p:cNvSpPr>
            <a:spLocks noGrp="1"/>
          </p:cNvSpPr>
          <p:nvPr>
            <p:ph type="title" hasCustomPrompt="1"/>
          </p:nvPr>
        </p:nvSpPr>
        <p:spPr>
          <a:xfrm>
            <a:off x="6319358" y="323882"/>
            <a:ext cx="5614161"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2" name="Footer Placeholder 4">
            <a:extLst>
              <a:ext uri="{FF2B5EF4-FFF2-40B4-BE49-F238E27FC236}">
                <a16:creationId xmlns:a16="http://schemas.microsoft.com/office/drawing/2014/main" id="{E21985A5-8327-2520-E37C-6F63253EA91D}"/>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42771411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DBF132E-7191-0809-D6EB-91CC5B24203E}"/>
              </a:ext>
            </a:extLst>
          </p:cNvPr>
          <p:cNvSpPr/>
          <p:nvPr userDrawn="1"/>
        </p:nvSpPr>
        <p:spPr>
          <a:xfrm>
            <a:off x="6467474" y="0"/>
            <a:ext cx="5724526" cy="6848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8">
            <a:extLst>
              <a:ext uri="{FF2B5EF4-FFF2-40B4-BE49-F238E27FC236}">
                <a16:creationId xmlns:a16="http://schemas.microsoft.com/office/drawing/2014/main" id="{D4573F6A-6923-15DD-6AB9-C3C6E0FFBF45}"/>
              </a:ext>
            </a:extLst>
          </p:cNvPr>
          <p:cNvSpPr>
            <a:spLocks noGrp="1"/>
          </p:cNvSpPr>
          <p:nvPr>
            <p:ph type="body" sz="quarter" idx="21" hasCustomPrompt="1"/>
          </p:nvPr>
        </p:nvSpPr>
        <p:spPr>
          <a:xfrm>
            <a:off x="6467474" y="2258331"/>
            <a:ext cx="5724526" cy="1818752"/>
          </a:xfrm>
          <a:prstGeom prst="rect">
            <a:avLst/>
          </a:prstGeom>
        </p:spPr>
        <p:txBody>
          <a:bodyPr lIns="0" tIns="0" rIns="0" bIns="0">
            <a:noAutofit/>
          </a:bodyPr>
          <a:lstStyle>
            <a:lvl1pPr marL="0" indent="0" algn="ctr">
              <a:buFontTx/>
              <a:buNone/>
              <a:defRPr sz="13800" b="1">
                <a:solidFill>
                  <a:schemeClr val="tx2"/>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97%</a:t>
            </a:r>
            <a:endParaRPr lang="en-AU" dirty="0"/>
          </a:p>
        </p:txBody>
      </p:sp>
      <p:sp>
        <p:nvSpPr>
          <p:cNvPr id="8" name="Text Placeholder 10">
            <a:extLst>
              <a:ext uri="{FF2B5EF4-FFF2-40B4-BE49-F238E27FC236}">
                <a16:creationId xmlns:a16="http://schemas.microsoft.com/office/drawing/2014/main" id="{82A52B78-29DD-0EBE-3089-59DE65E7C780}"/>
              </a:ext>
            </a:extLst>
          </p:cNvPr>
          <p:cNvSpPr>
            <a:spLocks noGrp="1"/>
          </p:cNvSpPr>
          <p:nvPr>
            <p:ph type="body" sz="quarter" idx="22"/>
          </p:nvPr>
        </p:nvSpPr>
        <p:spPr>
          <a:xfrm>
            <a:off x="6467475" y="4192970"/>
            <a:ext cx="5724525" cy="365125"/>
          </a:xfrm>
          <a:prstGeom prst="rect">
            <a:avLst/>
          </a:prstGeom>
        </p:spPr>
        <p:txBody>
          <a:bodyPr lIns="0" tIns="0" rIns="0" bIns="0">
            <a:noAutofit/>
          </a:bodyPr>
          <a:lstStyle>
            <a:lvl1pPr marL="0" indent="0" algn="ctr">
              <a:lnSpc>
                <a:spcPct val="110000"/>
              </a:lnSpc>
              <a:buFontTx/>
              <a:buNone/>
              <a:defRPr b="1">
                <a:solidFill>
                  <a:schemeClr val="tx2"/>
                </a:solidFill>
              </a:defRPr>
            </a:lvl1pPr>
            <a:lvl2pPr marL="457200" indent="0" algn="ctr">
              <a:buFontTx/>
              <a:buNone/>
              <a:defRPr b="1">
                <a:solidFill>
                  <a:schemeClr val="bg1"/>
                </a:solidFill>
              </a:defRPr>
            </a:lvl2pPr>
            <a:lvl3pPr marL="914400" indent="0" algn="ctr">
              <a:buFontTx/>
              <a:buNone/>
              <a:defRPr b="1">
                <a:solidFill>
                  <a:schemeClr val="bg1"/>
                </a:solidFill>
              </a:defRPr>
            </a:lvl3pPr>
            <a:lvl4pPr marL="1371600" indent="0" algn="ctr">
              <a:buFontTx/>
              <a:buNone/>
              <a:defRPr b="1">
                <a:solidFill>
                  <a:schemeClr val="bg1"/>
                </a:solidFill>
              </a:defRPr>
            </a:lvl4pPr>
            <a:lvl5pPr marL="1828800" indent="0" algn="ctr">
              <a:buFontTx/>
              <a:buNone/>
              <a:defRPr b="1">
                <a:solidFill>
                  <a:schemeClr val="bg1"/>
                </a:solidFill>
              </a:defRPr>
            </a:lvl5pPr>
          </a:lstStyle>
          <a:p>
            <a:pPr lvl="0"/>
            <a:r>
              <a:rPr lang="en-US" dirty="0"/>
              <a:t>Click to edit Master text styles</a:t>
            </a:r>
            <a:endParaRPr lang="en-AU" dirty="0"/>
          </a:p>
        </p:txBody>
      </p:sp>
      <p:pic>
        <p:nvPicPr>
          <p:cNvPr id="15" name="Picture 14" descr="A green and white striped flag&#10;&#10;Description automatically generated with low confidence">
            <a:extLst>
              <a:ext uri="{FF2B5EF4-FFF2-40B4-BE49-F238E27FC236}">
                <a16:creationId xmlns:a16="http://schemas.microsoft.com/office/drawing/2014/main" id="{5554CDB5-AB7B-99AC-EC5A-F510FB4E962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18" name="Slide Number Placeholder 5">
            <a:extLst>
              <a:ext uri="{FF2B5EF4-FFF2-40B4-BE49-F238E27FC236}">
                <a16:creationId xmlns:a16="http://schemas.microsoft.com/office/drawing/2014/main" id="{1EB46FCB-5287-8A5D-A525-893158CF194D}"/>
              </a:ext>
            </a:extLst>
          </p:cNvPr>
          <p:cNvSpPr>
            <a:spLocks noGrp="1"/>
          </p:cNvSpPr>
          <p:nvPr>
            <p:ph type="sldNum" sz="quarter" idx="12"/>
          </p:nvPr>
        </p:nvSpPr>
        <p:spPr>
          <a:xfrm>
            <a:off x="4923948" y="6356350"/>
            <a:ext cx="2347416" cy="365125"/>
          </a:xfrm>
        </p:spPr>
        <p:txBody>
          <a:bodyPr/>
          <a:lstStyle/>
          <a:p>
            <a:fld id="{EED4F224-E88B-A44E-95C1-82CB97C9A2DF}" type="slidenum">
              <a:rPr lang="en-US" smtClean="0"/>
              <a:t>‹#›</a:t>
            </a:fld>
            <a:endParaRPr lang="en-US"/>
          </a:p>
        </p:txBody>
      </p:sp>
      <p:sp>
        <p:nvSpPr>
          <p:cNvPr id="19" name="Title 1">
            <a:extLst>
              <a:ext uri="{FF2B5EF4-FFF2-40B4-BE49-F238E27FC236}">
                <a16:creationId xmlns:a16="http://schemas.microsoft.com/office/drawing/2014/main" id="{70ECA687-8C64-0B55-E2E4-7E3BC74E2C9E}"/>
              </a:ext>
            </a:extLst>
          </p:cNvPr>
          <p:cNvSpPr>
            <a:spLocks noGrp="1"/>
          </p:cNvSpPr>
          <p:nvPr>
            <p:ph type="title" hasCustomPrompt="1"/>
          </p:nvPr>
        </p:nvSpPr>
        <p:spPr>
          <a:xfrm>
            <a:off x="327991" y="323882"/>
            <a:ext cx="5768009"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20" name="Text Placeholder 16">
            <a:extLst>
              <a:ext uri="{FF2B5EF4-FFF2-40B4-BE49-F238E27FC236}">
                <a16:creationId xmlns:a16="http://schemas.microsoft.com/office/drawing/2014/main" id="{6609ECCD-7131-12A4-D474-44D926AF8CD1}"/>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4" name="Footer Placeholder 4">
            <a:extLst>
              <a:ext uri="{FF2B5EF4-FFF2-40B4-BE49-F238E27FC236}">
                <a16:creationId xmlns:a16="http://schemas.microsoft.com/office/drawing/2014/main" id="{39D31AB7-0BB4-749A-D33A-DFCFE64EA70E}"/>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5592978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15" name="Picture 14" descr="A green and white striped flag&#10;&#10;Description automatically generated with low confidence">
            <a:extLst>
              <a:ext uri="{FF2B5EF4-FFF2-40B4-BE49-F238E27FC236}">
                <a16:creationId xmlns:a16="http://schemas.microsoft.com/office/drawing/2014/main" id="{5554CDB5-AB7B-99AC-EC5A-F510FB4E962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18" name="Slide Number Placeholder 5">
            <a:extLst>
              <a:ext uri="{FF2B5EF4-FFF2-40B4-BE49-F238E27FC236}">
                <a16:creationId xmlns:a16="http://schemas.microsoft.com/office/drawing/2014/main" id="{1EB46FCB-5287-8A5D-A525-893158CF194D}"/>
              </a:ext>
            </a:extLst>
          </p:cNvPr>
          <p:cNvSpPr>
            <a:spLocks noGrp="1"/>
          </p:cNvSpPr>
          <p:nvPr>
            <p:ph type="sldNum" sz="quarter" idx="12"/>
          </p:nvPr>
        </p:nvSpPr>
        <p:spPr>
          <a:xfrm>
            <a:off x="4923948" y="6356350"/>
            <a:ext cx="2347416" cy="365125"/>
          </a:xfrm>
        </p:spPr>
        <p:txBody>
          <a:bodyPr/>
          <a:lstStyle/>
          <a:p>
            <a:fld id="{EED4F224-E88B-A44E-95C1-82CB97C9A2DF}" type="slidenum">
              <a:rPr lang="en-US" smtClean="0"/>
              <a:t>‹#›</a:t>
            </a:fld>
            <a:endParaRPr lang="en-US"/>
          </a:p>
        </p:txBody>
      </p:sp>
      <p:sp>
        <p:nvSpPr>
          <p:cNvPr id="19" name="Title 1">
            <a:extLst>
              <a:ext uri="{FF2B5EF4-FFF2-40B4-BE49-F238E27FC236}">
                <a16:creationId xmlns:a16="http://schemas.microsoft.com/office/drawing/2014/main" id="{70ECA687-8C64-0B55-E2E4-7E3BC74E2C9E}"/>
              </a:ext>
            </a:extLst>
          </p:cNvPr>
          <p:cNvSpPr>
            <a:spLocks noGrp="1"/>
          </p:cNvSpPr>
          <p:nvPr>
            <p:ph type="title" hasCustomPrompt="1"/>
          </p:nvPr>
        </p:nvSpPr>
        <p:spPr>
          <a:xfrm>
            <a:off x="327991" y="323882"/>
            <a:ext cx="5768009"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20" name="Text Placeholder 16">
            <a:extLst>
              <a:ext uri="{FF2B5EF4-FFF2-40B4-BE49-F238E27FC236}">
                <a16:creationId xmlns:a16="http://schemas.microsoft.com/office/drawing/2014/main" id="{6609ECCD-7131-12A4-D474-44D926AF8CD1}"/>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4" name="Footer Placeholder 4">
            <a:extLst>
              <a:ext uri="{FF2B5EF4-FFF2-40B4-BE49-F238E27FC236}">
                <a16:creationId xmlns:a16="http://schemas.microsoft.com/office/drawing/2014/main" id="{39D31AB7-0BB4-749A-D33A-DFCFE64EA70E}"/>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41427081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DBF132E-7191-0809-D6EB-91CC5B24203E}"/>
              </a:ext>
            </a:extLst>
          </p:cNvPr>
          <p:cNvSpPr/>
          <p:nvPr userDrawn="1"/>
        </p:nvSpPr>
        <p:spPr>
          <a:xfrm>
            <a:off x="6467474" y="0"/>
            <a:ext cx="5724526" cy="68484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3">
            <a:extLst>
              <a:ext uri="{FF2B5EF4-FFF2-40B4-BE49-F238E27FC236}">
                <a16:creationId xmlns:a16="http://schemas.microsoft.com/office/drawing/2014/main" id="{CBC566AF-81F7-D974-F16B-D1F7D209F39C}"/>
              </a:ext>
            </a:extLst>
          </p:cNvPr>
          <p:cNvSpPr>
            <a:spLocks noGrp="1"/>
          </p:cNvSpPr>
          <p:nvPr>
            <p:ph type="sldNum" sz="quarter" idx="12"/>
          </p:nvPr>
        </p:nvSpPr>
        <p:spPr/>
        <p:txBody>
          <a:bodyPr/>
          <a:lstStyle/>
          <a:p>
            <a:fld id="{EED4F224-E88B-A44E-95C1-82CB97C9A2DF}" type="slidenum">
              <a:rPr lang="en-US" smtClean="0"/>
              <a:t>‹#›</a:t>
            </a:fld>
            <a:endParaRPr lang="en-US"/>
          </a:p>
        </p:txBody>
      </p:sp>
      <p:pic>
        <p:nvPicPr>
          <p:cNvPr id="15" name="Picture 14" descr="A green and white striped flag&#10;&#10;Description automatically generated with low confidence">
            <a:extLst>
              <a:ext uri="{FF2B5EF4-FFF2-40B4-BE49-F238E27FC236}">
                <a16:creationId xmlns:a16="http://schemas.microsoft.com/office/drawing/2014/main" id="{5554CDB5-AB7B-99AC-EC5A-F510FB4E962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10" name="Text Placeholder 8">
            <a:extLst>
              <a:ext uri="{FF2B5EF4-FFF2-40B4-BE49-F238E27FC236}">
                <a16:creationId xmlns:a16="http://schemas.microsoft.com/office/drawing/2014/main" id="{95ACBB56-B685-0B11-E556-6FA99021E774}"/>
              </a:ext>
            </a:extLst>
          </p:cNvPr>
          <p:cNvSpPr>
            <a:spLocks noGrp="1"/>
          </p:cNvSpPr>
          <p:nvPr>
            <p:ph type="body" sz="quarter" idx="21" hasCustomPrompt="1"/>
          </p:nvPr>
        </p:nvSpPr>
        <p:spPr>
          <a:xfrm>
            <a:off x="6467474" y="2258331"/>
            <a:ext cx="5724526" cy="1818752"/>
          </a:xfrm>
          <a:prstGeom prst="rect">
            <a:avLst/>
          </a:prstGeom>
        </p:spPr>
        <p:txBody>
          <a:bodyPr lIns="0" tIns="0" rIns="0" bIns="0">
            <a:noAutofit/>
          </a:bodyPr>
          <a:lstStyle>
            <a:lvl1pPr marL="0" indent="0" algn="ctr">
              <a:buFontTx/>
              <a:buNone/>
              <a:defRPr sz="13800" b="1">
                <a:solidFill>
                  <a:schemeClr val="tx2"/>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97%</a:t>
            </a:r>
            <a:endParaRPr lang="en-AU" dirty="0"/>
          </a:p>
        </p:txBody>
      </p:sp>
      <p:sp>
        <p:nvSpPr>
          <p:cNvPr id="11" name="Text Placeholder 10">
            <a:extLst>
              <a:ext uri="{FF2B5EF4-FFF2-40B4-BE49-F238E27FC236}">
                <a16:creationId xmlns:a16="http://schemas.microsoft.com/office/drawing/2014/main" id="{7153DAEB-094C-C55C-7959-8EB253A8EB03}"/>
              </a:ext>
            </a:extLst>
          </p:cNvPr>
          <p:cNvSpPr>
            <a:spLocks noGrp="1"/>
          </p:cNvSpPr>
          <p:nvPr>
            <p:ph type="body" sz="quarter" idx="22"/>
          </p:nvPr>
        </p:nvSpPr>
        <p:spPr>
          <a:xfrm>
            <a:off x="6467475" y="4192970"/>
            <a:ext cx="5724525" cy="365125"/>
          </a:xfrm>
          <a:prstGeom prst="rect">
            <a:avLst/>
          </a:prstGeom>
        </p:spPr>
        <p:txBody>
          <a:bodyPr lIns="0" tIns="0" rIns="0" bIns="0">
            <a:noAutofit/>
          </a:bodyPr>
          <a:lstStyle>
            <a:lvl1pPr marL="0" indent="0" algn="ctr">
              <a:lnSpc>
                <a:spcPct val="110000"/>
              </a:lnSpc>
              <a:buFontTx/>
              <a:buNone/>
              <a:defRPr b="1">
                <a:solidFill>
                  <a:schemeClr val="tx2"/>
                </a:solidFill>
              </a:defRPr>
            </a:lvl1pPr>
            <a:lvl2pPr marL="457200" indent="0" algn="ctr">
              <a:buFontTx/>
              <a:buNone/>
              <a:defRPr b="1">
                <a:solidFill>
                  <a:schemeClr val="bg1"/>
                </a:solidFill>
              </a:defRPr>
            </a:lvl2pPr>
            <a:lvl3pPr marL="914400" indent="0" algn="ctr">
              <a:buFontTx/>
              <a:buNone/>
              <a:defRPr b="1">
                <a:solidFill>
                  <a:schemeClr val="bg1"/>
                </a:solidFill>
              </a:defRPr>
            </a:lvl3pPr>
            <a:lvl4pPr marL="1371600" indent="0" algn="ctr">
              <a:buFontTx/>
              <a:buNone/>
              <a:defRPr b="1">
                <a:solidFill>
                  <a:schemeClr val="bg1"/>
                </a:solidFill>
              </a:defRPr>
            </a:lvl4pPr>
            <a:lvl5pPr marL="1828800" indent="0" algn="ctr">
              <a:buFontTx/>
              <a:buNone/>
              <a:defRPr b="1">
                <a:solidFill>
                  <a:schemeClr val="bg1"/>
                </a:solidFill>
              </a:defRPr>
            </a:lvl5pPr>
          </a:lstStyle>
          <a:p>
            <a:pPr lvl="0"/>
            <a:r>
              <a:rPr lang="en-US" dirty="0"/>
              <a:t>Click to edit Master text styles</a:t>
            </a:r>
            <a:endParaRPr lang="en-AU" dirty="0"/>
          </a:p>
        </p:txBody>
      </p:sp>
      <p:sp>
        <p:nvSpPr>
          <p:cNvPr id="17" name="Title 1">
            <a:extLst>
              <a:ext uri="{FF2B5EF4-FFF2-40B4-BE49-F238E27FC236}">
                <a16:creationId xmlns:a16="http://schemas.microsoft.com/office/drawing/2014/main" id="{E617241B-32C4-7684-20B9-DE4687ADBCB9}"/>
              </a:ext>
            </a:extLst>
          </p:cNvPr>
          <p:cNvSpPr>
            <a:spLocks noGrp="1"/>
          </p:cNvSpPr>
          <p:nvPr>
            <p:ph type="title" hasCustomPrompt="1"/>
          </p:nvPr>
        </p:nvSpPr>
        <p:spPr>
          <a:xfrm>
            <a:off x="327991" y="323882"/>
            <a:ext cx="5768009"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18" name="Text Placeholder 16">
            <a:extLst>
              <a:ext uri="{FF2B5EF4-FFF2-40B4-BE49-F238E27FC236}">
                <a16:creationId xmlns:a16="http://schemas.microsoft.com/office/drawing/2014/main" id="{643BB8D1-6D65-3272-B309-69597B1299D3}"/>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5" name="Footer Placeholder 4">
            <a:extLst>
              <a:ext uri="{FF2B5EF4-FFF2-40B4-BE49-F238E27FC236}">
                <a16:creationId xmlns:a16="http://schemas.microsoft.com/office/drawing/2014/main" id="{AC340238-CB91-0447-E986-679DF0549374}"/>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37978232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DBF132E-7191-0809-D6EB-91CC5B24203E}"/>
              </a:ext>
            </a:extLst>
          </p:cNvPr>
          <p:cNvSpPr/>
          <p:nvPr userDrawn="1"/>
        </p:nvSpPr>
        <p:spPr>
          <a:xfrm>
            <a:off x="6467474" y="0"/>
            <a:ext cx="5724526" cy="684847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3">
            <a:extLst>
              <a:ext uri="{FF2B5EF4-FFF2-40B4-BE49-F238E27FC236}">
                <a16:creationId xmlns:a16="http://schemas.microsoft.com/office/drawing/2014/main" id="{CBC566AF-81F7-D974-F16B-D1F7D209F39C}"/>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5" name="Title 1">
            <a:extLst>
              <a:ext uri="{FF2B5EF4-FFF2-40B4-BE49-F238E27FC236}">
                <a16:creationId xmlns:a16="http://schemas.microsoft.com/office/drawing/2014/main" id="{1A7524D7-50A9-3869-8BE3-9E0054171410}"/>
              </a:ext>
            </a:extLst>
          </p:cNvPr>
          <p:cNvSpPr>
            <a:spLocks noGrp="1"/>
          </p:cNvSpPr>
          <p:nvPr>
            <p:ph type="title" hasCustomPrompt="1"/>
          </p:nvPr>
        </p:nvSpPr>
        <p:spPr>
          <a:xfrm>
            <a:off x="327991" y="323882"/>
            <a:ext cx="5768009"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pic>
        <p:nvPicPr>
          <p:cNvPr id="15" name="Picture 14" descr="A green and white striped flag&#10;&#10;Description automatically generated with low confidence">
            <a:extLst>
              <a:ext uri="{FF2B5EF4-FFF2-40B4-BE49-F238E27FC236}">
                <a16:creationId xmlns:a16="http://schemas.microsoft.com/office/drawing/2014/main" id="{5554CDB5-AB7B-99AC-EC5A-F510FB4E962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9" name="Text Placeholder 16">
            <a:extLst>
              <a:ext uri="{FF2B5EF4-FFF2-40B4-BE49-F238E27FC236}">
                <a16:creationId xmlns:a16="http://schemas.microsoft.com/office/drawing/2014/main" id="{084C16CF-B638-4BEB-644A-962C18A5C9BE}"/>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10" name="Text Placeholder 8">
            <a:extLst>
              <a:ext uri="{FF2B5EF4-FFF2-40B4-BE49-F238E27FC236}">
                <a16:creationId xmlns:a16="http://schemas.microsoft.com/office/drawing/2014/main" id="{DF59DD27-1DA5-F1E9-C37D-BF8E30659CD6}"/>
              </a:ext>
            </a:extLst>
          </p:cNvPr>
          <p:cNvSpPr>
            <a:spLocks noGrp="1"/>
          </p:cNvSpPr>
          <p:nvPr>
            <p:ph type="body" sz="quarter" idx="21" hasCustomPrompt="1"/>
          </p:nvPr>
        </p:nvSpPr>
        <p:spPr>
          <a:xfrm>
            <a:off x="6467474" y="2258331"/>
            <a:ext cx="5724526" cy="1818752"/>
          </a:xfrm>
          <a:prstGeom prst="rect">
            <a:avLst/>
          </a:prstGeom>
        </p:spPr>
        <p:txBody>
          <a:bodyPr lIns="0" tIns="0" rIns="0" bIns="0">
            <a:noAutofit/>
          </a:bodyPr>
          <a:lstStyle>
            <a:lvl1pPr marL="0" indent="0" algn="ctr">
              <a:buFontTx/>
              <a:buNone/>
              <a:defRPr sz="13800" b="1">
                <a:solidFill>
                  <a:schemeClr val="tx2"/>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97%</a:t>
            </a:r>
            <a:endParaRPr lang="en-AU" dirty="0"/>
          </a:p>
        </p:txBody>
      </p:sp>
      <p:sp>
        <p:nvSpPr>
          <p:cNvPr id="11" name="Text Placeholder 10">
            <a:extLst>
              <a:ext uri="{FF2B5EF4-FFF2-40B4-BE49-F238E27FC236}">
                <a16:creationId xmlns:a16="http://schemas.microsoft.com/office/drawing/2014/main" id="{7B2279E0-CB68-B7AE-2FF2-B5473FC04EEE}"/>
              </a:ext>
            </a:extLst>
          </p:cNvPr>
          <p:cNvSpPr>
            <a:spLocks noGrp="1"/>
          </p:cNvSpPr>
          <p:nvPr>
            <p:ph type="body" sz="quarter" idx="22"/>
          </p:nvPr>
        </p:nvSpPr>
        <p:spPr>
          <a:xfrm>
            <a:off x="6467475" y="4192970"/>
            <a:ext cx="5724525" cy="365125"/>
          </a:xfrm>
          <a:prstGeom prst="rect">
            <a:avLst/>
          </a:prstGeom>
        </p:spPr>
        <p:txBody>
          <a:bodyPr lIns="0" tIns="0" rIns="0" bIns="0">
            <a:noAutofit/>
          </a:bodyPr>
          <a:lstStyle>
            <a:lvl1pPr marL="0" indent="0" algn="ctr">
              <a:lnSpc>
                <a:spcPct val="110000"/>
              </a:lnSpc>
              <a:buFontTx/>
              <a:buNone/>
              <a:defRPr b="1">
                <a:solidFill>
                  <a:schemeClr val="tx2"/>
                </a:solidFill>
              </a:defRPr>
            </a:lvl1pPr>
            <a:lvl2pPr marL="457200" indent="0" algn="ctr">
              <a:buFontTx/>
              <a:buNone/>
              <a:defRPr b="1">
                <a:solidFill>
                  <a:schemeClr val="bg1"/>
                </a:solidFill>
              </a:defRPr>
            </a:lvl2pPr>
            <a:lvl3pPr marL="914400" indent="0" algn="ctr">
              <a:buFontTx/>
              <a:buNone/>
              <a:defRPr b="1">
                <a:solidFill>
                  <a:schemeClr val="bg1"/>
                </a:solidFill>
              </a:defRPr>
            </a:lvl3pPr>
            <a:lvl4pPr marL="1371600" indent="0" algn="ctr">
              <a:buFontTx/>
              <a:buNone/>
              <a:defRPr b="1">
                <a:solidFill>
                  <a:schemeClr val="bg1"/>
                </a:solidFill>
              </a:defRPr>
            </a:lvl4pPr>
            <a:lvl5pPr marL="1828800" indent="0" algn="ctr">
              <a:buFontTx/>
              <a:buNone/>
              <a:defRPr b="1">
                <a:solidFill>
                  <a:schemeClr val="bg1"/>
                </a:solidFill>
              </a:defRPr>
            </a:lvl5pPr>
          </a:lstStyle>
          <a:p>
            <a:pPr lvl="0"/>
            <a:r>
              <a:rPr lang="en-US" dirty="0"/>
              <a:t>Click to edit Master text styles</a:t>
            </a:r>
            <a:endParaRPr lang="en-AU" dirty="0"/>
          </a:p>
        </p:txBody>
      </p:sp>
      <p:sp>
        <p:nvSpPr>
          <p:cNvPr id="7" name="Footer Placeholder 4">
            <a:extLst>
              <a:ext uri="{FF2B5EF4-FFF2-40B4-BE49-F238E27FC236}">
                <a16:creationId xmlns:a16="http://schemas.microsoft.com/office/drawing/2014/main" id="{CC767CE5-A8DD-C820-1DB0-6FDFECA49411}"/>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5930305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F490-E1CA-4912-9ED3-0471A3EE32C8}"/>
              </a:ext>
            </a:extLst>
          </p:cNvPr>
          <p:cNvSpPr>
            <a:spLocks noGrp="1"/>
          </p:cNvSpPr>
          <p:nvPr>
            <p:ph type="ctrTitle" hasCustomPrompt="1"/>
          </p:nvPr>
        </p:nvSpPr>
        <p:spPr>
          <a:xfrm>
            <a:off x="327990" y="2591254"/>
            <a:ext cx="11531492" cy="1759528"/>
          </a:xfrm>
        </p:spPr>
        <p:txBody>
          <a:bodyPr anchor="t">
            <a:normAutofit/>
          </a:bodyPr>
          <a:lstStyle>
            <a:lvl1pPr algn="ctr">
              <a:defRPr sz="5000">
                <a:solidFill>
                  <a:schemeClr val="bg2"/>
                </a:solidFill>
              </a:defRPr>
            </a:lvl1pPr>
          </a:lstStyle>
          <a:p>
            <a:r>
              <a:rPr lang="en-GB" dirty="0"/>
              <a:t>Lorem ipsum </a:t>
            </a:r>
            <a:r>
              <a:rPr lang="en-GB" dirty="0" err="1"/>
              <a:t>dolor</a:t>
            </a:r>
            <a:r>
              <a:rPr lang="en-GB" dirty="0"/>
              <a:t> sit </a:t>
            </a:r>
            <a:r>
              <a:rPr lang="en-GB" dirty="0" err="1"/>
              <a:t>amet</a:t>
            </a:r>
            <a:r>
              <a:rPr lang="en-GB" dirty="0"/>
              <a:t>, </a:t>
            </a:r>
            <a:r>
              <a:rPr lang="en-GB" dirty="0" err="1"/>
              <a:t>consect</a:t>
            </a:r>
            <a:r>
              <a:rPr lang="en-GB" dirty="0"/>
              <a:t> </a:t>
            </a:r>
            <a:br>
              <a:rPr lang="en-GB" dirty="0"/>
            </a:br>
            <a:r>
              <a:rPr lang="en-GB" dirty="0" err="1"/>
              <a:t>elit</a:t>
            </a:r>
            <a:r>
              <a:rPr lang="en-GB" dirty="0"/>
              <a:t>, </a:t>
            </a:r>
            <a:r>
              <a:rPr lang="en-GB" dirty="0" err="1"/>
              <a:t>sed</a:t>
            </a:r>
            <a:r>
              <a:rPr lang="en-GB" dirty="0"/>
              <a:t> do </a:t>
            </a:r>
            <a:r>
              <a:rPr lang="en-GB" dirty="0" err="1"/>
              <a:t>tempor</a:t>
            </a:r>
            <a:r>
              <a:rPr lang="en-GB" dirty="0"/>
              <a:t> </a:t>
            </a:r>
            <a:r>
              <a:rPr lang="en-GB" dirty="0" err="1"/>
              <a:t>ut</a:t>
            </a:r>
            <a:r>
              <a:rPr lang="en-GB" dirty="0"/>
              <a:t> </a:t>
            </a:r>
            <a:r>
              <a:rPr lang="en-GB" dirty="0" err="1"/>
              <a:t>laboris</a:t>
            </a:r>
            <a:r>
              <a:rPr lang="en-GB" dirty="0"/>
              <a:t> nisi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consequate</a:t>
            </a:r>
            <a:r>
              <a:rPr lang="en-GB" dirty="0"/>
              <a:t>.</a:t>
            </a:r>
            <a:endParaRPr lang="en-US" dirty="0"/>
          </a:p>
        </p:txBody>
      </p:sp>
      <p:sp>
        <p:nvSpPr>
          <p:cNvPr id="7" name="Title 1">
            <a:extLst>
              <a:ext uri="{FF2B5EF4-FFF2-40B4-BE49-F238E27FC236}">
                <a16:creationId xmlns:a16="http://schemas.microsoft.com/office/drawing/2014/main" id="{03BD3178-013B-62AD-E173-8384D14DD683}"/>
              </a:ext>
            </a:extLst>
          </p:cNvPr>
          <p:cNvSpPr txBox="1">
            <a:spLocks/>
          </p:cNvSpPr>
          <p:nvPr userDrawn="1"/>
        </p:nvSpPr>
        <p:spPr>
          <a:xfrm>
            <a:off x="0" y="1114713"/>
            <a:ext cx="2909456" cy="147654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20000" dirty="0">
                <a:solidFill>
                  <a:schemeClr val="bg2"/>
                </a:solidFill>
              </a:rPr>
              <a:t>“</a:t>
            </a:r>
            <a:endParaRPr lang="en-US" sz="20000" dirty="0">
              <a:solidFill>
                <a:schemeClr val="bg2"/>
              </a:solidFill>
            </a:endParaRPr>
          </a:p>
        </p:txBody>
      </p:sp>
      <p:sp>
        <p:nvSpPr>
          <p:cNvPr id="10" name="Title 1">
            <a:extLst>
              <a:ext uri="{FF2B5EF4-FFF2-40B4-BE49-F238E27FC236}">
                <a16:creationId xmlns:a16="http://schemas.microsoft.com/office/drawing/2014/main" id="{5BF0E1EC-249A-3EA6-EDB6-9418AAE3AAD2}"/>
              </a:ext>
            </a:extLst>
          </p:cNvPr>
          <p:cNvSpPr txBox="1">
            <a:spLocks/>
          </p:cNvSpPr>
          <p:nvPr userDrawn="1"/>
        </p:nvSpPr>
        <p:spPr>
          <a:xfrm>
            <a:off x="9296400" y="4554619"/>
            <a:ext cx="2895600" cy="147654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20000" dirty="0">
                <a:solidFill>
                  <a:schemeClr val="bg2"/>
                </a:solidFill>
              </a:rPr>
              <a:t>”</a:t>
            </a:r>
            <a:endParaRPr lang="en-US" sz="20000" dirty="0">
              <a:solidFill>
                <a:schemeClr val="bg2"/>
              </a:solidFill>
            </a:endParaRPr>
          </a:p>
        </p:txBody>
      </p:sp>
      <p:sp>
        <p:nvSpPr>
          <p:cNvPr id="5" name="Title 1">
            <a:extLst>
              <a:ext uri="{FF2B5EF4-FFF2-40B4-BE49-F238E27FC236}">
                <a16:creationId xmlns:a16="http://schemas.microsoft.com/office/drawing/2014/main" id="{A4171799-0A83-C437-F053-72077D7EFE8A}"/>
              </a:ext>
            </a:extLst>
          </p:cNvPr>
          <p:cNvSpPr txBox="1">
            <a:spLocks/>
          </p:cNvSpPr>
          <p:nvPr userDrawn="1"/>
        </p:nvSpPr>
        <p:spPr>
          <a:xfrm>
            <a:off x="327990" y="5100206"/>
            <a:ext cx="11531492" cy="62807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1600" b="0" i="0" dirty="0">
                <a:solidFill>
                  <a:schemeClr val="bg1"/>
                </a:solidFill>
                <a:latin typeface="Century Gothic" panose="020B0502020202020204" pitchFamily="34" charset="0"/>
              </a:rPr>
              <a:t>Quote </a:t>
            </a:r>
            <a:r>
              <a:rPr lang="en-GB" sz="1600" b="0" i="0" dirty="0" err="1">
                <a:solidFill>
                  <a:schemeClr val="bg1"/>
                </a:solidFill>
                <a:latin typeface="Century Gothic" panose="020B0502020202020204" pitchFamily="34" charset="0"/>
              </a:rPr>
              <a:t>byline</a:t>
            </a:r>
            <a:r>
              <a:rPr lang="en-GB" sz="1600" b="0" i="0" dirty="0">
                <a:solidFill>
                  <a:schemeClr val="bg1"/>
                </a:solidFill>
                <a:latin typeface="Century Gothic" panose="020B0502020202020204" pitchFamily="34" charset="0"/>
              </a:rPr>
              <a:t> if needed</a:t>
            </a:r>
            <a:endParaRPr lang="en-US" sz="1600" b="0" i="0" dirty="0">
              <a:solidFill>
                <a:schemeClr val="bg1"/>
              </a:solidFill>
              <a:latin typeface="Century Gothic" panose="020B0502020202020204" pitchFamily="34" charset="0"/>
            </a:endParaRPr>
          </a:p>
        </p:txBody>
      </p:sp>
      <p:pic>
        <p:nvPicPr>
          <p:cNvPr id="3" name="Picture 2" descr="Background pattern&#10;&#10;Description automatically generated">
            <a:extLst>
              <a:ext uri="{FF2B5EF4-FFF2-40B4-BE49-F238E27FC236}">
                <a16:creationId xmlns:a16="http://schemas.microsoft.com/office/drawing/2014/main" id="{E0924173-1F36-17FC-A5D6-8C9ACD3EDCA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5920" y="753814"/>
            <a:ext cx="1280160" cy="770230"/>
          </a:xfrm>
          <a:prstGeom prst="rect">
            <a:avLst/>
          </a:prstGeom>
        </p:spPr>
      </p:pic>
    </p:spTree>
    <p:extLst>
      <p:ext uri="{BB962C8B-B14F-4D97-AF65-F5344CB8AC3E}">
        <p14:creationId xmlns:p14="http://schemas.microsoft.com/office/powerpoint/2010/main" val="340436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bg2"/>
        </a:solidFill>
        <a:effectLst/>
      </p:bgPr>
    </p:bg>
    <p:spTree>
      <p:nvGrpSpPr>
        <p:cNvPr id="1" name=""/>
        <p:cNvGrpSpPr/>
        <p:nvPr/>
      </p:nvGrpSpPr>
      <p:grpSpPr>
        <a:xfrm>
          <a:off x="0" y="0"/>
          <a:ext cx="0" cy="0"/>
          <a:chOff x="0" y="0"/>
          <a:chExt cx="0" cy="0"/>
        </a:xfrm>
      </p:grpSpPr>
      <p:pic>
        <p:nvPicPr>
          <p:cNvPr id="8" name="Picture 7" descr="A green and white striped flag&#10;&#10;Description automatically generated with low confidence">
            <a:extLst>
              <a:ext uri="{FF2B5EF4-FFF2-40B4-BE49-F238E27FC236}">
                <a16:creationId xmlns:a16="http://schemas.microsoft.com/office/drawing/2014/main" id="{4C6D460E-8933-1CD8-45BF-7EC652F2CB9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959" y="765148"/>
            <a:ext cx="1267556" cy="762646"/>
          </a:xfrm>
          <a:prstGeom prst="rect">
            <a:avLst/>
          </a:prstGeom>
        </p:spPr>
      </p:pic>
      <p:sp>
        <p:nvSpPr>
          <p:cNvPr id="2" name="Title 1">
            <a:extLst>
              <a:ext uri="{FF2B5EF4-FFF2-40B4-BE49-F238E27FC236}">
                <a16:creationId xmlns:a16="http://schemas.microsoft.com/office/drawing/2014/main" id="{3D22F490-E1CA-4912-9ED3-0471A3EE32C8}"/>
              </a:ext>
            </a:extLst>
          </p:cNvPr>
          <p:cNvSpPr>
            <a:spLocks noGrp="1"/>
          </p:cNvSpPr>
          <p:nvPr>
            <p:ph type="ctrTitle" hasCustomPrompt="1"/>
          </p:nvPr>
        </p:nvSpPr>
        <p:spPr>
          <a:xfrm>
            <a:off x="327990" y="2591254"/>
            <a:ext cx="11531492" cy="1759528"/>
          </a:xfrm>
        </p:spPr>
        <p:txBody>
          <a:bodyPr anchor="t">
            <a:normAutofit/>
          </a:bodyPr>
          <a:lstStyle>
            <a:lvl1pPr algn="ctr">
              <a:defRPr sz="5000">
                <a:solidFill>
                  <a:schemeClr val="tx2"/>
                </a:solidFill>
              </a:defRPr>
            </a:lvl1pPr>
          </a:lstStyle>
          <a:p>
            <a:r>
              <a:rPr lang="en-GB" dirty="0"/>
              <a:t>Lorem ipsum </a:t>
            </a:r>
            <a:r>
              <a:rPr lang="en-GB" dirty="0" err="1"/>
              <a:t>dolor</a:t>
            </a:r>
            <a:r>
              <a:rPr lang="en-GB" dirty="0"/>
              <a:t> sit </a:t>
            </a:r>
            <a:r>
              <a:rPr lang="en-GB" dirty="0" err="1"/>
              <a:t>amet</a:t>
            </a:r>
            <a:r>
              <a:rPr lang="en-GB" dirty="0"/>
              <a:t>, </a:t>
            </a:r>
            <a:r>
              <a:rPr lang="en-GB" dirty="0" err="1"/>
              <a:t>consect</a:t>
            </a:r>
            <a:r>
              <a:rPr lang="en-GB" dirty="0"/>
              <a:t> </a:t>
            </a:r>
            <a:br>
              <a:rPr lang="en-GB" dirty="0"/>
            </a:br>
            <a:r>
              <a:rPr lang="en-GB" dirty="0" err="1"/>
              <a:t>elit</a:t>
            </a:r>
            <a:r>
              <a:rPr lang="en-GB" dirty="0"/>
              <a:t>, </a:t>
            </a:r>
            <a:r>
              <a:rPr lang="en-GB" dirty="0" err="1"/>
              <a:t>sed</a:t>
            </a:r>
            <a:r>
              <a:rPr lang="en-GB" dirty="0"/>
              <a:t> do </a:t>
            </a:r>
            <a:r>
              <a:rPr lang="en-GB" dirty="0" err="1"/>
              <a:t>tempor</a:t>
            </a:r>
            <a:r>
              <a:rPr lang="en-GB" dirty="0"/>
              <a:t> </a:t>
            </a:r>
            <a:r>
              <a:rPr lang="en-GB" dirty="0" err="1"/>
              <a:t>ut</a:t>
            </a:r>
            <a:r>
              <a:rPr lang="en-GB" dirty="0"/>
              <a:t> </a:t>
            </a:r>
            <a:r>
              <a:rPr lang="en-GB" dirty="0" err="1"/>
              <a:t>laboris</a:t>
            </a:r>
            <a:r>
              <a:rPr lang="en-GB" dirty="0"/>
              <a:t> nisi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consequate</a:t>
            </a:r>
            <a:r>
              <a:rPr lang="en-GB" dirty="0"/>
              <a:t>.</a:t>
            </a:r>
            <a:endParaRPr lang="en-US" dirty="0"/>
          </a:p>
        </p:txBody>
      </p:sp>
      <p:sp>
        <p:nvSpPr>
          <p:cNvPr id="7" name="Title 1">
            <a:extLst>
              <a:ext uri="{FF2B5EF4-FFF2-40B4-BE49-F238E27FC236}">
                <a16:creationId xmlns:a16="http://schemas.microsoft.com/office/drawing/2014/main" id="{03BD3178-013B-62AD-E173-8384D14DD683}"/>
              </a:ext>
            </a:extLst>
          </p:cNvPr>
          <p:cNvSpPr txBox="1">
            <a:spLocks/>
          </p:cNvSpPr>
          <p:nvPr userDrawn="1"/>
        </p:nvSpPr>
        <p:spPr>
          <a:xfrm>
            <a:off x="0" y="1114713"/>
            <a:ext cx="2909456" cy="147654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20000" dirty="0">
                <a:solidFill>
                  <a:schemeClr val="tx2"/>
                </a:solidFill>
              </a:rPr>
              <a:t>“</a:t>
            </a:r>
            <a:endParaRPr lang="en-US" sz="20000" dirty="0">
              <a:solidFill>
                <a:schemeClr val="tx2"/>
              </a:solidFill>
            </a:endParaRPr>
          </a:p>
        </p:txBody>
      </p:sp>
      <p:sp>
        <p:nvSpPr>
          <p:cNvPr id="10" name="Title 1">
            <a:extLst>
              <a:ext uri="{FF2B5EF4-FFF2-40B4-BE49-F238E27FC236}">
                <a16:creationId xmlns:a16="http://schemas.microsoft.com/office/drawing/2014/main" id="{5BF0E1EC-249A-3EA6-EDB6-9418AAE3AAD2}"/>
              </a:ext>
            </a:extLst>
          </p:cNvPr>
          <p:cNvSpPr txBox="1">
            <a:spLocks/>
          </p:cNvSpPr>
          <p:nvPr userDrawn="1"/>
        </p:nvSpPr>
        <p:spPr>
          <a:xfrm>
            <a:off x="9296400" y="4554619"/>
            <a:ext cx="2895600" cy="147654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20000" dirty="0">
                <a:solidFill>
                  <a:schemeClr val="tx2"/>
                </a:solidFill>
              </a:rPr>
              <a:t>”</a:t>
            </a:r>
            <a:endParaRPr lang="en-US" sz="20000" dirty="0">
              <a:solidFill>
                <a:schemeClr val="tx2"/>
              </a:solidFill>
            </a:endParaRPr>
          </a:p>
        </p:txBody>
      </p:sp>
      <p:sp>
        <p:nvSpPr>
          <p:cNvPr id="9" name="Rectangle 8">
            <a:extLst>
              <a:ext uri="{FF2B5EF4-FFF2-40B4-BE49-F238E27FC236}">
                <a16:creationId xmlns:a16="http://schemas.microsoft.com/office/drawing/2014/main" id="{EE481DD3-C6B2-E3D2-D16D-BA91B74197AD}"/>
              </a:ext>
            </a:extLst>
          </p:cNvPr>
          <p:cNvSpPr/>
          <p:nvPr userDrawn="1"/>
        </p:nvSpPr>
        <p:spPr>
          <a:xfrm>
            <a:off x="11222182" y="6289965"/>
            <a:ext cx="969818" cy="4730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3AB0E5B9-83AA-FAF9-EC33-5E477DA6FE57}"/>
              </a:ext>
            </a:extLst>
          </p:cNvPr>
          <p:cNvSpPr txBox="1">
            <a:spLocks/>
          </p:cNvSpPr>
          <p:nvPr userDrawn="1"/>
        </p:nvSpPr>
        <p:spPr>
          <a:xfrm>
            <a:off x="327990" y="5100206"/>
            <a:ext cx="11531492" cy="62807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1600" b="0" i="0" dirty="0">
                <a:solidFill>
                  <a:schemeClr val="tx2"/>
                </a:solidFill>
                <a:latin typeface="Century Gothic" panose="020B0502020202020204" pitchFamily="34" charset="0"/>
              </a:rPr>
              <a:t>Quote </a:t>
            </a:r>
            <a:r>
              <a:rPr lang="en-GB" sz="1600" b="0" i="0" dirty="0" err="1">
                <a:solidFill>
                  <a:schemeClr val="tx2"/>
                </a:solidFill>
                <a:latin typeface="Century Gothic" panose="020B0502020202020204" pitchFamily="34" charset="0"/>
              </a:rPr>
              <a:t>byline</a:t>
            </a:r>
            <a:r>
              <a:rPr lang="en-GB" sz="1600" b="0" i="0" dirty="0">
                <a:solidFill>
                  <a:schemeClr val="tx2"/>
                </a:solidFill>
                <a:latin typeface="Century Gothic" panose="020B0502020202020204" pitchFamily="34" charset="0"/>
              </a:rPr>
              <a:t> if needed</a:t>
            </a:r>
            <a:endParaRPr lang="en-US" sz="1600" b="0" i="0" dirty="0">
              <a:solidFill>
                <a:schemeClr val="tx2"/>
              </a:solidFill>
              <a:latin typeface="Century Gothic" panose="020B0502020202020204" pitchFamily="34" charset="0"/>
            </a:endParaRPr>
          </a:p>
        </p:txBody>
      </p:sp>
    </p:spTree>
    <p:extLst>
      <p:ext uri="{BB962C8B-B14F-4D97-AF65-F5344CB8AC3E}">
        <p14:creationId xmlns:p14="http://schemas.microsoft.com/office/powerpoint/2010/main" val="31148530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Slide">
    <p:bg>
      <p:bgPr>
        <a:blipFill dpi="0" rotWithShape="1">
          <a:blip r:embed="rId2" cstate="print">
            <a:alphaModFix amt="52481"/>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F490-E1CA-4912-9ED3-0471A3EE32C8}"/>
              </a:ext>
            </a:extLst>
          </p:cNvPr>
          <p:cNvSpPr>
            <a:spLocks noGrp="1"/>
          </p:cNvSpPr>
          <p:nvPr>
            <p:ph type="ctrTitle" hasCustomPrompt="1"/>
          </p:nvPr>
        </p:nvSpPr>
        <p:spPr>
          <a:xfrm>
            <a:off x="327990" y="2591254"/>
            <a:ext cx="11531492" cy="1759528"/>
          </a:xfrm>
        </p:spPr>
        <p:txBody>
          <a:bodyPr anchor="t">
            <a:normAutofit/>
          </a:bodyPr>
          <a:lstStyle>
            <a:lvl1pPr algn="ctr">
              <a:defRPr sz="5000">
                <a:solidFill>
                  <a:schemeClr val="tx2"/>
                </a:solidFill>
              </a:defRPr>
            </a:lvl1pPr>
          </a:lstStyle>
          <a:p>
            <a:r>
              <a:rPr lang="en-GB" dirty="0"/>
              <a:t>Dark text for light images</a:t>
            </a:r>
            <a:br>
              <a:rPr lang="en-GB" dirty="0"/>
            </a:br>
            <a:r>
              <a:rPr lang="en-GB" dirty="0" err="1"/>
              <a:t>elit</a:t>
            </a:r>
            <a:r>
              <a:rPr lang="en-GB" dirty="0"/>
              <a:t>, </a:t>
            </a:r>
            <a:r>
              <a:rPr lang="en-GB" dirty="0" err="1"/>
              <a:t>sed</a:t>
            </a:r>
            <a:r>
              <a:rPr lang="en-GB" dirty="0"/>
              <a:t> do </a:t>
            </a:r>
            <a:r>
              <a:rPr lang="en-GB" dirty="0" err="1"/>
              <a:t>tempor</a:t>
            </a:r>
            <a:r>
              <a:rPr lang="en-GB" dirty="0"/>
              <a:t> </a:t>
            </a:r>
            <a:r>
              <a:rPr lang="en-GB" dirty="0" err="1"/>
              <a:t>ut</a:t>
            </a:r>
            <a:r>
              <a:rPr lang="en-GB" dirty="0"/>
              <a:t> </a:t>
            </a:r>
            <a:r>
              <a:rPr lang="en-GB" dirty="0" err="1"/>
              <a:t>laboris</a:t>
            </a:r>
            <a:r>
              <a:rPr lang="en-GB" dirty="0"/>
              <a:t> nisi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consequate</a:t>
            </a:r>
            <a:r>
              <a:rPr lang="en-GB" dirty="0"/>
              <a:t>.</a:t>
            </a:r>
            <a:endParaRPr lang="en-US" dirty="0"/>
          </a:p>
        </p:txBody>
      </p:sp>
      <p:sp>
        <p:nvSpPr>
          <p:cNvPr id="7" name="Title 1">
            <a:extLst>
              <a:ext uri="{FF2B5EF4-FFF2-40B4-BE49-F238E27FC236}">
                <a16:creationId xmlns:a16="http://schemas.microsoft.com/office/drawing/2014/main" id="{03BD3178-013B-62AD-E173-8384D14DD683}"/>
              </a:ext>
            </a:extLst>
          </p:cNvPr>
          <p:cNvSpPr txBox="1">
            <a:spLocks/>
          </p:cNvSpPr>
          <p:nvPr userDrawn="1"/>
        </p:nvSpPr>
        <p:spPr>
          <a:xfrm>
            <a:off x="0" y="1114713"/>
            <a:ext cx="2909456" cy="147654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20000" dirty="0">
                <a:solidFill>
                  <a:schemeClr val="tx2"/>
                </a:solidFill>
              </a:rPr>
              <a:t>“</a:t>
            </a:r>
            <a:endParaRPr lang="en-US" sz="20000" dirty="0">
              <a:solidFill>
                <a:schemeClr val="tx2"/>
              </a:solidFill>
            </a:endParaRPr>
          </a:p>
        </p:txBody>
      </p:sp>
      <p:sp>
        <p:nvSpPr>
          <p:cNvPr id="10" name="Title 1">
            <a:extLst>
              <a:ext uri="{FF2B5EF4-FFF2-40B4-BE49-F238E27FC236}">
                <a16:creationId xmlns:a16="http://schemas.microsoft.com/office/drawing/2014/main" id="{5BF0E1EC-249A-3EA6-EDB6-9418AAE3AAD2}"/>
              </a:ext>
            </a:extLst>
          </p:cNvPr>
          <p:cNvSpPr txBox="1">
            <a:spLocks/>
          </p:cNvSpPr>
          <p:nvPr userDrawn="1"/>
        </p:nvSpPr>
        <p:spPr>
          <a:xfrm>
            <a:off x="9296400" y="4554619"/>
            <a:ext cx="2895600" cy="147654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20000" dirty="0">
                <a:solidFill>
                  <a:schemeClr val="tx2"/>
                </a:solidFill>
              </a:rPr>
              <a:t>”</a:t>
            </a:r>
            <a:endParaRPr lang="en-US" sz="20000" dirty="0">
              <a:solidFill>
                <a:schemeClr val="tx2"/>
              </a:solidFill>
            </a:endParaRPr>
          </a:p>
        </p:txBody>
      </p:sp>
      <p:pic>
        <p:nvPicPr>
          <p:cNvPr id="8" name="Picture 7" descr="A green and white striped flag&#10;&#10;Description automatically generated with low confidence">
            <a:extLst>
              <a:ext uri="{FF2B5EF4-FFF2-40B4-BE49-F238E27FC236}">
                <a16:creationId xmlns:a16="http://schemas.microsoft.com/office/drawing/2014/main" id="{4C6D460E-8933-1CD8-45BF-7EC652F2CB9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459959" y="765148"/>
            <a:ext cx="1267556" cy="762646"/>
          </a:xfrm>
          <a:prstGeom prst="rect">
            <a:avLst/>
          </a:prstGeom>
        </p:spPr>
      </p:pic>
      <p:sp>
        <p:nvSpPr>
          <p:cNvPr id="12" name="Title 1">
            <a:extLst>
              <a:ext uri="{FF2B5EF4-FFF2-40B4-BE49-F238E27FC236}">
                <a16:creationId xmlns:a16="http://schemas.microsoft.com/office/drawing/2014/main" id="{3AB0E5B9-83AA-FAF9-EC33-5E477DA6FE57}"/>
              </a:ext>
            </a:extLst>
          </p:cNvPr>
          <p:cNvSpPr txBox="1">
            <a:spLocks/>
          </p:cNvSpPr>
          <p:nvPr userDrawn="1"/>
        </p:nvSpPr>
        <p:spPr>
          <a:xfrm>
            <a:off x="327990" y="5100206"/>
            <a:ext cx="11531492" cy="62807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1600" b="0" i="0" dirty="0">
                <a:solidFill>
                  <a:schemeClr val="tx2"/>
                </a:solidFill>
                <a:latin typeface="Century Gothic" panose="020B0502020202020204" pitchFamily="34" charset="0"/>
              </a:rPr>
              <a:t>Quote </a:t>
            </a:r>
            <a:r>
              <a:rPr lang="en-GB" sz="1600" b="0" i="0" dirty="0" err="1">
                <a:solidFill>
                  <a:schemeClr val="tx2"/>
                </a:solidFill>
                <a:latin typeface="Century Gothic" panose="020B0502020202020204" pitchFamily="34" charset="0"/>
              </a:rPr>
              <a:t>byline</a:t>
            </a:r>
            <a:r>
              <a:rPr lang="en-GB" sz="1600" b="0" i="0" dirty="0">
                <a:solidFill>
                  <a:schemeClr val="tx2"/>
                </a:solidFill>
                <a:latin typeface="Century Gothic" panose="020B0502020202020204" pitchFamily="34" charset="0"/>
              </a:rPr>
              <a:t> if needed</a:t>
            </a:r>
            <a:endParaRPr lang="en-US" sz="1600" b="0" i="0" dirty="0">
              <a:solidFill>
                <a:schemeClr val="tx2"/>
              </a:solidFill>
              <a:latin typeface="Century Gothic" panose="020B0502020202020204" pitchFamily="34" charset="0"/>
            </a:endParaRPr>
          </a:p>
        </p:txBody>
      </p:sp>
    </p:spTree>
    <p:extLst>
      <p:ext uri="{BB962C8B-B14F-4D97-AF65-F5344CB8AC3E}">
        <p14:creationId xmlns:p14="http://schemas.microsoft.com/office/powerpoint/2010/main" val="10150198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Title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CFC077-D18B-FC06-1BD5-B8F61D207D4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459960" y="757806"/>
            <a:ext cx="1267556" cy="762646"/>
          </a:xfrm>
          <a:prstGeom prst="rect">
            <a:avLst/>
          </a:prstGeom>
        </p:spPr>
      </p:pic>
      <p:sp>
        <p:nvSpPr>
          <p:cNvPr id="4" name="Title 1">
            <a:extLst>
              <a:ext uri="{FF2B5EF4-FFF2-40B4-BE49-F238E27FC236}">
                <a16:creationId xmlns:a16="http://schemas.microsoft.com/office/drawing/2014/main" id="{45B1BFB1-2296-BE92-438D-52B534C9FA5E}"/>
              </a:ext>
            </a:extLst>
          </p:cNvPr>
          <p:cNvSpPr>
            <a:spLocks noGrp="1"/>
          </p:cNvSpPr>
          <p:nvPr>
            <p:ph type="ctrTitle" hasCustomPrompt="1"/>
          </p:nvPr>
        </p:nvSpPr>
        <p:spPr>
          <a:xfrm>
            <a:off x="327990" y="2591254"/>
            <a:ext cx="11531492" cy="1759528"/>
          </a:xfrm>
        </p:spPr>
        <p:txBody>
          <a:bodyPr anchor="t">
            <a:normAutofit/>
          </a:bodyPr>
          <a:lstStyle>
            <a:lvl1pPr algn="ctr">
              <a:defRPr sz="5000">
                <a:solidFill>
                  <a:schemeClr val="bg1"/>
                </a:solidFill>
              </a:defRPr>
            </a:lvl1pPr>
          </a:lstStyle>
          <a:p>
            <a:r>
              <a:rPr lang="en-GB" dirty="0"/>
              <a:t>White text for dark images</a:t>
            </a:r>
            <a:br>
              <a:rPr lang="en-GB" dirty="0"/>
            </a:br>
            <a:r>
              <a:rPr lang="en-GB" dirty="0" err="1"/>
              <a:t>elit</a:t>
            </a:r>
            <a:r>
              <a:rPr lang="en-GB" dirty="0"/>
              <a:t>, </a:t>
            </a:r>
            <a:r>
              <a:rPr lang="en-GB" dirty="0" err="1"/>
              <a:t>sed</a:t>
            </a:r>
            <a:r>
              <a:rPr lang="en-GB" dirty="0"/>
              <a:t> do </a:t>
            </a:r>
            <a:r>
              <a:rPr lang="en-GB" dirty="0" err="1"/>
              <a:t>tempor</a:t>
            </a:r>
            <a:r>
              <a:rPr lang="en-GB" dirty="0"/>
              <a:t> </a:t>
            </a:r>
            <a:r>
              <a:rPr lang="en-GB" dirty="0" err="1"/>
              <a:t>ut</a:t>
            </a:r>
            <a:r>
              <a:rPr lang="en-GB" dirty="0"/>
              <a:t> </a:t>
            </a:r>
            <a:r>
              <a:rPr lang="en-GB" dirty="0" err="1"/>
              <a:t>laboris</a:t>
            </a:r>
            <a:r>
              <a:rPr lang="en-GB" dirty="0"/>
              <a:t> nisi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consequate</a:t>
            </a:r>
            <a:r>
              <a:rPr lang="en-GB" dirty="0"/>
              <a:t>.</a:t>
            </a:r>
            <a:endParaRPr lang="en-US" dirty="0"/>
          </a:p>
        </p:txBody>
      </p:sp>
      <p:sp>
        <p:nvSpPr>
          <p:cNvPr id="5" name="Title 1">
            <a:extLst>
              <a:ext uri="{FF2B5EF4-FFF2-40B4-BE49-F238E27FC236}">
                <a16:creationId xmlns:a16="http://schemas.microsoft.com/office/drawing/2014/main" id="{B8F666DE-7AE7-4042-B136-7C55C062638F}"/>
              </a:ext>
            </a:extLst>
          </p:cNvPr>
          <p:cNvSpPr txBox="1">
            <a:spLocks/>
          </p:cNvSpPr>
          <p:nvPr userDrawn="1"/>
        </p:nvSpPr>
        <p:spPr>
          <a:xfrm>
            <a:off x="327990" y="5100206"/>
            <a:ext cx="11531492" cy="62807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1600" b="0" i="0" dirty="0">
                <a:solidFill>
                  <a:schemeClr val="bg1"/>
                </a:solidFill>
                <a:latin typeface="Century Gothic" panose="020B0502020202020204" pitchFamily="34" charset="0"/>
              </a:rPr>
              <a:t>Quote </a:t>
            </a:r>
            <a:r>
              <a:rPr lang="en-GB" sz="1600" b="0" i="0" dirty="0" err="1">
                <a:solidFill>
                  <a:schemeClr val="bg1"/>
                </a:solidFill>
                <a:latin typeface="Century Gothic" panose="020B0502020202020204" pitchFamily="34" charset="0"/>
              </a:rPr>
              <a:t>byline</a:t>
            </a:r>
            <a:r>
              <a:rPr lang="en-GB" sz="1600" b="0" i="0" dirty="0">
                <a:solidFill>
                  <a:schemeClr val="bg1"/>
                </a:solidFill>
                <a:latin typeface="Century Gothic" panose="020B0502020202020204" pitchFamily="34" charset="0"/>
              </a:rPr>
              <a:t> if needed</a:t>
            </a:r>
            <a:endParaRPr lang="en-US" sz="1600" b="0" i="0" dirty="0">
              <a:solidFill>
                <a:schemeClr val="bg1"/>
              </a:solidFill>
              <a:latin typeface="Century Gothic" panose="020B0502020202020204" pitchFamily="34" charset="0"/>
            </a:endParaRPr>
          </a:p>
        </p:txBody>
      </p:sp>
      <p:sp>
        <p:nvSpPr>
          <p:cNvPr id="6" name="Title 1">
            <a:extLst>
              <a:ext uri="{FF2B5EF4-FFF2-40B4-BE49-F238E27FC236}">
                <a16:creationId xmlns:a16="http://schemas.microsoft.com/office/drawing/2014/main" id="{574D363D-1828-DB53-CBAD-EF7F16B64CD5}"/>
              </a:ext>
            </a:extLst>
          </p:cNvPr>
          <p:cNvSpPr txBox="1">
            <a:spLocks/>
          </p:cNvSpPr>
          <p:nvPr userDrawn="1"/>
        </p:nvSpPr>
        <p:spPr>
          <a:xfrm>
            <a:off x="0" y="1114713"/>
            <a:ext cx="2909456" cy="147654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20000" dirty="0">
                <a:solidFill>
                  <a:schemeClr val="bg1"/>
                </a:solidFill>
              </a:rPr>
              <a:t>“</a:t>
            </a:r>
            <a:endParaRPr lang="en-US" sz="20000" dirty="0">
              <a:solidFill>
                <a:schemeClr val="bg1"/>
              </a:solidFill>
            </a:endParaRPr>
          </a:p>
        </p:txBody>
      </p:sp>
      <p:sp>
        <p:nvSpPr>
          <p:cNvPr id="9" name="Title 1">
            <a:extLst>
              <a:ext uri="{FF2B5EF4-FFF2-40B4-BE49-F238E27FC236}">
                <a16:creationId xmlns:a16="http://schemas.microsoft.com/office/drawing/2014/main" id="{5C03294B-8E02-FFE1-0DE5-E842237E1A7F}"/>
              </a:ext>
            </a:extLst>
          </p:cNvPr>
          <p:cNvSpPr txBox="1">
            <a:spLocks/>
          </p:cNvSpPr>
          <p:nvPr userDrawn="1"/>
        </p:nvSpPr>
        <p:spPr>
          <a:xfrm>
            <a:off x="9296400" y="4554619"/>
            <a:ext cx="2895600" cy="147654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20000" dirty="0">
                <a:solidFill>
                  <a:schemeClr val="bg1"/>
                </a:solidFill>
              </a:rPr>
              <a:t>”</a:t>
            </a:r>
            <a:endParaRPr lang="en-US" sz="20000" dirty="0">
              <a:solidFill>
                <a:schemeClr val="bg1"/>
              </a:solidFill>
            </a:endParaRPr>
          </a:p>
        </p:txBody>
      </p:sp>
    </p:spTree>
    <p:extLst>
      <p:ext uri="{BB962C8B-B14F-4D97-AF65-F5344CB8AC3E}">
        <p14:creationId xmlns:p14="http://schemas.microsoft.com/office/powerpoint/2010/main" val="22108596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B930A79-7A3F-807A-BAB0-0BC767195C30}"/>
              </a:ext>
            </a:extLst>
          </p:cNvPr>
          <p:cNvSpPr>
            <a:spLocks noGrp="1"/>
          </p:cNvSpPr>
          <p:nvPr>
            <p:ph type="sldNum" sz="quarter" idx="12"/>
          </p:nvPr>
        </p:nvSpPr>
        <p:spPr/>
        <p:txBody>
          <a:bodyPr/>
          <a:lstStyle/>
          <a:p>
            <a:fld id="{EED4F224-E88B-A44E-95C1-82CB97C9A2DF}" type="slidenum">
              <a:rPr lang="en-US" smtClean="0"/>
              <a:t>‹#›</a:t>
            </a:fld>
            <a:endParaRPr lang="en-US"/>
          </a:p>
        </p:txBody>
      </p:sp>
      <p:pic>
        <p:nvPicPr>
          <p:cNvPr id="7" name="Picture 6" descr="A picture containing text, monitor, indoor, screen&#10;&#10;Description automatically generated">
            <a:extLst>
              <a:ext uri="{FF2B5EF4-FFF2-40B4-BE49-F238E27FC236}">
                <a16:creationId xmlns:a16="http://schemas.microsoft.com/office/drawing/2014/main" id="{357A623E-E8FF-5E4D-2F25-239C7F12A0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02325" y="767753"/>
            <a:ext cx="9343301" cy="5499504"/>
          </a:xfrm>
          <a:prstGeom prst="rect">
            <a:avLst/>
          </a:prstGeom>
        </p:spPr>
      </p:pic>
      <p:sp>
        <p:nvSpPr>
          <p:cNvPr id="8" name="Picture Placeholder 12">
            <a:extLst>
              <a:ext uri="{FF2B5EF4-FFF2-40B4-BE49-F238E27FC236}">
                <a16:creationId xmlns:a16="http://schemas.microsoft.com/office/drawing/2014/main" id="{27138749-CEDF-C44D-6F73-AB4A0FE7B2DD}"/>
              </a:ext>
            </a:extLst>
          </p:cNvPr>
          <p:cNvSpPr>
            <a:spLocks noGrp="1"/>
          </p:cNvSpPr>
          <p:nvPr>
            <p:ph type="pic" sz="quarter" idx="23"/>
          </p:nvPr>
        </p:nvSpPr>
        <p:spPr>
          <a:xfrm>
            <a:off x="5486400" y="1665911"/>
            <a:ext cx="5201344" cy="3379948"/>
          </a:xfrm>
          <a:prstGeom prst="rect">
            <a:avLst/>
          </a:prstGeom>
          <a:solidFill>
            <a:schemeClr val="tx1">
              <a:lumMod val="50000"/>
              <a:lumOff val="50000"/>
            </a:schemeClr>
          </a:solidFill>
          <a:ln>
            <a:noFill/>
          </a:ln>
        </p:spPr>
        <p:txBody>
          <a:bodyPr anchor="ctr"/>
          <a:lstStyle>
            <a:lvl1pPr marL="0" indent="0" algn="ctr">
              <a:buFontTx/>
              <a:buNone/>
              <a:defRPr/>
            </a:lvl1pPr>
          </a:lstStyle>
          <a:p>
            <a:endParaRPr lang="en-AU"/>
          </a:p>
        </p:txBody>
      </p:sp>
      <p:sp>
        <p:nvSpPr>
          <p:cNvPr id="14" name="Title 1">
            <a:extLst>
              <a:ext uri="{FF2B5EF4-FFF2-40B4-BE49-F238E27FC236}">
                <a16:creationId xmlns:a16="http://schemas.microsoft.com/office/drawing/2014/main" id="{F8FB1174-943A-7D4D-F99F-D10854F95FEC}"/>
              </a:ext>
            </a:extLst>
          </p:cNvPr>
          <p:cNvSpPr>
            <a:spLocks noGrp="1"/>
          </p:cNvSpPr>
          <p:nvPr>
            <p:ph type="title" hasCustomPrompt="1"/>
          </p:nvPr>
        </p:nvSpPr>
        <p:spPr>
          <a:xfrm>
            <a:off x="327991" y="1784192"/>
            <a:ext cx="5768009" cy="1222512"/>
          </a:xfrm>
        </p:spPr>
        <p:txBody>
          <a:bodyPr/>
          <a:lstStyle/>
          <a:p>
            <a:r>
              <a:rPr lang="en-GB" dirty="0"/>
              <a:t>Heading goes here</a:t>
            </a:r>
            <a:endParaRPr lang="en-US" dirty="0"/>
          </a:p>
        </p:txBody>
      </p:sp>
      <p:sp>
        <p:nvSpPr>
          <p:cNvPr id="15" name="Text Placeholder 16">
            <a:extLst>
              <a:ext uri="{FF2B5EF4-FFF2-40B4-BE49-F238E27FC236}">
                <a16:creationId xmlns:a16="http://schemas.microsoft.com/office/drawing/2014/main" id="{0CB40A47-BD08-0CD3-6D92-B7241D66D604}"/>
              </a:ext>
            </a:extLst>
          </p:cNvPr>
          <p:cNvSpPr>
            <a:spLocks noGrp="1"/>
          </p:cNvSpPr>
          <p:nvPr>
            <p:ph type="body" sz="quarter" idx="20" hasCustomPrompt="1"/>
          </p:nvPr>
        </p:nvSpPr>
        <p:spPr>
          <a:xfrm>
            <a:off x="423525" y="3264830"/>
            <a:ext cx="5518627" cy="3002427"/>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Body copy goes here</a:t>
            </a:r>
          </a:p>
        </p:txBody>
      </p:sp>
      <p:sp>
        <p:nvSpPr>
          <p:cNvPr id="2" name="Footer Placeholder 4">
            <a:extLst>
              <a:ext uri="{FF2B5EF4-FFF2-40B4-BE49-F238E27FC236}">
                <a16:creationId xmlns:a16="http://schemas.microsoft.com/office/drawing/2014/main" id="{DC2183FB-C5C0-2C3B-9B57-8A8036B32ED6}"/>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16114252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B930A79-7A3F-807A-BAB0-0BC767195C30}"/>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14" name="Title 1">
            <a:extLst>
              <a:ext uri="{FF2B5EF4-FFF2-40B4-BE49-F238E27FC236}">
                <a16:creationId xmlns:a16="http://schemas.microsoft.com/office/drawing/2014/main" id="{F8FB1174-943A-7D4D-F99F-D10854F95FEC}"/>
              </a:ext>
            </a:extLst>
          </p:cNvPr>
          <p:cNvSpPr>
            <a:spLocks noGrp="1"/>
          </p:cNvSpPr>
          <p:nvPr>
            <p:ph type="title" hasCustomPrompt="1"/>
          </p:nvPr>
        </p:nvSpPr>
        <p:spPr>
          <a:xfrm>
            <a:off x="327991" y="1784192"/>
            <a:ext cx="5768009" cy="1222512"/>
          </a:xfrm>
        </p:spPr>
        <p:txBody>
          <a:bodyPr/>
          <a:lstStyle/>
          <a:p>
            <a:r>
              <a:rPr lang="en-GB" dirty="0"/>
              <a:t>Heading goes here</a:t>
            </a:r>
            <a:endParaRPr lang="en-US" dirty="0"/>
          </a:p>
        </p:txBody>
      </p:sp>
      <p:sp>
        <p:nvSpPr>
          <p:cNvPr id="15" name="Text Placeholder 16">
            <a:extLst>
              <a:ext uri="{FF2B5EF4-FFF2-40B4-BE49-F238E27FC236}">
                <a16:creationId xmlns:a16="http://schemas.microsoft.com/office/drawing/2014/main" id="{0CB40A47-BD08-0CD3-6D92-B7241D66D604}"/>
              </a:ext>
            </a:extLst>
          </p:cNvPr>
          <p:cNvSpPr>
            <a:spLocks noGrp="1"/>
          </p:cNvSpPr>
          <p:nvPr>
            <p:ph type="body" sz="quarter" idx="20" hasCustomPrompt="1"/>
          </p:nvPr>
        </p:nvSpPr>
        <p:spPr>
          <a:xfrm>
            <a:off x="423525" y="3264830"/>
            <a:ext cx="5518627" cy="3002427"/>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Body copy goes here</a:t>
            </a:r>
          </a:p>
        </p:txBody>
      </p:sp>
      <p:sp>
        <p:nvSpPr>
          <p:cNvPr id="2" name="Footer Placeholder 4">
            <a:extLst>
              <a:ext uri="{FF2B5EF4-FFF2-40B4-BE49-F238E27FC236}">
                <a16:creationId xmlns:a16="http://schemas.microsoft.com/office/drawing/2014/main" id="{DC2183FB-C5C0-2C3B-9B57-8A8036B32ED6}"/>
              </a:ext>
            </a:extLst>
          </p:cNvPr>
          <p:cNvSpPr>
            <a:spLocks noGrp="1"/>
          </p:cNvSpPr>
          <p:nvPr>
            <p:ph type="ftr" sz="quarter" idx="11"/>
          </p:nvPr>
        </p:nvSpPr>
        <p:spPr>
          <a:xfrm>
            <a:off x="327990" y="6356350"/>
            <a:ext cx="5666410" cy="365125"/>
          </a:xfrm>
        </p:spPr>
        <p:txBody>
          <a:bodyPr/>
          <a:lstStyle/>
          <a:p>
            <a:endParaRPr lang="en-US" dirty="0"/>
          </a:p>
        </p:txBody>
      </p:sp>
      <p:pic>
        <p:nvPicPr>
          <p:cNvPr id="3" name="Picture 2" descr="Graphical user interface&#10;&#10;Description automatically generated with low confidence">
            <a:extLst>
              <a:ext uri="{FF2B5EF4-FFF2-40B4-BE49-F238E27FC236}">
                <a16:creationId xmlns:a16="http://schemas.microsoft.com/office/drawing/2014/main" id="{5305CE86-832A-E75E-D492-AF62B2BCB4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52402" y="1323532"/>
            <a:ext cx="2581474" cy="4572646"/>
          </a:xfrm>
          <a:prstGeom prst="rect">
            <a:avLst/>
          </a:prstGeom>
        </p:spPr>
      </p:pic>
      <p:sp>
        <p:nvSpPr>
          <p:cNvPr id="4" name="Picture Placeholder 13">
            <a:extLst>
              <a:ext uri="{FF2B5EF4-FFF2-40B4-BE49-F238E27FC236}">
                <a16:creationId xmlns:a16="http://schemas.microsoft.com/office/drawing/2014/main" id="{9E48030D-E0C5-8AAB-0695-E00555F8EAFD}"/>
              </a:ext>
            </a:extLst>
          </p:cNvPr>
          <p:cNvSpPr>
            <a:spLocks noGrp="1"/>
          </p:cNvSpPr>
          <p:nvPr>
            <p:ph type="pic" sz="quarter" idx="24"/>
          </p:nvPr>
        </p:nvSpPr>
        <p:spPr>
          <a:xfrm>
            <a:off x="5235638" y="1648455"/>
            <a:ext cx="1759842" cy="3802405"/>
          </a:xfrm>
          <a:prstGeom prst="roundRect">
            <a:avLst>
              <a:gd name="adj" fmla="val 9901"/>
            </a:avLst>
          </a:prstGeom>
          <a:solidFill>
            <a:schemeClr val="tx1">
              <a:lumMod val="50000"/>
              <a:lumOff val="50000"/>
            </a:schemeClr>
          </a:solidFill>
          <a:ln>
            <a:noFill/>
          </a:ln>
        </p:spPr>
        <p:txBody>
          <a:bodyPr anchor="ctr"/>
          <a:lstStyle>
            <a:lvl1pPr marL="0" indent="0" algn="ctr">
              <a:buFontTx/>
              <a:buNone/>
              <a:defRPr/>
            </a:lvl1pPr>
          </a:lstStyle>
          <a:p>
            <a:endParaRPr lang="en-AU"/>
          </a:p>
        </p:txBody>
      </p:sp>
      <p:pic>
        <p:nvPicPr>
          <p:cNvPr id="5" name="Picture 4" descr="Graphical user interface&#10;&#10;Description automatically generated with low confidence">
            <a:extLst>
              <a:ext uri="{FF2B5EF4-FFF2-40B4-BE49-F238E27FC236}">
                <a16:creationId xmlns:a16="http://schemas.microsoft.com/office/drawing/2014/main" id="{7EB94B02-94F3-A0C2-A70F-FB47230A2B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182316" y="1323532"/>
            <a:ext cx="2581474" cy="4572646"/>
          </a:xfrm>
          <a:prstGeom prst="rect">
            <a:avLst/>
          </a:prstGeom>
        </p:spPr>
      </p:pic>
      <p:sp>
        <p:nvSpPr>
          <p:cNvPr id="9" name="Picture Placeholder 13">
            <a:extLst>
              <a:ext uri="{FF2B5EF4-FFF2-40B4-BE49-F238E27FC236}">
                <a16:creationId xmlns:a16="http://schemas.microsoft.com/office/drawing/2014/main" id="{9019D0F6-F009-2740-0353-4EF1049D0C41}"/>
              </a:ext>
            </a:extLst>
          </p:cNvPr>
          <p:cNvSpPr>
            <a:spLocks noGrp="1"/>
          </p:cNvSpPr>
          <p:nvPr>
            <p:ph type="pic" sz="quarter" idx="25"/>
          </p:nvPr>
        </p:nvSpPr>
        <p:spPr>
          <a:xfrm>
            <a:off x="7565552" y="1648455"/>
            <a:ext cx="1759842" cy="3802405"/>
          </a:xfrm>
          <a:prstGeom prst="roundRect">
            <a:avLst>
              <a:gd name="adj" fmla="val 9901"/>
            </a:avLst>
          </a:prstGeom>
          <a:solidFill>
            <a:schemeClr val="tx1">
              <a:lumMod val="50000"/>
              <a:lumOff val="50000"/>
            </a:schemeClr>
          </a:solidFill>
          <a:ln>
            <a:noFill/>
          </a:ln>
        </p:spPr>
        <p:txBody>
          <a:bodyPr anchor="ctr"/>
          <a:lstStyle>
            <a:lvl1pPr marL="0" indent="0" algn="ctr">
              <a:buFontTx/>
              <a:buNone/>
              <a:defRPr/>
            </a:lvl1pPr>
          </a:lstStyle>
          <a:p>
            <a:endParaRPr lang="en-AU"/>
          </a:p>
        </p:txBody>
      </p:sp>
      <p:pic>
        <p:nvPicPr>
          <p:cNvPr id="10" name="Picture 9" descr="Graphical user interface&#10;&#10;Description automatically generated with low confidence">
            <a:extLst>
              <a:ext uri="{FF2B5EF4-FFF2-40B4-BE49-F238E27FC236}">
                <a16:creationId xmlns:a16="http://schemas.microsoft.com/office/drawing/2014/main" id="{9B479552-F02E-0682-608A-4EF73A8DCBB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481196" y="1323532"/>
            <a:ext cx="2581474" cy="4572646"/>
          </a:xfrm>
          <a:prstGeom prst="rect">
            <a:avLst/>
          </a:prstGeom>
        </p:spPr>
      </p:pic>
      <p:sp>
        <p:nvSpPr>
          <p:cNvPr id="11" name="Picture Placeholder 13">
            <a:extLst>
              <a:ext uri="{FF2B5EF4-FFF2-40B4-BE49-F238E27FC236}">
                <a16:creationId xmlns:a16="http://schemas.microsoft.com/office/drawing/2014/main" id="{2DE66986-6AF7-C25B-5FF4-2FD8FEDE199D}"/>
              </a:ext>
            </a:extLst>
          </p:cNvPr>
          <p:cNvSpPr>
            <a:spLocks noGrp="1"/>
          </p:cNvSpPr>
          <p:nvPr>
            <p:ph type="pic" sz="quarter" idx="26"/>
          </p:nvPr>
        </p:nvSpPr>
        <p:spPr>
          <a:xfrm>
            <a:off x="9864432" y="1648455"/>
            <a:ext cx="1759842" cy="3802405"/>
          </a:xfrm>
          <a:prstGeom prst="roundRect">
            <a:avLst>
              <a:gd name="adj" fmla="val 9901"/>
            </a:avLst>
          </a:prstGeom>
          <a:solidFill>
            <a:schemeClr val="tx1">
              <a:lumMod val="50000"/>
              <a:lumOff val="50000"/>
            </a:schemeClr>
          </a:solidFill>
          <a:ln>
            <a:noFill/>
          </a:ln>
        </p:spPr>
        <p:txBody>
          <a:bodyPr anchor="ctr"/>
          <a:lstStyle>
            <a:lvl1pPr marL="0" indent="0" algn="ctr">
              <a:buFontTx/>
              <a:buNone/>
              <a:defRPr/>
            </a:lvl1pPr>
          </a:lstStyle>
          <a:p>
            <a:endParaRPr lang="en-AU"/>
          </a:p>
        </p:txBody>
      </p:sp>
    </p:spTree>
    <p:extLst>
      <p:ext uri="{BB962C8B-B14F-4D97-AF65-F5344CB8AC3E}">
        <p14:creationId xmlns:p14="http://schemas.microsoft.com/office/powerpoint/2010/main" val="6410473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C127303-4806-AD60-EAD2-EF4317E01374}"/>
              </a:ext>
            </a:extLst>
          </p:cNvPr>
          <p:cNvSpPr>
            <a:spLocks noGrp="1"/>
          </p:cNvSpPr>
          <p:nvPr>
            <p:ph type="title" hasCustomPrompt="1"/>
          </p:nvPr>
        </p:nvSpPr>
        <p:spPr>
          <a:xfrm>
            <a:off x="327991" y="1784192"/>
            <a:ext cx="5768009" cy="1222512"/>
          </a:xfrm>
        </p:spPr>
        <p:txBody>
          <a:bodyPr/>
          <a:lstStyle/>
          <a:p>
            <a:r>
              <a:rPr lang="en-GB" dirty="0"/>
              <a:t>Heading goes here</a:t>
            </a:r>
            <a:endParaRPr lang="en-US" dirty="0"/>
          </a:p>
        </p:txBody>
      </p:sp>
      <p:sp>
        <p:nvSpPr>
          <p:cNvPr id="19" name="Text Placeholder 16">
            <a:extLst>
              <a:ext uri="{FF2B5EF4-FFF2-40B4-BE49-F238E27FC236}">
                <a16:creationId xmlns:a16="http://schemas.microsoft.com/office/drawing/2014/main" id="{7FC6B3C7-8ED5-83EA-119C-F4BE42FF3878}"/>
              </a:ext>
            </a:extLst>
          </p:cNvPr>
          <p:cNvSpPr>
            <a:spLocks noGrp="1"/>
          </p:cNvSpPr>
          <p:nvPr>
            <p:ph type="body" sz="quarter" idx="20" hasCustomPrompt="1"/>
          </p:nvPr>
        </p:nvSpPr>
        <p:spPr>
          <a:xfrm>
            <a:off x="423525" y="326483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Body copy goes here</a:t>
            </a:r>
          </a:p>
        </p:txBody>
      </p:sp>
      <p:pic>
        <p:nvPicPr>
          <p:cNvPr id="22" name="Picture 21" descr="A picture containing text, monitor, indoor, screen&#10;&#10;Description automatically generated">
            <a:extLst>
              <a:ext uri="{FF2B5EF4-FFF2-40B4-BE49-F238E27FC236}">
                <a16:creationId xmlns:a16="http://schemas.microsoft.com/office/drawing/2014/main" id="{EC5E4107-ADCD-221E-E679-4C9C106AAB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338044" y="811065"/>
            <a:ext cx="7194643" cy="4234794"/>
          </a:xfrm>
          <a:prstGeom prst="rect">
            <a:avLst/>
          </a:prstGeom>
        </p:spPr>
      </p:pic>
      <p:sp>
        <p:nvSpPr>
          <p:cNvPr id="23" name="Picture Placeholder 12">
            <a:extLst>
              <a:ext uri="{FF2B5EF4-FFF2-40B4-BE49-F238E27FC236}">
                <a16:creationId xmlns:a16="http://schemas.microsoft.com/office/drawing/2014/main" id="{1A2C48A8-F5B8-E0BF-D799-07B4D2E9153A}"/>
              </a:ext>
            </a:extLst>
          </p:cNvPr>
          <p:cNvSpPr>
            <a:spLocks noGrp="1"/>
          </p:cNvSpPr>
          <p:nvPr>
            <p:ph type="pic" sz="quarter" idx="23"/>
          </p:nvPr>
        </p:nvSpPr>
        <p:spPr>
          <a:xfrm>
            <a:off x="6856588" y="1504299"/>
            <a:ext cx="4025393" cy="2616583"/>
          </a:xfrm>
          <a:prstGeom prst="rect">
            <a:avLst/>
          </a:prstGeom>
          <a:solidFill>
            <a:schemeClr val="tx1">
              <a:lumMod val="50000"/>
              <a:lumOff val="50000"/>
            </a:schemeClr>
          </a:solidFill>
          <a:ln>
            <a:noFill/>
          </a:ln>
        </p:spPr>
        <p:txBody>
          <a:bodyPr anchor="ctr"/>
          <a:lstStyle>
            <a:lvl1pPr marL="0" indent="0" algn="ctr">
              <a:buFontTx/>
              <a:buNone/>
              <a:defRPr/>
            </a:lvl1pPr>
          </a:lstStyle>
          <a:p>
            <a:endParaRPr lang="en-AU"/>
          </a:p>
        </p:txBody>
      </p:sp>
      <p:pic>
        <p:nvPicPr>
          <p:cNvPr id="24" name="Picture 23" descr="Graphical user interface&#10;&#10;Description automatically generated with low confidence">
            <a:extLst>
              <a:ext uri="{FF2B5EF4-FFF2-40B4-BE49-F238E27FC236}">
                <a16:creationId xmlns:a16="http://schemas.microsoft.com/office/drawing/2014/main" id="{F4628A6E-0527-7C99-B064-5BA7C65A5F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099944" y="2410676"/>
            <a:ext cx="2227519" cy="3945674"/>
          </a:xfrm>
          <a:prstGeom prst="rect">
            <a:avLst/>
          </a:prstGeom>
        </p:spPr>
      </p:pic>
      <p:sp>
        <p:nvSpPr>
          <p:cNvPr id="25" name="Picture Placeholder 13">
            <a:extLst>
              <a:ext uri="{FF2B5EF4-FFF2-40B4-BE49-F238E27FC236}">
                <a16:creationId xmlns:a16="http://schemas.microsoft.com/office/drawing/2014/main" id="{A70A5F07-D78B-2158-F27E-A0A80F31E507}"/>
              </a:ext>
            </a:extLst>
          </p:cNvPr>
          <p:cNvSpPr>
            <a:spLocks noGrp="1"/>
          </p:cNvSpPr>
          <p:nvPr>
            <p:ph type="pic" sz="quarter" idx="24"/>
          </p:nvPr>
        </p:nvSpPr>
        <p:spPr>
          <a:xfrm>
            <a:off x="5425942" y="2685008"/>
            <a:ext cx="1518544" cy="3281044"/>
          </a:xfrm>
          <a:prstGeom prst="roundRect">
            <a:avLst>
              <a:gd name="adj" fmla="val 9901"/>
            </a:avLst>
          </a:prstGeom>
          <a:solidFill>
            <a:schemeClr val="tx1">
              <a:lumMod val="50000"/>
              <a:lumOff val="50000"/>
            </a:schemeClr>
          </a:solidFill>
          <a:ln>
            <a:noFill/>
          </a:ln>
        </p:spPr>
        <p:txBody>
          <a:bodyPr anchor="ctr"/>
          <a:lstStyle>
            <a:lvl1pPr marL="0" indent="0" algn="ctr">
              <a:buFontTx/>
              <a:buNone/>
              <a:defRPr/>
            </a:lvl1pPr>
          </a:lstStyle>
          <a:p>
            <a:endParaRPr lang="en-AU" dirty="0"/>
          </a:p>
        </p:txBody>
      </p:sp>
      <p:sp>
        <p:nvSpPr>
          <p:cNvPr id="2" name="Footer Placeholder 4">
            <a:extLst>
              <a:ext uri="{FF2B5EF4-FFF2-40B4-BE49-F238E27FC236}">
                <a16:creationId xmlns:a16="http://schemas.microsoft.com/office/drawing/2014/main" id="{BF771FA2-F305-A2E0-2F07-436A5D41F15F}"/>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13818988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Picture with Caption">
    <p:bg>
      <p:bgPr>
        <a:solidFill>
          <a:schemeClr val="bg2"/>
        </a:solidFill>
        <a:effectLst/>
      </p:bgPr>
    </p:bg>
    <p:spTree>
      <p:nvGrpSpPr>
        <p:cNvPr id="1" name=""/>
        <p:cNvGrpSpPr/>
        <p:nvPr/>
      </p:nvGrpSpPr>
      <p:grpSpPr>
        <a:xfrm>
          <a:off x="0" y="0"/>
          <a:ext cx="0" cy="0"/>
          <a:chOff x="0" y="0"/>
          <a:chExt cx="0" cy="0"/>
        </a:xfrm>
      </p:grpSpPr>
      <p:sp>
        <p:nvSpPr>
          <p:cNvPr id="36" name="Text Placeholder 16">
            <a:extLst>
              <a:ext uri="{FF2B5EF4-FFF2-40B4-BE49-F238E27FC236}">
                <a16:creationId xmlns:a16="http://schemas.microsoft.com/office/drawing/2014/main" id="{BC8E9D38-FD72-E512-47C9-84B383159CEE}"/>
              </a:ext>
            </a:extLst>
          </p:cNvPr>
          <p:cNvSpPr>
            <a:spLocks noGrp="1"/>
          </p:cNvSpPr>
          <p:nvPr>
            <p:ph type="body" sz="quarter" idx="20" hasCustomPrompt="1"/>
          </p:nvPr>
        </p:nvSpPr>
        <p:spPr>
          <a:xfrm>
            <a:off x="400090" y="4077222"/>
            <a:ext cx="3598219" cy="2142602"/>
          </a:xfrm>
          <a:prstGeom prst="rect">
            <a:avLst/>
          </a:prstGeom>
          <a:solidFill>
            <a:schemeClr val="bg1">
              <a:alpha val="50055"/>
            </a:schemeClr>
          </a:solidFill>
        </p:spPr>
        <p:txBody>
          <a:bodyPr lIns="144000" tIns="144000" rIns="144000" bIns="0">
            <a:noAutofit/>
          </a:bodyPr>
          <a:lstStyle>
            <a:lvl1pPr marL="285750" indent="-285750">
              <a:lnSpc>
                <a:spcPct val="120000"/>
              </a:lnSpc>
              <a:buClr>
                <a:schemeClr val="accent3"/>
              </a:buClr>
              <a:buFont typeface="Arial" panose="020B0604020202020204" pitchFamily="34" charset="0"/>
              <a:buChar char="•"/>
              <a:defRPr sz="14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a:p>
            <a:pPr marL="285750" marR="0" lvl="0" indent="-28575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lang="en-US" dirty="0"/>
              <a:t>Text to go here</a:t>
            </a:r>
          </a:p>
          <a:p>
            <a:pPr lvl="0"/>
            <a:endParaRPr lang="en-US" dirty="0"/>
          </a:p>
        </p:txBody>
      </p:sp>
      <p:sp>
        <p:nvSpPr>
          <p:cNvPr id="37" name="Text Placeholder 16">
            <a:extLst>
              <a:ext uri="{FF2B5EF4-FFF2-40B4-BE49-F238E27FC236}">
                <a16:creationId xmlns:a16="http://schemas.microsoft.com/office/drawing/2014/main" id="{C866EE03-BDE2-F134-B875-7FEC6C950DE3}"/>
              </a:ext>
            </a:extLst>
          </p:cNvPr>
          <p:cNvSpPr>
            <a:spLocks noGrp="1"/>
          </p:cNvSpPr>
          <p:nvPr>
            <p:ph type="body" sz="quarter" idx="58" hasCustomPrompt="1"/>
          </p:nvPr>
        </p:nvSpPr>
        <p:spPr>
          <a:xfrm>
            <a:off x="4324829" y="4077222"/>
            <a:ext cx="3598219" cy="2142602"/>
          </a:xfrm>
          <a:prstGeom prst="rect">
            <a:avLst/>
          </a:prstGeom>
          <a:solidFill>
            <a:schemeClr val="bg1">
              <a:alpha val="50055"/>
            </a:schemeClr>
          </a:solidFill>
        </p:spPr>
        <p:txBody>
          <a:bodyPr lIns="144000" tIns="144000" rIns="144000" bIns="0">
            <a:noAutofit/>
          </a:bodyPr>
          <a:lstStyle>
            <a:lvl1pPr marL="285750" indent="-285750">
              <a:lnSpc>
                <a:spcPct val="120000"/>
              </a:lnSpc>
              <a:buClr>
                <a:schemeClr val="accent3"/>
              </a:buClr>
              <a:buFont typeface="Arial" panose="020B0604020202020204" pitchFamily="34" charset="0"/>
              <a:buChar char="•"/>
              <a:defRPr sz="14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a:p>
            <a:pPr marL="285750" marR="0" lvl="0" indent="-28575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lang="en-US" dirty="0"/>
              <a:t>Text to go here</a:t>
            </a:r>
          </a:p>
          <a:p>
            <a:pPr lvl="0"/>
            <a:endParaRPr lang="en-US" dirty="0"/>
          </a:p>
        </p:txBody>
      </p:sp>
      <p:sp>
        <p:nvSpPr>
          <p:cNvPr id="38" name="Picture Placeholder 4">
            <a:extLst>
              <a:ext uri="{FF2B5EF4-FFF2-40B4-BE49-F238E27FC236}">
                <a16:creationId xmlns:a16="http://schemas.microsoft.com/office/drawing/2014/main" id="{888FA2F7-1FFB-866C-2DB9-CDF27074C121}"/>
              </a:ext>
            </a:extLst>
          </p:cNvPr>
          <p:cNvSpPr>
            <a:spLocks noGrp="1"/>
          </p:cNvSpPr>
          <p:nvPr>
            <p:ph type="pic" sz="quarter" idx="27"/>
          </p:nvPr>
        </p:nvSpPr>
        <p:spPr>
          <a:xfrm>
            <a:off x="392259" y="1308289"/>
            <a:ext cx="3613882" cy="2367302"/>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39" name="Picture Placeholder 4">
            <a:extLst>
              <a:ext uri="{FF2B5EF4-FFF2-40B4-BE49-F238E27FC236}">
                <a16:creationId xmlns:a16="http://schemas.microsoft.com/office/drawing/2014/main" id="{0CBD0708-D59C-3931-06FC-E41D5A12A170}"/>
              </a:ext>
            </a:extLst>
          </p:cNvPr>
          <p:cNvSpPr>
            <a:spLocks noGrp="1"/>
          </p:cNvSpPr>
          <p:nvPr>
            <p:ph type="pic" sz="quarter" idx="51"/>
          </p:nvPr>
        </p:nvSpPr>
        <p:spPr>
          <a:xfrm>
            <a:off x="4319121" y="1308289"/>
            <a:ext cx="3606051" cy="2367302"/>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20" name="Rectangle 19">
            <a:extLst>
              <a:ext uri="{FF2B5EF4-FFF2-40B4-BE49-F238E27FC236}">
                <a16:creationId xmlns:a16="http://schemas.microsoft.com/office/drawing/2014/main" id="{6174EC99-B639-C71B-7BC2-CA7678A6ABEA}"/>
              </a:ext>
            </a:extLst>
          </p:cNvPr>
          <p:cNvSpPr/>
          <p:nvPr userDrawn="1"/>
        </p:nvSpPr>
        <p:spPr>
          <a:xfrm>
            <a:off x="8185856" y="0"/>
            <a:ext cx="4006144"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24AF9418-2AC9-7B0F-29C0-909227F6BA6B}"/>
              </a:ext>
            </a:extLst>
          </p:cNvPr>
          <p:cNvSpPr>
            <a:spLocks noGrp="1"/>
          </p:cNvSpPr>
          <p:nvPr>
            <p:ph type="title" hasCustomPrompt="1"/>
          </p:nvPr>
        </p:nvSpPr>
        <p:spPr>
          <a:xfrm>
            <a:off x="327991" y="323882"/>
            <a:ext cx="7597181" cy="1222512"/>
          </a:xfrm>
        </p:spPr>
        <p:txBody>
          <a:bodyPr/>
          <a:lstStyle/>
          <a:p>
            <a:r>
              <a:rPr lang="en-GB" dirty="0"/>
              <a:t>Headline goes here</a:t>
            </a:r>
            <a:br>
              <a:rPr lang="en-GB" dirty="0"/>
            </a:br>
            <a:r>
              <a:rPr lang="en-GB" dirty="0"/>
              <a:t>across up to two lines</a:t>
            </a:r>
            <a:endParaRPr lang="en-US" dirty="0"/>
          </a:p>
        </p:txBody>
      </p:sp>
      <p:sp>
        <p:nvSpPr>
          <p:cNvPr id="7" name="Slide Number Placeholder 6">
            <a:extLst>
              <a:ext uri="{FF2B5EF4-FFF2-40B4-BE49-F238E27FC236}">
                <a16:creationId xmlns:a16="http://schemas.microsoft.com/office/drawing/2014/main" id="{8D77803B-23AD-EA5B-94C6-C1BC85A99FB6}"/>
              </a:ext>
            </a:extLst>
          </p:cNvPr>
          <p:cNvSpPr>
            <a:spLocks noGrp="1"/>
          </p:cNvSpPr>
          <p:nvPr>
            <p:ph type="sldNum" sz="quarter" idx="12"/>
          </p:nvPr>
        </p:nvSpPr>
        <p:spPr/>
        <p:txBody>
          <a:bodyPr/>
          <a:lstStyle/>
          <a:p>
            <a:fld id="{EED4F224-E88B-A44E-95C1-82CB97C9A2DF}" type="slidenum">
              <a:rPr lang="en-US" smtClean="0"/>
              <a:t>‹#›</a:t>
            </a:fld>
            <a:endParaRPr lang="en-US"/>
          </a:p>
        </p:txBody>
      </p:sp>
      <p:pic>
        <p:nvPicPr>
          <p:cNvPr id="28" name="Picture 27" descr="A picture containing text, clipart&#10;&#10;Description automatically generated">
            <a:extLst>
              <a:ext uri="{FF2B5EF4-FFF2-40B4-BE49-F238E27FC236}">
                <a16:creationId xmlns:a16="http://schemas.microsoft.com/office/drawing/2014/main" id="{10C1E268-A515-F55C-8D56-7DC90DF5160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294802" y="454297"/>
            <a:ext cx="1788252" cy="480841"/>
          </a:xfrm>
          <a:prstGeom prst="rect">
            <a:avLst/>
          </a:prstGeom>
        </p:spPr>
      </p:pic>
      <p:sp>
        <p:nvSpPr>
          <p:cNvPr id="30" name="Text Placeholder 8">
            <a:extLst>
              <a:ext uri="{FF2B5EF4-FFF2-40B4-BE49-F238E27FC236}">
                <a16:creationId xmlns:a16="http://schemas.microsoft.com/office/drawing/2014/main" id="{71FCD214-24F2-F3DE-1AB6-B619C6BCB8F1}"/>
              </a:ext>
            </a:extLst>
          </p:cNvPr>
          <p:cNvSpPr>
            <a:spLocks noGrp="1"/>
          </p:cNvSpPr>
          <p:nvPr>
            <p:ph type="body" sz="quarter" idx="21" hasCustomPrompt="1"/>
          </p:nvPr>
        </p:nvSpPr>
        <p:spPr>
          <a:xfrm>
            <a:off x="8185852" y="3506237"/>
            <a:ext cx="4006148" cy="1344979"/>
          </a:xfrm>
          <a:prstGeom prst="rect">
            <a:avLst/>
          </a:prstGeom>
        </p:spPr>
        <p:txBody>
          <a:bodyPr lIns="0" tIns="0" rIns="0" bIns="0">
            <a:noAutofit/>
          </a:bodyPr>
          <a:lstStyle>
            <a:lvl1pPr marL="0" indent="0" algn="ctr">
              <a:buFontTx/>
              <a:buNone/>
              <a:defRPr sz="8000" b="1">
                <a:solidFill>
                  <a:schemeClr val="bg2"/>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98.9%</a:t>
            </a:r>
            <a:endParaRPr lang="en-AU" dirty="0"/>
          </a:p>
        </p:txBody>
      </p:sp>
      <p:sp>
        <p:nvSpPr>
          <p:cNvPr id="21" name="Text Placeholder 10">
            <a:extLst>
              <a:ext uri="{FF2B5EF4-FFF2-40B4-BE49-F238E27FC236}">
                <a16:creationId xmlns:a16="http://schemas.microsoft.com/office/drawing/2014/main" id="{1D532603-CEB1-5663-D986-69D945348B7B}"/>
              </a:ext>
            </a:extLst>
          </p:cNvPr>
          <p:cNvSpPr>
            <a:spLocks noGrp="1"/>
          </p:cNvSpPr>
          <p:nvPr>
            <p:ph type="body" sz="quarter" idx="22" hasCustomPrompt="1"/>
          </p:nvPr>
        </p:nvSpPr>
        <p:spPr>
          <a:xfrm>
            <a:off x="8185856" y="4622617"/>
            <a:ext cx="4006144" cy="365125"/>
          </a:xfrm>
          <a:prstGeom prst="rect">
            <a:avLst/>
          </a:prstGeom>
        </p:spPr>
        <p:txBody>
          <a:bodyPr lIns="0" tIns="0" rIns="0" bIns="0">
            <a:noAutofit/>
          </a:bodyPr>
          <a:lstStyle>
            <a:lvl1pPr marL="0" indent="0" algn="ctr">
              <a:lnSpc>
                <a:spcPct val="110000"/>
              </a:lnSpc>
              <a:buFontTx/>
              <a:buNone/>
              <a:defRPr b="1">
                <a:solidFill>
                  <a:schemeClr val="bg1"/>
                </a:solidFill>
              </a:defRPr>
            </a:lvl1pPr>
            <a:lvl2pPr marL="457200" indent="0" algn="ctr">
              <a:buFontTx/>
              <a:buNone/>
              <a:defRPr b="1">
                <a:solidFill>
                  <a:schemeClr val="bg1"/>
                </a:solidFill>
              </a:defRPr>
            </a:lvl2pPr>
            <a:lvl3pPr marL="914400" indent="0" algn="ctr">
              <a:buFontTx/>
              <a:buNone/>
              <a:defRPr b="1">
                <a:solidFill>
                  <a:schemeClr val="bg1"/>
                </a:solidFill>
              </a:defRPr>
            </a:lvl3pPr>
            <a:lvl4pPr marL="1371600" indent="0" algn="ctr">
              <a:buFontTx/>
              <a:buNone/>
              <a:defRPr b="1">
                <a:solidFill>
                  <a:schemeClr val="bg1"/>
                </a:solidFill>
              </a:defRPr>
            </a:lvl4pPr>
            <a:lvl5pPr marL="1828800" indent="0" algn="ctr">
              <a:buFontTx/>
              <a:buNone/>
              <a:defRPr b="1">
                <a:solidFill>
                  <a:schemeClr val="bg1"/>
                </a:solidFill>
              </a:defRPr>
            </a:lvl5pPr>
          </a:lstStyle>
          <a:p>
            <a:pPr marL="0" marR="0" lvl="0" indent="0" algn="ctr" defTabSz="914400" rtl="0" eaLnBrk="1" fontAlgn="auto" latinLnBrk="0" hangingPunct="1">
              <a:lnSpc>
                <a:spcPct val="110000"/>
              </a:lnSpc>
              <a:spcBef>
                <a:spcPts val="1000"/>
              </a:spcBef>
              <a:spcAft>
                <a:spcPts val="0"/>
              </a:spcAft>
              <a:buClrTx/>
              <a:buSzTx/>
              <a:buFontTx/>
              <a:buNone/>
              <a:tabLst/>
              <a:defRPr/>
            </a:pPr>
            <a:r>
              <a:rPr lang="en-AU" dirty="0"/>
              <a:t>packages delivered </a:t>
            </a:r>
            <a:br>
              <a:rPr lang="en-AU" dirty="0"/>
            </a:br>
            <a:r>
              <a:rPr lang="en-AU" dirty="0"/>
              <a:t>on time</a:t>
            </a:r>
          </a:p>
        </p:txBody>
      </p:sp>
      <p:sp>
        <p:nvSpPr>
          <p:cNvPr id="32" name="Text Placeholder 13">
            <a:extLst>
              <a:ext uri="{FF2B5EF4-FFF2-40B4-BE49-F238E27FC236}">
                <a16:creationId xmlns:a16="http://schemas.microsoft.com/office/drawing/2014/main" id="{9BFE984C-2AB0-3F7D-525E-D1D50660E125}"/>
              </a:ext>
            </a:extLst>
          </p:cNvPr>
          <p:cNvSpPr>
            <a:spLocks noGrp="1"/>
          </p:cNvSpPr>
          <p:nvPr>
            <p:ph type="body" sz="quarter" idx="56" hasCustomPrompt="1"/>
          </p:nvPr>
        </p:nvSpPr>
        <p:spPr>
          <a:xfrm>
            <a:off x="400091" y="3638678"/>
            <a:ext cx="3606050" cy="488862"/>
          </a:xfrm>
          <a:prstGeom prst="roundRect">
            <a:avLst>
              <a:gd name="adj" fmla="val 6330"/>
            </a:avLst>
          </a:prstGeom>
          <a:solidFill>
            <a:schemeClr val="accent3"/>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33" name="Text Placeholder 13">
            <a:extLst>
              <a:ext uri="{FF2B5EF4-FFF2-40B4-BE49-F238E27FC236}">
                <a16:creationId xmlns:a16="http://schemas.microsoft.com/office/drawing/2014/main" id="{86B8F162-9099-A94A-9432-4ACEB9E969D7}"/>
              </a:ext>
            </a:extLst>
          </p:cNvPr>
          <p:cNvSpPr>
            <a:spLocks noGrp="1"/>
          </p:cNvSpPr>
          <p:nvPr>
            <p:ph type="body" sz="quarter" idx="57" hasCustomPrompt="1"/>
          </p:nvPr>
        </p:nvSpPr>
        <p:spPr>
          <a:xfrm>
            <a:off x="4316998" y="3638678"/>
            <a:ext cx="3606050" cy="488862"/>
          </a:xfrm>
          <a:prstGeom prst="roundRect">
            <a:avLst>
              <a:gd name="adj" fmla="val 6330"/>
            </a:avLst>
          </a:prstGeom>
          <a:solidFill>
            <a:schemeClr val="accent3"/>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 name="Footer Placeholder 4">
            <a:extLst>
              <a:ext uri="{FF2B5EF4-FFF2-40B4-BE49-F238E27FC236}">
                <a16:creationId xmlns:a16="http://schemas.microsoft.com/office/drawing/2014/main" id="{9B207EE1-F70B-C194-DA82-4E07A8D29F20}"/>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19647294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chemeClr val="bg2"/>
        </a:solidFill>
        <a:effectLst/>
      </p:bgPr>
    </p:bg>
    <p:spTree>
      <p:nvGrpSpPr>
        <p:cNvPr id="1" name=""/>
        <p:cNvGrpSpPr/>
        <p:nvPr/>
      </p:nvGrpSpPr>
      <p:grpSpPr>
        <a:xfrm>
          <a:off x="0" y="0"/>
          <a:ext cx="0" cy="0"/>
          <a:chOff x="0" y="0"/>
          <a:chExt cx="0" cy="0"/>
        </a:xfrm>
      </p:grpSpPr>
      <p:sp>
        <p:nvSpPr>
          <p:cNvPr id="2" name="Text Placeholder 16">
            <a:extLst>
              <a:ext uri="{FF2B5EF4-FFF2-40B4-BE49-F238E27FC236}">
                <a16:creationId xmlns:a16="http://schemas.microsoft.com/office/drawing/2014/main" id="{9EAF5E0A-DACC-D872-9EE9-6A578FA5AA97}"/>
              </a:ext>
            </a:extLst>
          </p:cNvPr>
          <p:cNvSpPr>
            <a:spLocks noGrp="1"/>
          </p:cNvSpPr>
          <p:nvPr>
            <p:ph type="body" sz="quarter" idx="20" hasCustomPrompt="1"/>
          </p:nvPr>
        </p:nvSpPr>
        <p:spPr>
          <a:xfrm>
            <a:off x="400090" y="4077222"/>
            <a:ext cx="3598219" cy="2142602"/>
          </a:xfrm>
          <a:prstGeom prst="rect">
            <a:avLst/>
          </a:prstGeom>
          <a:solidFill>
            <a:schemeClr val="bg1">
              <a:alpha val="50055"/>
            </a:schemeClr>
          </a:solidFill>
        </p:spPr>
        <p:txBody>
          <a:bodyPr lIns="144000" tIns="144000" rIns="144000" bIns="0">
            <a:noAutofit/>
          </a:bodyPr>
          <a:lstStyle>
            <a:lvl1pPr marL="285750" indent="-285750">
              <a:lnSpc>
                <a:spcPct val="120000"/>
              </a:lnSpc>
              <a:buClr>
                <a:schemeClr val="accent5"/>
              </a:buClr>
              <a:buFont typeface="Arial" panose="020B0604020202020204" pitchFamily="34" charset="0"/>
              <a:buChar char="•"/>
              <a:defRPr sz="14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a:p>
            <a:pPr lvl="0"/>
            <a:endParaRPr lang="en-US" dirty="0"/>
          </a:p>
          <a:p>
            <a:pPr lvl="0"/>
            <a:endParaRPr lang="en-US" dirty="0"/>
          </a:p>
        </p:txBody>
      </p:sp>
      <p:sp>
        <p:nvSpPr>
          <p:cNvPr id="3" name="Text Placeholder 16">
            <a:extLst>
              <a:ext uri="{FF2B5EF4-FFF2-40B4-BE49-F238E27FC236}">
                <a16:creationId xmlns:a16="http://schemas.microsoft.com/office/drawing/2014/main" id="{DEE922EF-5B35-4E63-8EB0-774C0681E8FF}"/>
              </a:ext>
            </a:extLst>
          </p:cNvPr>
          <p:cNvSpPr>
            <a:spLocks noGrp="1"/>
          </p:cNvSpPr>
          <p:nvPr>
            <p:ph type="body" sz="quarter" idx="58" hasCustomPrompt="1"/>
          </p:nvPr>
        </p:nvSpPr>
        <p:spPr>
          <a:xfrm>
            <a:off x="4324829" y="4077222"/>
            <a:ext cx="3598219" cy="2142602"/>
          </a:xfrm>
          <a:prstGeom prst="rect">
            <a:avLst/>
          </a:prstGeom>
          <a:solidFill>
            <a:schemeClr val="bg1">
              <a:alpha val="50055"/>
            </a:schemeClr>
          </a:solidFill>
        </p:spPr>
        <p:txBody>
          <a:bodyPr lIns="144000" tIns="144000" rIns="144000" bIns="0">
            <a:noAutofit/>
          </a:bodyPr>
          <a:lstStyle>
            <a:lvl1pPr marL="285750" indent="-285750">
              <a:lnSpc>
                <a:spcPct val="120000"/>
              </a:lnSpc>
              <a:buClr>
                <a:schemeClr val="accent5"/>
              </a:buClr>
              <a:buFont typeface="Arial" panose="020B0604020202020204" pitchFamily="34" charset="0"/>
              <a:buChar char="•"/>
              <a:defRPr sz="14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38" name="Picture Placeholder 4">
            <a:extLst>
              <a:ext uri="{FF2B5EF4-FFF2-40B4-BE49-F238E27FC236}">
                <a16:creationId xmlns:a16="http://schemas.microsoft.com/office/drawing/2014/main" id="{888FA2F7-1FFB-866C-2DB9-CDF27074C121}"/>
              </a:ext>
            </a:extLst>
          </p:cNvPr>
          <p:cNvSpPr>
            <a:spLocks noGrp="1"/>
          </p:cNvSpPr>
          <p:nvPr>
            <p:ph type="pic" sz="quarter" idx="27"/>
          </p:nvPr>
        </p:nvSpPr>
        <p:spPr>
          <a:xfrm>
            <a:off x="392259" y="1308289"/>
            <a:ext cx="3613882" cy="2367302"/>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39" name="Picture Placeholder 4">
            <a:extLst>
              <a:ext uri="{FF2B5EF4-FFF2-40B4-BE49-F238E27FC236}">
                <a16:creationId xmlns:a16="http://schemas.microsoft.com/office/drawing/2014/main" id="{0CBD0708-D59C-3931-06FC-E41D5A12A170}"/>
              </a:ext>
            </a:extLst>
          </p:cNvPr>
          <p:cNvSpPr>
            <a:spLocks noGrp="1"/>
          </p:cNvSpPr>
          <p:nvPr>
            <p:ph type="pic" sz="quarter" idx="51"/>
          </p:nvPr>
        </p:nvSpPr>
        <p:spPr>
          <a:xfrm>
            <a:off x="4319121" y="1308289"/>
            <a:ext cx="3606051" cy="2367302"/>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20" name="Rectangle 19">
            <a:extLst>
              <a:ext uri="{FF2B5EF4-FFF2-40B4-BE49-F238E27FC236}">
                <a16:creationId xmlns:a16="http://schemas.microsoft.com/office/drawing/2014/main" id="{6174EC99-B639-C71B-7BC2-CA7678A6ABEA}"/>
              </a:ext>
            </a:extLst>
          </p:cNvPr>
          <p:cNvSpPr/>
          <p:nvPr userDrawn="1"/>
        </p:nvSpPr>
        <p:spPr>
          <a:xfrm>
            <a:off x="8185856" y="0"/>
            <a:ext cx="400614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24AF9418-2AC9-7B0F-29C0-909227F6BA6B}"/>
              </a:ext>
            </a:extLst>
          </p:cNvPr>
          <p:cNvSpPr>
            <a:spLocks noGrp="1"/>
          </p:cNvSpPr>
          <p:nvPr>
            <p:ph type="title" hasCustomPrompt="1"/>
          </p:nvPr>
        </p:nvSpPr>
        <p:spPr>
          <a:xfrm>
            <a:off x="327991" y="323882"/>
            <a:ext cx="7597181" cy="1222512"/>
          </a:xfrm>
        </p:spPr>
        <p:txBody>
          <a:bodyPr/>
          <a:lstStyle/>
          <a:p>
            <a:r>
              <a:rPr lang="en-GB" dirty="0"/>
              <a:t>Headline goes here</a:t>
            </a:r>
            <a:br>
              <a:rPr lang="en-GB" dirty="0"/>
            </a:br>
            <a:r>
              <a:rPr lang="en-GB" dirty="0"/>
              <a:t>across up to two lines</a:t>
            </a:r>
            <a:endParaRPr lang="en-US" dirty="0"/>
          </a:p>
        </p:txBody>
      </p:sp>
      <p:sp>
        <p:nvSpPr>
          <p:cNvPr id="7" name="Slide Number Placeholder 6">
            <a:extLst>
              <a:ext uri="{FF2B5EF4-FFF2-40B4-BE49-F238E27FC236}">
                <a16:creationId xmlns:a16="http://schemas.microsoft.com/office/drawing/2014/main" id="{8D77803B-23AD-EA5B-94C6-C1BC85A99FB6}"/>
              </a:ext>
            </a:extLst>
          </p:cNvPr>
          <p:cNvSpPr>
            <a:spLocks noGrp="1"/>
          </p:cNvSpPr>
          <p:nvPr>
            <p:ph type="sldNum" sz="quarter" idx="12"/>
          </p:nvPr>
        </p:nvSpPr>
        <p:spPr/>
        <p:txBody>
          <a:bodyPr/>
          <a:lstStyle/>
          <a:p>
            <a:fld id="{EED4F224-E88B-A44E-95C1-82CB97C9A2DF}" type="slidenum">
              <a:rPr lang="en-US" smtClean="0"/>
              <a:t>‹#›</a:t>
            </a:fld>
            <a:endParaRPr lang="en-US"/>
          </a:p>
        </p:txBody>
      </p:sp>
      <p:pic>
        <p:nvPicPr>
          <p:cNvPr id="28" name="Picture 27" descr="A picture containing text, clipart&#10;&#10;Description automatically generated">
            <a:extLst>
              <a:ext uri="{FF2B5EF4-FFF2-40B4-BE49-F238E27FC236}">
                <a16:creationId xmlns:a16="http://schemas.microsoft.com/office/drawing/2014/main" id="{10C1E268-A515-F55C-8D56-7DC90DF5160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294802" y="454297"/>
            <a:ext cx="1788252" cy="480841"/>
          </a:xfrm>
          <a:prstGeom prst="rect">
            <a:avLst/>
          </a:prstGeom>
        </p:spPr>
      </p:pic>
      <p:sp>
        <p:nvSpPr>
          <p:cNvPr id="30" name="Text Placeholder 8">
            <a:extLst>
              <a:ext uri="{FF2B5EF4-FFF2-40B4-BE49-F238E27FC236}">
                <a16:creationId xmlns:a16="http://schemas.microsoft.com/office/drawing/2014/main" id="{71FCD214-24F2-F3DE-1AB6-B619C6BCB8F1}"/>
              </a:ext>
            </a:extLst>
          </p:cNvPr>
          <p:cNvSpPr>
            <a:spLocks noGrp="1"/>
          </p:cNvSpPr>
          <p:nvPr>
            <p:ph type="body" sz="quarter" idx="21" hasCustomPrompt="1"/>
          </p:nvPr>
        </p:nvSpPr>
        <p:spPr>
          <a:xfrm>
            <a:off x="8185852" y="3506237"/>
            <a:ext cx="4006148" cy="1344979"/>
          </a:xfrm>
          <a:prstGeom prst="rect">
            <a:avLst/>
          </a:prstGeom>
        </p:spPr>
        <p:txBody>
          <a:bodyPr lIns="0" tIns="0" rIns="0" bIns="0">
            <a:noAutofit/>
          </a:bodyPr>
          <a:lstStyle>
            <a:lvl1pPr marL="0" indent="0" algn="ctr">
              <a:buFontTx/>
              <a:buNone/>
              <a:defRPr sz="8000" b="1">
                <a:solidFill>
                  <a:schemeClr val="bg1"/>
                </a:solidFill>
                <a:latin typeface="Franklin Gothic Medium" panose="020B0603020102020204"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98.9%</a:t>
            </a:r>
            <a:endParaRPr lang="en-AU" dirty="0"/>
          </a:p>
        </p:txBody>
      </p:sp>
      <p:sp>
        <p:nvSpPr>
          <p:cNvPr id="21" name="Text Placeholder 10">
            <a:extLst>
              <a:ext uri="{FF2B5EF4-FFF2-40B4-BE49-F238E27FC236}">
                <a16:creationId xmlns:a16="http://schemas.microsoft.com/office/drawing/2014/main" id="{1D532603-CEB1-5663-D986-69D945348B7B}"/>
              </a:ext>
            </a:extLst>
          </p:cNvPr>
          <p:cNvSpPr>
            <a:spLocks noGrp="1"/>
          </p:cNvSpPr>
          <p:nvPr>
            <p:ph type="body" sz="quarter" idx="22" hasCustomPrompt="1"/>
          </p:nvPr>
        </p:nvSpPr>
        <p:spPr>
          <a:xfrm>
            <a:off x="8185856" y="4622617"/>
            <a:ext cx="4006144" cy="365125"/>
          </a:xfrm>
          <a:prstGeom prst="rect">
            <a:avLst/>
          </a:prstGeom>
        </p:spPr>
        <p:txBody>
          <a:bodyPr lIns="0" tIns="0" rIns="0" bIns="0">
            <a:noAutofit/>
          </a:bodyPr>
          <a:lstStyle>
            <a:lvl1pPr marL="0" indent="0" algn="ctr">
              <a:lnSpc>
                <a:spcPct val="110000"/>
              </a:lnSpc>
              <a:buFontTx/>
              <a:buNone/>
              <a:defRPr b="1">
                <a:solidFill>
                  <a:schemeClr val="tx2"/>
                </a:solidFill>
              </a:defRPr>
            </a:lvl1pPr>
            <a:lvl2pPr marL="457200" indent="0" algn="ctr">
              <a:buFontTx/>
              <a:buNone/>
              <a:defRPr b="1">
                <a:solidFill>
                  <a:schemeClr val="bg1"/>
                </a:solidFill>
              </a:defRPr>
            </a:lvl2pPr>
            <a:lvl3pPr marL="914400" indent="0" algn="ctr">
              <a:buFontTx/>
              <a:buNone/>
              <a:defRPr b="1">
                <a:solidFill>
                  <a:schemeClr val="bg1"/>
                </a:solidFill>
              </a:defRPr>
            </a:lvl3pPr>
            <a:lvl4pPr marL="1371600" indent="0" algn="ctr">
              <a:buFontTx/>
              <a:buNone/>
              <a:defRPr b="1">
                <a:solidFill>
                  <a:schemeClr val="bg1"/>
                </a:solidFill>
              </a:defRPr>
            </a:lvl4pPr>
            <a:lvl5pPr marL="1828800" indent="0" algn="ctr">
              <a:buFontTx/>
              <a:buNone/>
              <a:defRPr b="1">
                <a:solidFill>
                  <a:schemeClr val="bg1"/>
                </a:solidFill>
              </a:defRPr>
            </a:lvl5pPr>
          </a:lstStyle>
          <a:p>
            <a:pPr marL="0" marR="0" lvl="0" indent="0" algn="ctr" defTabSz="914400" rtl="0" eaLnBrk="1" fontAlgn="auto" latinLnBrk="0" hangingPunct="1">
              <a:lnSpc>
                <a:spcPct val="110000"/>
              </a:lnSpc>
              <a:spcBef>
                <a:spcPts val="1000"/>
              </a:spcBef>
              <a:spcAft>
                <a:spcPts val="0"/>
              </a:spcAft>
              <a:buClrTx/>
              <a:buSzTx/>
              <a:buFontTx/>
              <a:buNone/>
              <a:tabLst/>
              <a:defRPr/>
            </a:pPr>
            <a:r>
              <a:rPr lang="en-AU" dirty="0"/>
              <a:t>packages delivered </a:t>
            </a:r>
            <a:br>
              <a:rPr lang="en-AU" dirty="0"/>
            </a:br>
            <a:r>
              <a:rPr lang="en-AU" dirty="0"/>
              <a:t>on time</a:t>
            </a:r>
          </a:p>
        </p:txBody>
      </p:sp>
      <p:sp>
        <p:nvSpPr>
          <p:cNvPr id="32" name="Text Placeholder 13">
            <a:extLst>
              <a:ext uri="{FF2B5EF4-FFF2-40B4-BE49-F238E27FC236}">
                <a16:creationId xmlns:a16="http://schemas.microsoft.com/office/drawing/2014/main" id="{9BFE984C-2AB0-3F7D-525E-D1D50660E125}"/>
              </a:ext>
            </a:extLst>
          </p:cNvPr>
          <p:cNvSpPr>
            <a:spLocks noGrp="1"/>
          </p:cNvSpPr>
          <p:nvPr>
            <p:ph type="body" sz="quarter" idx="56" hasCustomPrompt="1"/>
          </p:nvPr>
        </p:nvSpPr>
        <p:spPr>
          <a:xfrm>
            <a:off x="400091" y="3638678"/>
            <a:ext cx="3606050" cy="488862"/>
          </a:xfrm>
          <a:prstGeom prst="roundRect">
            <a:avLst>
              <a:gd name="adj" fmla="val 6330"/>
            </a:avLst>
          </a:prstGeom>
          <a:solidFill>
            <a:schemeClr val="accent5"/>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33" name="Text Placeholder 13">
            <a:extLst>
              <a:ext uri="{FF2B5EF4-FFF2-40B4-BE49-F238E27FC236}">
                <a16:creationId xmlns:a16="http://schemas.microsoft.com/office/drawing/2014/main" id="{86B8F162-9099-A94A-9432-4ACEB9E969D7}"/>
              </a:ext>
            </a:extLst>
          </p:cNvPr>
          <p:cNvSpPr>
            <a:spLocks noGrp="1"/>
          </p:cNvSpPr>
          <p:nvPr>
            <p:ph type="body" sz="quarter" idx="57" hasCustomPrompt="1"/>
          </p:nvPr>
        </p:nvSpPr>
        <p:spPr>
          <a:xfrm>
            <a:off x="4316998" y="3638678"/>
            <a:ext cx="3606050" cy="488862"/>
          </a:xfrm>
          <a:prstGeom prst="roundRect">
            <a:avLst>
              <a:gd name="adj" fmla="val 6330"/>
            </a:avLst>
          </a:prstGeom>
          <a:solidFill>
            <a:schemeClr val="accent5"/>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4" name="Footer Placeholder 4">
            <a:extLst>
              <a:ext uri="{FF2B5EF4-FFF2-40B4-BE49-F238E27FC236}">
                <a16:creationId xmlns:a16="http://schemas.microsoft.com/office/drawing/2014/main" id="{9F02287E-0142-5107-066E-79B0172083A6}"/>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34081875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2"/>
        </a:solidFill>
        <a:effectLst/>
      </p:bgPr>
    </p:bg>
    <p:spTree>
      <p:nvGrpSpPr>
        <p:cNvPr id="1" name=""/>
        <p:cNvGrpSpPr/>
        <p:nvPr/>
      </p:nvGrpSpPr>
      <p:grpSpPr>
        <a:xfrm>
          <a:off x="0" y="0"/>
          <a:ext cx="0" cy="0"/>
          <a:chOff x="0" y="0"/>
          <a:chExt cx="0" cy="0"/>
        </a:xfrm>
      </p:grpSpPr>
      <p:sp>
        <p:nvSpPr>
          <p:cNvPr id="2" name="Text Placeholder 16">
            <a:extLst>
              <a:ext uri="{FF2B5EF4-FFF2-40B4-BE49-F238E27FC236}">
                <a16:creationId xmlns:a16="http://schemas.microsoft.com/office/drawing/2014/main" id="{13DC1F72-A84B-6823-2EFA-1F33546F314E}"/>
              </a:ext>
            </a:extLst>
          </p:cNvPr>
          <p:cNvSpPr>
            <a:spLocks noGrp="1"/>
          </p:cNvSpPr>
          <p:nvPr>
            <p:ph type="body" sz="quarter" idx="20" hasCustomPrompt="1"/>
          </p:nvPr>
        </p:nvSpPr>
        <p:spPr>
          <a:xfrm>
            <a:off x="400090" y="4077222"/>
            <a:ext cx="3598219" cy="2142602"/>
          </a:xfrm>
          <a:prstGeom prst="rect">
            <a:avLst/>
          </a:prstGeom>
          <a:solidFill>
            <a:schemeClr val="bg1">
              <a:alpha val="50055"/>
            </a:schemeClr>
          </a:solidFill>
        </p:spPr>
        <p:txBody>
          <a:bodyPr lIns="144000" tIns="144000" rIns="144000" bIns="0">
            <a:noAutofit/>
          </a:bodyPr>
          <a:lstStyle>
            <a:lvl1pPr marL="285750" indent="-285750">
              <a:lnSpc>
                <a:spcPct val="120000"/>
              </a:lnSpc>
              <a:buClr>
                <a:schemeClr val="accent2"/>
              </a:buClr>
              <a:buFont typeface="Arial" panose="020B0604020202020204" pitchFamily="34" charset="0"/>
              <a:buChar char="•"/>
              <a:defRPr sz="14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a:p>
            <a:pPr marL="285750" marR="0" lvl="0" indent="-285750" algn="l" defTabSz="914400" rtl="0" eaLnBrk="1" fontAlgn="auto" latinLnBrk="0" hangingPunct="1">
              <a:lnSpc>
                <a:spcPct val="120000"/>
              </a:lnSpc>
              <a:spcBef>
                <a:spcPts val="1000"/>
              </a:spcBef>
              <a:spcAft>
                <a:spcPts val="0"/>
              </a:spcAft>
              <a:buClr>
                <a:schemeClr val="accent2"/>
              </a:buClr>
              <a:buSzTx/>
              <a:buFont typeface="Arial" panose="020B0604020202020204" pitchFamily="34" charset="0"/>
              <a:buChar char="•"/>
              <a:tabLst/>
              <a:defRPr/>
            </a:pPr>
            <a:r>
              <a:rPr lang="en-US" dirty="0"/>
              <a:t>Text to go here</a:t>
            </a:r>
          </a:p>
          <a:p>
            <a:pPr marL="285750" marR="0" lvl="0" indent="-285750" algn="l" defTabSz="914400" rtl="0" eaLnBrk="1" fontAlgn="auto" latinLnBrk="0" hangingPunct="1">
              <a:lnSpc>
                <a:spcPct val="120000"/>
              </a:lnSpc>
              <a:spcBef>
                <a:spcPts val="1000"/>
              </a:spcBef>
              <a:spcAft>
                <a:spcPts val="0"/>
              </a:spcAft>
              <a:buClr>
                <a:schemeClr val="accent2"/>
              </a:buClr>
              <a:buSzTx/>
              <a:buFont typeface="Arial" panose="020B0604020202020204" pitchFamily="34" charset="0"/>
              <a:buChar char="•"/>
              <a:tabLst/>
              <a:defRPr/>
            </a:pPr>
            <a:r>
              <a:rPr lang="en-US" dirty="0"/>
              <a:t>Text to go here</a:t>
            </a:r>
          </a:p>
          <a:p>
            <a:pPr lvl="0"/>
            <a:endParaRPr lang="en-US" dirty="0"/>
          </a:p>
        </p:txBody>
      </p:sp>
      <p:sp>
        <p:nvSpPr>
          <p:cNvPr id="4" name="Text Placeholder 16">
            <a:extLst>
              <a:ext uri="{FF2B5EF4-FFF2-40B4-BE49-F238E27FC236}">
                <a16:creationId xmlns:a16="http://schemas.microsoft.com/office/drawing/2014/main" id="{86664369-882B-9E59-33DA-A4C692C84405}"/>
              </a:ext>
            </a:extLst>
          </p:cNvPr>
          <p:cNvSpPr>
            <a:spLocks noGrp="1"/>
          </p:cNvSpPr>
          <p:nvPr>
            <p:ph type="body" sz="quarter" idx="58" hasCustomPrompt="1"/>
          </p:nvPr>
        </p:nvSpPr>
        <p:spPr>
          <a:xfrm>
            <a:off x="4324829" y="4077222"/>
            <a:ext cx="3598219" cy="2142602"/>
          </a:xfrm>
          <a:prstGeom prst="rect">
            <a:avLst/>
          </a:prstGeom>
          <a:solidFill>
            <a:schemeClr val="bg1">
              <a:alpha val="50055"/>
            </a:schemeClr>
          </a:solidFill>
        </p:spPr>
        <p:txBody>
          <a:bodyPr lIns="144000" tIns="144000" rIns="144000" bIns="0">
            <a:noAutofit/>
          </a:bodyPr>
          <a:lstStyle>
            <a:lvl1pPr marL="285750" indent="-285750">
              <a:lnSpc>
                <a:spcPct val="120000"/>
              </a:lnSpc>
              <a:buClr>
                <a:schemeClr val="accent2"/>
              </a:buClr>
              <a:buFont typeface="Arial" panose="020B0604020202020204" pitchFamily="34" charset="0"/>
              <a:buChar char="•"/>
              <a:defRPr sz="14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a:p>
            <a:pPr lvl="0"/>
            <a:r>
              <a:rPr lang="en-US" dirty="0"/>
              <a:t>Text to go here</a:t>
            </a:r>
          </a:p>
          <a:p>
            <a:pPr marL="285750" marR="0" lvl="0" indent="-285750" algn="l" defTabSz="914400" rtl="0" eaLnBrk="1" fontAlgn="auto" latinLnBrk="0" hangingPunct="1">
              <a:lnSpc>
                <a:spcPct val="120000"/>
              </a:lnSpc>
              <a:spcBef>
                <a:spcPts val="1000"/>
              </a:spcBef>
              <a:spcAft>
                <a:spcPts val="0"/>
              </a:spcAft>
              <a:buClr>
                <a:schemeClr val="accent2"/>
              </a:buClr>
              <a:buSzTx/>
              <a:buFont typeface="Arial" panose="020B0604020202020204" pitchFamily="34" charset="0"/>
              <a:buChar char="•"/>
              <a:tabLst/>
              <a:defRPr/>
            </a:pPr>
            <a:r>
              <a:rPr lang="en-US" dirty="0"/>
              <a:t>Text to go here</a:t>
            </a:r>
          </a:p>
          <a:p>
            <a:pPr lvl="0"/>
            <a:endParaRPr lang="en-US" dirty="0"/>
          </a:p>
          <a:p>
            <a:pPr lvl="0"/>
            <a:endParaRPr lang="en-US" dirty="0"/>
          </a:p>
        </p:txBody>
      </p:sp>
      <p:sp>
        <p:nvSpPr>
          <p:cNvPr id="20" name="Rectangle 19">
            <a:extLst>
              <a:ext uri="{FF2B5EF4-FFF2-40B4-BE49-F238E27FC236}">
                <a16:creationId xmlns:a16="http://schemas.microsoft.com/office/drawing/2014/main" id="{6174EC99-B639-C71B-7BC2-CA7678A6ABEA}"/>
              </a:ext>
            </a:extLst>
          </p:cNvPr>
          <p:cNvSpPr/>
          <p:nvPr userDrawn="1"/>
        </p:nvSpPr>
        <p:spPr>
          <a:xfrm>
            <a:off x="8185856" y="0"/>
            <a:ext cx="400614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166A9ADC-3BD8-C5A6-2D25-E89101D9E8F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44879" y="1829123"/>
            <a:ext cx="1888099" cy="1838412"/>
          </a:xfrm>
          <a:prstGeom prst="rect">
            <a:avLst/>
          </a:prstGeom>
        </p:spPr>
      </p:pic>
      <p:sp>
        <p:nvSpPr>
          <p:cNvPr id="15" name="Title 1">
            <a:extLst>
              <a:ext uri="{FF2B5EF4-FFF2-40B4-BE49-F238E27FC236}">
                <a16:creationId xmlns:a16="http://schemas.microsoft.com/office/drawing/2014/main" id="{24AF9418-2AC9-7B0F-29C0-909227F6BA6B}"/>
              </a:ext>
            </a:extLst>
          </p:cNvPr>
          <p:cNvSpPr>
            <a:spLocks noGrp="1"/>
          </p:cNvSpPr>
          <p:nvPr>
            <p:ph type="title" hasCustomPrompt="1"/>
          </p:nvPr>
        </p:nvSpPr>
        <p:spPr>
          <a:xfrm>
            <a:off x="327991" y="323882"/>
            <a:ext cx="7597181" cy="1222512"/>
          </a:xfrm>
        </p:spPr>
        <p:txBody>
          <a:bodyPr>
            <a:noAutofit/>
          </a:bodyPr>
          <a:lstStyle/>
          <a:p>
            <a:r>
              <a:rPr lang="en-GB" dirty="0"/>
              <a:t>Headline goes here</a:t>
            </a:r>
            <a:br>
              <a:rPr lang="en-GB" dirty="0"/>
            </a:br>
            <a:r>
              <a:rPr lang="en-GB" dirty="0"/>
              <a:t>across up to two lines</a:t>
            </a:r>
            <a:endParaRPr lang="en-US" dirty="0"/>
          </a:p>
        </p:txBody>
      </p:sp>
      <p:sp>
        <p:nvSpPr>
          <p:cNvPr id="7" name="Slide Number Placeholder 6">
            <a:extLst>
              <a:ext uri="{FF2B5EF4-FFF2-40B4-BE49-F238E27FC236}">
                <a16:creationId xmlns:a16="http://schemas.microsoft.com/office/drawing/2014/main" id="{8D77803B-23AD-EA5B-94C6-C1BC85A99FB6}"/>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10" name="Picture Placeholder 4">
            <a:extLst>
              <a:ext uri="{FF2B5EF4-FFF2-40B4-BE49-F238E27FC236}">
                <a16:creationId xmlns:a16="http://schemas.microsoft.com/office/drawing/2014/main" id="{7528A23D-A7B0-B3D4-6EED-F107E4A95937}"/>
              </a:ext>
            </a:extLst>
          </p:cNvPr>
          <p:cNvSpPr>
            <a:spLocks noGrp="1"/>
          </p:cNvSpPr>
          <p:nvPr>
            <p:ph type="pic" sz="quarter" idx="27"/>
          </p:nvPr>
        </p:nvSpPr>
        <p:spPr>
          <a:xfrm>
            <a:off x="392259" y="1308289"/>
            <a:ext cx="3613882" cy="2367302"/>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13" name="Picture Placeholder 4">
            <a:extLst>
              <a:ext uri="{FF2B5EF4-FFF2-40B4-BE49-F238E27FC236}">
                <a16:creationId xmlns:a16="http://schemas.microsoft.com/office/drawing/2014/main" id="{EBA04003-D67F-D6A9-6F3D-680FD5DBA90E}"/>
              </a:ext>
            </a:extLst>
          </p:cNvPr>
          <p:cNvSpPr>
            <a:spLocks noGrp="1"/>
          </p:cNvSpPr>
          <p:nvPr>
            <p:ph type="pic" sz="quarter" idx="51"/>
          </p:nvPr>
        </p:nvSpPr>
        <p:spPr>
          <a:xfrm>
            <a:off x="4319121" y="1308289"/>
            <a:ext cx="3606051" cy="2367302"/>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21" name="Text Placeholder 10">
            <a:extLst>
              <a:ext uri="{FF2B5EF4-FFF2-40B4-BE49-F238E27FC236}">
                <a16:creationId xmlns:a16="http://schemas.microsoft.com/office/drawing/2014/main" id="{1D532603-CEB1-5663-D986-69D945348B7B}"/>
              </a:ext>
            </a:extLst>
          </p:cNvPr>
          <p:cNvSpPr>
            <a:spLocks noGrp="1"/>
          </p:cNvSpPr>
          <p:nvPr>
            <p:ph type="body" sz="quarter" idx="22" hasCustomPrompt="1"/>
          </p:nvPr>
        </p:nvSpPr>
        <p:spPr>
          <a:xfrm>
            <a:off x="8185856" y="4266469"/>
            <a:ext cx="4006144" cy="365125"/>
          </a:xfrm>
          <a:prstGeom prst="rect">
            <a:avLst/>
          </a:prstGeom>
        </p:spPr>
        <p:txBody>
          <a:bodyPr lIns="0" tIns="0" rIns="0" bIns="0">
            <a:noAutofit/>
          </a:bodyPr>
          <a:lstStyle>
            <a:lvl1pPr marL="0" indent="0" algn="ctr">
              <a:lnSpc>
                <a:spcPct val="110000"/>
              </a:lnSpc>
              <a:buFontTx/>
              <a:buNone/>
              <a:defRPr b="1">
                <a:solidFill>
                  <a:schemeClr val="bg1"/>
                </a:solidFill>
              </a:defRPr>
            </a:lvl1pPr>
            <a:lvl2pPr marL="457200" indent="0" algn="ctr">
              <a:buFontTx/>
              <a:buNone/>
              <a:defRPr b="1">
                <a:solidFill>
                  <a:schemeClr val="bg1"/>
                </a:solidFill>
              </a:defRPr>
            </a:lvl2pPr>
            <a:lvl3pPr marL="914400" indent="0" algn="ctr">
              <a:buFontTx/>
              <a:buNone/>
              <a:defRPr b="1">
                <a:solidFill>
                  <a:schemeClr val="bg1"/>
                </a:solidFill>
              </a:defRPr>
            </a:lvl3pPr>
            <a:lvl4pPr marL="1371600" indent="0" algn="ctr">
              <a:buFontTx/>
              <a:buNone/>
              <a:defRPr b="1">
                <a:solidFill>
                  <a:schemeClr val="bg1"/>
                </a:solidFill>
              </a:defRPr>
            </a:lvl4pPr>
            <a:lvl5pPr marL="1828800" indent="0" algn="ctr">
              <a:buFontTx/>
              <a:buNone/>
              <a:defRPr b="1">
                <a:solidFill>
                  <a:schemeClr val="bg1"/>
                </a:solidFill>
              </a:defRPr>
            </a:lvl5pPr>
          </a:lstStyle>
          <a:p>
            <a:pPr marL="0" marR="0" lvl="0" indent="0" algn="ctr" defTabSz="914400" rtl="0" eaLnBrk="1" fontAlgn="auto" latinLnBrk="0" hangingPunct="1">
              <a:lnSpc>
                <a:spcPct val="110000"/>
              </a:lnSpc>
              <a:spcBef>
                <a:spcPts val="1000"/>
              </a:spcBef>
              <a:spcAft>
                <a:spcPts val="0"/>
              </a:spcAft>
              <a:buClrTx/>
              <a:buSzTx/>
              <a:buFontTx/>
              <a:buNone/>
              <a:tabLst/>
              <a:defRPr/>
            </a:pPr>
            <a:r>
              <a:rPr lang="en-AU" dirty="0"/>
              <a:t>Five star rating from </a:t>
            </a:r>
            <a:br>
              <a:rPr lang="en-AU" dirty="0"/>
            </a:br>
            <a:r>
              <a:rPr lang="en-AU" dirty="0"/>
              <a:t>Australian customers for </a:t>
            </a:r>
            <a:br>
              <a:rPr lang="en-AU" dirty="0"/>
            </a:br>
            <a:r>
              <a:rPr lang="en-AU" dirty="0"/>
              <a:t>home deliveries</a:t>
            </a:r>
          </a:p>
        </p:txBody>
      </p:sp>
      <p:sp>
        <p:nvSpPr>
          <p:cNvPr id="32" name="Text Placeholder 13">
            <a:extLst>
              <a:ext uri="{FF2B5EF4-FFF2-40B4-BE49-F238E27FC236}">
                <a16:creationId xmlns:a16="http://schemas.microsoft.com/office/drawing/2014/main" id="{9BFE984C-2AB0-3F7D-525E-D1D50660E125}"/>
              </a:ext>
            </a:extLst>
          </p:cNvPr>
          <p:cNvSpPr>
            <a:spLocks noGrp="1"/>
          </p:cNvSpPr>
          <p:nvPr>
            <p:ph type="body" sz="quarter" idx="56" hasCustomPrompt="1"/>
          </p:nvPr>
        </p:nvSpPr>
        <p:spPr>
          <a:xfrm>
            <a:off x="400091" y="3638678"/>
            <a:ext cx="3606050" cy="488862"/>
          </a:xfrm>
          <a:prstGeom prst="roundRect">
            <a:avLst>
              <a:gd name="adj" fmla="val 6330"/>
            </a:avLst>
          </a:prstGeom>
          <a:solidFill>
            <a:schemeClr val="accent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33" name="Text Placeholder 13">
            <a:extLst>
              <a:ext uri="{FF2B5EF4-FFF2-40B4-BE49-F238E27FC236}">
                <a16:creationId xmlns:a16="http://schemas.microsoft.com/office/drawing/2014/main" id="{86B8F162-9099-A94A-9432-4ACEB9E969D7}"/>
              </a:ext>
            </a:extLst>
          </p:cNvPr>
          <p:cNvSpPr>
            <a:spLocks noGrp="1"/>
          </p:cNvSpPr>
          <p:nvPr>
            <p:ph type="body" sz="quarter" idx="57" hasCustomPrompt="1"/>
          </p:nvPr>
        </p:nvSpPr>
        <p:spPr>
          <a:xfrm>
            <a:off x="4316998" y="3638678"/>
            <a:ext cx="3606050" cy="488862"/>
          </a:xfrm>
          <a:prstGeom prst="roundRect">
            <a:avLst>
              <a:gd name="adj" fmla="val 6330"/>
            </a:avLst>
          </a:prstGeom>
          <a:solidFill>
            <a:schemeClr val="accent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grpSp>
        <p:nvGrpSpPr>
          <p:cNvPr id="16" name="Group 15">
            <a:extLst>
              <a:ext uri="{FF2B5EF4-FFF2-40B4-BE49-F238E27FC236}">
                <a16:creationId xmlns:a16="http://schemas.microsoft.com/office/drawing/2014/main" id="{A95BABA0-6B27-6FDC-C7AE-B1B0016E3BEC}"/>
              </a:ext>
            </a:extLst>
          </p:cNvPr>
          <p:cNvGrpSpPr/>
          <p:nvPr userDrawn="1"/>
        </p:nvGrpSpPr>
        <p:grpSpPr>
          <a:xfrm>
            <a:off x="8838721" y="3519476"/>
            <a:ext cx="2700413" cy="596465"/>
            <a:chOff x="8982071" y="3449180"/>
            <a:chExt cx="3367531" cy="743817"/>
          </a:xfrm>
        </p:grpSpPr>
        <p:pic>
          <p:nvPicPr>
            <p:cNvPr id="8" name="Graphic 7" descr="Star with solid fill">
              <a:extLst>
                <a:ext uri="{FF2B5EF4-FFF2-40B4-BE49-F238E27FC236}">
                  <a16:creationId xmlns:a16="http://schemas.microsoft.com/office/drawing/2014/main" id="{B07CBAD5-490F-1886-1D54-68B0BAF58F9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982071" y="3449180"/>
              <a:ext cx="743817" cy="743817"/>
            </a:xfrm>
            <a:prstGeom prst="rect">
              <a:avLst/>
            </a:prstGeom>
          </p:spPr>
        </p:pic>
        <p:pic>
          <p:nvPicPr>
            <p:cNvPr id="9" name="Graphic 8" descr="Star with solid fill">
              <a:extLst>
                <a:ext uri="{FF2B5EF4-FFF2-40B4-BE49-F238E27FC236}">
                  <a16:creationId xmlns:a16="http://schemas.microsoft.com/office/drawing/2014/main" id="{F59EEE41-3040-E88D-940A-380C1EEE356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645344" y="3449180"/>
              <a:ext cx="743817" cy="743817"/>
            </a:xfrm>
            <a:prstGeom prst="rect">
              <a:avLst/>
            </a:prstGeom>
          </p:spPr>
        </p:pic>
        <p:pic>
          <p:nvPicPr>
            <p:cNvPr id="11" name="Graphic 10" descr="Star with solid fill">
              <a:extLst>
                <a:ext uri="{FF2B5EF4-FFF2-40B4-BE49-F238E27FC236}">
                  <a16:creationId xmlns:a16="http://schemas.microsoft.com/office/drawing/2014/main" id="{AE5AA938-5144-C50D-109E-43A4CD9AB5C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08617" y="3449180"/>
              <a:ext cx="743817" cy="743817"/>
            </a:xfrm>
            <a:prstGeom prst="rect">
              <a:avLst/>
            </a:prstGeom>
          </p:spPr>
        </p:pic>
        <p:pic>
          <p:nvPicPr>
            <p:cNvPr id="12" name="Graphic 11" descr="Star with solid fill">
              <a:extLst>
                <a:ext uri="{FF2B5EF4-FFF2-40B4-BE49-F238E27FC236}">
                  <a16:creationId xmlns:a16="http://schemas.microsoft.com/office/drawing/2014/main" id="{A2001056-B6DB-32FF-3882-464756B4075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972975" y="3449180"/>
              <a:ext cx="743817" cy="743817"/>
            </a:xfrm>
            <a:prstGeom prst="rect">
              <a:avLst/>
            </a:prstGeom>
          </p:spPr>
        </p:pic>
        <p:pic>
          <p:nvPicPr>
            <p:cNvPr id="14" name="Graphic 13" descr="Star with solid fill">
              <a:extLst>
                <a:ext uri="{FF2B5EF4-FFF2-40B4-BE49-F238E27FC236}">
                  <a16:creationId xmlns:a16="http://schemas.microsoft.com/office/drawing/2014/main" id="{30CDA030-E823-6993-168F-619423DB4CE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605785" y="3449180"/>
              <a:ext cx="743817" cy="743817"/>
            </a:xfrm>
            <a:prstGeom prst="rect">
              <a:avLst/>
            </a:prstGeom>
          </p:spPr>
        </p:pic>
      </p:grpSp>
      <p:pic>
        <p:nvPicPr>
          <p:cNvPr id="19" name="Picture 18" descr="A picture containing text, clipart&#10;&#10;Description automatically generated">
            <a:extLst>
              <a:ext uri="{FF2B5EF4-FFF2-40B4-BE49-F238E27FC236}">
                <a16:creationId xmlns:a16="http://schemas.microsoft.com/office/drawing/2014/main" id="{F28A38E9-2627-A5A9-81B0-3CCEE6522D40}"/>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294802" y="454297"/>
            <a:ext cx="1788252" cy="480841"/>
          </a:xfrm>
          <a:prstGeom prst="rect">
            <a:avLst/>
          </a:prstGeom>
        </p:spPr>
      </p:pic>
      <p:sp>
        <p:nvSpPr>
          <p:cNvPr id="22" name="Footer Placeholder 4">
            <a:extLst>
              <a:ext uri="{FF2B5EF4-FFF2-40B4-BE49-F238E27FC236}">
                <a16:creationId xmlns:a16="http://schemas.microsoft.com/office/drawing/2014/main" id="{6E012CD2-DB38-2BB2-250C-487C3C98EA5F}"/>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20512601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77803B-23AD-EA5B-94C6-C1BC85A99FB6}"/>
              </a:ext>
            </a:extLst>
          </p:cNvPr>
          <p:cNvSpPr>
            <a:spLocks noGrp="1"/>
          </p:cNvSpPr>
          <p:nvPr>
            <p:ph type="sldNum" sz="quarter" idx="12"/>
          </p:nvPr>
        </p:nvSpPr>
        <p:spPr/>
        <p:txBody>
          <a:bodyPr/>
          <a:lstStyle/>
          <a:p>
            <a:fld id="{EED4F224-E88B-A44E-95C1-82CB97C9A2DF}" type="slidenum">
              <a:rPr lang="en-US" smtClean="0"/>
              <a:t>‹#›</a:t>
            </a:fld>
            <a:endParaRPr lang="en-US" dirty="0"/>
          </a:p>
        </p:txBody>
      </p:sp>
      <p:sp>
        <p:nvSpPr>
          <p:cNvPr id="8" name="Picture Placeholder 4">
            <a:extLst>
              <a:ext uri="{FF2B5EF4-FFF2-40B4-BE49-F238E27FC236}">
                <a16:creationId xmlns:a16="http://schemas.microsoft.com/office/drawing/2014/main" id="{A26AF8B7-F401-7FD7-642E-1F67A30ABD7C}"/>
              </a:ext>
            </a:extLst>
          </p:cNvPr>
          <p:cNvSpPr>
            <a:spLocks noGrp="1"/>
          </p:cNvSpPr>
          <p:nvPr>
            <p:ph type="pic" sz="quarter" idx="27"/>
          </p:nvPr>
        </p:nvSpPr>
        <p:spPr>
          <a:xfrm>
            <a:off x="327990" y="1712648"/>
            <a:ext cx="3606051" cy="3787400"/>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10" name="Picture Placeholder 4">
            <a:extLst>
              <a:ext uri="{FF2B5EF4-FFF2-40B4-BE49-F238E27FC236}">
                <a16:creationId xmlns:a16="http://schemas.microsoft.com/office/drawing/2014/main" id="{06A6E0A3-D325-BE5A-4D44-6087512C3E6C}"/>
              </a:ext>
            </a:extLst>
          </p:cNvPr>
          <p:cNvSpPr>
            <a:spLocks noGrp="1"/>
          </p:cNvSpPr>
          <p:nvPr>
            <p:ph type="pic" sz="quarter" idx="51"/>
          </p:nvPr>
        </p:nvSpPr>
        <p:spPr>
          <a:xfrm>
            <a:off x="4319121" y="1712648"/>
            <a:ext cx="3606051" cy="3787400"/>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12" name="Picture Placeholder 4">
            <a:extLst>
              <a:ext uri="{FF2B5EF4-FFF2-40B4-BE49-F238E27FC236}">
                <a16:creationId xmlns:a16="http://schemas.microsoft.com/office/drawing/2014/main" id="{20EE280B-28E1-426E-BFB7-00DC146DD8DF}"/>
              </a:ext>
            </a:extLst>
          </p:cNvPr>
          <p:cNvSpPr>
            <a:spLocks noGrp="1"/>
          </p:cNvSpPr>
          <p:nvPr>
            <p:ph type="pic" sz="quarter" idx="53"/>
          </p:nvPr>
        </p:nvSpPr>
        <p:spPr>
          <a:xfrm>
            <a:off x="8257470" y="1712648"/>
            <a:ext cx="3606051" cy="3785830"/>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16" name="Title 1">
            <a:extLst>
              <a:ext uri="{FF2B5EF4-FFF2-40B4-BE49-F238E27FC236}">
                <a16:creationId xmlns:a16="http://schemas.microsoft.com/office/drawing/2014/main" id="{BFD1EDB9-0B81-26EA-6F87-C4115839DD53}"/>
              </a:ext>
            </a:extLst>
          </p:cNvPr>
          <p:cNvSpPr>
            <a:spLocks noGrp="1"/>
          </p:cNvSpPr>
          <p:nvPr>
            <p:ph type="title" hasCustomPrompt="1"/>
          </p:nvPr>
        </p:nvSpPr>
        <p:spPr>
          <a:xfrm>
            <a:off x="327991" y="323882"/>
            <a:ext cx="11536018" cy="1222512"/>
          </a:xfrm>
        </p:spPr>
        <p:txBody>
          <a:bodyPr/>
          <a:lstStyle/>
          <a:p>
            <a:r>
              <a:rPr lang="en-GB" dirty="0"/>
              <a:t>Headline goes here across </a:t>
            </a:r>
            <a:br>
              <a:rPr lang="en-GB" dirty="0"/>
            </a:br>
            <a:r>
              <a:rPr lang="en-GB" dirty="0"/>
              <a:t>up to two or three lines</a:t>
            </a:r>
            <a:endParaRPr lang="en-US" dirty="0"/>
          </a:p>
        </p:txBody>
      </p:sp>
      <p:sp>
        <p:nvSpPr>
          <p:cNvPr id="18" name="Text Placeholder 13">
            <a:extLst>
              <a:ext uri="{FF2B5EF4-FFF2-40B4-BE49-F238E27FC236}">
                <a16:creationId xmlns:a16="http://schemas.microsoft.com/office/drawing/2014/main" id="{F0DFD2E9-40F1-9BE6-145F-903C3B805203}"/>
              </a:ext>
            </a:extLst>
          </p:cNvPr>
          <p:cNvSpPr>
            <a:spLocks noGrp="1"/>
          </p:cNvSpPr>
          <p:nvPr>
            <p:ph type="body" sz="quarter" idx="56" hasCustomPrompt="1"/>
          </p:nvPr>
        </p:nvSpPr>
        <p:spPr>
          <a:xfrm>
            <a:off x="327985" y="5342843"/>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19" name="Text Placeholder 13">
            <a:extLst>
              <a:ext uri="{FF2B5EF4-FFF2-40B4-BE49-F238E27FC236}">
                <a16:creationId xmlns:a16="http://schemas.microsoft.com/office/drawing/2014/main" id="{EF430D70-A888-2B26-F31E-D2E188931E80}"/>
              </a:ext>
            </a:extLst>
          </p:cNvPr>
          <p:cNvSpPr>
            <a:spLocks noGrp="1"/>
          </p:cNvSpPr>
          <p:nvPr>
            <p:ph type="body" sz="quarter" idx="57" hasCustomPrompt="1"/>
          </p:nvPr>
        </p:nvSpPr>
        <p:spPr>
          <a:xfrm>
            <a:off x="4326779" y="5342843"/>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0" name="Text Placeholder 13">
            <a:extLst>
              <a:ext uri="{FF2B5EF4-FFF2-40B4-BE49-F238E27FC236}">
                <a16:creationId xmlns:a16="http://schemas.microsoft.com/office/drawing/2014/main" id="{650B15BE-C803-C1A7-C30C-12B1C835D189}"/>
              </a:ext>
            </a:extLst>
          </p:cNvPr>
          <p:cNvSpPr>
            <a:spLocks noGrp="1"/>
          </p:cNvSpPr>
          <p:nvPr>
            <p:ph type="body" sz="quarter" idx="58" hasCustomPrompt="1"/>
          </p:nvPr>
        </p:nvSpPr>
        <p:spPr>
          <a:xfrm>
            <a:off x="8257334" y="5342843"/>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 name="Footer Placeholder 4">
            <a:extLst>
              <a:ext uri="{FF2B5EF4-FFF2-40B4-BE49-F238E27FC236}">
                <a16:creationId xmlns:a16="http://schemas.microsoft.com/office/drawing/2014/main" id="{DC23B01B-92A8-76C0-56F6-EDC30FC006D3}"/>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18215887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chemeClr val="bg1"/>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77803B-23AD-EA5B-94C6-C1BC85A99FB6}"/>
              </a:ext>
            </a:extLst>
          </p:cNvPr>
          <p:cNvSpPr>
            <a:spLocks noGrp="1"/>
          </p:cNvSpPr>
          <p:nvPr>
            <p:ph type="sldNum" sz="quarter" idx="12"/>
          </p:nvPr>
        </p:nvSpPr>
        <p:spPr/>
        <p:txBody>
          <a:bodyPr/>
          <a:lstStyle/>
          <a:p>
            <a:fld id="{EED4F224-E88B-A44E-95C1-82CB97C9A2DF}" type="slidenum">
              <a:rPr lang="en-US" smtClean="0"/>
              <a:t>‹#›</a:t>
            </a:fld>
            <a:endParaRPr lang="en-US" dirty="0"/>
          </a:p>
        </p:txBody>
      </p:sp>
      <p:sp>
        <p:nvSpPr>
          <p:cNvPr id="8" name="Picture Placeholder 4">
            <a:extLst>
              <a:ext uri="{FF2B5EF4-FFF2-40B4-BE49-F238E27FC236}">
                <a16:creationId xmlns:a16="http://schemas.microsoft.com/office/drawing/2014/main" id="{A26AF8B7-F401-7FD7-642E-1F67A30ABD7C}"/>
              </a:ext>
            </a:extLst>
          </p:cNvPr>
          <p:cNvSpPr>
            <a:spLocks noGrp="1"/>
          </p:cNvSpPr>
          <p:nvPr>
            <p:ph type="pic" sz="quarter" idx="27"/>
          </p:nvPr>
        </p:nvSpPr>
        <p:spPr>
          <a:xfrm>
            <a:off x="327990" y="1712648"/>
            <a:ext cx="3606051" cy="3787400"/>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10" name="Picture Placeholder 4">
            <a:extLst>
              <a:ext uri="{FF2B5EF4-FFF2-40B4-BE49-F238E27FC236}">
                <a16:creationId xmlns:a16="http://schemas.microsoft.com/office/drawing/2014/main" id="{06A6E0A3-D325-BE5A-4D44-6087512C3E6C}"/>
              </a:ext>
            </a:extLst>
          </p:cNvPr>
          <p:cNvSpPr>
            <a:spLocks noGrp="1"/>
          </p:cNvSpPr>
          <p:nvPr>
            <p:ph type="pic" sz="quarter" idx="51"/>
          </p:nvPr>
        </p:nvSpPr>
        <p:spPr>
          <a:xfrm>
            <a:off x="4319121" y="1712648"/>
            <a:ext cx="3606051" cy="3787400"/>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12" name="Picture Placeholder 4">
            <a:extLst>
              <a:ext uri="{FF2B5EF4-FFF2-40B4-BE49-F238E27FC236}">
                <a16:creationId xmlns:a16="http://schemas.microsoft.com/office/drawing/2014/main" id="{20EE280B-28E1-426E-BFB7-00DC146DD8DF}"/>
              </a:ext>
            </a:extLst>
          </p:cNvPr>
          <p:cNvSpPr>
            <a:spLocks noGrp="1"/>
          </p:cNvSpPr>
          <p:nvPr>
            <p:ph type="pic" sz="quarter" idx="53"/>
          </p:nvPr>
        </p:nvSpPr>
        <p:spPr>
          <a:xfrm>
            <a:off x="8257470" y="1712648"/>
            <a:ext cx="3606051" cy="3785830"/>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16" name="Title 1">
            <a:extLst>
              <a:ext uri="{FF2B5EF4-FFF2-40B4-BE49-F238E27FC236}">
                <a16:creationId xmlns:a16="http://schemas.microsoft.com/office/drawing/2014/main" id="{BFD1EDB9-0B81-26EA-6F87-C4115839DD53}"/>
              </a:ext>
            </a:extLst>
          </p:cNvPr>
          <p:cNvSpPr>
            <a:spLocks noGrp="1"/>
          </p:cNvSpPr>
          <p:nvPr>
            <p:ph type="title" hasCustomPrompt="1"/>
          </p:nvPr>
        </p:nvSpPr>
        <p:spPr>
          <a:xfrm>
            <a:off x="327991" y="323882"/>
            <a:ext cx="11536018" cy="1222512"/>
          </a:xfrm>
        </p:spPr>
        <p:txBody>
          <a:bodyPr/>
          <a:lstStyle/>
          <a:p>
            <a:r>
              <a:rPr lang="en-GB" dirty="0"/>
              <a:t>Headline goes here across </a:t>
            </a:r>
            <a:br>
              <a:rPr lang="en-GB" dirty="0"/>
            </a:br>
            <a:r>
              <a:rPr lang="en-GB" dirty="0"/>
              <a:t>up to two or three lines</a:t>
            </a:r>
            <a:endParaRPr lang="en-US" dirty="0"/>
          </a:p>
        </p:txBody>
      </p:sp>
      <p:sp>
        <p:nvSpPr>
          <p:cNvPr id="18" name="Text Placeholder 13">
            <a:extLst>
              <a:ext uri="{FF2B5EF4-FFF2-40B4-BE49-F238E27FC236}">
                <a16:creationId xmlns:a16="http://schemas.microsoft.com/office/drawing/2014/main" id="{F0DFD2E9-40F1-9BE6-145F-903C3B805203}"/>
              </a:ext>
            </a:extLst>
          </p:cNvPr>
          <p:cNvSpPr>
            <a:spLocks noGrp="1"/>
          </p:cNvSpPr>
          <p:nvPr>
            <p:ph type="body" sz="quarter" idx="56" hasCustomPrompt="1"/>
          </p:nvPr>
        </p:nvSpPr>
        <p:spPr>
          <a:xfrm>
            <a:off x="327985" y="5342843"/>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19" name="Text Placeholder 13">
            <a:extLst>
              <a:ext uri="{FF2B5EF4-FFF2-40B4-BE49-F238E27FC236}">
                <a16:creationId xmlns:a16="http://schemas.microsoft.com/office/drawing/2014/main" id="{EF430D70-A888-2B26-F31E-D2E188931E80}"/>
              </a:ext>
            </a:extLst>
          </p:cNvPr>
          <p:cNvSpPr>
            <a:spLocks noGrp="1"/>
          </p:cNvSpPr>
          <p:nvPr>
            <p:ph type="body" sz="quarter" idx="57" hasCustomPrompt="1"/>
          </p:nvPr>
        </p:nvSpPr>
        <p:spPr>
          <a:xfrm>
            <a:off x="4326779" y="5342843"/>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0" name="Text Placeholder 13">
            <a:extLst>
              <a:ext uri="{FF2B5EF4-FFF2-40B4-BE49-F238E27FC236}">
                <a16:creationId xmlns:a16="http://schemas.microsoft.com/office/drawing/2014/main" id="{650B15BE-C803-C1A7-C30C-12B1C835D189}"/>
              </a:ext>
            </a:extLst>
          </p:cNvPr>
          <p:cNvSpPr>
            <a:spLocks noGrp="1"/>
          </p:cNvSpPr>
          <p:nvPr>
            <p:ph type="body" sz="quarter" idx="58" hasCustomPrompt="1"/>
          </p:nvPr>
        </p:nvSpPr>
        <p:spPr>
          <a:xfrm>
            <a:off x="8257334" y="5342843"/>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 name="Footer Placeholder 4">
            <a:extLst>
              <a:ext uri="{FF2B5EF4-FFF2-40B4-BE49-F238E27FC236}">
                <a16:creationId xmlns:a16="http://schemas.microsoft.com/office/drawing/2014/main" id="{DC23B01B-92A8-76C0-56F6-EDC30FC006D3}"/>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21042205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chemeClr val="bg2"/>
        </a:solidFill>
        <a:effectLst/>
      </p:bgPr>
    </p:bg>
    <p:spTree>
      <p:nvGrpSpPr>
        <p:cNvPr id="1" name=""/>
        <p:cNvGrpSpPr/>
        <p:nvPr/>
      </p:nvGrpSpPr>
      <p:grpSpPr>
        <a:xfrm>
          <a:off x="0" y="0"/>
          <a:ext cx="0" cy="0"/>
          <a:chOff x="0" y="0"/>
          <a:chExt cx="0" cy="0"/>
        </a:xfrm>
      </p:grpSpPr>
      <p:sp>
        <p:nvSpPr>
          <p:cNvPr id="34" name="Picture Placeholder 4">
            <a:extLst>
              <a:ext uri="{FF2B5EF4-FFF2-40B4-BE49-F238E27FC236}">
                <a16:creationId xmlns:a16="http://schemas.microsoft.com/office/drawing/2014/main" id="{E3935E28-ED15-7666-1EE9-87D2C2A20811}"/>
              </a:ext>
            </a:extLst>
          </p:cNvPr>
          <p:cNvSpPr>
            <a:spLocks noGrp="1"/>
          </p:cNvSpPr>
          <p:nvPr>
            <p:ph type="pic" sz="quarter" idx="27"/>
          </p:nvPr>
        </p:nvSpPr>
        <p:spPr>
          <a:xfrm>
            <a:off x="327990" y="1261250"/>
            <a:ext cx="3606051" cy="2014213"/>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35" name="Picture Placeholder 4">
            <a:extLst>
              <a:ext uri="{FF2B5EF4-FFF2-40B4-BE49-F238E27FC236}">
                <a16:creationId xmlns:a16="http://schemas.microsoft.com/office/drawing/2014/main" id="{F724378B-3B87-332D-5DF9-A16F271B7E19}"/>
              </a:ext>
            </a:extLst>
          </p:cNvPr>
          <p:cNvSpPr>
            <a:spLocks noGrp="1"/>
          </p:cNvSpPr>
          <p:nvPr>
            <p:ph type="pic" sz="quarter" idx="51"/>
          </p:nvPr>
        </p:nvSpPr>
        <p:spPr>
          <a:xfrm>
            <a:off x="4319121" y="1261250"/>
            <a:ext cx="3606051" cy="2014213"/>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36" name="Picture Placeholder 4">
            <a:extLst>
              <a:ext uri="{FF2B5EF4-FFF2-40B4-BE49-F238E27FC236}">
                <a16:creationId xmlns:a16="http://schemas.microsoft.com/office/drawing/2014/main" id="{3E271120-E9A2-F3D2-96F3-9C61012CF3F0}"/>
              </a:ext>
            </a:extLst>
          </p:cNvPr>
          <p:cNvSpPr>
            <a:spLocks noGrp="1"/>
          </p:cNvSpPr>
          <p:nvPr>
            <p:ph type="pic" sz="quarter" idx="53"/>
          </p:nvPr>
        </p:nvSpPr>
        <p:spPr>
          <a:xfrm>
            <a:off x="8257470" y="1260527"/>
            <a:ext cx="3606051" cy="2013378"/>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37" name="Picture Placeholder 4">
            <a:extLst>
              <a:ext uri="{FF2B5EF4-FFF2-40B4-BE49-F238E27FC236}">
                <a16:creationId xmlns:a16="http://schemas.microsoft.com/office/drawing/2014/main" id="{EC04A931-39AB-CE4F-98A7-88997E5A025C}"/>
              </a:ext>
            </a:extLst>
          </p:cNvPr>
          <p:cNvSpPr>
            <a:spLocks noGrp="1"/>
          </p:cNvSpPr>
          <p:nvPr>
            <p:ph type="pic" sz="quarter" idx="65"/>
          </p:nvPr>
        </p:nvSpPr>
        <p:spPr>
          <a:xfrm>
            <a:off x="327990" y="3827029"/>
            <a:ext cx="3606051" cy="2014213"/>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38" name="Picture Placeholder 4">
            <a:extLst>
              <a:ext uri="{FF2B5EF4-FFF2-40B4-BE49-F238E27FC236}">
                <a16:creationId xmlns:a16="http://schemas.microsoft.com/office/drawing/2014/main" id="{DA025892-1E53-4615-E906-E2A864287DC5}"/>
              </a:ext>
            </a:extLst>
          </p:cNvPr>
          <p:cNvSpPr>
            <a:spLocks noGrp="1"/>
          </p:cNvSpPr>
          <p:nvPr>
            <p:ph type="pic" sz="quarter" idx="66"/>
          </p:nvPr>
        </p:nvSpPr>
        <p:spPr>
          <a:xfrm>
            <a:off x="4319121" y="3827029"/>
            <a:ext cx="3606051" cy="2014213"/>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39" name="Picture Placeholder 4">
            <a:extLst>
              <a:ext uri="{FF2B5EF4-FFF2-40B4-BE49-F238E27FC236}">
                <a16:creationId xmlns:a16="http://schemas.microsoft.com/office/drawing/2014/main" id="{A005D015-D08D-0AB6-E47D-24DBB7B7B767}"/>
              </a:ext>
            </a:extLst>
          </p:cNvPr>
          <p:cNvSpPr>
            <a:spLocks noGrp="1"/>
          </p:cNvSpPr>
          <p:nvPr>
            <p:ph type="pic" sz="quarter" idx="67"/>
          </p:nvPr>
        </p:nvSpPr>
        <p:spPr>
          <a:xfrm>
            <a:off x="8257470" y="3826306"/>
            <a:ext cx="3606051" cy="2013378"/>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7" name="Slide Number Placeholder 6">
            <a:extLst>
              <a:ext uri="{FF2B5EF4-FFF2-40B4-BE49-F238E27FC236}">
                <a16:creationId xmlns:a16="http://schemas.microsoft.com/office/drawing/2014/main" id="{8D77803B-23AD-EA5B-94C6-C1BC85A99FB6}"/>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16" name="Title 1">
            <a:extLst>
              <a:ext uri="{FF2B5EF4-FFF2-40B4-BE49-F238E27FC236}">
                <a16:creationId xmlns:a16="http://schemas.microsoft.com/office/drawing/2014/main" id="{BFD1EDB9-0B81-26EA-6F87-C4115839DD53}"/>
              </a:ext>
            </a:extLst>
          </p:cNvPr>
          <p:cNvSpPr>
            <a:spLocks noGrp="1"/>
          </p:cNvSpPr>
          <p:nvPr>
            <p:ph type="title" hasCustomPrompt="1"/>
          </p:nvPr>
        </p:nvSpPr>
        <p:spPr>
          <a:xfrm>
            <a:off x="327991" y="323882"/>
            <a:ext cx="11536018" cy="1222512"/>
          </a:xfrm>
        </p:spPr>
        <p:txBody>
          <a:bodyPr/>
          <a:lstStyle/>
          <a:p>
            <a:r>
              <a:rPr lang="en-GB" dirty="0"/>
              <a:t>Headline goes here</a:t>
            </a:r>
            <a:br>
              <a:rPr lang="en-GB" dirty="0"/>
            </a:br>
            <a:r>
              <a:rPr lang="en-GB" dirty="0"/>
              <a:t>across up to two lines</a:t>
            </a:r>
            <a:endParaRPr lang="en-US" dirty="0"/>
          </a:p>
        </p:txBody>
      </p:sp>
      <p:sp>
        <p:nvSpPr>
          <p:cNvPr id="24" name="Text Placeholder 13">
            <a:extLst>
              <a:ext uri="{FF2B5EF4-FFF2-40B4-BE49-F238E27FC236}">
                <a16:creationId xmlns:a16="http://schemas.microsoft.com/office/drawing/2014/main" id="{50DCB1D0-0EEC-BDF1-A929-098919B5562D}"/>
              </a:ext>
            </a:extLst>
          </p:cNvPr>
          <p:cNvSpPr>
            <a:spLocks noGrp="1"/>
          </p:cNvSpPr>
          <p:nvPr>
            <p:ph type="body" sz="quarter" idx="62" hasCustomPrompt="1"/>
          </p:nvPr>
        </p:nvSpPr>
        <p:spPr>
          <a:xfrm>
            <a:off x="327985" y="3143857"/>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5" name="Text Placeholder 13">
            <a:extLst>
              <a:ext uri="{FF2B5EF4-FFF2-40B4-BE49-F238E27FC236}">
                <a16:creationId xmlns:a16="http://schemas.microsoft.com/office/drawing/2014/main" id="{45AA936A-0136-E21C-46A8-4A88073E35F4}"/>
              </a:ext>
            </a:extLst>
          </p:cNvPr>
          <p:cNvSpPr>
            <a:spLocks noGrp="1"/>
          </p:cNvSpPr>
          <p:nvPr>
            <p:ph type="body" sz="quarter" idx="63" hasCustomPrompt="1"/>
          </p:nvPr>
        </p:nvSpPr>
        <p:spPr>
          <a:xfrm>
            <a:off x="4313131" y="3143857"/>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6" name="Text Placeholder 13">
            <a:extLst>
              <a:ext uri="{FF2B5EF4-FFF2-40B4-BE49-F238E27FC236}">
                <a16:creationId xmlns:a16="http://schemas.microsoft.com/office/drawing/2014/main" id="{8DF0E196-F23F-259C-850A-57A29CE737AE}"/>
              </a:ext>
            </a:extLst>
          </p:cNvPr>
          <p:cNvSpPr>
            <a:spLocks noGrp="1"/>
          </p:cNvSpPr>
          <p:nvPr>
            <p:ph type="body" sz="quarter" idx="64" hasCustomPrompt="1"/>
          </p:nvPr>
        </p:nvSpPr>
        <p:spPr>
          <a:xfrm>
            <a:off x="8257334" y="3143857"/>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30" name="Text Placeholder 13">
            <a:extLst>
              <a:ext uri="{FF2B5EF4-FFF2-40B4-BE49-F238E27FC236}">
                <a16:creationId xmlns:a16="http://schemas.microsoft.com/office/drawing/2014/main" id="{56CF78DE-B948-40D3-412C-C0CD9575BA9A}"/>
              </a:ext>
            </a:extLst>
          </p:cNvPr>
          <p:cNvSpPr>
            <a:spLocks noGrp="1"/>
          </p:cNvSpPr>
          <p:nvPr>
            <p:ph type="body" sz="quarter" idx="68" hasCustomPrompt="1"/>
          </p:nvPr>
        </p:nvSpPr>
        <p:spPr>
          <a:xfrm>
            <a:off x="327985" y="5709636"/>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31" name="Text Placeholder 13">
            <a:extLst>
              <a:ext uri="{FF2B5EF4-FFF2-40B4-BE49-F238E27FC236}">
                <a16:creationId xmlns:a16="http://schemas.microsoft.com/office/drawing/2014/main" id="{772D1FF6-19BF-40C1-594C-6A460CE023F1}"/>
              </a:ext>
            </a:extLst>
          </p:cNvPr>
          <p:cNvSpPr>
            <a:spLocks noGrp="1"/>
          </p:cNvSpPr>
          <p:nvPr>
            <p:ph type="body" sz="quarter" idx="69" hasCustomPrompt="1"/>
          </p:nvPr>
        </p:nvSpPr>
        <p:spPr>
          <a:xfrm>
            <a:off x="4313131" y="5709636"/>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32" name="Text Placeholder 13">
            <a:extLst>
              <a:ext uri="{FF2B5EF4-FFF2-40B4-BE49-F238E27FC236}">
                <a16:creationId xmlns:a16="http://schemas.microsoft.com/office/drawing/2014/main" id="{BFEBD91F-5A04-5C2C-6A1C-3B0BDD8B89A9}"/>
              </a:ext>
            </a:extLst>
          </p:cNvPr>
          <p:cNvSpPr>
            <a:spLocks noGrp="1"/>
          </p:cNvSpPr>
          <p:nvPr>
            <p:ph type="body" sz="quarter" idx="70" hasCustomPrompt="1"/>
          </p:nvPr>
        </p:nvSpPr>
        <p:spPr>
          <a:xfrm>
            <a:off x="8257334" y="5709636"/>
            <a:ext cx="3606050" cy="488862"/>
          </a:xfrm>
          <a:prstGeom prst="roundRect">
            <a:avLst>
              <a:gd name="adj" fmla="val 6330"/>
            </a:avLst>
          </a:prstGeom>
          <a:solidFill>
            <a:schemeClr val="tx2"/>
          </a:solidFill>
        </p:spPr>
        <p:txBody>
          <a:bodyPr lIns="0" tIns="0" rIns="0" bIns="0" anchor="ctr">
            <a:noAutofit/>
          </a:bodyPr>
          <a:lstStyle>
            <a:lvl1pPr marL="0" indent="0" algn="ctr">
              <a:lnSpc>
                <a:spcPct val="120000"/>
              </a:lnSpc>
              <a:spcBef>
                <a:spcPts val="0"/>
              </a:spcBef>
              <a:buFontTx/>
              <a:buNone/>
              <a:defRPr sz="1600" b="1">
                <a:solidFill>
                  <a:schemeClr val="bg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 name="Footer Placeholder 4">
            <a:extLst>
              <a:ext uri="{FF2B5EF4-FFF2-40B4-BE49-F238E27FC236}">
                <a16:creationId xmlns:a16="http://schemas.microsoft.com/office/drawing/2014/main" id="{20519EED-37CF-0C4A-C60B-5070000A2AB4}"/>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1061500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77803B-23AD-EA5B-94C6-C1BC85A99FB6}"/>
              </a:ext>
            </a:extLst>
          </p:cNvPr>
          <p:cNvSpPr>
            <a:spLocks noGrp="1"/>
          </p:cNvSpPr>
          <p:nvPr>
            <p:ph type="sldNum" sz="quarter" idx="12"/>
          </p:nvPr>
        </p:nvSpPr>
        <p:spPr/>
        <p:txBody>
          <a:bodyPr/>
          <a:lstStyle/>
          <a:p>
            <a:fld id="{EED4F224-E88B-A44E-95C1-82CB97C9A2DF}" type="slidenum">
              <a:rPr lang="en-US" smtClean="0"/>
              <a:t>‹#›</a:t>
            </a:fld>
            <a:endParaRPr lang="en-US"/>
          </a:p>
        </p:txBody>
      </p:sp>
      <p:sp>
        <p:nvSpPr>
          <p:cNvPr id="16" name="Title 1">
            <a:extLst>
              <a:ext uri="{FF2B5EF4-FFF2-40B4-BE49-F238E27FC236}">
                <a16:creationId xmlns:a16="http://schemas.microsoft.com/office/drawing/2014/main" id="{BFD1EDB9-0B81-26EA-6F87-C4115839DD53}"/>
              </a:ext>
            </a:extLst>
          </p:cNvPr>
          <p:cNvSpPr>
            <a:spLocks noGrp="1"/>
          </p:cNvSpPr>
          <p:nvPr>
            <p:ph type="title" hasCustomPrompt="1"/>
          </p:nvPr>
        </p:nvSpPr>
        <p:spPr>
          <a:xfrm>
            <a:off x="327991" y="323882"/>
            <a:ext cx="11536018" cy="1222512"/>
          </a:xfrm>
        </p:spPr>
        <p:txBody>
          <a:bodyPr/>
          <a:lstStyle/>
          <a:p>
            <a:r>
              <a:rPr lang="en-GB" dirty="0"/>
              <a:t>Headline goes here</a:t>
            </a:r>
            <a:br>
              <a:rPr lang="en-GB" dirty="0"/>
            </a:br>
            <a:r>
              <a:rPr lang="en-GB" dirty="0"/>
              <a:t>across up to two lines</a:t>
            </a:r>
            <a:endParaRPr lang="en-US" dirty="0"/>
          </a:p>
        </p:txBody>
      </p:sp>
      <p:sp>
        <p:nvSpPr>
          <p:cNvPr id="2" name="Picture Placeholder 4">
            <a:extLst>
              <a:ext uri="{FF2B5EF4-FFF2-40B4-BE49-F238E27FC236}">
                <a16:creationId xmlns:a16="http://schemas.microsoft.com/office/drawing/2014/main" id="{3715380F-8F60-E4BB-D99E-0CA0A20A65F0}"/>
              </a:ext>
            </a:extLst>
          </p:cNvPr>
          <p:cNvSpPr>
            <a:spLocks noGrp="1"/>
          </p:cNvSpPr>
          <p:nvPr>
            <p:ph type="pic" sz="quarter" idx="27"/>
          </p:nvPr>
        </p:nvSpPr>
        <p:spPr>
          <a:xfrm>
            <a:off x="327990" y="1261250"/>
            <a:ext cx="3606051" cy="2014213"/>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3" name="Picture Placeholder 4">
            <a:extLst>
              <a:ext uri="{FF2B5EF4-FFF2-40B4-BE49-F238E27FC236}">
                <a16:creationId xmlns:a16="http://schemas.microsoft.com/office/drawing/2014/main" id="{31F8E1BA-7EC5-BB2F-CD6C-2EC66F97D39D}"/>
              </a:ext>
            </a:extLst>
          </p:cNvPr>
          <p:cNvSpPr>
            <a:spLocks noGrp="1"/>
          </p:cNvSpPr>
          <p:nvPr>
            <p:ph type="pic" sz="quarter" idx="51"/>
          </p:nvPr>
        </p:nvSpPr>
        <p:spPr>
          <a:xfrm>
            <a:off x="4319121" y="1261250"/>
            <a:ext cx="3606051" cy="2014213"/>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4" name="Picture Placeholder 4">
            <a:extLst>
              <a:ext uri="{FF2B5EF4-FFF2-40B4-BE49-F238E27FC236}">
                <a16:creationId xmlns:a16="http://schemas.microsoft.com/office/drawing/2014/main" id="{D4995FB3-F988-C115-AA33-2C9544E59727}"/>
              </a:ext>
            </a:extLst>
          </p:cNvPr>
          <p:cNvSpPr>
            <a:spLocks noGrp="1"/>
          </p:cNvSpPr>
          <p:nvPr>
            <p:ph type="pic" sz="quarter" idx="53"/>
          </p:nvPr>
        </p:nvSpPr>
        <p:spPr>
          <a:xfrm>
            <a:off x="8257470" y="1260527"/>
            <a:ext cx="3606051" cy="2013378"/>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11" name="Text Placeholder 13">
            <a:extLst>
              <a:ext uri="{FF2B5EF4-FFF2-40B4-BE49-F238E27FC236}">
                <a16:creationId xmlns:a16="http://schemas.microsoft.com/office/drawing/2014/main" id="{2C1F24A3-8042-54BB-3EA4-6D87ABD66A05}"/>
              </a:ext>
            </a:extLst>
          </p:cNvPr>
          <p:cNvSpPr>
            <a:spLocks noGrp="1"/>
          </p:cNvSpPr>
          <p:nvPr>
            <p:ph type="body" sz="quarter" idx="62" hasCustomPrompt="1"/>
          </p:nvPr>
        </p:nvSpPr>
        <p:spPr>
          <a:xfrm>
            <a:off x="327985" y="3143857"/>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13" name="Text Placeholder 13">
            <a:extLst>
              <a:ext uri="{FF2B5EF4-FFF2-40B4-BE49-F238E27FC236}">
                <a16:creationId xmlns:a16="http://schemas.microsoft.com/office/drawing/2014/main" id="{75542648-8FAD-5313-0C8B-4FCB128410C3}"/>
              </a:ext>
            </a:extLst>
          </p:cNvPr>
          <p:cNvSpPr>
            <a:spLocks noGrp="1"/>
          </p:cNvSpPr>
          <p:nvPr>
            <p:ph type="body" sz="quarter" idx="63" hasCustomPrompt="1"/>
          </p:nvPr>
        </p:nvSpPr>
        <p:spPr>
          <a:xfrm>
            <a:off x="4313131" y="3143857"/>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17" name="Text Placeholder 13">
            <a:extLst>
              <a:ext uri="{FF2B5EF4-FFF2-40B4-BE49-F238E27FC236}">
                <a16:creationId xmlns:a16="http://schemas.microsoft.com/office/drawing/2014/main" id="{090390F3-C9B0-8077-C9B4-E5E5278249AC}"/>
              </a:ext>
            </a:extLst>
          </p:cNvPr>
          <p:cNvSpPr>
            <a:spLocks noGrp="1"/>
          </p:cNvSpPr>
          <p:nvPr>
            <p:ph type="body" sz="quarter" idx="64" hasCustomPrompt="1"/>
          </p:nvPr>
        </p:nvSpPr>
        <p:spPr>
          <a:xfrm>
            <a:off x="8257334" y="3143857"/>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4" name="Picture Placeholder 4">
            <a:extLst>
              <a:ext uri="{FF2B5EF4-FFF2-40B4-BE49-F238E27FC236}">
                <a16:creationId xmlns:a16="http://schemas.microsoft.com/office/drawing/2014/main" id="{41DE8B8E-B074-1B4E-CA39-64282C6E9521}"/>
              </a:ext>
            </a:extLst>
          </p:cNvPr>
          <p:cNvSpPr>
            <a:spLocks noGrp="1"/>
          </p:cNvSpPr>
          <p:nvPr>
            <p:ph type="pic" sz="quarter" idx="65"/>
          </p:nvPr>
        </p:nvSpPr>
        <p:spPr>
          <a:xfrm>
            <a:off x="327990" y="3827029"/>
            <a:ext cx="3606051" cy="2014213"/>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25" name="Picture Placeholder 4">
            <a:extLst>
              <a:ext uri="{FF2B5EF4-FFF2-40B4-BE49-F238E27FC236}">
                <a16:creationId xmlns:a16="http://schemas.microsoft.com/office/drawing/2014/main" id="{7000A430-A6D6-E7AC-5B4D-29078A41234E}"/>
              </a:ext>
            </a:extLst>
          </p:cNvPr>
          <p:cNvSpPr>
            <a:spLocks noGrp="1"/>
          </p:cNvSpPr>
          <p:nvPr>
            <p:ph type="pic" sz="quarter" idx="66"/>
          </p:nvPr>
        </p:nvSpPr>
        <p:spPr>
          <a:xfrm>
            <a:off x="4319121" y="3827029"/>
            <a:ext cx="3606051" cy="2014213"/>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26" name="Picture Placeholder 4">
            <a:extLst>
              <a:ext uri="{FF2B5EF4-FFF2-40B4-BE49-F238E27FC236}">
                <a16:creationId xmlns:a16="http://schemas.microsoft.com/office/drawing/2014/main" id="{ECC7C4E8-1EE7-2F09-0FD3-DCEC98E51BE0}"/>
              </a:ext>
            </a:extLst>
          </p:cNvPr>
          <p:cNvSpPr>
            <a:spLocks noGrp="1"/>
          </p:cNvSpPr>
          <p:nvPr>
            <p:ph type="pic" sz="quarter" idx="67"/>
          </p:nvPr>
        </p:nvSpPr>
        <p:spPr>
          <a:xfrm>
            <a:off x="8257470" y="3826306"/>
            <a:ext cx="3606051" cy="2013378"/>
          </a:xfrm>
          <a:prstGeom prst="rect">
            <a:avLst/>
          </a:prstGeom>
          <a:solidFill>
            <a:schemeClr val="tx1">
              <a:lumMod val="50000"/>
              <a:lumOff val="50000"/>
            </a:schemeClr>
          </a:solidFill>
          <a:ln>
            <a:noFill/>
          </a:ln>
          <a:effectLst/>
        </p:spPr>
        <p:txBody>
          <a:bodyPr anchor="ctr">
            <a:normAutofit/>
          </a:bodyPr>
          <a:lstStyle>
            <a:lvl1pPr marL="0" indent="0" algn="ctr">
              <a:buFontTx/>
              <a:buNone/>
              <a:defRPr sz="1000"/>
            </a:lvl1pPr>
          </a:lstStyle>
          <a:p>
            <a:endParaRPr lang="en-AU" dirty="0"/>
          </a:p>
        </p:txBody>
      </p:sp>
      <p:sp>
        <p:nvSpPr>
          <p:cNvPr id="27" name="Text Placeholder 13">
            <a:extLst>
              <a:ext uri="{FF2B5EF4-FFF2-40B4-BE49-F238E27FC236}">
                <a16:creationId xmlns:a16="http://schemas.microsoft.com/office/drawing/2014/main" id="{CBE3B654-49D5-072F-5B1F-8601E565C1A4}"/>
              </a:ext>
            </a:extLst>
          </p:cNvPr>
          <p:cNvSpPr>
            <a:spLocks noGrp="1"/>
          </p:cNvSpPr>
          <p:nvPr>
            <p:ph type="body" sz="quarter" idx="68" hasCustomPrompt="1"/>
          </p:nvPr>
        </p:nvSpPr>
        <p:spPr>
          <a:xfrm>
            <a:off x="327985" y="5709636"/>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8" name="Text Placeholder 13">
            <a:extLst>
              <a:ext uri="{FF2B5EF4-FFF2-40B4-BE49-F238E27FC236}">
                <a16:creationId xmlns:a16="http://schemas.microsoft.com/office/drawing/2014/main" id="{AA7D403C-698F-8CAE-67FA-D3383CE52BA2}"/>
              </a:ext>
            </a:extLst>
          </p:cNvPr>
          <p:cNvSpPr>
            <a:spLocks noGrp="1"/>
          </p:cNvSpPr>
          <p:nvPr>
            <p:ph type="body" sz="quarter" idx="69" hasCustomPrompt="1"/>
          </p:nvPr>
        </p:nvSpPr>
        <p:spPr>
          <a:xfrm>
            <a:off x="4313131" y="5709636"/>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29" name="Text Placeholder 13">
            <a:extLst>
              <a:ext uri="{FF2B5EF4-FFF2-40B4-BE49-F238E27FC236}">
                <a16:creationId xmlns:a16="http://schemas.microsoft.com/office/drawing/2014/main" id="{7131B54B-81FC-C268-DF54-A2C744852092}"/>
              </a:ext>
            </a:extLst>
          </p:cNvPr>
          <p:cNvSpPr>
            <a:spLocks noGrp="1"/>
          </p:cNvSpPr>
          <p:nvPr>
            <p:ph type="body" sz="quarter" idx="70" hasCustomPrompt="1"/>
          </p:nvPr>
        </p:nvSpPr>
        <p:spPr>
          <a:xfrm>
            <a:off x="8257334" y="5709636"/>
            <a:ext cx="3606050" cy="488862"/>
          </a:xfrm>
          <a:prstGeom prst="roundRect">
            <a:avLst>
              <a:gd name="adj" fmla="val 6330"/>
            </a:avLst>
          </a:prstGeom>
          <a:solidFill>
            <a:schemeClr val="bg2"/>
          </a:solidFill>
        </p:spPr>
        <p:txBody>
          <a:bodyPr lIns="0" tIns="0" rIns="0" bIns="0" anchor="ctr">
            <a:noAutofit/>
          </a:bodyPr>
          <a:lstStyle>
            <a:lvl1pPr marL="0" indent="0" algn="ctr">
              <a:lnSpc>
                <a:spcPct val="120000"/>
              </a:lnSpc>
              <a:spcBef>
                <a:spcPts val="0"/>
              </a:spcBef>
              <a:buFontTx/>
              <a:buNone/>
              <a:defRPr sz="1600" b="1">
                <a:solidFill>
                  <a:schemeClr val="tx2"/>
                </a:solidFill>
                <a:latin typeface="Franklin Gothic Medium" panose="020B0603020102020204" pitchFamily="34" charset="0"/>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pPr lvl="0"/>
            <a:r>
              <a:rPr lang="en-US" dirty="0"/>
              <a:t>Subheading here</a:t>
            </a:r>
            <a:endParaRPr lang="en-AU" dirty="0"/>
          </a:p>
        </p:txBody>
      </p:sp>
      <p:sp>
        <p:nvSpPr>
          <p:cNvPr id="8" name="Footer Placeholder 4">
            <a:extLst>
              <a:ext uri="{FF2B5EF4-FFF2-40B4-BE49-F238E27FC236}">
                <a16:creationId xmlns:a16="http://schemas.microsoft.com/office/drawing/2014/main" id="{8908C292-4A65-B527-99FA-9B18AD494A67}"/>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31391763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F490-E1CA-4912-9ED3-0471A3EE32C8}"/>
              </a:ext>
            </a:extLst>
          </p:cNvPr>
          <p:cNvSpPr>
            <a:spLocks noGrp="1"/>
          </p:cNvSpPr>
          <p:nvPr>
            <p:ph type="ctrTitle" hasCustomPrompt="1"/>
          </p:nvPr>
        </p:nvSpPr>
        <p:spPr>
          <a:xfrm>
            <a:off x="0" y="1215725"/>
            <a:ext cx="12192000" cy="1063747"/>
          </a:xfrm>
        </p:spPr>
        <p:txBody>
          <a:bodyPr anchor="t">
            <a:noAutofit/>
          </a:bodyPr>
          <a:lstStyle>
            <a:lvl1pPr algn="ctr">
              <a:defRPr sz="7800">
                <a:solidFill>
                  <a:schemeClr val="bg2"/>
                </a:solidFill>
              </a:defRPr>
            </a:lvl1pPr>
          </a:lstStyle>
          <a:p>
            <a:r>
              <a:rPr lang="en-GB" dirty="0"/>
              <a:t>THANK YOU</a:t>
            </a:r>
            <a:endParaRPr lang="en-US" dirty="0"/>
          </a:p>
        </p:txBody>
      </p:sp>
      <p:pic>
        <p:nvPicPr>
          <p:cNvPr id="5" name="Picture 4" descr="Background pattern&#10;&#10;Description automatically generated">
            <a:extLst>
              <a:ext uri="{FF2B5EF4-FFF2-40B4-BE49-F238E27FC236}">
                <a16:creationId xmlns:a16="http://schemas.microsoft.com/office/drawing/2014/main" id="{815543FE-B4F4-C659-0A32-691ED66B2CD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366124" y="3136603"/>
            <a:ext cx="3459753" cy="2081621"/>
          </a:xfrm>
          <a:prstGeom prst="rect">
            <a:avLst/>
          </a:prstGeom>
        </p:spPr>
      </p:pic>
      <p:sp>
        <p:nvSpPr>
          <p:cNvPr id="6" name="Date Placeholder 3">
            <a:extLst>
              <a:ext uri="{FF2B5EF4-FFF2-40B4-BE49-F238E27FC236}">
                <a16:creationId xmlns:a16="http://schemas.microsoft.com/office/drawing/2014/main" id="{34D5E1F0-8DD0-05ED-87D2-10147D4B1BA7}"/>
              </a:ext>
            </a:extLst>
          </p:cNvPr>
          <p:cNvSpPr txBox="1">
            <a:spLocks/>
          </p:cNvSpPr>
          <p:nvPr userDrawn="1"/>
        </p:nvSpPr>
        <p:spPr>
          <a:xfrm>
            <a:off x="0" y="6356350"/>
            <a:ext cx="12191999" cy="365125"/>
          </a:xfrm>
          <a:prstGeom prst="rect">
            <a:avLst/>
          </a:prstGeom>
        </p:spPr>
        <p:txBody>
          <a:bodyPr vert="horz" lIns="91440" tIns="45720" rIns="91440" bIns="45720" rtlCol="0" anchor="ctr"/>
          <a:lstStyle>
            <a:defPPr>
              <a:defRPr lang="en-US"/>
            </a:defPPr>
            <a:lvl1pPr marL="0" algn="l" defTabSz="914400" rtl="0" eaLnBrk="1" latinLnBrk="0" hangingPunct="1">
              <a:defRPr sz="80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dirty="0" err="1">
                <a:solidFill>
                  <a:schemeClr val="accent1"/>
                </a:solidFill>
              </a:rPr>
              <a:t>teamglobalexp.com</a:t>
            </a:r>
            <a:endParaRPr lang="en-US" sz="1000" dirty="0">
              <a:solidFill>
                <a:schemeClr val="accent1"/>
              </a:solidFill>
            </a:endParaRPr>
          </a:p>
        </p:txBody>
      </p:sp>
    </p:spTree>
    <p:extLst>
      <p:ext uri="{BB962C8B-B14F-4D97-AF65-F5344CB8AC3E}">
        <p14:creationId xmlns:p14="http://schemas.microsoft.com/office/powerpoint/2010/main" val="18860460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4B60-C9A6-CC70-3E97-3B88BEAF4C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7B79087B-52F9-7C96-F69E-97D33233D9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D3DF071-2609-ACBB-4B34-D7CA7636E029}"/>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5" name="Footer Placeholder 4">
            <a:extLst>
              <a:ext uri="{FF2B5EF4-FFF2-40B4-BE49-F238E27FC236}">
                <a16:creationId xmlns:a16="http://schemas.microsoft.com/office/drawing/2014/main" id="{B8EC76A1-65AA-45FE-F5AC-E2F13EEE87A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1FC005D-B0D9-EE5F-71B1-C953A09CA0DC}"/>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4849669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E72E-C477-4BFA-7CDF-B7089B125C9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8BEFE7E-6F79-A608-32DC-FD4F3F53C3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C65A75-4C6B-FF61-AC33-88DFBF3BB3E1}"/>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5" name="Footer Placeholder 4">
            <a:extLst>
              <a:ext uri="{FF2B5EF4-FFF2-40B4-BE49-F238E27FC236}">
                <a16:creationId xmlns:a16="http://schemas.microsoft.com/office/drawing/2014/main" id="{4605DC03-EAB0-0F4E-51C9-8703E2839D1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071290-257F-C5F9-0534-72E9D7D1C580}"/>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14781014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EC63C-0974-54F1-628F-A7C08569B4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01141F9-A1E7-9229-1508-A541AC87D8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828F48-8A2D-CEA3-74B9-1D1039EB7BB3}"/>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5" name="Footer Placeholder 4">
            <a:extLst>
              <a:ext uri="{FF2B5EF4-FFF2-40B4-BE49-F238E27FC236}">
                <a16:creationId xmlns:a16="http://schemas.microsoft.com/office/drawing/2014/main" id="{D8D5EC63-D0B8-B615-6E04-FD12EBB57EF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2D3A9F8-33E9-0EAA-1C5E-ECE38A24547B}"/>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41109110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0A1E-AFA0-F48B-731C-A1180C8A95A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6A48445-1D3A-D479-20F2-A5E35A07C6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1E25867-FE07-55CC-B116-78214A3123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C19C5E3-D6C2-996D-867D-1970B1D1111C}"/>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6" name="Footer Placeholder 5">
            <a:extLst>
              <a:ext uri="{FF2B5EF4-FFF2-40B4-BE49-F238E27FC236}">
                <a16:creationId xmlns:a16="http://schemas.microsoft.com/office/drawing/2014/main" id="{6D273E34-5CF6-4FEA-1854-46565890937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0C71EE9-E20C-D96E-CDF8-42C8832D15E6}"/>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26627109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B6B9-3D2E-9652-AC3F-E3EC338A65B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56B4157-62F4-A21F-E6F6-CDCF59A68B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465BC8-3B73-704B-CCF1-7F89949661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8FF48ACC-498F-99CC-D08F-396782DF1D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0489B7-F3E8-A50B-61A9-E2CF9D1E50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CDD0A2AE-565F-76FC-8DF2-B7F96317A148}"/>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8" name="Footer Placeholder 7">
            <a:extLst>
              <a:ext uri="{FF2B5EF4-FFF2-40B4-BE49-F238E27FC236}">
                <a16:creationId xmlns:a16="http://schemas.microsoft.com/office/drawing/2014/main" id="{7DA95625-BCC9-1CD8-E757-DD69D103048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76A0FCE-6DED-3F4F-7483-0494406269B6}"/>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2345388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305C8-9245-248C-F32D-8539226245C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15B7CDB-4790-B531-7B7C-AFCB07CD0A77}"/>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4" name="Footer Placeholder 3">
            <a:extLst>
              <a:ext uri="{FF2B5EF4-FFF2-40B4-BE49-F238E27FC236}">
                <a16:creationId xmlns:a16="http://schemas.microsoft.com/office/drawing/2014/main" id="{2BC14404-4505-B253-04ED-2A4DF91B031E}"/>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49D6A0C8-061E-C316-F6CF-DEB7BF19CE5B}"/>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30587154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0AA0F2-3BC5-4A41-5A99-F678723925EF}"/>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3" name="Footer Placeholder 2">
            <a:extLst>
              <a:ext uri="{FF2B5EF4-FFF2-40B4-BE49-F238E27FC236}">
                <a16:creationId xmlns:a16="http://schemas.microsoft.com/office/drawing/2014/main" id="{ED7C3D7D-17D1-8B54-A929-3C45971D809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1AA4433-E734-4261-4076-32EC2B20243D}"/>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5783674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4D54-4045-57EB-FEE2-E567B931A7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5EA1CEF4-4540-C312-AADC-5994949984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2F3689C-0C26-CF02-7EAD-8E159FA85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3EBF5-1BA1-F157-239B-449403E71FB9}"/>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6" name="Footer Placeholder 5">
            <a:extLst>
              <a:ext uri="{FF2B5EF4-FFF2-40B4-BE49-F238E27FC236}">
                <a16:creationId xmlns:a16="http://schemas.microsoft.com/office/drawing/2014/main" id="{0E495007-67FA-337B-A671-2464ACA47D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B067FE5-5713-7878-89AD-4F15ABDDE800}"/>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8415283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F6CD3-6FEB-E419-0BDC-2129F8B681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6634CD1-9E54-56CE-19B8-55F742EF78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AF564830-4EBF-A9D3-20D0-CE51D1E8B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E72024-335B-ED15-A32B-CB40B1E74E76}"/>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6" name="Footer Placeholder 5">
            <a:extLst>
              <a:ext uri="{FF2B5EF4-FFF2-40B4-BE49-F238E27FC236}">
                <a16:creationId xmlns:a16="http://schemas.microsoft.com/office/drawing/2014/main" id="{94CB2BE4-93FB-94BD-694B-CB9357D7665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8BF97F7-24A8-58EA-279A-44485028D472}"/>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23826069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8352A-625B-303C-09EB-336330244E6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479F0F4-7DC5-F39F-B4B0-3A29DBABA3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3F7C430-E0B4-19E9-D0AA-689F3054ACB0}"/>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5" name="Footer Placeholder 4">
            <a:extLst>
              <a:ext uri="{FF2B5EF4-FFF2-40B4-BE49-F238E27FC236}">
                <a16:creationId xmlns:a16="http://schemas.microsoft.com/office/drawing/2014/main" id="{768F423D-AA46-1853-7EFC-9A873708F9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323CCDA-2681-A48C-047E-A0A49F0133EB}"/>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1741260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1BEE7C-1C49-1961-FB31-BAA0B56D2E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F22137D-026C-CEF1-800D-1A8874574F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0B1B718-2713-81DD-24FF-ACBB7A5707E5}"/>
              </a:ext>
            </a:extLst>
          </p:cNvPr>
          <p:cNvSpPr>
            <a:spLocks noGrp="1"/>
          </p:cNvSpPr>
          <p:nvPr>
            <p:ph type="dt" sz="half" idx="10"/>
          </p:nvPr>
        </p:nvSpPr>
        <p:spPr/>
        <p:txBody>
          <a:bodyPr/>
          <a:lstStyle/>
          <a:p>
            <a:fld id="{E1C62B71-F75D-455D-99E4-EE0B89F763F6}" type="datetimeFigureOut">
              <a:rPr lang="en-AU" smtClean="0"/>
              <a:t>1/08/2023</a:t>
            </a:fld>
            <a:endParaRPr lang="en-AU"/>
          </a:p>
        </p:txBody>
      </p:sp>
      <p:sp>
        <p:nvSpPr>
          <p:cNvPr id="5" name="Footer Placeholder 4">
            <a:extLst>
              <a:ext uri="{FF2B5EF4-FFF2-40B4-BE49-F238E27FC236}">
                <a16:creationId xmlns:a16="http://schemas.microsoft.com/office/drawing/2014/main" id="{5C462464-425D-24CF-9EDE-EA518B2817A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B854BA-9D6C-510A-5D5A-5E1063E16F20}"/>
              </a:ext>
            </a:extLst>
          </p:cNvPr>
          <p:cNvSpPr>
            <a:spLocks noGrp="1"/>
          </p:cNvSpPr>
          <p:nvPr>
            <p:ph type="sldNum" sz="quarter" idx="12"/>
          </p:nvPr>
        </p:nvSpPr>
        <p:spPr/>
        <p:txBody>
          <a:bodyPr/>
          <a:lstStyle/>
          <a:p>
            <a:fld id="{72A08010-65BF-48BC-B381-0288029D2BCE}" type="slidenum">
              <a:rPr lang="en-AU" smtClean="0"/>
              <a:t>‹#›</a:t>
            </a:fld>
            <a:endParaRPr lang="en-AU"/>
          </a:p>
        </p:txBody>
      </p:sp>
    </p:spTree>
    <p:extLst>
      <p:ext uri="{BB962C8B-B14F-4D97-AF65-F5344CB8AC3E}">
        <p14:creationId xmlns:p14="http://schemas.microsoft.com/office/powerpoint/2010/main" val="22392728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tx2"/>
        </a:solidFill>
        <a:effectLst/>
      </p:bgPr>
    </p:bg>
    <p:spTree>
      <p:nvGrpSpPr>
        <p:cNvPr id="1" name=""/>
        <p:cNvGrpSpPr/>
        <p:nvPr/>
      </p:nvGrpSpPr>
      <p:grpSpPr>
        <a:xfrm>
          <a:off x="0" y="0"/>
          <a:ext cx="0" cy="0"/>
          <a:chOff x="0" y="0"/>
          <a:chExt cx="0" cy="0"/>
        </a:xfrm>
      </p:grpSpPr>
      <p:sp>
        <p:nvSpPr>
          <p:cNvPr id="8" name="Picture Placeholder 6">
            <a:extLst>
              <a:ext uri="{FF2B5EF4-FFF2-40B4-BE49-F238E27FC236}">
                <a16:creationId xmlns:a16="http://schemas.microsoft.com/office/drawing/2014/main" id="{06CFACD0-D2B0-C544-C035-993DF464B287}"/>
              </a:ext>
            </a:extLst>
          </p:cNvPr>
          <p:cNvSpPr>
            <a:spLocks noGrp="1"/>
          </p:cNvSpPr>
          <p:nvPr>
            <p:ph type="pic" sz="quarter" idx="13"/>
          </p:nvPr>
        </p:nvSpPr>
        <p:spPr>
          <a:xfrm>
            <a:off x="6096000" y="0"/>
            <a:ext cx="6096000" cy="6858000"/>
          </a:xfrm>
          <a:prstGeom prst="rect">
            <a:avLst/>
          </a:prstGeom>
          <a:solidFill>
            <a:schemeClr val="tx1">
              <a:lumMod val="50000"/>
              <a:lumOff val="50000"/>
            </a:schemeClr>
          </a:solidFill>
        </p:spPr>
        <p:txBody>
          <a:bodyPr anchor="ctr"/>
          <a:lstStyle>
            <a:lvl1pPr algn="ctr">
              <a:defRPr/>
            </a:lvl1pPr>
          </a:lstStyle>
          <a:p>
            <a:endParaRPr lang="en-AU" dirty="0"/>
          </a:p>
        </p:txBody>
      </p:sp>
      <p:sp>
        <p:nvSpPr>
          <p:cNvPr id="2" name="Title 1">
            <a:extLst>
              <a:ext uri="{FF2B5EF4-FFF2-40B4-BE49-F238E27FC236}">
                <a16:creationId xmlns:a16="http://schemas.microsoft.com/office/drawing/2014/main" id="{3D22F490-E1CA-4912-9ED3-0471A3EE32C8}"/>
              </a:ext>
            </a:extLst>
          </p:cNvPr>
          <p:cNvSpPr>
            <a:spLocks noGrp="1"/>
          </p:cNvSpPr>
          <p:nvPr>
            <p:ph type="ctrTitle" hasCustomPrompt="1"/>
          </p:nvPr>
        </p:nvSpPr>
        <p:spPr>
          <a:xfrm>
            <a:off x="327990" y="1853529"/>
            <a:ext cx="5498379" cy="2387600"/>
          </a:xfrm>
        </p:spPr>
        <p:txBody>
          <a:bodyPr anchor="t">
            <a:noAutofit/>
          </a:bodyPr>
          <a:lstStyle>
            <a:lvl1pPr algn="l">
              <a:defRPr sz="5000">
                <a:solidFill>
                  <a:schemeClr val="bg2"/>
                </a:solidFill>
              </a:defRPr>
            </a:lvl1pPr>
          </a:lstStyle>
          <a:p>
            <a:r>
              <a:rPr lang="en-GB" dirty="0"/>
              <a:t>Title of presentation goes here across multiple lines</a:t>
            </a:r>
            <a:endParaRPr lang="en-US" dirty="0"/>
          </a:p>
        </p:txBody>
      </p:sp>
      <p:sp>
        <p:nvSpPr>
          <p:cNvPr id="3" name="Subtitle 2">
            <a:extLst>
              <a:ext uri="{FF2B5EF4-FFF2-40B4-BE49-F238E27FC236}">
                <a16:creationId xmlns:a16="http://schemas.microsoft.com/office/drawing/2014/main" id="{84490A6B-26A8-D739-B9AF-A1C7BDF0C2C0}"/>
              </a:ext>
            </a:extLst>
          </p:cNvPr>
          <p:cNvSpPr>
            <a:spLocks noGrp="1"/>
          </p:cNvSpPr>
          <p:nvPr>
            <p:ph type="subTitle" idx="1" hasCustomPrompt="1"/>
          </p:nvPr>
        </p:nvSpPr>
        <p:spPr>
          <a:xfrm>
            <a:off x="327990" y="5065455"/>
            <a:ext cx="5498379" cy="1063747"/>
          </a:xfrm>
          <a:prstGeom prst="rect">
            <a:avLst/>
          </a:prstGeom>
        </p:spPr>
        <p:txBody>
          <a:bodyPr>
            <a:noAutofit/>
          </a:bodyPr>
          <a:lstStyle>
            <a:lvl1pPr marL="0" indent="0" algn="l">
              <a:buNone/>
              <a:defRPr sz="1800" b="0">
                <a:solidFill>
                  <a:schemeClr val="accent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subtitle here (</a:t>
            </a:r>
            <a:r>
              <a:rPr lang="en-AU" dirty="0"/>
              <a:t>up to three lines)</a:t>
            </a:r>
            <a:br>
              <a:rPr lang="en-AU" dirty="0"/>
            </a:br>
            <a:endParaRPr lang="en-US" dirty="0"/>
          </a:p>
        </p:txBody>
      </p:sp>
      <p:sp>
        <p:nvSpPr>
          <p:cNvPr id="4" name="Date Placeholder 3">
            <a:extLst>
              <a:ext uri="{FF2B5EF4-FFF2-40B4-BE49-F238E27FC236}">
                <a16:creationId xmlns:a16="http://schemas.microsoft.com/office/drawing/2014/main" id="{63C4C784-62B6-ECC7-0E84-285BF554D16D}"/>
              </a:ext>
            </a:extLst>
          </p:cNvPr>
          <p:cNvSpPr>
            <a:spLocks noGrp="1"/>
          </p:cNvSpPr>
          <p:nvPr>
            <p:ph type="dt" sz="half" idx="10"/>
          </p:nvPr>
        </p:nvSpPr>
        <p:spPr>
          <a:xfrm>
            <a:off x="327989" y="6356350"/>
            <a:ext cx="2717769" cy="365125"/>
          </a:xfrm>
          <a:prstGeom prst="rect">
            <a:avLst/>
          </a:prstGeom>
        </p:spPr>
        <p:txBody>
          <a:bodyPr/>
          <a:lstStyle>
            <a:lvl1pPr>
              <a:defRPr sz="800">
                <a:solidFill>
                  <a:schemeClr val="bg2"/>
                </a:solidFill>
                <a:latin typeface="Century Gothic" panose="020B0502020202020204" pitchFamily="34" charset="0"/>
              </a:defRPr>
            </a:lvl1pPr>
          </a:lstStyle>
          <a:p>
            <a:endParaRPr lang="en-US" dirty="0"/>
          </a:p>
        </p:txBody>
      </p:sp>
      <p:pic>
        <p:nvPicPr>
          <p:cNvPr id="12" name="Picture 11" descr="Icon&#10;&#10;Description automatically generated with medium confidence">
            <a:extLst>
              <a:ext uri="{FF2B5EF4-FFF2-40B4-BE49-F238E27FC236}">
                <a16:creationId xmlns:a16="http://schemas.microsoft.com/office/drawing/2014/main" id="{D045B5E0-5B53-7DF8-DE07-68DFD20FA6A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000" y="475991"/>
            <a:ext cx="2057400" cy="553212"/>
          </a:xfrm>
          <a:prstGeom prst="rect">
            <a:avLst/>
          </a:prstGeom>
        </p:spPr>
      </p:pic>
    </p:spTree>
    <p:extLst>
      <p:ext uri="{BB962C8B-B14F-4D97-AF65-F5344CB8AC3E}">
        <p14:creationId xmlns:p14="http://schemas.microsoft.com/office/powerpoint/2010/main" val="689273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pic>
        <p:nvPicPr>
          <p:cNvPr id="15" name="Picture 14" descr="A green and white striped flag&#10;&#10;Description automatically generated with low confidence">
            <a:extLst>
              <a:ext uri="{FF2B5EF4-FFF2-40B4-BE49-F238E27FC236}">
                <a16:creationId xmlns:a16="http://schemas.microsoft.com/office/drawing/2014/main" id="{5554CDB5-AB7B-99AC-EC5A-F510FB4E962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18" name="Slide Number Placeholder 5">
            <a:extLst>
              <a:ext uri="{FF2B5EF4-FFF2-40B4-BE49-F238E27FC236}">
                <a16:creationId xmlns:a16="http://schemas.microsoft.com/office/drawing/2014/main" id="{1EB46FCB-5287-8A5D-A525-893158CF194D}"/>
              </a:ext>
            </a:extLst>
          </p:cNvPr>
          <p:cNvSpPr>
            <a:spLocks noGrp="1"/>
          </p:cNvSpPr>
          <p:nvPr>
            <p:ph type="sldNum" sz="quarter" idx="12"/>
          </p:nvPr>
        </p:nvSpPr>
        <p:spPr>
          <a:xfrm>
            <a:off x="4923948" y="6356350"/>
            <a:ext cx="2347416" cy="365125"/>
          </a:xfrm>
        </p:spPr>
        <p:txBody>
          <a:bodyPr/>
          <a:lstStyle/>
          <a:p>
            <a:fld id="{EED4F224-E88B-A44E-95C1-82CB97C9A2DF}" type="slidenum">
              <a:rPr lang="en-US" smtClean="0"/>
              <a:t>‹#›</a:t>
            </a:fld>
            <a:endParaRPr lang="en-US"/>
          </a:p>
        </p:txBody>
      </p:sp>
      <p:sp>
        <p:nvSpPr>
          <p:cNvPr id="19" name="Title 1">
            <a:extLst>
              <a:ext uri="{FF2B5EF4-FFF2-40B4-BE49-F238E27FC236}">
                <a16:creationId xmlns:a16="http://schemas.microsoft.com/office/drawing/2014/main" id="{70ECA687-8C64-0B55-E2E4-7E3BC74E2C9E}"/>
              </a:ext>
            </a:extLst>
          </p:cNvPr>
          <p:cNvSpPr>
            <a:spLocks noGrp="1"/>
          </p:cNvSpPr>
          <p:nvPr>
            <p:ph type="title" hasCustomPrompt="1"/>
          </p:nvPr>
        </p:nvSpPr>
        <p:spPr>
          <a:xfrm>
            <a:off x="327991" y="323882"/>
            <a:ext cx="5768009" cy="1222512"/>
          </a:xfrm>
        </p:spPr>
        <p:txBody>
          <a:bodyPr/>
          <a:lstStyle/>
          <a:p>
            <a:r>
              <a:rPr lang="en-GB" dirty="0"/>
              <a:t>Click to edit Master title style</a:t>
            </a:r>
            <a:br>
              <a:rPr lang="en-GB" dirty="0"/>
            </a:br>
            <a:r>
              <a:rPr lang="en-GB" dirty="0"/>
              <a:t>Click to edit Master title style</a:t>
            </a:r>
            <a:br>
              <a:rPr lang="en-GB" dirty="0"/>
            </a:br>
            <a:r>
              <a:rPr lang="en-GB" dirty="0"/>
              <a:t>Click to edit Master title style</a:t>
            </a:r>
            <a:endParaRPr lang="en-US" dirty="0"/>
          </a:p>
        </p:txBody>
      </p:sp>
      <p:sp>
        <p:nvSpPr>
          <p:cNvPr id="20" name="Text Placeholder 16">
            <a:extLst>
              <a:ext uri="{FF2B5EF4-FFF2-40B4-BE49-F238E27FC236}">
                <a16:creationId xmlns:a16="http://schemas.microsoft.com/office/drawing/2014/main" id="{6609ECCD-7131-12A4-D474-44D926AF8CD1}"/>
              </a:ext>
            </a:extLst>
          </p:cNvPr>
          <p:cNvSpPr>
            <a:spLocks noGrp="1"/>
          </p:cNvSpPr>
          <p:nvPr>
            <p:ph type="body" sz="quarter" idx="20" hasCustomPrompt="1"/>
          </p:nvPr>
        </p:nvSpPr>
        <p:spPr>
          <a:xfrm>
            <a:off x="423525" y="1804520"/>
            <a:ext cx="5518627" cy="4415305"/>
          </a:xfrm>
          <a:prstGeom prst="rect">
            <a:avLst/>
          </a:prstGeom>
          <a:noFill/>
        </p:spPr>
        <p:txBody>
          <a:bodyPr lIns="0" tIns="0" rIns="0" bIns="0">
            <a:noAutofit/>
          </a:bodyPr>
          <a:lstStyle>
            <a:lvl1pPr marL="0" indent="0">
              <a:lnSpc>
                <a:spcPct val="120000"/>
              </a:lnSpc>
              <a:buFontTx/>
              <a:buNone/>
              <a:defRPr sz="1800" b="0">
                <a:solidFill>
                  <a:schemeClr val="tx1"/>
                </a:solidFill>
                <a:latin typeface="Century Gothic" panose="020B0502020202020204" pitchFamily="34" charset="0"/>
                <a:cs typeface="Arial" panose="020B0604020202020204" pitchFamily="34" charset="0"/>
              </a:defRPr>
            </a:lvl1pPr>
          </a:lstStyle>
          <a:p>
            <a:pPr lvl="0"/>
            <a:r>
              <a:rPr lang="en-US" dirty="0"/>
              <a:t>Text to go here</a:t>
            </a:r>
          </a:p>
        </p:txBody>
      </p:sp>
      <p:sp>
        <p:nvSpPr>
          <p:cNvPr id="4" name="Footer Placeholder 4">
            <a:extLst>
              <a:ext uri="{FF2B5EF4-FFF2-40B4-BE49-F238E27FC236}">
                <a16:creationId xmlns:a16="http://schemas.microsoft.com/office/drawing/2014/main" id="{39D31AB7-0BB4-749A-D33A-DFCFE64EA70E}"/>
              </a:ext>
            </a:extLst>
          </p:cNvPr>
          <p:cNvSpPr>
            <a:spLocks noGrp="1"/>
          </p:cNvSpPr>
          <p:nvPr>
            <p:ph type="ftr" sz="quarter" idx="11"/>
          </p:nvPr>
        </p:nvSpPr>
        <p:spPr>
          <a:xfrm>
            <a:off x="327990" y="6356350"/>
            <a:ext cx="5666410" cy="365125"/>
          </a:xfrm>
        </p:spPr>
        <p:txBody>
          <a:bodyPr/>
          <a:lstStyle/>
          <a:p>
            <a:endParaRPr lang="en-US" dirty="0"/>
          </a:p>
        </p:txBody>
      </p:sp>
    </p:spTree>
    <p:extLst>
      <p:ext uri="{BB962C8B-B14F-4D97-AF65-F5344CB8AC3E}">
        <p14:creationId xmlns:p14="http://schemas.microsoft.com/office/powerpoint/2010/main" val="10870407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LF_Kai" panose="03000509000000000000" pitchFamily="65" charset="-120"/>
              </a:defRPr>
            </a:lvl1pPr>
          </a:lstStyle>
          <a:p>
            <a:r>
              <a:rPr lang="en-US"/>
              <a:t>Click to edit Master title style</a:t>
            </a:r>
          </a:p>
        </p:txBody>
      </p:sp>
      <p:sp>
        <p:nvSpPr>
          <p:cNvPr id="3" name="Content1"/>
          <p:cNvSpPr>
            <a:spLocks noGrp="1"/>
          </p:cNvSpPr>
          <p:nvPr>
            <p:ph type="body" idx="10"/>
          </p:nvPr>
        </p:nvSpPr>
        <p:spPr>
          <a:xfrm>
            <a:off x="907419" y="1442771"/>
            <a:ext cx="10388388" cy="4344897"/>
          </a:xfrm>
        </p:spPr>
        <p:txBody>
          <a:bodyPr/>
          <a:lstStyle>
            <a:lvl1pPr>
              <a:defRPr sz="1088" b="0" i="0">
                <a:solidFill>
                  <a:schemeClr val="tx2"/>
                </a:solidFill>
                <a:latin typeface="Arial" panose="020B0604020202020204" pitchFamily="34" charset="0"/>
                <a:ea typeface="LF_Kai" panose="03000509000000000000" pitchFamily="65" charset="-120"/>
              </a:defRPr>
            </a:lvl1pPr>
            <a:lvl2pPr>
              <a:defRPr sz="1088" b="0" i="0">
                <a:solidFill>
                  <a:schemeClr val="tx2"/>
                </a:solidFill>
                <a:latin typeface="Arial" panose="020B0604020202020204" pitchFamily="34" charset="0"/>
                <a:ea typeface="LF_Kai" panose="03000509000000000000" pitchFamily="65" charset="-120"/>
              </a:defRPr>
            </a:lvl2pPr>
            <a:lvl3pPr>
              <a:defRPr sz="1088" b="0" i="0">
                <a:solidFill>
                  <a:schemeClr val="tx2"/>
                </a:solidFill>
                <a:latin typeface="Arial" panose="020B0604020202020204" pitchFamily="34" charset="0"/>
                <a:ea typeface="LF_Kai" panose="03000509000000000000" pitchFamily="65" charset="-120"/>
              </a:defRPr>
            </a:lvl3pPr>
            <a:lvl4pPr>
              <a:defRPr sz="1088" b="0" i="0">
                <a:solidFill>
                  <a:schemeClr val="tx2"/>
                </a:solidFill>
                <a:latin typeface="Arial" panose="020B0604020202020204" pitchFamily="34" charset="0"/>
                <a:ea typeface="LF_Kai" panose="03000509000000000000" pitchFamily="65" charset="-120"/>
              </a:defRPr>
            </a:lvl4pPr>
            <a:lvl5pPr>
              <a:defRPr sz="1088" b="0" i="0">
                <a:solidFill>
                  <a:schemeClr val="tx2"/>
                </a:solidFill>
                <a:latin typeface="Arial" panose="020B0604020202020204" pitchFamily="34" charset="0"/>
                <a:ea typeface="LF_Kai" panose="03000509000000000000" pitchFamily="65" charset="-1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ageSubtitle"/>
          <p:cNvSpPr>
            <a:spLocks noGrp="1"/>
          </p:cNvSpPr>
          <p:nvPr>
            <p:ph type="subTitle" sz="quarter" idx="11" hasCustomPrompt="1"/>
          </p:nvPr>
        </p:nvSpPr>
        <p:spPr>
          <a:xfrm>
            <a:off x="901806" y="893145"/>
            <a:ext cx="10388388" cy="249092"/>
          </a:xfrm>
          <a:prstGeom prst="rect">
            <a:avLst/>
          </a:prstGeom>
        </p:spPr>
        <p:txBody>
          <a:bodyPr vert="horz" wrap="square" lIns="0" tIns="0" rIns="0" bIns="0" anchor="t">
            <a:noAutofit/>
          </a:bodyPr>
          <a:lstStyle>
            <a:lvl1pPr marL="0" indent="0" algn="l">
              <a:lnSpc>
                <a:spcPct val="110000"/>
              </a:lnSpc>
              <a:spcBef>
                <a:spcPts val="907"/>
              </a:spcBef>
              <a:buFontTx/>
              <a:buNone/>
              <a:defRPr sz="1360" b="1" i="0">
                <a:solidFill>
                  <a:schemeClr val="accent1"/>
                </a:solidFill>
                <a:latin typeface="Arial" panose="020B0604020202020204" pitchFamily="34" charset="0"/>
                <a:ea typeface="LF_Kai" panose="03000509000000000000" pitchFamily="65" charset="-120"/>
              </a:defRPr>
            </a:lvl1pPr>
            <a:lvl2pPr marL="414589" indent="0" algn="ctr">
              <a:buNone/>
            </a:lvl2pPr>
            <a:lvl3pPr marL="829178" indent="0" algn="ctr">
              <a:buNone/>
            </a:lvl3pPr>
            <a:lvl4pPr marL="1243767" indent="0" algn="ctr">
              <a:buNone/>
            </a:lvl4pPr>
            <a:lvl5pPr marL="1658356" indent="0" algn="ctr">
              <a:buNone/>
            </a:lvl5pPr>
            <a:lvl6pPr marL="2072945" indent="0" algn="ctr">
              <a:buNone/>
            </a:lvl6pPr>
            <a:lvl7pPr marL="2487534" indent="0" algn="ctr">
              <a:buNone/>
            </a:lvl7pPr>
            <a:lvl8pPr marL="2902123" indent="0" algn="ctr">
              <a:buNone/>
            </a:lvl8pPr>
            <a:lvl9pPr marL="3316712" indent="0" algn="ctr">
              <a:buNone/>
            </a:lvl9pPr>
          </a:lstStyle>
          <a:p>
            <a:r>
              <a:rPr lang="en-US" dirty="0"/>
              <a:t>Click to edit Page Subtitle</a:t>
            </a:r>
          </a:p>
        </p:txBody>
      </p:sp>
    </p:spTree>
    <p:extLst>
      <p:ext uri="{BB962C8B-B14F-4D97-AF65-F5344CB8AC3E}">
        <p14:creationId xmlns:p14="http://schemas.microsoft.com/office/powerpoint/2010/main" val="171894279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theme" Target="../theme/theme2.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C6F7C2-90C0-B97A-9CE2-18A77FA526D9}"/>
              </a:ext>
            </a:extLst>
          </p:cNvPr>
          <p:cNvSpPr>
            <a:spLocks noGrp="1"/>
          </p:cNvSpPr>
          <p:nvPr>
            <p:ph type="title"/>
          </p:nvPr>
        </p:nvSpPr>
        <p:spPr>
          <a:xfrm>
            <a:off x="327991" y="323882"/>
            <a:ext cx="11536018" cy="1222512"/>
          </a:xfrm>
          <a:prstGeom prst="rect">
            <a:avLst/>
          </a:prstGeom>
        </p:spPr>
        <p:txBody>
          <a:bodyPr vert="horz" lIns="91440" tIns="45720" rIns="91440" bIns="45720" rtlCol="0" anchor="t">
            <a:noAutofit/>
          </a:bodyPr>
          <a:lstStyle/>
          <a:p>
            <a:r>
              <a:rPr lang="en-GB" dirty="0"/>
              <a:t>Click to edit Master title style</a:t>
            </a:r>
            <a:br>
              <a:rPr lang="en-GB" dirty="0"/>
            </a:br>
            <a:r>
              <a:rPr lang="en-GB" dirty="0"/>
              <a:t>Click to edit Master title style</a:t>
            </a:r>
            <a:endParaRPr lang="en-US" dirty="0"/>
          </a:p>
        </p:txBody>
      </p:sp>
      <p:sp>
        <p:nvSpPr>
          <p:cNvPr id="6" name="Slide Number Placeholder 5">
            <a:extLst>
              <a:ext uri="{FF2B5EF4-FFF2-40B4-BE49-F238E27FC236}">
                <a16:creationId xmlns:a16="http://schemas.microsoft.com/office/drawing/2014/main" id="{B767BE16-FC2D-9E56-C5DD-A879AF28943A}"/>
              </a:ext>
            </a:extLst>
          </p:cNvPr>
          <p:cNvSpPr>
            <a:spLocks noGrp="1"/>
          </p:cNvSpPr>
          <p:nvPr>
            <p:ph type="sldNum" sz="quarter" idx="4"/>
          </p:nvPr>
        </p:nvSpPr>
        <p:spPr>
          <a:xfrm>
            <a:off x="4923948" y="6356350"/>
            <a:ext cx="2347416" cy="365125"/>
          </a:xfrm>
          <a:prstGeom prst="rect">
            <a:avLst/>
          </a:prstGeom>
        </p:spPr>
        <p:txBody>
          <a:bodyPr vert="horz" lIns="91440" tIns="45720" rIns="91440" bIns="45720" rtlCol="0" anchor="ctr"/>
          <a:lstStyle>
            <a:lvl1pPr algn="ctr">
              <a:defRPr sz="800" b="1">
                <a:solidFill>
                  <a:schemeClr val="tx2"/>
                </a:solidFill>
                <a:latin typeface="Century Gothic" panose="020B0502020202020204" pitchFamily="34" charset="0"/>
              </a:defRPr>
            </a:lvl1pPr>
          </a:lstStyle>
          <a:p>
            <a:fld id="{EED4F224-E88B-A44E-95C1-82CB97C9A2DF}" type="slidenum">
              <a:rPr lang="en-US" smtClean="0"/>
              <a:pPr/>
              <a:t>‹#›</a:t>
            </a:fld>
            <a:endParaRPr lang="en-US" dirty="0"/>
          </a:p>
        </p:txBody>
      </p:sp>
      <p:pic>
        <p:nvPicPr>
          <p:cNvPr id="8" name="Picture 7" descr="A green and white striped flag&#10;&#10;Description automatically generated with low confidence">
            <a:extLst>
              <a:ext uri="{FF2B5EF4-FFF2-40B4-BE49-F238E27FC236}">
                <a16:creationId xmlns:a16="http://schemas.microsoft.com/office/drawing/2014/main" id="{F8E77FEE-DF31-2580-D72A-D8518759705D}"/>
              </a:ext>
            </a:extLst>
          </p:cNvPr>
          <p:cNvPicPr>
            <a:picLocks noChangeAspect="1"/>
          </p:cNvPicPr>
          <p:nvPr userDrawn="1"/>
        </p:nvPicPr>
        <p:blipFill>
          <a:blip r:embed="rId43"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5" name="Footer Placeholder 4">
            <a:extLst>
              <a:ext uri="{FF2B5EF4-FFF2-40B4-BE49-F238E27FC236}">
                <a16:creationId xmlns:a16="http://schemas.microsoft.com/office/drawing/2014/main" id="{83D9F0D0-AE5F-5AA4-5C9F-EA164781F861}"/>
              </a:ext>
            </a:extLst>
          </p:cNvPr>
          <p:cNvSpPr>
            <a:spLocks noGrp="1"/>
          </p:cNvSpPr>
          <p:nvPr>
            <p:ph type="ftr" sz="quarter" idx="3"/>
          </p:nvPr>
        </p:nvSpPr>
        <p:spPr>
          <a:xfrm>
            <a:off x="327990" y="6356350"/>
            <a:ext cx="5666410" cy="365125"/>
          </a:xfrm>
          <a:prstGeom prst="rect">
            <a:avLst/>
          </a:prstGeom>
        </p:spPr>
        <p:txBody>
          <a:bodyPr vert="horz" lIns="91440" tIns="45720" rIns="91440" bIns="45720" rtlCol="0" anchor="ctr"/>
          <a:lstStyle>
            <a:lvl1pPr algn="l">
              <a:defRPr sz="800">
                <a:solidFill>
                  <a:schemeClr val="tx2"/>
                </a:solidFill>
                <a:latin typeface="Century Gothic" panose="020B0502020202020204" pitchFamily="34" charset="0"/>
              </a:defRPr>
            </a:lvl1pPr>
          </a:lstStyle>
          <a:p>
            <a:endParaRPr lang="en-US" dirty="0"/>
          </a:p>
        </p:txBody>
      </p:sp>
    </p:spTree>
    <p:extLst>
      <p:ext uri="{BB962C8B-B14F-4D97-AF65-F5344CB8AC3E}">
        <p14:creationId xmlns:p14="http://schemas.microsoft.com/office/powerpoint/2010/main" val="38700794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Lst>
  <p:hf hdr="0" ftr="0" dt="0"/>
  <p:txStyles>
    <p:titleStyle>
      <a:lvl1pPr algn="l" defTabSz="914400" rtl="0" eaLnBrk="1" latinLnBrk="0" hangingPunct="1">
        <a:lnSpc>
          <a:spcPct val="90000"/>
        </a:lnSpc>
        <a:spcBef>
          <a:spcPct val="0"/>
        </a:spcBef>
        <a:buNone/>
        <a:defRPr sz="3000" b="1" kern="1200">
          <a:solidFill>
            <a:srgbClr val="143200"/>
          </a:solidFill>
          <a:latin typeface="Franklin Gothic Medium" panose="020B0603020102020204" pitchFamily="34" charset="0"/>
          <a:ea typeface="+mj-ea"/>
          <a:cs typeface="+mj-cs"/>
        </a:defRPr>
      </a:lvl1pPr>
    </p:titleStyle>
    <p:bodyStyle>
      <a:lvl1pPr marL="0" indent="0" algn="l" defTabSz="914400" rtl="0" eaLnBrk="1" latinLnBrk="0" hangingPunct="1">
        <a:lnSpc>
          <a:spcPct val="90000"/>
        </a:lnSpc>
        <a:spcBef>
          <a:spcPts val="1000"/>
        </a:spcBef>
        <a:buFontTx/>
        <a:buNone/>
        <a:defRPr sz="1600" b="1" kern="1200">
          <a:solidFill>
            <a:schemeClr val="tx2"/>
          </a:solidFill>
          <a:latin typeface="Century Gothic" panose="020B0502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1600" kern="1200">
          <a:solidFill>
            <a:schemeClr val="tx1"/>
          </a:solidFill>
          <a:latin typeface="Century Gothic" panose="020B0502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Century Gothic" panose="020B0502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527" userDrawn="1">
          <p15:clr>
            <a:srgbClr val="F26B43"/>
          </p15:clr>
        </p15:guide>
        <p15:guide id="4" pos="30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E1CD26-0391-5D87-E60A-845E7EFD94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2144E63-5FD9-D68A-C441-CB5F72B3A8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69BF07F-5B8C-BAFF-5F85-BA42ED065B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C62B71-F75D-455D-99E4-EE0B89F763F6}" type="datetimeFigureOut">
              <a:rPr lang="en-AU" smtClean="0"/>
              <a:t>1/08/2023</a:t>
            </a:fld>
            <a:endParaRPr lang="en-AU"/>
          </a:p>
        </p:txBody>
      </p:sp>
      <p:sp>
        <p:nvSpPr>
          <p:cNvPr id="5" name="Footer Placeholder 4">
            <a:extLst>
              <a:ext uri="{FF2B5EF4-FFF2-40B4-BE49-F238E27FC236}">
                <a16:creationId xmlns:a16="http://schemas.microsoft.com/office/drawing/2014/main" id="{067F7C36-F194-F6C3-097E-E5C5CE7940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6EC91068-66C6-FB9D-E217-B1408E553F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A08010-65BF-48BC-B381-0288029D2BCE}" type="slidenum">
              <a:rPr lang="en-AU" smtClean="0"/>
              <a:t>‹#›</a:t>
            </a:fld>
            <a:endParaRPr lang="en-AU"/>
          </a:p>
        </p:txBody>
      </p:sp>
    </p:spTree>
    <p:extLst>
      <p:ext uri="{BB962C8B-B14F-4D97-AF65-F5344CB8AC3E}">
        <p14:creationId xmlns:p14="http://schemas.microsoft.com/office/powerpoint/2010/main" val="3152148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02" r:id="rId12"/>
    <p:sldLayoutId id="2147483703" r:id="rId13"/>
    <p:sldLayoutId id="214748370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3.xml"/></Relationships>
</file>

<file path=ppt/slides/_rels/slide2.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image" Target="../media/image23.png"/><Relationship Id="rId1" Type="http://schemas.openxmlformats.org/officeDocument/2006/relationships/slideLayout" Target="../slideLayouts/slideLayout54.xml"/><Relationship Id="rId6" Type="http://schemas.openxmlformats.org/officeDocument/2006/relationships/image" Target="../media/image27.png"/><Relationship Id="rId11" Type="http://schemas.openxmlformats.org/officeDocument/2006/relationships/image" Target="../media/image32.jp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43.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jpg"/><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4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42.jp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41.jpg"/><Relationship Id="rId2" Type="http://schemas.openxmlformats.org/officeDocument/2006/relationships/tags" Target="../tags/tag2.xml"/><Relationship Id="rId16" Type="http://schemas.openxmlformats.org/officeDocument/2006/relationships/slideLayout" Target="../slideLayouts/slideLayout55.xml"/><Relationship Id="rId20" Type="http://schemas.openxmlformats.org/officeDocument/2006/relationships/image" Target="../media/image44.jp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43.jp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7.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41.jp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slideLayout" Target="../slideLayouts/slideLayout55.xml"/><Relationship Id="rId2" Type="http://schemas.openxmlformats.org/officeDocument/2006/relationships/tags" Target="../tags/tag17.xml"/><Relationship Id="rId16" Type="http://schemas.openxmlformats.org/officeDocument/2006/relationships/image" Target="../media/image44.jpg"/><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image" Target="../media/image43.jpg"/><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image" Target="../media/image42.jpg"/></Relationships>
</file>

<file path=ppt/slides/_rels/slide8.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notesSlide" Target="../notesSlides/notesSlide1.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slideLayout" Target="../slideLayouts/slideLayout48.xml"/><Relationship Id="rId5" Type="http://schemas.openxmlformats.org/officeDocument/2006/relationships/tags" Target="../tags/tag31.xml"/><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s>
</file>

<file path=ppt/slides/_rels/slide9.xml.rels><?xml version="1.0" encoding="UTF-8" standalone="yes"?>
<Relationships xmlns="http://schemas.openxmlformats.org/package/2006/relationships"><Relationship Id="rId8" Type="http://schemas.openxmlformats.org/officeDocument/2006/relationships/tags" Target="../tags/tag44.xml"/><Relationship Id="rId3" Type="http://schemas.openxmlformats.org/officeDocument/2006/relationships/tags" Target="../tags/tag39.xml"/><Relationship Id="rId7" Type="http://schemas.openxmlformats.org/officeDocument/2006/relationships/tags" Target="../tags/tag43.xml"/><Relationship Id="rId12" Type="http://schemas.openxmlformats.org/officeDocument/2006/relationships/notesSlide" Target="../notesSlides/notesSlide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slideLayout" Target="../slideLayouts/slideLayout48.xml"/><Relationship Id="rId5" Type="http://schemas.openxmlformats.org/officeDocument/2006/relationships/tags" Target="../tags/tag41.xml"/><Relationship Id="rId10" Type="http://schemas.openxmlformats.org/officeDocument/2006/relationships/tags" Target="../tags/tag46.xml"/><Relationship Id="rId4" Type="http://schemas.openxmlformats.org/officeDocument/2006/relationships/tags" Target="../tags/tag40.xml"/><Relationship Id="rId9" Type="http://schemas.openxmlformats.org/officeDocument/2006/relationships/tags" Target="../tags/tag45.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slideLayout" Target="../slideLayouts/slideLayout43.xml"/><Relationship Id="rId7" Type="http://schemas.openxmlformats.org/officeDocument/2006/relationships/image" Target="../media/image47.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46.png"/><Relationship Id="rId5" Type="http://schemas.microsoft.com/office/2007/relationships/hdphoto" Target="../media/hdphoto1.wdp"/><Relationship Id="rId10" Type="http://schemas.openxmlformats.org/officeDocument/2006/relationships/image" Target="../media/image5.png"/><Relationship Id="rId4" Type="http://schemas.openxmlformats.org/officeDocument/2006/relationships/image" Target="../media/image45.png"/><Relationship Id="rId9"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3.xml"/><Relationship Id="rId5" Type="http://schemas.openxmlformats.org/officeDocument/2006/relationships/image" Target="../media/image49.png"/><Relationship Id="rId4"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slideLayout" Target="../slideLayouts/slideLayout48.xml"/><Relationship Id="rId1" Type="http://schemas.openxmlformats.org/officeDocument/2006/relationships/video" Target="https://player.vimeo.com/video/321155515?h=a27eb194c7&amp;app_id=122963"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econnect.teamglobalexp.com/documents/37444/830003/Customer+Integration+OnBoarding+v+3.1.2209.docx/a73b50de-bc98-6fef-c535-f0f2425d2879?t=1667895834564" TargetMode="Externa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52.svg"/><Relationship Id="rId7" Type="http://schemas.openxmlformats.org/officeDocument/2006/relationships/image" Target="../media/image56.svg"/><Relationship Id="rId12" Type="http://schemas.openxmlformats.org/officeDocument/2006/relationships/image" Target="../media/image61.svg"/><Relationship Id="rId2" Type="http://schemas.openxmlformats.org/officeDocument/2006/relationships/image" Target="../media/image51.png"/><Relationship Id="rId1" Type="http://schemas.openxmlformats.org/officeDocument/2006/relationships/slideLayout" Target="../slideLayouts/slideLayout48.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svg"/><Relationship Id="rId10" Type="http://schemas.openxmlformats.org/officeDocument/2006/relationships/image" Target="../media/image59.sv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svg"/></Relationships>
</file>

<file path=ppt/slides/_rels/slide16.xml.rels><?xml version="1.0" encoding="UTF-8" standalone="yes"?>
<Relationships xmlns="http://schemas.openxmlformats.org/package/2006/relationships"><Relationship Id="rId3" Type="http://schemas.openxmlformats.org/officeDocument/2006/relationships/hyperlink" Target="https://www.safeworkaustralia.gov.au/statistics-and-research/lost-time-injury-frequency-rates-ltifr" TargetMode="External"/><Relationship Id="rId2" Type="http://schemas.openxmlformats.org/officeDocument/2006/relationships/image" Target="../media/image64.png"/><Relationship Id="rId1" Type="http://schemas.openxmlformats.org/officeDocument/2006/relationships/slideLayout" Target="../slideLayouts/slideLayout43.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svg"/><Relationship Id="rId18" Type="http://schemas.openxmlformats.org/officeDocument/2006/relationships/image" Target="../media/image81.png"/><Relationship Id="rId26" Type="http://schemas.openxmlformats.org/officeDocument/2006/relationships/image" Target="../media/image89.png"/><Relationship Id="rId3" Type="http://schemas.openxmlformats.org/officeDocument/2006/relationships/image" Target="../media/image66.svg"/><Relationship Id="rId21" Type="http://schemas.openxmlformats.org/officeDocument/2006/relationships/image" Target="../media/image84.svg"/><Relationship Id="rId7" Type="http://schemas.openxmlformats.org/officeDocument/2006/relationships/image" Target="../media/image70.svg"/><Relationship Id="rId12" Type="http://schemas.openxmlformats.org/officeDocument/2006/relationships/image" Target="../media/image75.png"/><Relationship Id="rId17" Type="http://schemas.openxmlformats.org/officeDocument/2006/relationships/image" Target="../media/image80.svg"/><Relationship Id="rId25" Type="http://schemas.openxmlformats.org/officeDocument/2006/relationships/image" Target="../media/image88.svg"/><Relationship Id="rId2" Type="http://schemas.openxmlformats.org/officeDocument/2006/relationships/image" Target="../media/image65.png"/><Relationship Id="rId16" Type="http://schemas.openxmlformats.org/officeDocument/2006/relationships/image" Target="../media/image79.png"/><Relationship Id="rId20" Type="http://schemas.openxmlformats.org/officeDocument/2006/relationships/image" Target="../media/image83.png"/><Relationship Id="rId1" Type="http://schemas.openxmlformats.org/officeDocument/2006/relationships/slideLayout" Target="../slideLayouts/slideLayout43.xml"/><Relationship Id="rId6" Type="http://schemas.openxmlformats.org/officeDocument/2006/relationships/image" Target="../media/image69.png"/><Relationship Id="rId11" Type="http://schemas.openxmlformats.org/officeDocument/2006/relationships/image" Target="../media/image74.svg"/><Relationship Id="rId24" Type="http://schemas.openxmlformats.org/officeDocument/2006/relationships/image" Target="../media/image87.png"/><Relationship Id="rId5" Type="http://schemas.openxmlformats.org/officeDocument/2006/relationships/image" Target="../media/image68.svg"/><Relationship Id="rId15" Type="http://schemas.openxmlformats.org/officeDocument/2006/relationships/image" Target="../media/image78.svg"/><Relationship Id="rId23" Type="http://schemas.openxmlformats.org/officeDocument/2006/relationships/image" Target="../media/image86.svg"/><Relationship Id="rId28" Type="http://schemas.openxmlformats.org/officeDocument/2006/relationships/image" Target="../media/image1.png"/><Relationship Id="rId10" Type="http://schemas.openxmlformats.org/officeDocument/2006/relationships/image" Target="../media/image73.png"/><Relationship Id="rId19" Type="http://schemas.openxmlformats.org/officeDocument/2006/relationships/image" Target="../media/image82.svg"/><Relationship Id="rId4" Type="http://schemas.openxmlformats.org/officeDocument/2006/relationships/image" Target="../media/image67.png"/><Relationship Id="rId9" Type="http://schemas.openxmlformats.org/officeDocument/2006/relationships/image" Target="../media/image72.svg"/><Relationship Id="rId14" Type="http://schemas.openxmlformats.org/officeDocument/2006/relationships/image" Target="../media/image77.png"/><Relationship Id="rId22" Type="http://schemas.openxmlformats.org/officeDocument/2006/relationships/image" Target="../media/image85.png"/><Relationship Id="rId27" Type="http://schemas.openxmlformats.org/officeDocument/2006/relationships/image" Target="../media/image90.svg"/></Relationships>
</file>

<file path=ppt/slides/_rels/slide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2.svg"/><Relationship Id="rId7" Type="http://schemas.openxmlformats.org/officeDocument/2006/relationships/image" Target="../media/image96.svg"/><Relationship Id="rId2" Type="http://schemas.openxmlformats.org/officeDocument/2006/relationships/image" Target="../media/image91.png"/><Relationship Id="rId1" Type="http://schemas.openxmlformats.org/officeDocument/2006/relationships/slideLayout" Target="../slideLayouts/slideLayout43.xml"/><Relationship Id="rId6" Type="http://schemas.openxmlformats.org/officeDocument/2006/relationships/image" Target="../media/image95.png"/><Relationship Id="rId5" Type="http://schemas.openxmlformats.org/officeDocument/2006/relationships/image" Target="../media/image94.svg"/><Relationship Id="rId4" Type="http://schemas.openxmlformats.org/officeDocument/2006/relationships/image" Target="../media/image93.png"/></Relationships>
</file>

<file path=ppt/slides/_rels/slide19.xml.rels><?xml version="1.0" encoding="UTF-8" standalone="yes"?>
<Relationships xmlns="http://schemas.openxmlformats.org/package/2006/relationships"><Relationship Id="rId3" Type="http://schemas.openxmlformats.org/officeDocument/2006/relationships/image" Target="../media/image98.svg"/><Relationship Id="rId7" Type="http://schemas.openxmlformats.org/officeDocument/2006/relationships/image" Target="../media/image1.png"/><Relationship Id="rId2" Type="http://schemas.openxmlformats.org/officeDocument/2006/relationships/image" Target="../media/image97.png"/><Relationship Id="rId1" Type="http://schemas.openxmlformats.org/officeDocument/2006/relationships/slideLayout" Target="../slideLayouts/slideLayout43.xml"/><Relationship Id="rId6" Type="http://schemas.openxmlformats.org/officeDocument/2006/relationships/image" Target="../media/image101.png"/><Relationship Id="rId5" Type="http://schemas.openxmlformats.org/officeDocument/2006/relationships/image" Target="../media/image100.svg"/><Relationship Id="rId4" Type="http://schemas.openxmlformats.org/officeDocument/2006/relationships/image" Target="../media/image99.png"/></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709C602A-03B2-1604-17C1-767E25B4517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0288" r="20288"/>
          <a:stretch/>
        </p:blipFill>
        <p:spPr>
          <a:xfrm>
            <a:off x="6073338" y="0"/>
            <a:ext cx="6118662" cy="6858000"/>
          </a:xfrm>
        </p:spPr>
      </p:pic>
      <p:sp>
        <p:nvSpPr>
          <p:cNvPr id="5" name="Title 4">
            <a:extLst>
              <a:ext uri="{FF2B5EF4-FFF2-40B4-BE49-F238E27FC236}">
                <a16:creationId xmlns:a16="http://schemas.microsoft.com/office/drawing/2014/main" id="{55AD1FF6-C602-AA6E-6498-14EC7E485A9E}"/>
              </a:ext>
            </a:extLst>
          </p:cNvPr>
          <p:cNvSpPr>
            <a:spLocks noGrp="1"/>
          </p:cNvSpPr>
          <p:nvPr>
            <p:ph type="ctrTitle"/>
          </p:nvPr>
        </p:nvSpPr>
        <p:spPr/>
        <p:txBody>
          <a:bodyPr/>
          <a:lstStyle/>
          <a:p>
            <a:r>
              <a:rPr lang="en-US" sz="4800" b="1" dirty="0">
                <a:cs typeface="Calibri Light"/>
              </a:rPr>
              <a:t>[ Customer Name ]</a:t>
            </a:r>
            <a:br>
              <a:rPr lang="en-US" sz="4800" b="1" dirty="0">
                <a:cs typeface="Calibri Light"/>
              </a:rPr>
            </a:br>
            <a:r>
              <a:rPr lang="en-US" sz="4800" b="1" dirty="0">
                <a:cs typeface="Calibri Light"/>
              </a:rPr>
              <a:t>Proposal</a:t>
            </a:r>
            <a:endParaRPr lang="en-AU" sz="4800" dirty="0"/>
          </a:p>
        </p:txBody>
      </p:sp>
      <p:sp>
        <p:nvSpPr>
          <p:cNvPr id="6" name="Subtitle 5">
            <a:extLst>
              <a:ext uri="{FF2B5EF4-FFF2-40B4-BE49-F238E27FC236}">
                <a16:creationId xmlns:a16="http://schemas.microsoft.com/office/drawing/2014/main" id="{72FCE682-D5E7-DC68-D366-C236FCF0F234}"/>
              </a:ext>
            </a:extLst>
          </p:cNvPr>
          <p:cNvSpPr>
            <a:spLocks noGrp="1"/>
          </p:cNvSpPr>
          <p:nvPr>
            <p:ph type="subTitle" idx="1"/>
          </p:nvPr>
        </p:nvSpPr>
        <p:spPr/>
        <p:txBody>
          <a:bodyPr/>
          <a:lstStyle/>
          <a:p>
            <a:r>
              <a:rPr lang="en-AU" dirty="0"/>
              <a:t>[date]</a:t>
            </a:r>
          </a:p>
        </p:txBody>
      </p:sp>
    </p:spTree>
    <p:extLst>
      <p:ext uri="{BB962C8B-B14F-4D97-AF65-F5344CB8AC3E}">
        <p14:creationId xmlns:p14="http://schemas.microsoft.com/office/powerpoint/2010/main" val="3201011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74F60E5-5A4A-7655-88F2-5F6EBCA453BC}"/>
              </a:ext>
            </a:extLst>
          </p:cNvPr>
          <p:cNvSpPr/>
          <p:nvPr/>
        </p:nvSpPr>
        <p:spPr>
          <a:xfrm>
            <a:off x="-22750" y="-20690"/>
            <a:ext cx="5179175" cy="68786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60277726-61D9-B863-CA90-3009235E0146}"/>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2</a:t>
            </a:fld>
            <a:endParaRPr lang="en-US" sz="900" dirty="0">
              <a:solidFill>
                <a:schemeClr val="tx2"/>
              </a:solidFill>
            </a:endParaRPr>
          </a:p>
        </p:txBody>
      </p:sp>
      <p:sp>
        <p:nvSpPr>
          <p:cNvPr id="23" name="Title 22">
            <a:extLst>
              <a:ext uri="{FF2B5EF4-FFF2-40B4-BE49-F238E27FC236}">
                <a16:creationId xmlns:a16="http://schemas.microsoft.com/office/drawing/2014/main" id="{707FD32F-EF9F-8B0A-E218-D92ADF811C9C}"/>
              </a:ext>
            </a:extLst>
          </p:cNvPr>
          <p:cNvSpPr>
            <a:spLocks noGrp="1"/>
          </p:cNvSpPr>
          <p:nvPr>
            <p:ph type="title"/>
          </p:nvPr>
        </p:nvSpPr>
        <p:spPr>
          <a:xfrm>
            <a:off x="423525" y="405071"/>
            <a:ext cx="5768009" cy="538686"/>
          </a:xfrm>
        </p:spPr>
        <p:txBody>
          <a:bodyPr>
            <a:normAutofit fontScale="90000"/>
          </a:bodyPr>
          <a:lstStyle/>
          <a:p>
            <a:r>
              <a:rPr lang="en-AU" dirty="0"/>
              <a:t>Allegro Funds</a:t>
            </a:r>
          </a:p>
        </p:txBody>
      </p:sp>
      <p:sp>
        <p:nvSpPr>
          <p:cNvPr id="24" name="Text Placeholder 23">
            <a:extLst>
              <a:ext uri="{FF2B5EF4-FFF2-40B4-BE49-F238E27FC236}">
                <a16:creationId xmlns:a16="http://schemas.microsoft.com/office/drawing/2014/main" id="{914A61DF-C2CF-00E1-639A-2F53CD066D75}"/>
              </a:ext>
            </a:extLst>
          </p:cNvPr>
          <p:cNvSpPr>
            <a:spLocks noGrp="1"/>
          </p:cNvSpPr>
          <p:nvPr>
            <p:ph type="body" sz="quarter" idx="20"/>
          </p:nvPr>
        </p:nvSpPr>
        <p:spPr>
          <a:xfrm>
            <a:off x="496383" y="1305987"/>
            <a:ext cx="4078564" cy="3647013"/>
          </a:xfrm>
        </p:spPr>
        <p:txBody>
          <a:bodyPr/>
          <a:lstStyle/>
          <a:p>
            <a:r>
              <a:rPr lang="en-AU" sz="1400" dirty="0">
                <a:ea typeface="+mn-lt"/>
              </a:rPr>
              <a:t>Australia’s most awarded and largest transformation and turnaround private equity firm</a:t>
            </a:r>
            <a:r>
              <a:rPr lang="en-AU" sz="1400" dirty="0">
                <a:solidFill>
                  <a:schemeClr val="bg2">
                    <a:lumMod val="25000"/>
                  </a:schemeClr>
                </a:solidFill>
                <a:ea typeface="+mn-lt"/>
              </a:rPr>
              <a:t>. </a:t>
            </a:r>
          </a:p>
          <a:p>
            <a:pPr marL="171450" indent="-171450">
              <a:buFont typeface="Arial"/>
              <a:buChar char="•"/>
            </a:pPr>
            <a:r>
              <a:rPr lang="en-AU" sz="1400" dirty="0"/>
              <a:t>Allegro provides Transformational Cap</a:t>
            </a:r>
            <a:r>
              <a:rPr lang="en-AU" sz="1400" dirty="0">
                <a:ea typeface="+mn-lt"/>
              </a:rPr>
              <a:t>ital, </a:t>
            </a:r>
            <a:r>
              <a:rPr lang="en-AU" sz="1400" dirty="0"/>
              <a:t>applying capital, expertise and a distinctly hands-on approach, to invest in businesses and reposition them for sustained long term growth.</a:t>
            </a:r>
            <a:endParaRPr lang="en-AU" sz="1400" dirty="0">
              <a:ea typeface="+mn-lt"/>
            </a:endParaRPr>
          </a:p>
          <a:p>
            <a:pPr marL="171450" indent="-171450">
              <a:buFont typeface="Arial"/>
              <a:buChar char="•"/>
            </a:pPr>
            <a:r>
              <a:rPr lang="en-AU" sz="1400" dirty="0"/>
              <a:t>Allegro has a strong track record of partnering with management teams and key stakeholders to build better businesses and create enduring value.</a:t>
            </a:r>
            <a:endParaRPr lang="en-US" sz="1400" dirty="0"/>
          </a:p>
          <a:p>
            <a:endParaRPr lang="en-US" sz="1400" dirty="0">
              <a:solidFill>
                <a:schemeClr val="bg2">
                  <a:lumMod val="25000"/>
                </a:schemeClr>
              </a:solidFill>
            </a:endParaRPr>
          </a:p>
        </p:txBody>
      </p:sp>
      <p:pic>
        <p:nvPicPr>
          <p:cNvPr id="9" name="Picture 2" descr="A picture containing logo&#10;&#10;Description automatically generated">
            <a:extLst>
              <a:ext uri="{FF2B5EF4-FFF2-40B4-BE49-F238E27FC236}">
                <a16:creationId xmlns:a16="http://schemas.microsoft.com/office/drawing/2014/main" id="{D6764688-B7A6-F8D9-00E8-75A0090D30F3}"/>
              </a:ext>
            </a:extLst>
          </p:cNvPr>
          <p:cNvPicPr>
            <a:picLocks noChangeAspect="1"/>
          </p:cNvPicPr>
          <p:nvPr/>
        </p:nvPicPr>
        <p:blipFill>
          <a:blip r:embed="rId2"/>
          <a:stretch>
            <a:fillRect/>
          </a:stretch>
        </p:blipFill>
        <p:spPr>
          <a:xfrm>
            <a:off x="8187871" y="1054779"/>
            <a:ext cx="1603829" cy="956583"/>
          </a:xfrm>
          <a:prstGeom prst="rect">
            <a:avLst/>
          </a:prstGeom>
        </p:spPr>
      </p:pic>
      <p:pic>
        <p:nvPicPr>
          <p:cNvPr id="10" name="Picture 3" descr="A picture containing text&#10;&#10;Description automatically generated">
            <a:extLst>
              <a:ext uri="{FF2B5EF4-FFF2-40B4-BE49-F238E27FC236}">
                <a16:creationId xmlns:a16="http://schemas.microsoft.com/office/drawing/2014/main" id="{63DBB0C7-D016-B630-2005-FAE3D8B979EF}"/>
              </a:ext>
            </a:extLst>
          </p:cNvPr>
          <p:cNvPicPr>
            <a:picLocks noChangeAspect="1"/>
          </p:cNvPicPr>
          <p:nvPr/>
        </p:nvPicPr>
        <p:blipFill>
          <a:blip r:embed="rId3"/>
          <a:stretch>
            <a:fillRect/>
          </a:stretch>
        </p:blipFill>
        <p:spPr>
          <a:xfrm>
            <a:off x="10235519" y="1210808"/>
            <a:ext cx="1536247" cy="599168"/>
          </a:xfrm>
          <a:prstGeom prst="rect">
            <a:avLst/>
          </a:prstGeom>
        </p:spPr>
      </p:pic>
      <p:pic>
        <p:nvPicPr>
          <p:cNvPr id="12" name="Picture 9" descr="Logo&#10;&#10;Description automatically generated">
            <a:extLst>
              <a:ext uri="{FF2B5EF4-FFF2-40B4-BE49-F238E27FC236}">
                <a16:creationId xmlns:a16="http://schemas.microsoft.com/office/drawing/2014/main" id="{D2DF9373-2990-A3EA-5FE1-14CD587F6F94}"/>
              </a:ext>
            </a:extLst>
          </p:cNvPr>
          <p:cNvPicPr>
            <a:picLocks noChangeAspect="1"/>
          </p:cNvPicPr>
          <p:nvPr/>
        </p:nvPicPr>
        <p:blipFill>
          <a:blip r:embed="rId4"/>
          <a:stretch>
            <a:fillRect/>
          </a:stretch>
        </p:blipFill>
        <p:spPr>
          <a:xfrm>
            <a:off x="5600245" y="2573563"/>
            <a:ext cx="1281795" cy="1184730"/>
          </a:xfrm>
          <a:prstGeom prst="rect">
            <a:avLst/>
          </a:prstGeom>
        </p:spPr>
      </p:pic>
      <p:pic>
        <p:nvPicPr>
          <p:cNvPr id="13" name="Picture 11" descr="Logo, company name&#10;&#10;Description automatically generated">
            <a:extLst>
              <a:ext uri="{FF2B5EF4-FFF2-40B4-BE49-F238E27FC236}">
                <a16:creationId xmlns:a16="http://schemas.microsoft.com/office/drawing/2014/main" id="{3BEF8436-FAD4-D7FE-61A6-DA2D0E0B71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28970" y="2546342"/>
            <a:ext cx="2153558" cy="1257315"/>
          </a:xfrm>
          <a:prstGeom prst="rect">
            <a:avLst/>
          </a:prstGeom>
        </p:spPr>
      </p:pic>
      <p:pic>
        <p:nvPicPr>
          <p:cNvPr id="14" name="Picture 12" descr="A picture containing text, sign&#10;&#10;Description automatically generated">
            <a:extLst>
              <a:ext uri="{FF2B5EF4-FFF2-40B4-BE49-F238E27FC236}">
                <a16:creationId xmlns:a16="http://schemas.microsoft.com/office/drawing/2014/main" id="{DFD6EA52-6795-885F-6A88-72E9181EE8E5}"/>
              </a:ext>
            </a:extLst>
          </p:cNvPr>
          <p:cNvPicPr>
            <a:picLocks noChangeAspect="1"/>
          </p:cNvPicPr>
          <p:nvPr/>
        </p:nvPicPr>
        <p:blipFill>
          <a:blip r:embed="rId6"/>
          <a:stretch>
            <a:fillRect/>
          </a:stretch>
        </p:blipFill>
        <p:spPr>
          <a:xfrm>
            <a:off x="8897030" y="2635702"/>
            <a:ext cx="1110797" cy="1033236"/>
          </a:xfrm>
          <a:prstGeom prst="rect">
            <a:avLst/>
          </a:prstGeom>
        </p:spPr>
      </p:pic>
      <p:pic>
        <p:nvPicPr>
          <p:cNvPr id="15" name="Picture 13" descr="Icon&#10;&#10;Description automatically generated">
            <a:extLst>
              <a:ext uri="{FF2B5EF4-FFF2-40B4-BE49-F238E27FC236}">
                <a16:creationId xmlns:a16="http://schemas.microsoft.com/office/drawing/2014/main" id="{EAFFF998-57C6-A8B8-9CA4-2359FD17FD42}"/>
              </a:ext>
            </a:extLst>
          </p:cNvPr>
          <p:cNvPicPr>
            <a:picLocks noChangeAspect="1"/>
          </p:cNvPicPr>
          <p:nvPr/>
        </p:nvPicPr>
        <p:blipFill>
          <a:blip r:embed="rId7"/>
          <a:stretch>
            <a:fillRect/>
          </a:stretch>
        </p:blipFill>
        <p:spPr>
          <a:xfrm>
            <a:off x="10421030" y="2729364"/>
            <a:ext cx="1110797" cy="782411"/>
          </a:xfrm>
          <a:prstGeom prst="rect">
            <a:avLst/>
          </a:prstGeom>
        </p:spPr>
      </p:pic>
      <p:pic>
        <p:nvPicPr>
          <p:cNvPr id="16" name="Picture 15">
            <a:extLst>
              <a:ext uri="{FF2B5EF4-FFF2-40B4-BE49-F238E27FC236}">
                <a16:creationId xmlns:a16="http://schemas.microsoft.com/office/drawing/2014/main" id="{A5B5268E-4F7E-EBC3-AC70-C3EEC18276CE}"/>
              </a:ext>
            </a:extLst>
          </p:cNvPr>
          <p:cNvPicPr>
            <a:picLocks noChangeAspect="1"/>
          </p:cNvPicPr>
          <p:nvPr/>
        </p:nvPicPr>
        <p:blipFill>
          <a:blip r:embed="rId8"/>
          <a:stretch>
            <a:fillRect/>
          </a:stretch>
        </p:blipFill>
        <p:spPr>
          <a:xfrm>
            <a:off x="8135031" y="4363130"/>
            <a:ext cx="1419225" cy="1343025"/>
          </a:xfrm>
          <a:prstGeom prst="rect">
            <a:avLst/>
          </a:prstGeom>
        </p:spPr>
      </p:pic>
      <p:pic>
        <p:nvPicPr>
          <p:cNvPr id="17" name="Picture 16" descr="Graphical user interface, application&#10;&#10;Description automatically generated">
            <a:extLst>
              <a:ext uri="{FF2B5EF4-FFF2-40B4-BE49-F238E27FC236}">
                <a16:creationId xmlns:a16="http://schemas.microsoft.com/office/drawing/2014/main" id="{D0C161A5-ABBF-01B1-9910-186637D1BE41}"/>
              </a:ext>
            </a:extLst>
          </p:cNvPr>
          <p:cNvPicPr>
            <a:picLocks noChangeAspect="1"/>
          </p:cNvPicPr>
          <p:nvPr/>
        </p:nvPicPr>
        <p:blipFill>
          <a:blip r:embed="rId9"/>
          <a:stretch>
            <a:fillRect/>
          </a:stretch>
        </p:blipFill>
        <p:spPr>
          <a:xfrm>
            <a:off x="10179731" y="4417331"/>
            <a:ext cx="1647826" cy="1316265"/>
          </a:xfrm>
          <a:prstGeom prst="rect">
            <a:avLst/>
          </a:prstGeom>
        </p:spPr>
      </p:pic>
      <p:pic>
        <p:nvPicPr>
          <p:cNvPr id="19" name="Picture 2" descr="Image result for camp australia logo">
            <a:extLst>
              <a:ext uri="{FF2B5EF4-FFF2-40B4-BE49-F238E27FC236}">
                <a16:creationId xmlns:a16="http://schemas.microsoft.com/office/drawing/2014/main" id="{76C5CC02-F6E7-2C98-1A33-301F58AB3AA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5205" y="4470287"/>
            <a:ext cx="1657805" cy="82890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lack and white sign&#10;&#10;Description automatically generated with low confidence">
            <a:extLst>
              <a:ext uri="{FF2B5EF4-FFF2-40B4-BE49-F238E27FC236}">
                <a16:creationId xmlns:a16="http://schemas.microsoft.com/office/drawing/2014/main" id="{C2726ABE-400C-5E03-6357-FC8DE70ABBB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555795" y="1231846"/>
            <a:ext cx="1782765" cy="480981"/>
          </a:xfrm>
          <a:prstGeom prst="rect">
            <a:avLst/>
          </a:prstGeom>
        </p:spPr>
      </p:pic>
    </p:spTree>
    <p:extLst>
      <p:ext uri="{BB962C8B-B14F-4D97-AF65-F5344CB8AC3E}">
        <p14:creationId xmlns:p14="http://schemas.microsoft.com/office/powerpoint/2010/main" val="3216783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10F83EE-B7AB-5843-F3D8-B176E48C451D}"/>
              </a:ext>
            </a:extLst>
          </p:cNvPr>
          <p:cNvSpPr/>
          <p:nvPr/>
        </p:nvSpPr>
        <p:spPr>
          <a:xfrm>
            <a:off x="1433066" y="2164443"/>
            <a:ext cx="9758686" cy="383109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CEFAC229-98B0-4562-AC12-5DCA30FC30D2}"/>
              </a:ext>
            </a:extLst>
          </p:cNvPr>
          <p:cNvSpPr/>
          <p:nvPr/>
        </p:nvSpPr>
        <p:spPr>
          <a:xfrm>
            <a:off x="957942" y="2164443"/>
            <a:ext cx="489858" cy="38372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0B4865F-8734-427C-9FC0-94608F5DDA7E}"/>
              </a:ext>
            </a:extLst>
          </p:cNvPr>
          <p:cNvSpPr>
            <a:spLocks noGrp="1"/>
          </p:cNvSpPr>
          <p:nvPr>
            <p:ph idx="1"/>
          </p:nvPr>
        </p:nvSpPr>
        <p:spPr>
          <a:xfrm>
            <a:off x="1563458" y="2217979"/>
            <a:ext cx="10113879" cy="3897766"/>
          </a:xfrm>
        </p:spPr>
        <p:txBody>
          <a:bodyPr vert="horz" lIns="91440" tIns="45720" rIns="91440" bIns="45720" rtlCol="0" anchor="t">
            <a:noAutofit/>
          </a:bodyPr>
          <a:lstStyle/>
          <a:p>
            <a:pPr marL="0" marR="394335" indent="0">
              <a:lnSpc>
                <a:spcPct val="117000"/>
              </a:lnSpc>
              <a:spcBef>
                <a:spcPts val="600"/>
              </a:spcBef>
              <a:spcAft>
                <a:spcPts val="600"/>
              </a:spcAft>
              <a:buNone/>
            </a:pPr>
            <a:r>
              <a:rPr lang="en-GB" sz="1200" b="1" dirty="0">
                <a:cs typeface="Arial" panose="020B0604020202020204" pitchFamily="34" charset="0"/>
              </a:rPr>
              <a:t>An unrivalled transport network </a:t>
            </a:r>
            <a:r>
              <a:rPr lang="en-GB" sz="1200" dirty="0">
                <a:solidFill>
                  <a:schemeClr val="bg2">
                    <a:lumMod val="25000"/>
                  </a:schemeClr>
                </a:solidFill>
                <a:cs typeface="Arial" panose="020B0604020202020204" pitchFamily="34" charset="0"/>
              </a:rPr>
              <a:t>that integrates air and road services in metropolitan, regional and remote locations to leverage the most optimum transport solutions for all industry types. </a:t>
            </a:r>
            <a:endParaRPr lang="en-US" sz="1200" dirty="0">
              <a:solidFill>
                <a:schemeClr val="bg2">
                  <a:lumMod val="25000"/>
                </a:schemeClr>
              </a:solidFill>
              <a:ea typeface="+mn-lt"/>
              <a:cs typeface="Arial" panose="020B0604020202020204" pitchFamily="34" charset="0"/>
            </a:endParaRPr>
          </a:p>
          <a:p>
            <a:pPr marL="0" marR="394335" indent="0">
              <a:lnSpc>
                <a:spcPct val="117000"/>
              </a:lnSpc>
              <a:spcBef>
                <a:spcPts val="600"/>
              </a:spcBef>
              <a:spcAft>
                <a:spcPts val="600"/>
              </a:spcAft>
              <a:buNone/>
            </a:pPr>
            <a:r>
              <a:rPr lang="en-GB" sz="1200" b="1" dirty="0">
                <a:cs typeface="Arial" panose="020B0604020202020204" pitchFamily="34" charset="0"/>
              </a:rPr>
              <a:t>Industry-specific services and solutions </a:t>
            </a:r>
            <a:r>
              <a:rPr lang="en-GB" sz="1200" dirty="0">
                <a:solidFill>
                  <a:schemeClr val="bg2">
                    <a:lumMod val="25000"/>
                  </a:schemeClr>
                </a:solidFill>
                <a:cs typeface="Arial" panose="020B0604020202020204" pitchFamily="34" charset="0"/>
              </a:rPr>
              <a:t>have been executed through our established strong and lasting relationships with key players in a range of industry sectors such as healthcare, retail, industrial, finance, critical spare parts and ICT.</a:t>
            </a:r>
            <a:endParaRPr lang="en-US" sz="1200" dirty="0">
              <a:solidFill>
                <a:schemeClr val="bg2">
                  <a:lumMod val="25000"/>
                </a:schemeClr>
              </a:solidFill>
              <a:ea typeface="+mn-lt"/>
              <a:cs typeface="Arial" panose="020B0604020202020204" pitchFamily="34" charset="0"/>
            </a:endParaRPr>
          </a:p>
          <a:p>
            <a:pPr marL="0" marR="394335" indent="0">
              <a:lnSpc>
                <a:spcPct val="117000"/>
              </a:lnSpc>
              <a:spcBef>
                <a:spcPts val="600"/>
              </a:spcBef>
              <a:spcAft>
                <a:spcPts val="600"/>
              </a:spcAft>
              <a:buNone/>
            </a:pPr>
            <a:r>
              <a:rPr lang="en-GB" sz="1200" b="1" dirty="0">
                <a:cs typeface="Arial" panose="020B0604020202020204" pitchFamily="34" charset="0"/>
              </a:rPr>
              <a:t>A trusted and ‘safe pair of hands’</a:t>
            </a:r>
            <a:r>
              <a:rPr lang="en-GB" sz="1200" dirty="0">
                <a:cs typeface="Arial" panose="020B0604020202020204" pitchFamily="34" charset="0"/>
              </a:rPr>
              <a:t> </a:t>
            </a:r>
            <a:r>
              <a:rPr lang="en-GB" sz="1200" dirty="0">
                <a:solidFill>
                  <a:schemeClr val="bg2">
                    <a:lumMod val="25000"/>
                  </a:schemeClr>
                </a:solidFill>
                <a:cs typeface="Arial" panose="020B0604020202020204" pitchFamily="34" charset="0"/>
              </a:rPr>
              <a:t>in which to entrust your supply chain needs, ensuring seamless end-to-end solutions with a partner equipped to provide best-in-class continuity of service and safety to employees, customers and the general public. </a:t>
            </a:r>
            <a:endParaRPr lang="en-AU" sz="1200" dirty="0">
              <a:solidFill>
                <a:schemeClr val="bg2">
                  <a:lumMod val="25000"/>
                </a:schemeClr>
              </a:solidFill>
              <a:ea typeface="+mn-lt"/>
              <a:cs typeface="Arial" panose="020B0604020202020204" pitchFamily="34" charset="0"/>
            </a:endParaRPr>
          </a:p>
          <a:p>
            <a:pPr marL="0" marR="394335" indent="0">
              <a:lnSpc>
                <a:spcPct val="117000"/>
              </a:lnSpc>
              <a:spcBef>
                <a:spcPts val="600"/>
              </a:spcBef>
              <a:spcAft>
                <a:spcPts val="600"/>
              </a:spcAft>
              <a:buNone/>
            </a:pPr>
            <a:r>
              <a:rPr lang="en-GB" sz="1200" b="1" dirty="0">
                <a:cs typeface="Arial" panose="020B0604020202020204" pitchFamily="34" charset="0"/>
              </a:rPr>
              <a:t>A committed Account Management Team</a:t>
            </a:r>
            <a:r>
              <a:rPr lang="en-GB" sz="1200" dirty="0">
                <a:cs typeface="Arial" panose="020B0604020202020204" pitchFamily="34" charset="0"/>
              </a:rPr>
              <a:t> </a:t>
            </a:r>
            <a:r>
              <a:rPr lang="en-GB" sz="1200" dirty="0">
                <a:solidFill>
                  <a:schemeClr val="bg2">
                    <a:lumMod val="25000"/>
                  </a:schemeClr>
                </a:solidFill>
                <a:cs typeface="Arial" panose="020B0604020202020204" pitchFamily="34" charset="0"/>
              </a:rPr>
              <a:t>to drive, implement and share initiatives across our suite of services to </a:t>
            </a:r>
            <a:r>
              <a:rPr lang="en-GB" sz="1200" dirty="0">
                <a:solidFill>
                  <a:schemeClr val="bg2">
                    <a:lumMod val="25000"/>
                  </a:schemeClr>
                </a:solidFill>
                <a:highlight>
                  <a:srgbClr val="FFFF00"/>
                </a:highlight>
                <a:cs typeface="Arial" panose="020B0604020202020204" pitchFamily="34" charset="0"/>
              </a:rPr>
              <a:t>[customer]. </a:t>
            </a:r>
            <a:endParaRPr lang="en-AU" sz="1200" dirty="0">
              <a:solidFill>
                <a:schemeClr val="bg2">
                  <a:lumMod val="25000"/>
                </a:schemeClr>
              </a:solidFill>
              <a:ea typeface="+mn-lt"/>
              <a:cs typeface="Arial" panose="020B0604020202020204" pitchFamily="34" charset="0"/>
            </a:endParaRPr>
          </a:p>
          <a:p>
            <a:pPr marL="0" marR="394335" indent="0">
              <a:lnSpc>
                <a:spcPct val="117000"/>
              </a:lnSpc>
              <a:spcBef>
                <a:spcPts val="600"/>
              </a:spcBef>
              <a:spcAft>
                <a:spcPts val="600"/>
              </a:spcAft>
              <a:buNone/>
            </a:pPr>
            <a:r>
              <a:rPr lang="en-GB" sz="1200" b="1" dirty="0">
                <a:cs typeface="Arial" panose="020B0604020202020204" pitchFamily="34" charset="0"/>
              </a:rPr>
              <a:t>An enhanced IT system</a:t>
            </a:r>
            <a:r>
              <a:rPr lang="en-GB" sz="1200" dirty="0">
                <a:cs typeface="Arial" panose="020B0604020202020204" pitchFamily="34" charset="0"/>
              </a:rPr>
              <a:t> </a:t>
            </a:r>
            <a:r>
              <a:rPr lang="en-GB" sz="1200" dirty="0">
                <a:solidFill>
                  <a:schemeClr val="bg2">
                    <a:lumMod val="25000"/>
                  </a:schemeClr>
                </a:solidFill>
                <a:cs typeface="Arial" panose="020B0604020202020204" pitchFamily="34" charset="0"/>
              </a:rPr>
              <a:t>providing industry-leading technical innovation by listening to our customers, looking at emerging trends and technology, and investing where it counts. </a:t>
            </a:r>
            <a:endParaRPr lang="en-AU" sz="1200" dirty="0">
              <a:solidFill>
                <a:schemeClr val="bg2">
                  <a:lumMod val="25000"/>
                </a:schemeClr>
              </a:solidFill>
              <a:ea typeface="+mn-lt"/>
              <a:cs typeface="Arial" panose="020B0604020202020204" pitchFamily="34" charset="0"/>
            </a:endParaRPr>
          </a:p>
          <a:p>
            <a:pPr marL="0" marR="394335" indent="0">
              <a:lnSpc>
                <a:spcPct val="117000"/>
              </a:lnSpc>
              <a:spcBef>
                <a:spcPts val="600"/>
              </a:spcBef>
              <a:spcAft>
                <a:spcPts val="600"/>
              </a:spcAft>
              <a:buNone/>
            </a:pPr>
            <a:r>
              <a:rPr lang="en-GB" sz="1200" b="1" dirty="0">
                <a:cs typeface="Arial" panose="020B0604020202020204" pitchFamily="34" charset="0"/>
              </a:rPr>
              <a:t>Continuous Improvement Investment</a:t>
            </a:r>
            <a:r>
              <a:rPr lang="en-GB" sz="1200" dirty="0">
                <a:cs typeface="Arial" panose="020B0604020202020204" pitchFamily="34" charset="0"/>
              </a:rPr>
              <a:t> </a:t>
            </a:r>
            <a:r>
              <a:rPr lang="en-AU" sz="1200" dirty="0">
                <a:solidFill>
                  <a:schemeClr val="bg2">
                    <a:lumMod val="25000"/>
                  </a:schemeClr>
                </a:solidFill>
                <a:cs typeface="Arial" panose="020B0604020202020204" pitchFamily="34" charset="0"/>
              </a:rPr>
              <a:t>in new technologies, smarter sorting facilities, network expansion which will positively impact on the reliability of our service, safety performance, responsiveness and enhanced customer experience.</a:t>
            </a:r>
            <a:endParaRPr lang="en-GB" sz="1200" dirty="0">
              <a:solidFill>
                <a:schemeClr val="bg2">
                  <a:lumMod val="25000"/>
                </a:schemeClr>
              </a:solidFill>
              <a:ea typeface="+mn-lt"/>
              <a:cs typeface="Arial" panose="020B0604020202020204" pitchFamily="34" charset="0"/>
            </a:endParaRPr>
          </a:p>
          <a:p>
            <a:pPr marL="0" marR="394335" indent="0">
              <a:lnSpc>
                <a:spcPct val="117000"/>
              </a:lnSpc>
              <a:spcBef>
                <a:spcPts val="600"/>
              </a:spcBef>
              <a:spcAft>
                <a:spcPts val="600"/>
              </a:spcAft>
              <a:buNone/>
            </a:pPr>
            <a:r>
              <a:rPr lang="en-GB" sz="1200" b="1" dirty="0">
                <a:cs typeface="Arial" panose="020B0604020202020204" pitchFamily="34" charset="0"/>
              </a:rPr>
              <a:t>Enhanced focus on Sustainability </a:t>
            </a:r>
            <a:r>
              <a:rPr lang="en-GB" sz="1200" dirty="0">
                <a:solidFill>
                  <a:schemeClr val="bg2">
                    <a:lumMod val="25000"/>
                  </a:schemeClr>
                </a:solidFill>
                <a:cs typeface="Arial" panose="020B0604020202020204" pitchFamily="34" charset="0"/>
              </a:rPr>
              <a:t>A</a:t>
            </a:r>
            <a:r>
              <a:rPr lang="en-AU" sz="1200" dirty="0">
                <a:solidFill>
                  <a:schemeClr val="bg2">
                    <a:lumMod val="25000"/>
                  </a:schemeClr>
                </a:solidFill>
                <a:cs typeface="Arial" panose="020B0604020202020204" pitchFamily="34" charset="0"/>
              </a:rPr>
              <a:t>s a leader transport, we are determined to play our part responsibly, meeting the current needs of our communities without compromising the ability of future generations to meet their own needs.</a:t>
            </a:r>
            <a:endParaRPr lang="en-US" sz="1200" dirty="0">
              <a:solidFill>
                <a:schemeClr val="bg2">
                  <a:lumMod val="25000"/>
                </a:schemeClr>
              </a:solidFill>
              <a:cs typeface="Arial" panose="020B0604020202020204" pitchFamily="34" charset="0"/>
            </a:endParaRPr>
          </a:p>
        </p:txBody>
      </p:sp>
      <p:sp>
        <p:nvSpPr>
          <p:cNvPr id="9" name="Title 1">
            <a:extLst>
              <a:ext uri="{FF2B5EF4-FFF2-40B4-BE49-F238E27FC236}">
                <a16:creationId xmlns:a16="http://schemas.microsoft.com/office/drawing/2014/main" id="{B87A9A0C-D07E-4CD0-B6FA-F77981CD074C}"/>
              </a:ext>
            </a:extLst>
          </p:cNvPr>
          <p:cNvSpPr>
            <a:spLocks noGrp="1"/>
          </p:cNvSpPr>
          <p:nvPr>
            <p:ph type="title"/>
          </p:nvPr>
        </p:nvSpPr>
        <p:spPr>
          <a:xfrm>
            <a:off x="838200" y="2268"/>
            <a:ext cx="10515600" cy="1325564"/>
          </a:xfrm>
        </p:spPr>
        <p:txBody>
          <a:bodyPr vert="horz" lIns="91440" tIns="45720" rIns="91440" bIns="45720" rtlCol="0" anchor="ctr">
            <a:normAutofit/>
          </a:bodyPr>
          <a:lstStyle/>
          <a:p>
            <a:r>
              <a:rPr lang="en-US" sz="4000" b="1" dirty="0">
                <a:solidFill>
                  <a:schemeClr val="tx2"/>
                </a:solidFill>
                <a:cs typeface="Arial" panose="020B0604020202020204" pitchFamily="34" charset="0"/>
              </a:rPr>
              <a:t>Creating value for your business</a:t>
            </a:r>
          </a:p>
        </p:txBody>
      </p:sp>
      <p:sp>
        <p:nvSpPr>
          <p:cNvPr id="11" name="Content Placeholder 5">
            <a:extLst>
              <a:ext uri="{FF2B5EF4-FFF2-40B4-BE49-F238E27FC236}">
                <a16:creationId xmlns:a16="http://schemas.microsoft.com/office/drawing/2014/main" id="{BE445EC8-F5C6-4410-90FC-7C26F6576D27}"/>
              </a:ext>
            </a:extLst>
          </p:cNvPr>
          <p:cNvSpPr txBox="1">
            <a:spLocks/>
          </p:cNvSpPr>
          <p:nvPr/>
        </p:nvSpPr>
        <p:spPr>
          <a:xfrm>
            <a:off x="875675" y="1027339"/>
            <a:ext cx="10515600" cy="113098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800"/>
              </a:lnSpc>
              <a:buNone/>
            </a:pPr>
            <a:r>
              <a:rPr lang="en-AU" sz="1400" dirty="0">
                <a:solidFill>
                  <a:schemeClr val="bg2">
                    <a:lumMod val="25000"/>
                  </a:schemeClr>
                </a:solidFill>
                <a:ea typeface="+mn-lt"/>
                <a:cs typeface="Arial" panose="020B0604020202020204" pitchFamily="34" charset="0"/>
              </a:rPr>
              <a:t>Team Global Express is fully aligned with </a:t>
            </a:r>
            <a:r>
              <a:rPr lang="en-AU" sz="1400" dirty="0">
                <a:solidFill>
                  <a:schemeClr val="bg2">
                    <a:lumMod val="25000"/>
                  </a:schemeClr>
                </a:solidFill>
                <a:highlight>
                  <a:srgbClr val="FFFF00"/>
                </a:highlight>
                <a:ea typeface="+mn-lt"/>
                <a:cs typeface="Arial" panose="020B0604020202020204" pitchFamily="34" charset="0"/>
              </a:rPr>
              <a:t>[customer name]</a:t>
            </a:r>
            <a:r>
              <a:rPr lang="en-AU" sz="1400" dirty="0">
                <a:solidFill>
                  <a:schemeClr val="bg2">
                    <a:lumMod val="25000"/>
                  </a:schemeClr>
                </a:solidFill>
                <a:ea typeface="+mn-lt"/>
                <a:cs typeface="Arial" panose="020B0604020202020204" pitchFamily="34" charset="0"/>
              </a:rPr>
              <a:t> objectives.  Together, we will create better experiences and a better tomorrow for your customers. The combination of our strategic differentiators, our transport assets and our highly skilled and experienced team will deliver high levels of capability, efficiency, performance, and reliability. We look forward to the opportunity to present our solution and discuss how we will work together to bring it to life.</a:t>
            </a:r>
            <a:endParaRPr lang="en-US" sz="1400" dirty="0">
              <a:solidFill>
                <a:schemeClr val="bg2">
                  <a:lumMod val="25000"/>
                </a:schemeClr>
              </a:solidFill>
              <a:cs typeface="Arial" panose="020B0604020202020204" pitchFamily="34" charset="0"/>
            </a:endParaRPr>
          </a:p>
          <a:p>
            <a:endParaRPr lang="en-US" sz="1400" dirty="0">
              <a:solidFill>
                <a:srgbClr val="A5A5A5"/>
              </a:solidFill>
              <a:cs typeface="Arial" panose="020B0604020202020204" pitchFamily="34" charset="0"/>
            </a:endParaRPr>
          </a:p>
        </p:txBody>
      </p:sp>
      <p:pic>
        <p:nvPicPr>
          <p:cNvPr id="25" name="Picture 25">
            <a:extLst>
              <a:ext uri="{FF2B5EF4-FFF2-40B4-BE49-F238E27FC236}">
                <a16:creationId xmlns:a16="http://schemas.microsoft.com/office/drawing/2014/main" id="{FEF0D9D3-921F-4A76-AD07-10875E1DE2E0}"/>
              </a:ext>
            </a:extLst>
          </p:cNvPr>
          <p:cNvPicPr>
            <a:picLocks noChangeAspect="1"/>
          </p:cNvPicPr>
          <p:nvPr/>
        </p:nvPicPr>
        <p:blipFill>
          <a:blip r:embed="rId2">
            <a:duotone>
              <a:prstClr val="black"/>
              <a:schemeClr val="accent2">
                <a:lumMod val="75000"/>
                <a:tint val="45000"/>
                <a:satMod val="400000"/>
              </a:schemeClr>
            </a:duotone>
          </a:blip>
          <a:stretch>
            <a:fillRect/>
          </a:stretch>
        </p:blipFill>
        <p:spPr>
          <a:xfrm>
            <a:off x="1063295" y="2894439"/>
            <a:ext cx="295275" cy="295275"/>
          </a:xfrm>
          <a:prstGeom prst="rect">
            <a:avLst/>
          </a:prstGeom>
          <a:ln>
            <a:noFill/>
          </a:ln>
        </p:spPr>
      </p:pic>
      <p:sp>
        <p:nvSpPr>
          <p:cNvPr id="27" name="Freeform 216">
            <a:extLst>
              <a:ext uri="{FF2B5EF4-FFF2-40B4-BE49-F238E27FC236}">
                <a16:creationId xmlns:a16="http://schemas.microsoft.com/office/drawing/2014/main" id="{FA25DE1E-2204-40F9-8FB7-543D1CF7ED5E}"/>
              </a:ext>
            </a:extLst>
          </p:cNvPr>
          <p:cNvSpPr>
            <a:spLocks/>
          </p:cNvSpPr>
          <p:nvPr/>
        </p:nvSpPr>
        <p:spPr bwMode="auto">
          <a:xfrm>
            <a:off x="1094476" y="4067733"/>
            <a:ext cx="63437" cy="105293"/>
          </a:xfrm>
          <a:custGeom>
            <a:avLst/>
            <a:gdLst>
              <a:gd name="T0" fmla="*/ 22 w 24"/>
              <a:gd name="T1" fmla="*/ 0 h 40"/>
              <a:gd name="T2" fmla="*/ 2 w 24"/>
              <a:gd name="T3" fmla="*/ 0 h 40"/>
              <a:gd name="T4" fmla="*/ 0 w 24"/>
              <a:gd name="T5" fmla="*/ 2 h 40"/>
              <a:gd name="T6" fmla="*/ 0 w 24"/>
              <a:gd name="T7" fmla="*/ 14 h 40"/>
              <a:gd name="T8" fmla="*/ 4 w 24"/>
              <a:gd name="T9" fmla="*/ 22 h 40"/>
              <a:gd name="T10" fmla="*/ 4 w 24"/>
              <a:gd name="T11" fmla="*/ 38 h 40"/>
              <a:gd name="T12" fmla="*/ 6 w 24"/>
              <a:gd name="T13" fmla="*/ 40 h 40"/>
              <a:gd name="T14" fmla="*/ 18 w 24"/>
              <a:gd name="T15" fmla="*/ 40 h 40"/>
              <a:gd name="T16" fmla="*/ 20 w 24"/>
              <a:gd name="T17" fmla="*/ 38 h 40"/>
              <a:gd name="T18" fmla="*/ 20 w 24"/>
              <a:gd name="T19" fmla="*/ 22 h 40"/>
              <a:gd name="T20" fmla="*/ 24 w 24"/>
              <a:gd name="T21" fmla="*/ 14 h 40"/>
              <a:gd name="T22" fmla="*/ 24 w 24"/>
              <a:gd name="T23" fmla="*/ 2 h 40"/>
              <a:gd name="T24" fmla="*/ 22 w 24"/>
              <a:gd name="T25"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40">
                <a:moveTo>
                  <a:pt x="22" y="0"/>
                </a:moveTo>
                <a:cubicBezTo>
                  <a:pt x="2" y="0"/>
                  <a:pt x="2" y="0"/>
                  <a:pt x="2" y="0"/>
                </a:cubicBezTo>
                <a:cubicBezTo>
                  <a:pt x="1" y="0"/>
                  <a:pt x="0" y="1"/>
                  <a:pt x="0" y="2"/>
                </a:cubicBezTo>
                <a:cubicBezTo>
                  <a:pt x="0" y="14"/>
                  <a:pt x="0" y="14"/>
                  <a:pt x="0" y="14"/>
                </a:cubicBezTo>
                <a:cubicBezTo>
                  <a:pt x="0" y="18"/>
                  <a:pt x="1" y="21"/>
                  <a:pt x="4" y="22"/>
                </a:cubicBezTo>
                <a:cubicBezTo>
                  <a:pt x="4" y="38"/>
                  <a:pt x="4" y="38"/>
                  <a:pt x="4" y="38"/>
                </a:cubicBezTo>
                <a:cubicBezTo>
                  <a:pt x="4" y="39"/>
                  <a:pt x="5" y="40"/>
                  <a:pt x="6" y="40"/>
                </a:cubicBezTo>
                <a:cubicBezTo>
                  <a:pt x="18" y="40"/>
                  <a:pt x="18" y="40"/>
                  <a:pt x="18" y="40"/>
                </a:cubicBezTo>
                <a:cubicBezTo>
                  <a:pt x="19" y="40"/>
                  <a:pt x="20" y="39"/>
                  <a:pt x="20" y="38"/>
                </a:cubicBezTo>
                <a:cubicBezTo>
                  <a:pt x="20" y="22"/>
                  <a:pt x="20" y="22"/>
                  <a:pt x="20" y="22"/>
                </a:cubicBezTo>
                <a:cubicBezTo>
                  <a:pt x="23" y="21"/>
                  <a:pt x="24" y="18"/>
                  <a:pt x="24" y="14"/>
                </a:cubicBezTo>
                <a:cubicBezTo>
                  <a:pt x="24" y="2"/>
                  <a:pt x="24" y="2"/>
                  <a:pt x="24" y="2"/>
                </a:cubicBezTo>
                <a:cubicBezTo>
                  <a:pt x="24" y="1"/>
                  <a:pt x="23" y="0"/>
                  <a:pt x="22" y="0"/>
                </a:cubicBez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29CD6F68-0C4B-4E87-AF26-1ED9FCFA3C08}"/>
              </a:ext>
            </a:extLst>
          </p:cNvPr>
          <p:cNvSpPr>
            <a:spLocks noChangeArrowheads="1"/>
          </p:cNvSpPr>
          <p:nvPr/>
        </p:nvSpPr>
        <p:spPr bwMode="auto">
          <a:xfrm>
            <a:off x="1104782" y="4013615"/>
            <a:ext cx="41650" cy="41988"/>
          </a:xfrm>
          <a:prstGeom prst="ellipse">
            <a:avLst/>
          </a:pr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29" name="Freeform 218">
            <a:extLst>
              <a:ext uri="{FF2B5EF4-FFF2-40B4-BE49-F238E27FC236}">
                <a16:creationId xmlns:a16="http://schemas.microsoft.com/office/drawing/2014/main" id="{231B93AF-CE7F-4628-A423-6C0FC06E8F2E}"/>
              </a:ext>
            </a:extLst>
          </p:cNvPr>
          <p:cNvSpPr>
            <a:spLocks/>
          </p:cNvSpPr>
          <p:nvPr/>
        </p:nvSpPr>
        <p:spPr bwMode="auto">
          <a:xfrm>
            <a:off x="1265556" y="4067733"/>
            <a:ext cx="62796" cy="105293"/>
          </a:xfrm>
          <a:custGeom>
            <a:avLst/>
            <a:gdLst>
              <a:gd name="T0" fmla="*/ 22 w 24"/>
              <a:gd name="T1" fmla="*/ 0 h 40"/>
              <a:gd name="T2" fmla="*/ 2 w 24"/>
              <a:gd name="T3" fmla="*/ 0 h 40"/>
              <a:gd name="T4" fmla="*/ 0 w 24"/>
              <a:gd name="T5" fmla="*/ 2 h 40"/>
              <a:gd name="T6" fmla="*/ 0 w 24"/>
              <a:gd name="T7" fmla="*/ 14 h 40"/>
              <a:gd name="T8" fmla="*/ 4 w 24"/>
              <a:gd name="T9" fmla="*/ 22 h 40"/>
              <a:gd name="T10" fmla="*/ 4 w 24"/>
              <a:gd name="T11" fmla="*/ 38 h 40"/>
              <a:gd name="T12" fmla="*/ 6 w 24"/>
              <a:gd name="T13" fmla="*/ 40 h 40"/>
              <a:gd name="T14" fmla="*/ 18 w 24"/>
              <a:gd name="T15" fmla="*/ 40 h 40"/>
              <a:gd name="T16" fmla="*/ 20 w 24"/>
              <a:gd name="T17" fmla="*/ 38 h 40"/>
              <a:gd name="T18" fmla="*/ 20 w 24"/>
              <a:gd name="T19" fmla="*/ 22 h 40"/>
              <a:gd name="T20" fmla="*/ 24 w 24"/>
              <a:gd name="T21" fmla="*/ 14 h 40"/>
              <a:gd name="T22" fmla="*/ 24 w 24"/>
              <a:gd name="T23" fmla="*/ 2 h 40"/>
              <a:gd name="T24" fmla="*/ 22 w 24"/>
              <a:gd name="T25"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40">
                <a:moveTo>
                  <a:pt x="22" y="0"/>
                </a:moveTo>
                <a:cubicBezTo>
                  <a:pt x="2" y="0"/>
                  <a:pt x="2" y="0"/>
                  <a:pt x="2" y="0"/>
                </a:cubicBezTo>
                <a:cubicBezTo>
                  <a:pt x="1" y="0"/>
                  <a:pt x="0" y="1"/>
                  <a:pt x="0" y="2"/>
                </a:cubicBezTo>
                <a:cubicBezTo>
                  <a:pt x="0" y="14"/>
                  <a:pt x="0" y="14"/>
                  <a:pt x="0" y="14"/>
                </a:cubicBezTo>
                <a:cubicBezTo>
                  <a:pt x="0" y="18"/>
                  <a:pt x="1" y="21"/>
                  <a:pt x="4" y="22"/>
                </a:cubicBezTo>
                <a:cubicBezTo>
                  <a:pt x="4" y="38"/>
                  <a:pt x="4" y="38"/>
                  <a:pt x="4" y="38"/>
                </a:cubicBezTo>
                <a:cubicBezTo>
                  <a:pt x="4" y="39"/>
                  <a:pt x="5" y="40"/>
                  <a:pt x="6" y="40"/>
                </a:cubicBezTo>
                <a:cubicBezTo>
                  <a:pt x="18" y="40"/>
                  <a:pt x="18" y="40"/>
                  <a:pt x="18" y="40"/>
                </a:cubicBezTo>
                <a:cubicBezTo>
                  <a:pt x="19" y="40"/>
                  <a:pt x="20" y="39"/>
                  <a:pt x="20" y="38"/>
                </a:cubicBezTo>
                <a:cubicBezTo>
                  <a:pt x="20" y="22"/>
                  <a:pt x="20" y="22"/>
                  <a:pt x="20" y="22"/>
                </a:cubicBezTo>
                <a:cubicBezTo>
                  <a:pt x="23" y="21"/>
                  <a:pt x="24" y="18"/>
                  <a:pt x="24" y="14"/>
                </a:cubicBezTo>
                <a:cubicBezTo>
                  <a:pt x="24" y="2"/>
                  <a:pt x="24" y="2"/>
                  <a:pt x="24" y="2"/>
                </a:cubicBezTo>
                <a:cubicBezTo>
                  <a:pt x="24" y="1"/>
                  <a:pt x="23" y="0"/>
                  <a:pt x="22" y="0"/>
                </a:cubicBez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660E4B4F-7607-402B-9095-AF757A859685}"/>
              </a:ext>
            </a:extLst>
          </p:cNvPr>
          <p:cNvSpPr>
            <a:spLocks noChangeArrowheads="1"/>
          </p:cNvSpPr>
          <p:nvPr/>
        </p:nvSpPr>
        <p:spPr bwMode="auto">
          <a:xfrm>
            <a:off x="1275862" y="4013615"/>
            <a:ext cx="42291" cy="41988"/>
          </a:xfrm>
          <a:prstGeom prst="ellipse">
            <a:avLst/>
          </a:pr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31" name="Freeform 220">
            <a:extLst>
              <a:ext uri="{FF2B5EF4-FFF2-40B4-BE49-F238E27FC236}">
                <a16:creationId xmlns:a16="http://schemas.microsoft.com/office/drawing/2014/main" id="{E6B20633-05ED-469E-BE87-B7749B85920C}"/>
              </a:ext>
            </a:extLst>
          </p:cNvPr>
          <p:cNvSpPr>
            <a:spLocks/>
          </p:cNvSpPr>
          <p:nvPr/>
        </p:nvSpPr>
        <p:spPr bwMode="auto">
          <a:xfrm>
            <a:off x="1181047" y="4035663"/>
            <a:ext cx="62796" cy="105293"/>
          </a:xfrm>
          <a:custGeom>
            <a:avLst/>
            <a:gdLst>
              <a:gd name="T0" fmla="*/ 22 w 24"/>
              <a:gd name="T1" fmla="*/ 0 h 40"/>
              <a:gd name="T2" fmla="*/ 2 w 24"/>
              <a:gd name="T3" fmla="*/ 0 h 40"/>
              <a:gd name="T4" fmla="*/ 0 w 24"/>
              <a:gd name="T5" fmla="*/ 2 h 40"/>
              <a:gd name="T6" fmla="*/ 0 w 24"/>
              <a:gd name="T7" fmla="*/ 14 h 40"/>
              <a:gd name="T8" fmla="*/ 4 w 24"/>
              <a:gd name="T9" fmla="*/ 22 h 40"/>
              <a:gd name="T10" fmla="*/ 4 w 24"/>
              <a:gd name="T11" fmla="*/ 38 h 40"/>
              <a:gd name="T12" fmla="*/ 6 w 24"/>
              <a:gd name="T13" fmla="*/ 40 h 40"/>
              <a:gd name="T14" fmla="*/ 18 w 24"/>
              <a:gd name="T15" fmla="*/ 40 h 40"/>
              <a:gd name="T16" fmla="*/ 20 w 24"/>
              <a:gd name="T17" fmla="*/ 38 h 40"/>
              <a:gd name="T18" fmla="*/ 20 w 24"/>
              <a:gd name="T19" fmla="*/ 22 h 40"/>
              <a:gd name="T20" fmla="*/ 24 w 24"/>
              <a:gd name="T21" fmla="*/ 14 h 40"/>
              <a:gd name="T22" fmla="*/ 24 w 24"/>
              <a:gd name="T23" fmla="*/ 2 h 40"/>
              <a:gd name="T24" fmla="*/ 22 w 24"/>
              <a:gd name="T25"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40">
                <a:moveTo>
                  <a:pt x="22" y="0"/>
                </a:moveTo>
                <a:cubicBezTo>
                  <a:pt x="2" y="0"/>
                  <a:pt x="2" y="0"/>
                  <a:pt x="2" y="0"/>
                </a:cubicBezTo>
                <a:cubicBezTo>
                  <a:pt x="1" y="0"/>
                  <a:pt x="0" y="1"/>
                  <a:pt x="0" y="2"/>
                </a:cubicBezTo>
                <a:cubicBezTo>
                  <a:pt x="0" y="14"/>
                  <a:pt x="0" y="14"/>
                  <a:pt x="0" y="14"/>
                </a:cubicBezTo>
                <a:cubicBezTo>
                  <a:pt x="0" y="18"/>
                  <a:pt x="1" y="21"/>
                  <a:pt x="4" y="22"/>
                </a:cubicBezTo>
                <a:cubicBezTo>
                  <a:pt x="4" y="38"/>
                  <a:pt x="4" y="38"/>
                  <a:pt x="4" y="38"/>
                </a:cubicBezTo>
                <a:cubicBezTo>
                  <a:pt x="4" y="39"/>
                  <a:pt x="5" y="40"/>
                  <a:pt x="6" y="40"/>
                </a:cubicBezTo>
                <a:cubicBezTo>
                  <a:pt x="18" y="40"/>
                  <a:pt x="18" y="40"/>
                  <a:pt x="18" y="40"/>
                </a:cubicBezTo>
                <a:cubicBezTo>
                  <a:pt x="19" y="40"/>
                  <a:pt x="20" y="39"/>
                  <a:pt x="20" y="38"/>
                </a:cubicBezTo>
                <a:cubicBezTo>
                  <a:pt x="20" y="22"/>
                  <a:pt x="20" y="22"/>
                  <a:pt x="20" y="22"/>
                </a:cubicBezTo>
                <a:cubicBezTo>
                  <a:pt x="23" y="21"/>
                  <a:pt x="24" y="18"/>
                  <a:pt x="24" y="14"/>
                </a:cubicBezTo>
                <a:cubicBezTo>
                  <a:pt x="24" y="2"/>
                  <a:pt x="24" y="2"/>
                  <a:pt x="24" y="2"/>
                </a:cubicBezTo>
                <a:cubicBezTo>
                  <a:pt x="24" y="1"/>
                  <a:pt x="23" y="0"/>
                  <a:pt x="22" y="0"/>
                </a:cubicBez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9F0E25D7-18C2-47AE-879B-1499128B8D87}"/>
              </a:ext>
            </a:extLst>
          </p:cNvPr>
          <p:cNvSpPr>
            <a:spLocks noChangeArrowheads="1"/>
          </p:cNvSpPr>
          <p:nvPr/>
        </p:nvSpPr>
        <p:spPr bwMode="auto">
          <a:xfrm>
            <a:off x="1193235" y="3983550"/>
            <a:ext cx="42291" cy="41988"/>
          </a:xfrm>
          <a:prstGeom prst="ellipse">
            <a:avLst/>
          </a:pr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pic>
        <p:nvPicPr>
          <p:cNvPr id="33" name="Graphic 1" descr="Plug with solid fill">
            <a:extLst>
              <a:ext uri="{FF2B5EF4-FFF2-40B4-BE49-F238E27FC236}">
                <a16:creationId xmlns:a16="http://schemas.microsoft.com/office/drawing/2014/main" id="{789A0445-3639-4463-AC9B-A51266EA1DF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47054" y="4400325"/>
            <a:ext cx="331562" cy="331562"/>
          </a:xfrm>
          <a:prstGeom prst="rect">
            <a:avLst/>
          </a:prstGeom>
        </p:spPr>
      </p:pic>
      <p:sp>
        <p:nvSpPr>
          <p:cNvPr id="34" name="Freeform 295">
            <a:extLst>
              <a:ext uri="{FF2B5EF4-FFF2-40B4-BE49-F238E27FC236}">
                <a16:creationId xmlns:a16="http://schemas.microsoft.com/office/drawing/2014/main" id="{FA45FFB0-C303-40F1-890C-541E1C040F80}"/>
              </a:ext>
            </a:extLst>
          </p:cNvPr>
          <p:cNvSpPr>
            <a:spLocks/>
          </p:cNvSpPr>
          <p:nvPr/>
        </p:nvSpPr>
        <p:spPr bwMode="auto">
          <a:xfrm>
            <a:off x="1096029" y="5071440"/>
            <a:ext cx="210339" cy="128032"/>
          </a:xfrm>
          <a:custGeom>
            <a:avLst/>
            <a:gdLst>
              <a:gd name="T0" fmla="*/ 92 w 92"/>
              <a:gd name="T1" fmla="*/ 4 h 56"/>
              <a:gd name="T2" fmla="*/ 88 w 92"/>
              <a:gd name="T3" fmla="*/ 0 h 56"/>
              <a:gd name="T4" fmla="*/ 60 w 92"/>
              <a:gd name="T5" fmla="*/ 0 h 56"/>
              <a:gd name="T6" fmla="*/ 56 w 92"/>
              <a:gd name="T7" fmla="*/ 4 h 56"/>
              <a:gd name="T8" fmla="*/ 60 w 92"/>
              <a:gd name="T9" fmla="*/ 8 h 56"/>
              <a:gd name="T10" fmla="*/ 79 w 92"/>
              <a:gd name="T11" fmla="*/ 8 h 56"/>
              <a:gd name="T12" fmla="*/ 60 w 92"/>
              <a:gd name="T13" fmla="*/ 30 h 56"/>
              <a:gd name="T14" fmla="*/ 39 w 92"/>
              <a:gd name="T15" fmla="*/ 13 h 56"/>
              <a:gd name="T16" fmla="*/ 33 w 92"/>
              <a:gd name="T17" fmla="*/ 13 h 56"/>
              <a:gd name="T18" fmla="*/ 1 w 92"/>
              <a:gd name="T19" fmla="*/ 49 h 56"/>
              <a:gd name="T20" fmla="*/ 1 w 92"/>
              <a:gd name="T21" fmla="*/ 55 h 56"/>
              <a:gd name="T22" fmla="*/ 7 w 92"/>
              <a:gd name="T23" fmla="*/ 55 h 56"/>
              <a:gd name="T24" fmla="*/ 36 w 92"/>
              <a:gd name="T25" fmla="*/ 22 h 56"/>
              <a:gd name="T26" fmla="*/ 57 w 92"/>
              <a:gd name="T27" fmla="*/ 39 h 56"/>
              <a:gd name="T28" fmla="*/ 63 w 92"/>
              <a:gd name="T29" fmla="*/ 39 h 56"/>
              <a:gd name="T30" fmla="*/ 84 w 92"/>
              <a:gd name="T31" fmla="*/ 15 h 56"/>
              <a:gd name="T32" fmla="*/ 84 w 92"/>
              <a:gd name="T33" fmla="*/ 28 h 56"/>
              <a:gd name="T34" fmla="*/ 88 w 92"/>
              <a:gd name="T35" fmla="*/ 32 h 56"/>
              <a:gd name="T36" fmla="*/ 92 w 92"/>
              <a:gd name="T37" fmla="*/ 28 h 56"/>
              <a:gd name="T38" fmla="*/ 92 w 92"/>
              <a:gd name="T39" fmla="*/ 4 h 56"/>
              <a:gd name="T40" fmla="*/ 92 w 92"/>
              <a:gd name="T4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2" h="56">
                <a:moveTo>
                  <a:pt x="92" y="4"/>
                </a:moveTo>
                <a:cubicBezTo>
                  <a:pt x="92" y="2"/>
                  <a:pt x="90" y="0"/>
                  <a:pt x="88" y="0"/>
                </a:cubicBezTo>
                <a:cubicBezTo>
                  <a:pt x="60" y="0"/>
                  <a:pt x="60" y="0"/>
                  <a:pt x="60" y="0"/>
                </a:cubicBezTo>
                <a:cubicBezTo>
                  <a:pt x="58" y="0"/>
                  <a:pt x="56" y="2"/>
                  <a:pt x="56" y="4"/>
                </a:cubicBezTo>
                <a:cubicBezTo>
                  <a:pt x="56" y="6"/>
                  <a:pt x="58" y="8"/>
                  <a:pt x="60" y="8"/>
                </a:cubicBezTo>
                <a:cubicBezTo>
                  <a:pt x="79" y="8"/>
                  <a:pt x="79" y="8"/>
                  <a:pt x="79" y="8"/>
                </a:cubicBezTo>
                <a:cubicBezTo>
                  <a:pt x="60" y="30"/>
                  <a:pt x="60" y="30"/>
                  <a:pt x="60" y="30"/>
                </a:cubicBezTo>
                <a:cubicBezTo>
                  <a:pt x="39" y="13"/>
                  <a:pt x="39" y="13"/>
                  <a:pt x="39" y="13"/>
                </a:cubicBezTo>
                <a:cubicBezTo>
                  <a:pt x="37" y="12"/>
                  <a:pt x="34" y="12"/>
                  <a:pt x="33" y="13"/>
                </a:cubicBezTo>
                <a:cubicBezTo>
                  <a:pt x="1" y="49"/>
                  <a:pt x="1" y="49"/>
                  <a:pt x="1" y="49"/>
                </a:cubicBezTo>
                <a:cubicBezTo>
                  <a:pt x="0" y="51"/>
                  <a:pt x="0" y="54"/>
                  <a:pt x="1" y="55"/>
                </a:cubicBezTo>
                <a:cubicBezTo>
                  <a:pt x="3" y="56"/>
                  <a:pt x="6" y="56"/>
                  <a:pt x="7" y="55"/>
                </a:cubicBezTo>
                <a:cubicBezTo>
                  <a:pt x="36" y="22"/>
                  <a:pt x="36" y="22"/>
                  <a:pt x="36" y="22"/>
                </a:cubicBezTo>
                <a:cubicBezTo>
                  <a:pt x="57" y="39"/>
                  <a:pt x="57" y="39"/>
                  <a:pt x="57" y="39"/>
                </a:cubicBezTo>
                <a:cubicBezTo>
                  <a:pt x="59" y="40"/>
                  <a:pt x="62" y="40"/>
                  <a:pt x="63" y="39"/>
                </a:cubicBezTo>
                <a:cubicBezTo>
                  <a:pt x="84" y="15"/>
                  <a:pt x="84" y="15"/>
                  <a:pt x="84" y="15"/>
                </a:cubicBezTo>
                <a:cubicBezTo>
                  <a:pt x="84" y="28"/>
                  <a:pt x="84" y="28"/>
                  <a:pt x="84" y="28"/>
                </a:cubicBezTo>
                <a:cubicBezTo>
                  <a:pt x="84" y="30"/>
                  <a:pt x="86" y="32"/>
                  <a:pt x="88" y="32"/>
                </a:cubicBezTo>
                <a:cubicBezTo>
                  <a:pt x="90" y="32"/>
                  <a:pt x="92" y="30"/>
                  <a:pt x="92" y="28"/>
                </a:cubicBezTo>
                <a:cubicBezTo>
                  <a:pt x="92" y="4"/>
                  <a:pt x="92" y="4"/>
                  <a:pt x="92" y="4"/>
                </a:cubicBezTo>
                <a:cubicBezTo>
                  <a:pt x="92" y="4"/>
                  <a:pt x="92" y="4"/>
                  <a:pt x="92" y="4"/>
                </a:cubicBezTo>
                <a:close/>
              </a:path>
            </a:pathLst>
          </a:custGeom>
          <a:noFill/>
          <a:ln>
            <a:solidFill>
              <a:schemeClr val="accent2"/>
            </a:solid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pic>
        <p:nvPicPr>
          <p:cNvPr id="35" name="Graphic 1" descr="Open hand with plant with solid fill">
            <a:extLst>
              <a:ext uri="{FF2B5EF4-FFF2-40B4-BE49-F238E27FC236}">
                <a16:creationId xmlns:a16="http://schemas.microsoft.com/office/drawing/2014/main" id="{2791811E-EE08-447D-AB62-0F62B478773D}"/>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6325" y="5556763"/>
            <a:ext cx="308195" cy="308195"/>
          </a:xfrm>
          <a:prstGeom prst="rect">
            <a:avLst/>
          </a:prstGeom>
        </p:spPr>
      </p:pic>
      <p:sp>
        <p:nvSpPr>
          <p:cNvPr id="36" name="Freeform 231">
            <a:extLst>
              <a:ext uri="{FF2B5EF4-FFF2-40B4-BE49-F238E27FC236}">
                <a16:creationId xmlns:a16="http://schemas.microsoft.com/office/drawing/2014/main" id="{67C5ECB9-1D65-42A2-8842-3E25EBA63795}"/>
              </a:ext>
            </a:extLst>
          </p:cNvPr>
          <p:cNvSpPr>
            <a:spLocks/>
          </p:cNvSpPr>
          <p:nvPr/>
        </p:nvSpPr>
        <p:spPr bwMode="auto">
          <a:xfrm>
            <a:off x="1231563" y="3688086"/>
            <a:ext cx="70875" cy="29621"/>
          </a:xfrm>
          <a:custGeom>
            <a:avLst/>
            <a:gdLst>
              <a:gd name="T0" fmla="*/ 0 w 28"/>
              <a:gd name="T1" fmla="*/ 0 h 12"/>
              <a:gd name="T2" fmla="*/ 0 w 28"/>
              <a:gd name="T3" fmla="*/ 10 h 12"/>
              <a:gd name="T4" fmla="*/ 2 w 28"/>
              <a:gd name="T5" fmla="*/ 12 h 12"/>
              <a:gd name="T6" fmla="*/ 26 w 28"/>
              <a:gd name="T7" fmla="*/ 12 h 12"/>
              <a:gd name="T8" fmla="*/ 28 w 28"/>
              <a:gd name="T9" fmla="*/ 10 h 12"/>
              <a:gd name="T10" fmla="*/ 28 w 28"/>
              <a:gd name="T11" fmla="*/ 0 h 12"/>
              <a:gd name="T12" fmla="*/ 0 w 2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8" h="12">
                <a:moveTo>
                  <a:pt x="0" y="0"/>
                </a:moveTo>
                <a:cubicBezTo>
                  <a:pt x="0" y="10"/>
                  <a:pt x="0" y="10"/>
                  <a:pt x="0" y="10"/>
                </a:cubicBezTo>
                <a:cubicBezTo>
                  <a:pt x="0" y="11"/>
                  <a:pt x="1" y="12"/>
                  <a:pt x="2" y="12"/>
                </a:cubicBezTo>
                <a:cubicBezTo>
                  <a:pt x="26" y="12"/>
                  <a:pt x="26" y="12"/>
                  <a:pt x="26" y="12"/>
                </a:cubicBezTo>
                <a:cubicBezTo>
                  <a:pt x="27" y="12"/>
                  <a:pt x="28" y="11"/>
                  <a:pt x="28" y="10"/>
                </a:cubicBezTo>
                <a:cubicBezTo>
                  <a:pt x="28" y="0"/>
                  <a:pt x="28" y="0"/>
                  <a:pt x="28" y="0"/>
                </a:cubicBezTo>
                <a:lnTo>
                  <a:pt x="0" y="0"/>
                </a:ln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37" name="Freeform 232">
            <a:extLst>
              <a:ext uri="{FF2B5EF4-FFF2-40B4-BE49-F238E27FC236}">
                <a16:creationId xmlns:a16="http://schemas.microsoft.com/office/drawing/2014/main" id="{B6A7AD0A-4B2F-4FF7-AE3E-C7C49FB28DE9}"/>
              </a:ext>
            </a:extLst>
          </p:cNvPr>
          <p:cNvSpPr>
            <a:spLocks/>
          </p:cNvSpPr>
          <p:nvPr/>
        </p:nvSpPr>
        <p:spPr bwMode="auto">
          <a:xfrm>
            <a:off x="1241851" y="3539980"/>
            <a:ext cx="90309" cy="137852"/>
          </a:xfrm>
          <a:custGeom>
            <a:avLst/>
            <a:gdLst>
              <a:gd name="T0" fmla="*/ 29 w 36"/>
              <a:gd name="T1" fmla="*/ 2 h 55"/>
              <a:gd name="T2" fmla="*/ 22 w 36"/>
              <a:gd name="T3" fmla="*/ 26 h 55"/>
              <a:gd name="T4" fmla="*/ 16 w 36"/>
              <a:gd name="T5" fmla="*/ 33 h 55"/>
              <a:gd name="T6" fmla="*/ 17 w 36"/>
              <a:gd name="T7" fmla="*/ 27 h 55"/>
              <a:gd name="T8" fmla="*/ 14 w 36"/>
              <a:gd name="T9" fmla="*/ 19 h 55"/>
              <a:gd name="T10" fmla="*/ 6 w 36"/>
              <a:gd name="T11" fmla="*/ 22 h 55"/>
              <a:gd name="T12" fmla="*/ 0 w 36"/>
              <a:gd name="T13" fmla="*/ 39 h 55"/>
              <a:gd name="T14" fmla="*/ 0 w 36"/>
              <a:gd name="T15" fmla="*/ 55 h 55"/>
              <a:gd name="T16" fmla="*/ 20 w 36"/>
              <a:gd name="T17" fmla="*/ 55 h 55"/>
              <a:gd name="T18" fmla="*/ 20 w 36"/>
              <a:gd name="T19" fmla="*/ 52 h 55"/>
              <a:gd name="T20" fmla="*/ 35 w 36"/>
              <a:gd name="T21" fmla="*/ 36 h 55"/>
              <a:gd name="T22" fmla="*/ 36 w 36"/>
              <a:gd name="T23" fmla="*/ 35 h 55"/>
              <a:gd name="T24" fmla="*/ 36 w 36"/>
              <a:gd name="T25" fmla="*/ 3 h 55"/>
              <a:gd name="T26" fmla="*/ 29 w 36"/>
              <a:gd name="T27" fmla="*/ 2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55">
                <a:moveTo>
                  <a:pt x="29" y="2"/>
                </a:moveTo>
                <a:cubicBezTo>
                  <a:pt x="24" y="5"/>
                  <a:pt x="22" y="13"/>
                  <a:pt x="22" y="26"/>
                </a:cubicBezTo>
                <a:cubicBezTo>
                  <a:pt x="16" y="33"/>
                  <a:pt x="16" y="33"/>
                  <a:pt x="16" y="33"/>
                </a:cubicBezTo>
                <a:cubicBezTo>
                  <a:pt x="17" y="27"/>
                  <a:pt x="17" y="27"/>
                  <a:pt x="17" y="27"/>
                </a:cubicBezTo>
                <a:cubicBezTo>
                  <a:pt x="18" y="23"/>
                  <a:pt x="16" y="20"/>
                  <a:pt x="14" y="19"/>
                </a:cubicBezTo>
                <a:cubicBezTo>
                  <a:pt x="12" y="18"/>
                  <a:pt x="8" y="19"/>
                  <a:pt x="6" y="22"/>
                </a:cubicBezTo>
                <a:cubicBezTo>
                  <a:pt x="4" y="26"/>
                  <a:pt x="0" y="38"/>
                  <a:pt x="0" y="39"/>
                </a:cubicBezTo>
                <a:cubicBezTo>
                  <a:pt x="0" y="55"/>
                  <a:pt x="0" y="55"/>
                  <a:pt x="0" y="55"/>
                </a:cubicBezTo>
                <a:cubicBezTo>
                  <a:pt x="20" y="55"/>
                  <a:pt x="20" y="55"/>
                  <a:pt x="20" y="55"/>
                </a:cubicBezTo>
                <a:cubicBezTo>
                  <a:pt x="20" y="52"/>
                  <a:pt x="20" y="52"/>
                  <a:pt x="20" y="52"/>
                </a:cubicBezTo>
                <a:cubicBezTo>
                  <a:pt x="23" y="49"/>
                  <a:pt x="33" y="39"/>
                  <a:pt x="35" y="36"/>
                </a:cubicBezTo>
                <a:cubicBezTo>
                  <a:pt x="36" y="36"/>
                  <a:pt x="36" y="36"/>
                  <a:pt x="36" y="35"/>
                </a:cubicBezTo>
                <a:cubicBezTo>
                  <a:pt x="36" y="3"/>
                  <a:pt x="36" y="3"/>
                  <a:pt x="36" y="3"/>
                </a:cubicBezTo>
                <a:cubicBezTo>
                  <a:pt x="36" y="0"/>
                  <a:pt x="31" y="0"/>
                  <a:pt x="29" y="2"/>
                </a:cubicBez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38" name="Freeform 233">
            <a:extLst>
              <a:ext uri="{FF2B5EF4-FFF2-40B4-BE49-F238E27FC236}">
                <a16:creationId xmlns:a16="http://schemas.microsoft.com/office/drawing/2014/main" id="{3FCD3C58-01CC-4BDA-8144-97395AD61BDC}"/>
              </a:ext>
            </a:extLst>
          </p:cNvPr>
          <p:cNvSpPr>
            <a:spLocks/>
          </p:cNvSpPr>
          <p:nvPr/>
        </p:nvSpPr>
        <p:spPr bwMode="auto">
          <a:xfrm>
            <a:off x="1089813" y="3539980"/>
            <a:ext cx="91452" cy="137852"/>
          </a:xfrm>
          <a:custGeom>
            <a:avLst/>
            <a:gdLst>
              <a:gd name="T0" fmla="*/ 16 w 36"/>
              <a:gd name="T1" fmla="*/ 55 h 55"/>
              <a:gd name="T2" fmla="*/ 36 w 36"/>
              <a:gd name="T3" fmla="*/ 55 h 55"/>
              <a:gd name="T4" fmla="*/ 36 w 36"/>
              <a:gd name="T5" fmla="*/ 39 h 55"/>
              <a:gd name="T6" fmla="*/ 30 w 36"/>
              <a:gd name="T7" fmla="*/ 22 h 55"/>
              <a:gd name="T8" fmla="*/ 22 w 36"/>
              <a:gd name="T9" fmla="*/ 19 h 55"/>
              <a:gd name="T10" fmla="*/ 19 w 36"/>
              <a:gd name="T11" fmla="*/ 27 h 55"/>
              <a:gd name="T12" fmla="*/ 20 w 36"/>
              <a:gd name="T13" fmla="*/ 33 h 55"/>
              <a:gd name="T14" fmla="*/ 14 w 36"/>
              <a:gd name="T15" fmla="*/ 26 h 55"/>
              <a:gd name="T16" fmla="*/ 7 w 36"/>
              <a:gd name="T17" fmla="*/ 2 h 55"/>
              <a:gd name="T18" fmla="*/ 0 w 36"/>
              <a:gd name="T19" fmla="*/ 3 h 55"/>
              <a:gd name="T20" fmla="*/ 0 w 36"/>
              <a:gd name="T21" fmla="*/ 35 h 55"/>
              <a:gd name="T22" fmla="*/ 1 w 36"/>
              <a:gd name="T23" fmla="*/ 37 h 55"/>
              <a:gd name="T24" fmla="*/ 16 w 36"/>
              <a:gd name="T25" fmla="*/ 52 h 55"/>
              <a:gd name="T26" fmla="*/ 16 w 36"/>
              <a:gd name="T2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55">
                <a:moveTo>
                  <a:pt x="16" y="55"/>
                </a:moveTo>
                <a:cubicBezTo>
                  <a:pt x="36" y="55"/>
                  <a:pt x="36" y="55"/>
                  <a:pt x="36" y="55"/>
                </a:cubicBezTo>
                <a:cubicBezTo>
                  <a:pt x="36" y="39"/>
                  <a:pt x="36" y="39"/>
                  <a:pt x="36" y="39"/>
                </a:cubicBezTo>
                <a:cubicBezTo>
                  <a:pt x="36" y="38"/>
                  <a:pt x="32" y="26"/>
                  <a:pt x="30" y="22"/>
                </a:cubicBezTo>
                <a:cubicBezTo>
                  <a:pt x="27" y="19"/>
                  <a:pt x="24" y="18"/>
                  <a:pt x="22" y="19"/>
                </a:cubicBezTo>
                <a:cubicBezTo>
                  <a:pt x="20" y="20"/>
                  <a:pt x="18" y="23"/>
                  <a:pt x="19" y="27"/>
                </a:cubicBezTo>
                <a:cubicBezTo>
                  <a:pt x="20" y="33"/>
                  <a:pt x="20" y="33"/>
                  <a:pt x="20" y="33"/>
                </a:cubicBezTo>
                <a:cubicBezTo>
                  <a:pt x="14" y="26"/>
                  <a:pt x="14" y="26"/>
                  <a:pt x="14" y="26"/>
                </a:cubicBezTo>
                <a:cubicBezTo>
                  <a:pt x="14" y="13"/>
                  <a:pt x="12" y="5"/>
                  <a:pt x="7" y="2"/>
                </a:cubicBezTo>
                <a:cubicBezTo>
                  <a:pt x="5" y="0"/>
                  <a:pt x="0" y="0"/>
                  <a:pt x="0" y="3"/>
                </a:cubicBezTo>
                <a:cubicBezTo>
                  <a:pt x="0" y="35"/>
                  <a:pt x="0" y="35"/>
                  <a:pt x="0" y="35"/>
                </a:cubicBezTo>
                <a:cubicBezTo>
                  <a:pt x="0" y="36"/>
                  <a:pt x="0" y="36"/>
                  <a:pt x="1" y="37"/>
                </a:cubicBezTo>
                <a:cubicBezTo>
                  <a:pt x="4" y="39"/>
                  <a:pt x="14" y="49"/>
                  <a:pt x="16" y="52"/>
                </a:cubicBezTo>
                <a:lnTo>
                  <a:pt x="16" y="55"/>
                </a:ln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39" name="Freeform 234">
            <a:extLst>
              <a:ext uri="{FF2B5EF4-FFF2-40B4-BE49-F238E27FC236}">
                <a16:creationId xmlns:a16="http://schemas.microsoft.com/office/drawing/2014/main" id="{30FDB78A-C7E2-42A4-A728-B2D51B71B607}"/>
              </a:ext>
            </a:extLst>
          </p:cNvPr>
          <p:cNvSpPr>
            <a:spLocks/>
          </p:cNvSpPr>
          <p:nvPr/>
        </p:nvSpPr>
        <p:spPr bwMode="auto">
          <a:xfrm>
            <a:off x="1120678" y="3688086"/>
            <a:ext cx="70875" cy="29621"/>
          </a:xfrm>
          <a:custGeom>
            <a:avLst/>
            <a:gdLst>
              <a:gd name="T0" fmla="*/ 0 w 28"/>
              <a:gd name="T1" fmla="*/ 0 h 12"/>
              <a:gd name="T2" fmla="*/ 0 w 28"/>
              <a:gd name="T3" fmla="*/ 10 h 12"/>
              <a:gd name="T4" fmla="*/ 2 w 28"/>
              <a:gd name="T5" fmla="*/ 12 h 12"/>
              <a:gd name="T6" fmla="*/ 26 w 28"/>
              <a:gd name="T7" fmla="*/ 12 h 12"/>
              <a:gd name="T8" fmla="*/ 28 w 28"/>
              <a:gd name="T9" fmla="*/ 10 h 12"/>
              <a:gd name="T10" fmla="*/ 28 w 28"/>
              <a:gd name="T11" fmla="*/ 0 h 12"/>
              <a:gd name="T12" fmla="*/ 0 w 2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8" h="12">
                <a:moveTo>
                  <a:pt x="0" y="0"/>
                </a:moveTo>
                <a:cubicBezTo>
                  <a:pt x="0" y="10"/>
                  <a:pt x="0" y="10"/>
                  <a:pt x="0" y="10"/>
                </a:cubicBezTo>
                <a:cubicBezTo>
                  <a:pt x="0" y="11"/>
                  <a:pt x="1" y="12"/>
                  <a:pt x="2" y="12"/>
                </a:cubicBezTo>
                <a:cubicBezTo>
                  <a:pt x="26" y="12"/>
                  <a:pt x="26" y="12"/>
                  <a:pt x="26" y="12"/>
                </a:cubicBezTo>
                <a:cubicBezTo>
                  <a:pt x="27" y="12"/>
                  <a:pt x="28" y="11"/>
                  <a:pt x="28" y="10"/>
                </a:cubicBezTo>
                <a:cubicBezTo>
                  <a:pt x="28" y="0"/>
                  <a:pt x="28" y="0"/>
                  <a:pt x="28" y="0"/>
                </a:cubicBezTo>
                <a:lnTo>
                  <a:pt x="0" y="0"/>
                </a:ln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0" name="Freeform 235">
            <a:extLst>
              <a:ext uri="{FF2B5EF4-FFF2-40B4-BE49-F238E27FC236}">
                <a16:creationId xmlns:a16="http://schemas.microsoft.com/office/drawing/2014/main" id="{4B8AB2EF-AFDE-4498-A037-982D4C2AA6A8}"/>
              </a:ext>
            </a:extLst>
          </p:cNvPr>
          <p:cNvSpPr>
            <a:spLocks/>
          </p:cNvSpPr>
          <p:nvPr/>
        </p:nvSpPr>
        <p:spPr bwMode="auto">
          <a:xfrm>
            <a:off x="1150399" y="3514916"/>
            <a:ext cx="50298" cy="90003"/>
          </a:xfrm>
          <a:custGeom>
            <a:avLst/>
            <a:gdLst>
              <a:gd name="T0" fmla="*/ 20 w 20"/>
              <a:gd name="T1" fmla="*/ 12 h 36"/>
              <a:gd name="T2" fmla="*/ 0 w 20"/>
              <a:gd name="T3" fmla="*/ 0 h 36"/>
              <a:gd name="T4" fmla="*/ 0 w 20"/>
              <a:gd name="T5" fmla="*/ 23 h 36"/>
              <a:gd name="T6" fmla="*/ 1 w 20"/>
              <a:gd name="T7" fmla="*/ 25 h 36"/>
              <a:gd name="T8" fmla="*/ 20 w 20"/>
              <a:gd name="T9" fmla="*/ 36 h 36"/>
              <a:gd name="T10" fmla="*/ 20 w 20"/>
              <a:gd name="T11" fmla="*/ 12 h 36"/>
            </a:gdLst>
            <a:ahLst/>
            <a:cxnLst>
              <a:cxn ang="0">
                <a:pos x="T0" y="T1"/>
              </a:cxn>
              <a:cxn ang="0">
                <a:pos x="T2" y="T3"/>
              </a:cxn>
              <a:cxn ang="0">
                <a:pos x="T4" y="T5"/>
              </a:cxn>
              <a:cxn ang="0">
                <a:pos x="T6" y="T7"/>
              </a:cxn>
              <a:cxn ang="0">
                <a:pos x="T8" y="T9"/>
              </a:cxn>
              <a:cxn ang="0">
                <a:pos x="T10" y="T11"/>
              </a:cxn>
            </a:cxnLst>
            <a:rect l="0" t="0" r="r" b="b"/>
            <a:pathLst>
              <a:path w="20" h="36">
                <a:moveTo>
                  <a:pt x="20" y="12"/>
                </a:moveTo>
                <a:cubicBezTo>
                  <a:pt x="0" y="0"/>
                  <a:pt x="0" y="0"/>
                  <a:pt x="0" y="0"/>
                </a:cubicBezTo>
                <a:cubicBezTo>
                  <a:pt x="0" y="23"/>
                  <a:pt x="0" y="23"/>
                  <a:pt x="0" y="23"/>
                </a:cubicBezTo>
                <a:cubicBezTo>
                  <a:pt x="0" y="24"/>
                  <a:pt x="0" y="24"/>
                  <a:pt x="1" y="25"/>
                </a:cubicBezTo>
                <a:cubicBezTo>
                  <a:pt x="20" y="36"/>
                  <a:pt x="20" y="36"/>
                  <a:pt x="20" y="36"/>
                </a:cubicBezTo>
                <a:lnTo>
                  <a:pt x="20" y="12"/>
                </a:ln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1" name="Freeform 236">
            <a:extLst>
              <a:ext uri="{FF2B5EF4-FFF2-40B4-BE49-F238E27FC236}">
                <a16:creationId xmlns:a16="http://schemas.microsoft.com/office/drawing/2014/main" id="{0DC22DF6-AA24-4D42-A34E-EA7E1B817A7E}"/>
              </a:ext>
            </a:extLst>
          </p:cNvPr>
          <p:cNvSpPr>
            <a:spLocks/>
          </p:cNvSpPr>
          <p:nvPr/>
        </p:nvSpPr>
        <p:spPr bwMode="auto">
          <a:xfrm>
            <a:off x="1156115" y="3477320"/>
            <a:ext cx="110886" cy="60382"/>
          </a:xfrm>
          <a:custGeom>
            <a:avLst/>
            <a:gdLst>
              <a:gd name="T0" fmla="*/ 20 w 44"/>
              <a:gd name="T1" fmla="*/ 24 h 24"/>
              <a:gd name="T2" fmla="*/ 44 w 44"/>
              <a:gd name="T3" fmla="*/ 12 h 24"/>
              <a:gd name="T4" fmla="*/ 23 w 44"/>
              <a:gd name="T5" fmla="*/ 0 h 24"/>
              <a:gd name="T6" fmla="*/ 21 w 44"/>
              <a:gd name="T7" fmla="*/ 0 h 24"/>
              <a:gd name="T8" fmla="*/ 0 w 44"/>
              <a:gd name="T9" fmla="*/ 12 h 24"/>
              <a:gd name="T10" fmla="*/ 20 w 44"/>
              <a:gd name="T11" fmla="*/ 24 h 24"/>
            </a:gdLst>
            <a:ahLst/>
            <a:cxnLst>
              <a:cxn ang="0">
                <a:pos x="T0" y="T1"/>
              </a:cxn>
              <a:cxn ang="0">
                <a:pos x="T2" y="T3"/>
              </a:cxn>
              <a:cxn ang="0">
                <a:pos x="T4" y="T5"/>
              </a:cxn>
              <a:cxn ang="0">
                <a:pos x="T6" y="T7"/>
              </a:cxn>
              <a:cxn ang="0">
                <a:pos x="T8" y="T9"/>
              </a:cxn>
              <a:cxn ang="0">
                <a:pos x="T10" y="T11"/>
              </a:cxn>
            </a:cxnLst>
            <a:rect l="0" t="0" r="r" b="b"/>
            <a:pathLst>
              <a:path w="44" h="24">
                <a:moveTo>
                  <a:pt x="20" y="24"/>
                </a:moveTo>
                <a:cubicBezTo>
                  <a:pt x="44" y="12"/>
                  <a:pt x="44" y="12"/>
                  <a:pt x="44" y="12"/>
                </a:cubicBezTo>
                <a:cubicBezTo>
                  <a:pt x="23" y="0"/>
                  <a:pt x="23" y="0"/>
                  <a:pt x="23" y="0"/>
                </a:cubicBezTo>
                <a:cubicBezTo>
                  <a:pt x="22" y="0"/>
                  <a:pt x="22" y="0"/>
                  <a:pt x="21" y="0"/>
                </a:cubicBezTo>
                <a:cubicBezTo>
                  <a:pt x="0" y="12"/>
                  <a:pt x="0" y="12"/>
                  <a:pt x="0" y="12"/>
                </a:cubicBezTo>
                <a:lnTo>
                  <a:pt x="20" y="24"/>
                </a:ln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2" name="Freeform 237">
            <a:extLst>
              <a:ext uri="{FF2B5EF4-FFF2-40B4-BE49-F238E27FC236}">
                <a16:creationId xmlns:a16="http://schemas.microsoft.com/office/drawing/2014/main" id="{2DC4EF60-602B-4232-A3AC-BB2A62B1178E}"/>
              </a:ext>
            </a:extLst>
          </p:cNvPr>
          <p:cNvSpPr>
            <a:spLocks/>
          </p:cNvSpPr>
          <p:nvPr/>
        </p:nvSpPr>
        <p:spPr bwMode="auto">
          <a:xfrm>
            <a:off x="1210987" y="3514916"/>
            <a:ext cx="60587" cy="90003"/>
          </a:xfrm>
          <a:custGeom>
            <a:avLst/>
            <a:gdLst>
              <a:gd name="T0" fmla="*/ 0 w 24"/>
              <a:gd name="T1" fmla="*/ 12 h 36"/>
              <a:gd name="T2" fmla="*/ 0 w 24"/>
              <a:gd name="T3" fmla="*/ 36 h 36"/>
              <a:gd name="T4" fmla="*/ 23 w 24"/>
              <a:gd name="T5" fmla="*/ 25 h 36"/>
              <a:gd name="T6" fmla="*/ 24 w 24"/>
              <a:gd name="T7" fmla="*/ 23 h 36"/>
              <a:gd name="T8" fmla="*/ 24 w 24"/>
              <a:gd name="T9" fmla="*/ 0 h 36"/>
              <a:gd name="T10" fmla="*/ 0 w 24"/>
              <a:gd name="T11" fmla="*/ 12 h 36"/>
            </a:gdLst>
            <a:ahLst/>
            <a:cxnLst>
              <a:cxn ang="0">
                <a:pos x="T0" y="T1"/>
              </a:cxn>
              <a:cxn ang="0">
                <a:pos x="T2" y="T3"/>
              </a:cxn>
              <a:cxn ang="0">
                <a:pos x="T4" y="T5"/>
              </a:cxn>
              <a:cxn ang="0">
                <a:pos x="T6" y="T7"/>
              </a:cxn>
              <a:cxn ang="0">
                <a:pos x="T8" y="T9"/>
              </a:cxn>
              <a:cxn ang="0">
                <a:pos x="T10" y="T11"/>
              </a:cxn>
            </a:cxnLst>
            <a:rect l="0" t="0" r="r" b="b"/>
            <a:pathLst>
              <a:path w="24" h="36">
                <a:moveTo>
                  <a:pt x="0" y="12"/>
                </a:moveTo>
                <a:cubicBezTo>
                  <a:pt x="0" y="36"/>
                  <a:pt x="0" y="36"/>
                  <a:pt x="0" y="36"/>
                </a:cubicBezTo>
                <a:cubicBezTo>
                  <a:pt x="23" y="25"/>
                  <a:pt x="23" y="25"/>
                  <a:pt x="23" y="25"/>
                </a:cubicBezTo>
                <a:cubicBezTo>
                  <a:pt x="24" y="24"/>
                  <a:pt x="24" y="24"/>
                  <a:pt x="24" y="23"/>
                </a:cubicBezTo>
                <a:cubicBezTo>
                  <a:pt x="24" y="0"/>
                  <a:pt x="24" y="0"/>
                  <a:pt x="24" y="0"/>
                </a:cubicBezTo>
                <a:lnTo>
                  <a:pt x="0" y="12"/>
                </a:lnTo>
                <a:close/>
              </a:path>
            </a:pathLst>
          </a:custGeom>
          <a:noFill/>
          <a:ln w="9525">
            <a:solidFill>
              <a:schemeClr val="accent2"/>
            </a:solid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3" name="Freeform 2047">
            <a:extLst>
              <a:ext uri="{FF2B5EF4-FFF2-40B4-BE49-F238E27FC236}">
                <a16:creationId xmlns:a16="http://schemas.microsoft.com/office/drawing/2014/main" id="{0E17496A-0862-493F-8708-84CF64EAE521}"/>
              </a:ext>
            </a:extLst>
          </p:cNvPr>
          <p:cNvSpPr>
            <a:spLocks/>
          </p:cNvSpPr>
          <p:nvPr/>
        </p:nvSpPr>
        <p:spPr bwMode="auto">
          <a:xfrm>
            <a:off x="1281767" y="2382811"/>
            <a:ext cx="0" cy="138575"/>
          </a:xfrm>
          <a:custGeom>
            <a:avLst/>
            <a:gdLst>
              <a:gd name="T0" fmla="*/ 0 h 312"/>
              <a:gd name="T1" fmla="*/ 0 h 312"/>
              <a:gd name="T2" fmla="*/ 312 h 312"/>
            </a:gdLst>
            <a:ahLst/>
            <a:cxnLst>
              <a:cxn ang="0">
                <a:pos x="0" y="T0"/>
              </a:cxn>
              <a:cxn ang="0">
                <a:pos x="0" y="T1"/>
              </a:cxn>
              <a:cxn ang="0">
                <a:pos x="0" y="T2"/>
              </a:cxn>
            </a:cxnLst>
            <a:rect l="0" t="0" r="r" b="b"/>
            <a:pathLst>
              <a:path h="312">
                <a:moveTo>
                  <a:pt x="0" y="0"/>
                </a:moveTo>
                <a:lnTo>
                  <a:pt x="0" y="0"/>
                </a:lnTo>
                <a:lnTo>
                  <a:pt x="0" y="312"/>
                </a:lnTo>
              </a:path>
            </a:pathLst>
          </a:cu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4" name="Freeform 2048">
            <a:extLst>
              <a:ext uri="{FF2B5EF4-FFF2-40B4-BE49-F238E27FC236}">
                <a16:creationId xmlns:a16="http://schemas.microsoft.com/office/drawing/2014/main" id="{118AA4F4-5B65-48F8-80FC-EFC53FCF653D}"/>
              </a:ext>
            </a:extLst>
          </p:cNvPr>
          <p:cNvSpPr>
            <a:spLocks/>
          </p:cNvSpPr>
          <p:nvPr/>
        </p:nvSpPr>
        <p:spPr bwMode="auto">
          <a:xfrm>
            <a:off x="1084120" y="2320145"/>
            <a:ext cx="217190" cy="59072"/>
          </a:xfrm>
          <a:custGeom>
            <a:avLst/>
            <a:gdLst>
              <a:gd name="T0" fmla="*/ 88 w 88"/>
              <a:gd name="T1" fmla="*/ 24 h 24"/>
              <a:gd name="T2" fmla="*/ 88 w 88"/>
              <a:gd name="T3" fmla="*/ 14 h 24"/>
              <a:gd name="T4" fmla="*/ 46 w 88"/>
              <a:gd name="T5" fmla="*/ 0 h 24"/>
              <a:gd name="T6" fmla="*/ 0 w 88"/>
              <a:gd name="T7" fmla="*/ 14 h 24"/>
              <a:gd name="T8" fmla="*/ 0 w 88"/>
              <a:gd name="T9" fmla="*/ 24 h 24"/>
              <a:gd name="T10" fmla="*/ 88 w 88"/>
              <a:gd name="T11" fmla="*/ 24 h 24"/>
            </a:gdLst>
            <a:ahLst/>
            <a:cxnLst>
              <a:cxn ang="0">
                <a:pos x="T0" y="T1"/>
              </a:cxn>
              <a:cxn ang="0">
                <a:pos x="T2" y="T3"/>
              </a:cxn>
              <a:cxn ang="0">
                <a:pos x="T4" y="T5"/>
              </a:cxn>
              <a:cxn ang="0">
                <a:pos x="T6" y="T7"/>
              </a:cxn>
              <a:cxn ang="0">
                <a:pos x="T8" y="T9"/>
              </a:cxn>
              <a:cxn ang="0">
                <a:pos x="T10" y="T11"/>
              </a:cxn>
            </a:cxnLst>
            <a:rect l="0" t="0" r="r" b="b"/>
            <a:pathLst>
              <a:path w="88" h="24">
                <a:moveTo>
                  <a:pt x="88" y="24"/>
                </a:moveTo>
                <a:cubicBezTo>
                  <a:pt x="88" y="14"/>
                  <a:pt x="88" y="14"/>
                  <a:pt x="88" y="14"/>
                </a:cubicBezTo>
                <a:cubicBezTo>
                  <a:pt x="46" y="0"/>
                  <a:pt x="46" y="0"/>
                  <a:pt x="46" y="0"/>
                </a:cubicBezTo>
                <a:cubicBezTo>
                  <a:pt x="0" y="14"/>
                  <a:pt x="0" y="14"/>
                  <a:pt x="0" y="14"/>
                </a:cubicBezTo>
                <a:cubicBezTo>
                  <a:pt x="0" y="24"/>
                  <a:pt x="0" y="24"/>
                  <a:pt x="0" y="24"/>
                </a:cubicBezTo>
                <a:cubicBezTo>
                  <a:pt x="29" y="24"/>
                  <a:pt x="55" y="24"/>
                  <a:pt x="88" y="24"/>
                </a:cubicBezTo>
                <a:close/>
              </a:path>
            </a:pathLst>
          </a:cu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6AE92B58-9B43-4EDE-A715-52E0921632E4}"/>
              </a:ext>
            </a:extLst>
          </p:cNvPr>
          <p:cNvSpPr>
            <a:spLocks noChangeArrowheads="1"/>
          </p:cNvSpPr>
          <p:nvPr/>
        </p:nvSpPr>
        <p:spPr bwMode="auto">
          <a:xfrm>
            <a:off x="1123649" y="2458276"/>
            <a:ext cx="69288" cy="59516"/>
          </a:xfrm>
          <a:prstGeom prst="rect">
            <a:avLst/>
          </a:pr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4D4915C5-C930-4D57-8237-22F011C949B4}"/>
              </a:ext>
            </a:extLst>
          </p:cNvPr>
          <p:cNvSpPr>
            <a:spLocks noChangeArrowheads="1"/>
          </p:cNvSpPr>
          <p:nvPr/>
        </p:nvSpPr>
        <p:spPr bwMode="auto">
          <a:xfrm>
            <a:off x="1192937" y="2458276"/>
            <a:ext cx="68844" cy="59516"/>
          </a:xfrm>
          <a:prstGeom prst="rect">
            <a:avLst/>
          </a:pr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7" name="Rectangle 46">
            <a:extLst>
              <a:ext uri="{FF2B5EF4-FFF2-40B4-BE49-F238E27FC236}">
                <a16:creationId xmlns:a16="http://schemas.microsoft.com/office/drawing/2014/main" id="{A8C7E03F-1D95-4C9B-AE68-C587A49D318C}"/>
              </a:ext>
            </a:extLst>
          </p:cNvPr>
          <p:cNvSpPr>
            <a:spLocks noChangeArrowheads="1"/>
          </p:cNvSpPr>
          <p:nvPr/>
        </p:nvSpPr>
        <p:spPr bwMode="auto">
          <a:xfrm>
            <a:off x="1160597" y="2395609"/>
            <a:ext cx="68844" cy="59072"/>
          </a:xfrm>
          <a:prstGeom prst="rect">
            <a:avLst/>
          </a:pr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ACACE016-AC40-4E80-9E05-5DF40752547D}"/>
              </a:ext>
            </a:extLst>
          </p:cNvPr>
          <p:cNvSpPr>
            <a:spLocks noChangeArrowheads="1"/>
          </p:cNvSpPr>
          <p:nvPr/>
        </p:nvSpPr>
        <p:spPr bwMode="auto">
          <a:xfrm>
            <a:off x="1180138" y="2395610"/>
            <a:ext cx="29758" cy="29758"/>
          </a:xfrm>
          <a:prstGeom prst="rect">
            <a:avLst/>
          </a:pr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49" name="Rectangle 48">
            <a:extLst>
              <a:ext uri="{FF2B5EF4-FFF2-40B4-BE49-F238E27FC236}">
                <a16:creationId xmlns:a16="http://schemas.microsoft.com/office/drawing/2014/main" id="{BA682D92-AFBD-497F-97BA-7B361BE65FAD}"/>
              </a:ext>
            </a:extLst>
          </p:cNvPr>
          <p:cNvSpPr>
            <a:spLocks noChangeArrowheads="1"/>
          </p:cNvSpPr>
          <p:nvPr/>
        </p:nvSpPr>
        <p:spPr bwMode="auto">
          <a:xfrm>
            <a:off x="1143636" y="2458276"/>
            <a:ext cx="29314" cy="29758"/>
          </a:xfrm>
          <a:prstGeom prst="rect">
            <a:avLst/>
          </a:pr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50" name="Rectangle 49">
            <a:extLst>
              <a:ext uri="{FF2B5EF4-FFF2-40B4-BE49-F238E27FC236}">
                <a16:creationId xmlns:a16="http://schemas.microsoft.com/office/drawing/2014/main" id="{E8C83A96-12F5-4E4B-9DC5-F031E5D2E2D4}"/>
              </a:ext>
            </a:extLst>
          </p:cNvPr>
          <p:cNvSpPr>
            <a:spLocks noChangeArrowheads="1"/>
          </p:cNvSpPr>
          <p:nvPr/>
        </p:nvSpPr>
        <p:spPr bwMode="auto">
          <a:xfrm>
            <a:off x="1212480" y="2458276"/>
            <a:ext cx="29758" cy="29758"/>
          </a:xfrm>
          <a:prstGeom prst="rect">
            <a:avLst/>
          </a:pr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sp>
        <p:nvSpPr>
          <p:cNvPr id="51" name="Freeform 2047">
            <a:extLst>
              <a:ext uri="{FF2B5EF4-FFF2-40B4-BE49-F238E27FC236}">
                <a16:creationId xmlns:a16="http://schemas.microsoft.com/office/drawing/2014/main" id="{B0641904-F1E5-4714-A243-5B173F07C002}"/>
              </a:ext>
            </a:extLst>
          </p:cNvPr>
          <p:cNvSpPr>
            <a:spLocks/>
          </p:cNvSpPr>
          <p:nvPr/>
        </p:nvSpPr>
        <p:spPr bwMode="auto">
          <a:xfrm>
            <a:off x="1102049" y="2382811"/>
            <a:ext cx="0" cy="138575"/>
          </a:xfrm>
          <a:custGeom>
            <a:avLst/>
            <a:gdLst>
              <a:gd name="T0" fmla="*/ 0 h 312"/>
              <a:gd name="T1" fmla="*/ 0 h 312"/>
              <a:gd name="T2" fmla="*/ 312 h 312"/>
            </a:gdLst>
            <a:ahLst/>
            <a:cxnLst>
              <a:cxn ang="0">
                <a:pos x="0" y="T0"/>
              </a:cxn>
              <a:cxn ang="0">
                <a:pos x="0" y="T1"/>
              </a:cxn>
              <a:cxn ang="0">
                <a:pos x="0" y="T2"/>
              </a:cxn>
            </a:cxnLst>
            <a:rect l="0" t="0" r="r" b="b"/>
            <a:pathLst>
              <a:path h="312">
                <a:moveTo>
                  <a:pt x="0" y="0"/>
                </a:moveTo>
                <a:lnTo>
                  <a:pt x="0" y="0"/>
                </a:lnTo>
                <a:lnTo>
                  <a:pt x="0" y="312"/>
                </a:lnTo>
              </a:path>
            </a:pathLst>
          </a:custGeom>
          <a:noFill/>
          <a:ln w="95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BB036270-5E9B-E4F7-2B54-7BF27899E743}"/>
              </a:ext>
            </a:extLst>
          </p:cNvPr>
          <p:cNvGrpSpPr/>
          <p:nvPr/>
        </p:nvGrpSpPr>
        <p:grpSpPr>
          <a:xfrm>
            <a:off x="943017" y="2743200"/>
            <a:ext cx="10307737" cy="2718612"/>
            <a:chOff x="1433066" y="2743200"/>
            <a:chExt cx="9411919" cy="2718612"/>
          </a:xfrm>
        </p:grpSpPr>
        <p:cxnSp>
          <p:nvCxnSpPr>
            <p:cNvPr id="7" name="Straight Connector 6">
              <a:extLst>
                <a:ext uri="{FF2B5EF4-FFF2-40B4-BE49-F238E27FC236}">
                  <a16:creationId xmlns:a16="http://schemas.microsoft.com/office/drawing/2014/main" id="{0D95DCC7-16F8-4F81-B226-2F684CA487D4}"/>
                </a:ext>
              </a:extLst>
            </p:cNvPr>
            <p:cNvCxnSpPr>
              <a:cxnSpLocks/>
            </p:cNvCxnSpPr>
            <p:nvPr/>
          </p:nvCxnSpPr>
          <p:spPr>
            <a:xfrm>
              <a:off x="1447800" y="2743200"/>
              <a:ext cx="939718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E5AF713-886B-4DCA-B533-511E28440BB3}"/>
                </a:ext>
              </a:extLst>
            </p:cNvPr>
            <p:cNvCxnSpPr>
              <a:cxnSpLocks/>
            </p:cNvCxnSpPr>
            <p:nvPr/>
          </p:nvCxnSpPr>
          <p:spPr>
            <a:xfrm>
              <a:off x="1442888" y="3338056"/>
              <a:ext cx="939718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8495CDE-DCEA-488C-8A3F-D1949153C666}"/>
                </a:ext>
              </a:extLst>
            </p:cNvPr>
            <p:cNvCxnSpPr>
              <a:cxnSpLocks/>
            </p:cNvCxnSpPr>
            <p:nvPr/>
          </p:nvCxnSpPr>
          <p:spPr>
            <a:xfrm>
              <a:off x="1447804" y="3932904"/>
              <a:ext cx="939718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F2BD4EB-BA2B-4018-B7D0-AC6E7CF31960}"/>
                </a:ext>
              </a:extLst>
            </p:cNvPr>
            <p:cNvCxnSpPr>
              <a:cxnSpLocks/>
            </p:cNvCxnSpPr>
            <p:nvPr/>
          </p:nvCxnSpPr>
          <p:spPr>
            <a:xfrm>
              <a:off x="1442892" y="4311445"/>
              <a:ext cx="939718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3B03426-0CAC-4526-97FA-FBD4C0C920FE}"/>
                </a:ext>
              </a:extLst>
            </p:cNvPr>
            <p:cNvCxnSpPr>
              <a:cxnSpLocks/>
            </p:cNvCxnSpPr>
            <p:nvPr/>
          </p:nvCxnSpPr>
          <p:spPr>
            <a:xfrm>
              <a:off x="1437980" y="4876796"/>
              <a:ext cx="939718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8D51B843-C99A-4B8C-A0D2-8E5CFA73D299}"/>
                </a:ext>
              </a:extLst>
            </p:cNvPr>
            <p:cNvCxnSpPr>
              <a:cxnSpLocks/>
            </p:cNvCxnSpPr>
            <p:nvPr/>
          </p:nvCxnSpPr>
          <p:spPr>
            <a:xfrm>
              <a:off x="1433066" y="5461812"/>
              <a:ext cx="939718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 name="Picture 1" descr="A green and white striped flag&#10;&#10;Description automatically generated with low confidence">
            <a:extLst>
              <a:ext uri="{FF2B5EF4-FFF2-40B4-BE49-F238E27FC236}">
                <a16:creationId xmlns:a16="http://schemas.microsoft.com/office/drawing/2014/main" id="{57B6ABD2-016A-EF84-B22F-74DDA4ADF986}"/>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5" name="Slide Number Placeholder 1">
            <a:extLst>
              <a:ext uri="{FF2B5EF4-FFF2-40B4-BE49-F238E27FC236}">
                <a16:creationId xmlns:a16="http://schemas.microsoft.com/office/drawing/2014/main" id="{292BE531-DB95-7344-3C3B-B5A131C042D5}"/>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3</a:t>
            </a:fld>
            <a:endParaRPr lang="en-US" sz="900" dirty="0">
              <a:solidFill>
                <a:schemeClr val="tx2"/>
              </a:solidFill>
            </a:endParaRPr>
          </a:p>
        </p:txBody>
      </p:sp>
    </p:spTree>
    <p:extLst>
      <p:ext uri="{BB962C8B-B14F-4D97-AF65-F5344CB8AC3E}">
        <p14:creationId xmlns:p14="http://schemas.microsoft.com/office/powerpoint/2010/main" val="3951256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0A687DB-7FA9-413E-BC7D-C24457BDBEC3}"/>
              </a:ext>
            </a:extLst>
          </p:cNvPr>
          <p:cNvSpPr>
            <a:spLocks noGrp="1"/>
          </p:cNvSpPr>
          <p:nvPr>
            <p:ph type="title"/>
          </p:nvPr>
        </p:nvSpPr>
        <p:spPr>
          <a:xfrm>
            <a:off x="4048778" y="284103"/>
            <a:ext cx="6010275" cy="1325563"/>
          </a:xfrm>
        </p:spPr>
        <p:txBody>
          <a:bodyPr vert="horz" lIns="91440" tIns="45720" rIns="91440" bIns="45720" rtlCol="0" anchor="ctr">
            <a:normAutofit/>
          </a:bodyPr>
          <a:lstStyle/>
          <a:p>
            <a:r>
              <a:rPr lang="en-US" sz="4000" b="1" dirty="0">
                <a:cs typeface="Arial" panose="020B0604020202020204" pitchFamily="34" charset="0"/>
              </a:rPr>
              <a:t>The service you</a:t>
            </a:r>
            <a:br>
              <a:rPr lang="en-US" sz="4000" b="1" dirty="0">
                <a:cs typeface="Arial" panose="020B0604020202020204" pitchFamily="34" charset="0"/>
              </a:rPr>
            </a:br>
            <a:r>
              <a:rPr lang="en-US" sz="4000" b="1" dirty="0">
                <a:cs typeface="Arial" panose="020B0604020202020204" pitchFamily="34" charset="0"/>
              </a:rPr>
              <a:t>choose depends on:</a:t>
            </a:r>
          </a:p>
        </p:txBody>
      </p:sp>
      <p:sp>
        <p:nvSpPr>
          <p:cNvPr id="13" name="Content Placeholder 12">
            <a:extLst>
              <a:ext uri="{FF2B5EF4-FFF2-40B4-BE49-F238E27FC236}">
                <a16:creationId xmlns:a16="http://schemas.microsoft.com/office/drawing/2014/main" id="{252D2E20-21AB-4F00-B11F-1240B712E11B}"/>
              </a:ext>
            </a:extLst>
          </p:cNvPr>
          <p:cNvSpPr>
            <a:spLocks noGrp="1"/>
          </p:cNvSpPr>
          <p:nvPr>
            <p:ph idx="1"/>
          </p:nvPr>
        </p:nvSpPr>
        <p:spPr>
          <a:xfrm>
            <a:off x="4048778" y="1612161"/>
            <a:ext cx="4133850" cy="975562"/>
          </a:xfrm>
        </p:spPr>
        <p:txBody>
          <a:bodyPr vert="horz" lIns="91440" tIns="45720" rIns="91440" bIns="45720" rtlCol="0" anchor="t">
            <a:normAutofit/>
          </a:bodyPr>
          <a:lstStyle/>
          <a:p>
            <a:pPr marL="285750" indent="-285750">
              <a:lnSpc>
                <a:spcPct val="100000"/>
              </a:lnSpc>
              <a:spcBef>
                <a:spcPts val="0"/>
              </a:spcBef>
              <a:buFont typeface="Arial,Sans-Serif" panose="020B0604020202020204" pitchFamily="34" charset="0"/>
            </a:pPr>
            <a:r>
              <a:rPr lang="en-AU" sz="1400" dirty="0">
                <a:solidFill>
                  <a:schemeClr val="bg2">
                    <a:lumMod val="25000"/>
                  </a:schemeClr>
                </a:solidFill>
                <a:ea typeface="+mn-lt"/>
                <a:cs typeface="Arial" panose="020B0604020202020204" pitchFamily="34" charset="0"/>
              </a:rPr>
              <a:t>When you would like it delivered</a:t>
            </a:r>
            <a:endParaRPr lang="en-US" sz="1400" dirty="0">
              <a:solidFill>
                <a:schemeClr val="bg2">
                  <a:lumMod val="25000"/>
                </a:schemeClr>
              </a:solidFill>
              <a:ea typeface="+mn-lt"/>
              <a:cs typeface="Arial" panose="020B0604020202020204" pitchFamily="34" charset="0"/>
            </a:endParaRPr>
          </a:p>
          <a:p>
            <a:pPr marL="285750" indent="-285750">
              <a:lnSpc>
                <a:spcPct val="100000"/>
              </a:lnSpc>
              <a:spcBef>
                <a:spcPts val="0"/>
              </a:spcBef>
              <a:buFont typeface="Arial,Sans-Serif" panose="020B0604020202020204" pitchFamily="34" charset="0"/>
            </a:pPr>
            <a:r>
              <a:rPr lang="en-AU" sz="1400" dirty="0">
                <a:solidFill>
                  <a:schemeClr val="bg2">
                    <a:lumMod val="25000"/>
                  </a:schemeClr>
                </a:solidFill>
                <a:ea typeface="+mn-lt"/>
                <a:cs typeface="Arial" panose="020B0604020202020204" pitchFamily="34" charset="0"/>
              </a:rPr>
              <a:t>The cost</a:t>
            </a:r>
            <a:endParaRPr lang="en-US" sz="1400" dirty="0">
              <a:solidFill>
                <a:schemeClr val="bg2">
                  <a:lumMod val="25000"/>
                </a:schemeClr>
              </a:solidFill>
              <a:ea typeface="+mn-lt"/>
              <a:cs typeface="Arial" panose="020B0604020202020204" pitchFamily="34" charset="0"/>
            </a:endParaRPr>
          </a:p>
          <a:p>
            <a:pPr marL="285750" indent="-285750">
              <a:lnSpc>
                <a:spcPct val="100000"/>
              </a:lnSpc>
              <a:spcBef>
                <a:spcPts val="0"/>
              </a:spcBef>
              <a:buFont typeface="Arial,Sans-Serif" panose="020B0604020202020204" pitchFamily="34" charset="0"/>
            </a:pPr>
            <a:r>
              <a:rPr lang="en-AU" sz="1400" dirty="0">
                <a:solidFill>
                  <a:schemeClr val="bg2">
                    <a:lumMod val="25000"/>
                  </a:schemeClr>
                </a:solidFill>
                <a:ea typeface="+mn-lt"/>
                <a:cs typeface="Arial" panose="020B0604020202020204" pitchFamily="34" charset="0"/>
              </a:rPr>
              <a:t>The freight type</a:t>
            </a:r>
            <a:endParaRPr lang="en-US" sz="1400" dirty="0">
              <a:solidFill>
                <a:schemeClr val="bg2">
                  <a:lumMod val="25000"/>
                </a:schemeClr>
              </a:solidFill>
              <a:ea typeface="+mn-lt"/>
              <a:cs typeface="Arial" panose="020B0604020202020204" pitchFamily="34" charset="0"/>
            </a:endParaRPr>
          </a:p>
          <a:p>
            <a:pPr marL="285750" indent="-285750">
              <a:lnSpc>
                <a:spcPct val="100000"/>
              </a:lnSpc>
              <a:spcBef>
                <a:spcPts val="0"/>
              </a:spcBef>
              <a:buFont typeface="Arial,Sans-Serif" panose="020B0604020202020204" pitchFamily="34" charset="0"/>
            </a:pPr>
            <a:r>
              <a:rPr lang="en-AU" sz="1400" dirty="0">
                <a:solidFill>
                  <a:schemeClr val="bg2">
                    <a:lumMod val="25000"/>
                  </a:schemeClr>
                </a:solidFill>
                <a:ea typeface="+mn-lt"/>
                <a:cs typeface="Arial" panose="020B0604020202020204" pitchFamily="34" charset="0"/>
              </a:rPr>
              <a:t>Any specialised needs</a:t>
            </a:r>
            <a:endParaRPr lang="en-US" sz="1400" dirty="0">
              <a:solidFill>
                <a:schemeClr val="bg2">
                  <a:lumMod val="25000"/>
                </a:schemeClr>
              </a:solidFill>
              <a:cs typeface="Arial" panose="020B0604020202020204" pitchFamily="34" charset="0"/>
            </a:endParaRPr>
          </a:p>
        </p:txBody>
      </p:sp>
      <p:pic>
        <p:nvPicPr>
          <p:cNvPr id="4" name="Picture 3" descr="A person holding a paper&#10;&#10;Description automatically generated with low confidence">
            <a:extLst>
              <a:ext uri="{FF2B5EF4-FFF2-40B4-BE49-F238E27FC236}">
                <a16:creationId xmlns:a16="http://schemas.microsoft.com/office/drawing/2014/main" id="{1763CC92-9F4E-2FCE-A51A-B9085A0C1058}"/>
              </a:ext>
            </a:extLst>
          </p:cNvPr>
          <p:cNvPicPr>
            <a:picLocks noChangeAspect="1"/>
          </p:cNvPicPr>
          <p:nvPr/>
        </p:nvPicPr>
        <p:blipFill rotWithShape="1">
          <a:blip r:embed="rId2">
            <a:extLst>
              <a:ext uri="{28A0092B-C50C-407E-A947-70E740481C1C}">
                <a14:useLocalDpi xmlns:a14="http://schemas.microsoft.com/office/drawing/2010/main" val="0"/>
              </a:ext>
            </a:extLst>
          </a:blip>
          <a:srcRect l="25983" r="44854"/>
          <a:stretch/>
        </p:blipFill>
        <p:spPr>
          <a:xfrm>
            <a:off x="0" y="0"/>
            <a:ext cx="3781422" cy="6858000"/>
          </a:xfrm>
          <a:prstGeom prst="rect">
            <a:avLst/>
          </a:prstGeom>
        </p:spPr>
      </p:pic>
      <p:grpSp>
        <p:nvGrpSpPr>
          <p:cNvPr id="11" name="Group 10">
            <a:extLst>
              <a:ext uri="{FF2B5EF4-FFF2-40B4-BE49-F238E27FC236}">
                <a16:creationId xmlns:a16="http://schemas.microsoft.com/office/drawing/2014/main" id="{E0DB6F15-3436-5F30-2177-6985EA8803A6}"/>
              </a:ext>
            </a:extLst>
          </p:cNvPr>
          <p:cNvGrpSpPr/>
          <p:nvPr/>
        </p:nvGrpSpPr>
        <p:grpSpPr>
          <a:xfrm>
            <a:off x="4048778" y="2711928"/>
            <a:ext cx="7642101" cy="3453922"/>
            <a:chOff x="4048778" y="2800828"/>
            <a:chExt cx="7642101" cy="3453922"/>
          </a:xfrm>
        </p:grpSpPr>
        <p:sp>
          <p:nvSpPr>
            <p:cNvPr id="5" name="Rectangle 4">
              <a:extLst>
                <a:ext uri="{FF2B5EF4-FFF2-40B4-BE49-F238E27FC236}">
                  <a16:creationId xmlns:a16="http://schemas.microsoft.com/office/drawing/2014/main" id="{2E2EE7B8-960E-52EB-1E9F-4F24E26AB54C}"/>
                </a:ext>
              </a:extLst>
            </p:cNvPr>
            <p:cNvSpPr/>
            <p:nvPr/>
          </p:nvSpPr>
          <p:spPr>
            <a:xfrm>
              <a:off x="4048778" y="2800828"/>
              <a:ext cx="7642101" cy="345392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TextBox 41">
              <a:extLst>
                <a:ext uri="{FF2B5EF4-FFF2-40B4-BE49-F238E27FC236}">
                  <a16:creationId xmlns:a16="http://schemas.microsoft.com/office/drawing/2014/main" id="{EB134A92-6E79-46FA-8A9C-3F6B978B6761}"/>
                </a:ext>
              </a:extLst>
            </p:cNvPr>
            <p:cNvSpPr txBox="1"/>
            <p:nvPr/>
          </p:nvSpPr>
          <p:spPr>
            <a:xfrm>
              <a:off x="4057650" y="3171948"/>
              <a:ext cx="243159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Delivery of documents and parcels through to critical spare parts and medical supplies with 4 delivery time options for </a:t>
              </a:r>
              <a:r>
                <a:rPr lang="en-AU" sz="1200" dirty="0" err="1">
                  <a:solidFill>
                    <a:schemeClr val="bg2">
                      <a:lumMod val="25000"/>
                    </a:schemeClr>
                  </a:solidFill>
                  <a:ea typeface="+mn-lt"/>
                  <a:cs typeface="Arial" panose="020B0604020202020204" pitchFamily="34" charset="0"/>
                </a:rPr>
                <a:t>adhoc</a:t>
              </a:r>
              <a:r>
                <a:rPr lang="en-AU" sz="1200" dirty="0">
                  <a:solidFill>
                    <a:schemeClr val="bg2">
                      <a:lumMod val="25000"/>
                    </a:schemeClr>
                  </a:solidFill>
                  <a:ea typeface="+mn-lt"/>
                  <a:cs typeface="Arial" panose="020B0604020202020204" pitchFamily="34" charset="0"/>
                </a:rPr>
                <a:t> services; regular scheduled runs or taxi trucks for bulk deliveries.</a:t>
              </a:r>
              <a:endParaRPr lang="en-US" sz="1200" dirty="0">
                <a:solidFill>
                  <a:schemeClr val="bg2">
                    <a:lumMod val="25000"/>
                  </a:schemeClr>
                </a:solidFill>
                <a:cs typeface="Arial" panose="020B0604020202020204" pitchFamily="34" charset="0"/>
              </a:endParaRPr>
            </a:p>
          </p:txBody>
        </p:sp>
        <p:sp>
          <p:nvSpPr>
            <p:cNvPr id="43" name="TextBox 42">
              <a:extLst>
                <a:ext uri="{FF2B5EF4-FFF2-40B4-BE49-F238E27FC236}">
                  <a16:creationId xmlns:a16="http://schemas.microsoft.com/office/drawing/2014/main" id="{AE592024-6DF6-4ACE-9F9F-0588406818F3}"/>
                </a:ext>
              </a:extLst>
            </p:cNvPr>
            <p:cNvSpPr txBox="1"/>
            <p:nvPr/>
          </p:nvSpPr>
          <p:spPr>
            <a:xfrm>
              <a:off x="4057648" y="2883378"/>
              <a:ext cx="246969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dirty="0">
                  <a:solidFill>
                    <a:schemeClr val="tx2"/>
                  </a:solidFill>
                  <a:latin typeface="+mj-lt"/>
                  <a:ea typeface="+mn-lt"/>
                  <a:cs typeface="Arial" panose="020B0604020202020204" pitchFamily="34" charset="0"/>
                </a:rPr>
                <a:t>Point to Point Courier</a:t>
              </a:r>
              <a:endParaRPr lang="en-AU" sz="1400" dirty="0">
                <a:solidFill>
                  <a:schemeClr val="tx2"/>
                </a:solidFill>
                <a:latin typeface="+mj-lt"/>
                <a:cs typeface="Arial" panose="020B0604020202020204" pitchFamily="34" charset="0"/>
              </a:endParaRPr>
            </a:p>
          </p:txBody>
        </p:sp>
        <p:sp>
          <p:nvSpPr>
            <p:cNvPr id="44" name="TextBox 43">
              <a:extLst>
                <a:ext uri="{FF2B5EF4-FFF2-40B4-BE49-F238E27FC236}">
                  <a16:creationId xmlns:a16="http://schemas.microsoft.com/office/drawing/2014/main" id="{8D8393AD-725A-41F3-AFC3-8607079F5C85}"/>
                </a:ext>
              </a:extLst>
            </p:cNvPr>
            <p:cNvSpPr txBox="1"/>
            <p:nvPr/>
          </p:nvSpPr>
          <p:spPr>
            <a:xfrm>
              <a:off x="6800848" y="3187156"/>
              <a:ext cx="253100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This service is designed to deliver a reliable time critical solution for urgent shipments to any location in Australia. </a:t>
              </a:r>
              <a:endParaRPr lang="en-US" dirty="0">
                <a:solidFill>
                  <a:schemeClr val="bg2">
                    <a:lumMod val="25000"/>
                  </a:schemeClr>
                </a:solidFill>
                <a:cs typeface="Arial" panose="020B0604020202020204" pitchFamily="34" charset="0"/>
              </a:endParaRPr>
            </a:p>
          </p:txBody>
        </p:sp>
        <p:sp>
          <p:nvSpPr>
            <p:cNvPr id="45" name="TextBox 44">
              <a:extLst>
                <a:ext uri="{FF2B5EF4-FFF2-40B4-BE49-F238E27FC236}">
                  <a16:creationId xmlns:a16="http://schemas.microsoft.com/office/drawing/2014/main" id="{D62D478D-2DC9-416E-92A8-A80C2E42868B}"/>
                </a:ext>
              </a:extLst>
            </p:cNvPr>
            <p:cNvSpPr txBox="1"/>
            <p:nvPr/>
          </p:nvSpPr>
          <p:spPr>
            <a:xfrm>
              <a:off x="6800848" y="2895284"/>
              <a:ext cx="24384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dirty="0">
                  <a:solidFill>
                    <a:schemeClr val="tx2"/>
                  </a:solidFill>
                  <a:latin typeface="+mj-lt"/>
                  <a:ea typeface="+mn-lt"/>
                  <a:cs typeface="Arial" panose="020B0604020202020204" pitchFamily="34" charset="0"/>
                </a:rPr>
                <a:t>Same Day Intra/Interstate</a:t>
              </a:r>
              <a:endParaRPr lang="en-AU" sz="1400" dirty="0">
                <a:solidFill>
                  <a:schemeClr val="tx2"/>
                </a:solidFill>
                <a:latin typeface="+mj-lt"/>
                <a:cs typeface="Arial" panose="020B0604020202020204" pitchFamily="34" charset="0"/>
              </a:endParaRPr>
            </a:p>
          </p:txBody>
        </p:sp>
        <p:sp>
          <p:nvSpPr>
            <p:cNvPr id="46" name="TextBox 45">
              <a:extLst>
                <a:ext uri="{FF2B5EF4-FFF2-40B4-BE49-F238E27FC236}">
                  <a16:creationId xmlns:a16="http://schemas.microsoft.com/office/drawing/2014/main" id="{3EB93B96-0CB4-49A4-90F7-42ECB7C25D25}"/>
                </a:ext>
              </a:extLst>
            </p:cNvPr>
            <p:cNvSpPr txBox="1"/>
            <p:nvPr/>
          </p:nvSpPr>
          <p:spPr>
            <a:xfrm>
              <a:off x="9306979" y="3187156"/>
              <a:ext cx="217275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Delivery by 2pm the next day to all capital cities and major regional centres for documents, satchels, parcels or larger items such as skids and pallets.</a:t>
              </a:r>
              <a:endParaRPr lang="en-US" dirty="0">
                <a:solidFill>
                  <a:schemeClr val="bg2">
                    <a:lumMod val="25000"/>
                  </a:schemeClr>
                </a:solidFill>
                <a:ea typeface="+mn-lt"/>
                <a:cs typeface="Arial" panose="020B0604020202020204" pitchFamily="34" charset="0"/>
              </a:endParaRPr>
            </a:p>
          </p:txBody>
        </p:sp>
        <p:sp>
          <p:nvSpPr>
            <p:cNvPr id="47" name="TextBox 46">
              <a:extLst>
                <a:ext uri="{FF2B5EF4-FFF2-40B4-BE49-F238E27FC236}">
                  <a16:creationId xmlns:a16="http://schemas.microsoft.com/office/drawing/2014/main" id="{85053691-569A-43DF-B9BE-04F55DEB418D}"/>
                </a:ext>
              </a:extLst>
            </p:cNvPr>
            <p:cNvSpPr txBox="1"/>
            <p:nvPr/>
          </p:nvSpPr>
          <p:spPr>
            <a:xfrm>
              <a:off x="9306979" y="2883378"/>
              <a:ext cx="21050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dirty="0">
                  <a:solidFill>
                    <a:schemeClr val="tx2"/>
                  </a:solidFill>
                  <a:latin typeface="+mj-lt"/>
                  <a:ea typeface="+mn-lt"/>
                  <a:cs typeface="Arial" panose="020B0604020202020204" pitchFamily="34" charset="0"/>
                </a:rPr>
                <a:t>For a fast delivery</a:t>
              </a:r>
              <a:endParaRPr lang="en-AU" sz="1400" dirty="0">
                <a:solidFill>
                  <a:schemeClr val="tx2"/>
                </a:solidFill>
                <a:latin typeface="+mj-lt"/>
                <a:cs typeface="Arial" panose="020B0604020202020204" pitchFamily="34" charset="0"/>
              </a:endParaRPr>
            </a:p>
          </p:txBody>
        </p:sp>
        <p:sp>
          <p:nvSpPr>
            <p:cNvPr id="48" name="TextBox 47">
              <a:extLst>
                <a:ext uri="{FF2B5EF4-FFF2-40B4-BE49-F238E27FC236}">
                  <a16:creationId xmlns:a16="http://schemas.microsoft.com/office/drawing/2014/main" id="{7CA21A22-B053-4DA4-A655-7EC4DB67F052}"/>
                </a:ext>
              </a:extLst>
            </p:cNvPr>
            <p:cNvSpPr txBox="1"/>
            <p:nvPr/>
          </p:nvSpPr>
          <p:spPr>
            <a:xfrm>
              <a:off x="4057650" y="5110401"/>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Express or general service with transit time dependent on distance to travel.</a:t>
              </a:r>
              <a:endParaRPr lang="en-US" dirty="0">
                <a:solidFill>
                  <a:schemeClr val="bg2">
                    <a:lumMod val="25000"/>
                  </a:schemeClr>
                </a:solidFill>
                <a:ea typeface="+mn-lt"/>
                <a:cs typeface="Arial" panose="020B0604020202020204" pitchFamily="34" charset="0"/>
              </a:endParaRPr>
            </a:p>
          </p:txBody>
        </p:sp>
        <p:sp>
          <p:nvSpPr>
            <p:cNvPr id="49" name="TextBox 48">
              <a:extLst>
                <a:ext uri="{FF2B5EF4-FFF2-40B4-BE49-F238E27FC236}">
                  <a16:creationId xmlns:a16="http://schemas.microsoft.com/office/drawing/2014/main" id="{618C0AAC-89FD-42F8-8201-5DC62F029089}"/>
                </a:ext>
              </a:extLst>
            </p:cNvPr>
            <p:cNvSpPr txBox="1"/>
            <p:nvPr/>
          </p:nvSpPr>
          <p:spPr>
            <a:xfrm>
              <a:off x="4059917" y="4842135"/>
              <a:ext cx="19621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dirty="0">
                  <a:solidFill>
                    <a:schemeClr val="tx2"/>
                  </a:solidFill>
                  <a:latin typeface="+mj-lt"/>
                  <a:ea typeface="+mn-lt"/>
                  <a:cs typeface="Arial" panose="020B0604020202020204" pitchFamily="34" charset="0"/>
                </a:rPr>
                <a:t>Road Freight</a:t>
              </a:r>
              <a:endParaRPr lang="en-AU" sz="1400" dirty="0">
                <a:solidFill>
                  <a:schemeClr val="tx2"/>
                </a:solidFill>
                <a:latin typeface="+mj-lt"/>
                <a:cs typeface="Arial" panose="020B0604020202020204" pitchFamily="34" charset="0"/>
              </a:endParaRPr>
            </a:p>
          </p:txBody>
        </p:sp>
        <p:sp>
          <p:nvSpPr>
            <p:cNvPr id="50" name="TextBox 49">
              <a:extLst>
                <a:ext uri="{FF2B5EF4-FFF2-40B4-BE49-F238E27FC236}">
                  <a16:creationId xmlns:a16="http://schemas.microsoft.com/office/drawing/2014/main" id="{39AA9F72-3EBC-4BAB-B908-56B365B8C385}"/>
                </a:ext>
              </a:extLst>
            </p:cNvPr>
            <p:cNvSpPr txBox="1"/>
            <p:nvPr/>
          </p:nvSpPr>
          <p:spPr>
            <a:xfrm>
              <a:off x="6812756" y="5110401"/>
              <a:ext cx="239383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Options for freight to travel by rail or sea, or a combination of these.</a:t>
              </a:r>
              <a:endParaRPr lang="en-US" dirty="0">
                <a:solidFill>
                  <a:schemeClr val="bg2">
                    <a:lumMod val="25000"/>
                  </a:schemeClr>
                </a:solidFill>
                <a:ea typeface="+mn-lt"/>
                <a:cs typeface="Arial" panose="020B0604020202020204" pitchFamily="34" charset="0"/>
              </a:endParaRPr>
            </a:p>
          </p:txBody>
        </p:sp>
        <p:sp>
          <p:nvSpPr>
            <p:cNvPr id="51" name="TextBox 50">
              <a:extLst>
                <a:ext uri="{FF2B5EF4-FFF2-40B4-BE49-F238E27FC236}">
                  <a16:creationId xmlns:a16="http://schemas.microsoft.com/office/drawing/2014/main" id="{02338996-1E1F-4F22-96CE-5E28E0506C27}"/>
                </a:ext>
              </a:extLst>
            </p:cNvPr>
            <p:cNvSpPr txBox="1"/>
            <p:nvPr/>
          </p:nvSpPr>
          <p:spPr>
            <a:xfrm>
              <a:off x="6812755" y="4842135"/>
              <a:ext cx="21050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dirty="0">
                  <a:solidFill>
                    <a:schemeClr val="tx2"/>
                  </a:solidFill>
                  <a:latin typeface="+mj-lt"/>
                  <a:ea typeface="+mn-lt"/>
                  <a:cs typeface="Arial" panose="020B0604020202020204" pitchFamily="34" charset="0"/>
                </a:rPr>
                <a:t>Most Cost Effective</a:t>
              </a:r>
              <a:endParaRPr lang="en-AU" sz="1400" dirty="0">
                <a:solidFill>
                  <a:schemeClr val="tx2"/>
                </a:solidFill>
                <a:latin typeface="+mj-lt"/>
                <a:cs typeface="Arial" panose="020B0604020202020204" pitchFamily="34" charset="0"/>
              </a:endParaRPr>
            </a:p>
          </p:txBody>
        </p:sp>
        <p:sp>
          <p:nvSpPr>
            <p:cNvPr id="52" name="TextBox 51">
              <a:extLst>
                <a:ext uri="{FF2B5EF4-FFF2-40B4-BE49-F238E27FC236}">
                  <a16:creationId xmlns:a16="http://schemas.microsoft.com/office/drawing/2014/main" id="{6BED2AE7-1077-4E21-847C-7BB3BA85439F}"/>
                </a:ext>
              </a:extLst>
            </p:cNvPr>
            <p:cNvSpPr txBox="1"/>
            <p:nvPr/>
          </p:nvSpPr>
          <p:spPr>
            <a:xfrm>
              <a:off x="9271261" y="5110401"/>
              <a:ext cx="241961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Dangerous goods, Returns, High Risk freight, Hand-to-Hand, After Hours, Heavy Haulage, Air Charter and Wharf.</a:t>
              </a:r>
              <a:endParaRPr lang="en-US" dirty="0">
                <a:solidFill>
                  <a:schemeClr val="bg2">
                    <a:lumMod val="25000"/>
                  </a:schemeClr>
                </a:solidFill>
                <a:ea typeface="+mn-lt"/>
                <a:cs typeface="Arial" panose="020B0604020202020204" pitchFamily="34" charset="0"/>
              </a:endParaRPr>
            </a:p>
          </p:txBody>
        </p:sp>
        <p:sp>
          <p:nvSpPr>
            <p:cNvPr id="53" name="TextBox 52">
              <a:extLst>
                <a:ext uri="{FF2B5EF4-FFF2-40B4-BE49-F238E27FC236}">
                  <a16:creationId xmlns:a16="http://schemas.microsoft.com/office/drawing/2014/main" id="{0ADCB0CA-A921-4381-9AF4-4E26A83A8D8A}"/>
                </a:ext>
              </a:extLst>
            </p:cNvPr>
            <p:cNvSpPr txBox="1"/>
            <p:nvPr/>
          </p:nvSpPr>
          <p:spPr>
            <a:xfrm>
              <a:off x="9306979" y="4842135"/>
              <a:ext cx="21050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dirty="0">
                  <a:solidFill>
                    <a:schemeClr val="tx2"/>
                  </a:solidFill>
                  <a:latin typeface="+mj-lt"/>
                  <a:ea typeface="+mn-lt"/>
                  <a:cs typeface="Arial" panose="020B0604020202020204" pitchFamily="34" charset="0"/>
                </a:rPr>
                <a:t>Specialised</a:t>
              </a:r>
              <a:endParaRPr lang="en-AU" sz="1400" dirty="0">
                <a:solidFill>
                  <a:schemeClr val="tx2"/>
                </a:solidFill>
                <a:latin typeface="+mj-lt"/>
                <a:cs typeface="Arial" panose="020B0604020202020204" pitchFamily="34" charset="0"/>
              </a:endParaRPr>
            </a:p>
          </p:txBody>
        </p:sp>
        <p:cxnSp>
          <p:nvCxnSpPr>
            <p:cNvPr id="24" name="Straight Arrow Connector 23">
              <a:extLst>
                <a:ext uri="{FF2B5EF4-FFF2-40B4-BE49-F238E27FC236}">
                  <a16:creationId xmlns:a16="http://schemas.microsoft.com/office/drawing/2014/main" id="{8645B065-ECE9-4061-9D59-B48A1A018BEF}"/>
                </a:ext>
              </a:extLst>
            </p:cNvPr>
            <p:cNvCxnSpPr>
              <a:cxnSpLocks/>
            </p:cNvCxnSpPr>
            <p:nvPr/>
          </p:nvCxnSpPr>
          <p:spPr>
            <a:xfrm flipH="1">
              <a:off x="6676570" y="2967170"/>
              <a:ext cx="0" cy="2957283"/>
            </a:xfrm>
            <a:prstGeom prst="straightConnector1">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F9AB2C3-39DC-1A14-13D5-01E964B53F81}"/>
                </a:ext>
              </a:extLst>
            </p:cNvPr>
            <p:cNvCxnSpPr>
              <a:cxnSpLocks/>
            </p:cNvCxnSpPr>
            <p:nvPr/>
          </p:nvCxnSpPr>
          <p:spPr>
            <a:xfrm>
              <a:off x="9195400" y="2967170"/>
              <a:ext cx="0" cy="3109780"/>
            </a:xfrm>
            <a:prstGeom prst="straightConnector1">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Picture 7" descr="A green and white striped flag&#10;&#10;Description automatically generated with low confidence">
            <a:extLst>
              <a:ext uri="{FF2B5EF4-FFF2-40B4-BE49-F238E27FC236}">
                <a16:creationId xmlns:a16="http://schemas.microsoft.com/office/drawing/2014/main" id="{1B9AD8DC-7BB4-C135-FDD2-4AF59D3907C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10" name="Slide Number Placeholder 1">
            <a:extLst>
              <a:ext uri="{FF2B5EF4-FFF2-40B4-BE49-F238E27FC236}">
                <a16:creationId xmlns:a16="http://schemas.microsoft.com/office/drawing/2014/main" id="{BD36F049-1020-D03C-45FA-106740128A56}"/>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4</a:t>
            </a:fld>
            <a:endParaRPr lang="en-US" sz="900" dirty="0">
              <a:solidFill>
                <a:schemeClr val="tx2"/>
              </a:solidFill>
            </a:endParaRPr>
          </a:p>
        </p:txBody>
      </p:sp>
    </p:spTree>
    <p:extLst>
      <p:ext uri="{BB962C8B-B14F-4D97-AF65-F5344CB8AC3E}">
        <p14:creationId xmlns:p14="http://schemas.microsoft.com/office/powerpoint/2010/main" val="2967962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34824AC-0229-4D08-AAAB-5512101E7950}"/>
              </a:ext>
            </a:extLst>
          </p:cNvPr>
          <p:cNvSpPr txBox="1">
            <a:spLocks/>
          </p:cNvSpPr>
          <p:nvPr/>
        </p:nvSpPr>
        <p:spPr>
          <a:xfrm>
            <a:off x="425897" y="2268"/>
            <a:ext cx="10515600" cy="1325563"/>
          </a:xfrm>
          <a:prstGeom prst="rect">
            <a:avLst/>
          </a:prstGeom>
        </p:spPr>
        <p:txBody>
          <a:bodyPr vert="horz" lIns="91440" tIns="45720" rIns="91440" bIns="45720" rtlCol="0" anchor="ctr">
            <a:normAutofit/>
          </a:bodyPr>
          <a:lstStyle>
            <a:lvl1pPr>
              <a:lnSpc>
                <a:spcPct val="90000"/>
              </a:lnSpc>
              <a:spcBef>
                <a:spcPct val="0"/>
              </a:spcBef>
              <a:buNone/>
              <a:defRPr sz="2800" b="1">
                <a:solidFill>
                  <a:srgbClr val="0F7B69"/>
                </a:solidFill>
                <a:latin typeface="Montserrat" panose="00000500000000000000" pitchFamily="50" charset="0"/>
                <a:ea typeface="+mj-ea"/>
                <a:cs typeface="Arial" panose="020B0604020202020204" pitchFamily="34" charset="0"/>
              </a:defRPr>
            </a:lvl1pPr>
          </a:lstStyle>
          <a:p>
            <a:r>
              <a:rPr lang="en-US" sz="4000" dirty="0">
                <a:solidFill>
                  <a:schemeClr val="tx2"/>
                </a:solidFill>
                <a:latin typeface="+mj-lt"/>
              </a:rPr>
              <a:t>A Reliable &amp; Extensive Network</a:t>
            </a:r>
          </a:p>
        </p:txBody>
      </p:sp>
      <p:grpSp>
        <p:nvGrpSpPr>
          <p:cNvPr id="17" name="Group 16">
            <a:extLst>
              <a:ext uri="{FF2B5EF4-FFF2-40B4-BE49-F238E27FC236}">
                <a16:creationId xmlns:a16="http://schemas.microsoft.com/office/drawing/2014/main" id="{5BA4B597-D275-7DF9-EC95-C07A68065B45}"/>
              </a:ext>
            </a:extLst>
          </p:cNvPr>
          <p:cNvGrpSpPr/>
          <p:nvPr/>
        </p:nvGrpSpPr>
        <p:grpSpPr>
          <a:xfrm>
            <a:off x="5306513" y="3846463"/>
            <a:ext cx="6386895" cy="646331"/>
            <a:chOff x="5306513" y="3998864"/>
            <a:chExt cx="6386895" cy="646331"/>
          </a:xfrm>
        </p:grpSpPr>
        <p:sp>
          <p:nvSpPr>
            <p:cNvPr id="21" name="TextBox 20">
              <a:extLst>
                <a:ext uri="{FF2B5EF4-FFF2-40B4-BE49-F238E27FC236}">
                  <a16:creationId xmlns:a16="http://schemas.microsoft.com/office/drawing/2014/main" id="{8C3985BF-DB1B-4310-B6D3-EFE4A20591CE}"/>
                </a:ext>
              </a:extLst>
            </p:cNvPr>
            <p:cNvSpPr txBox="1"/>
            <p:nvPr/>
          </p:nvSpPr>
          <p:spPr>
            <a:xfrm>
              <a:off x="5306513" y="4007821"/>
              <a:ext cx="214448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accent5"/>
                  </a:solidFill>
                  <a:ea typeface="+mn-lt"/>
                  <a:cs typeface="Arial" panose="020B0604020202020204" pitchFamily="34" charset="0"/>
                </a:rPr>
                <a:t>40</a:t>
              </a:r>
              <a:r>
                <a:rPr lang="en-AU" sz="1200" b="1" dirty="0">
                  <a:solidFill>
                    <a:srgbClr val="0F7B69"/>
                  </a:solidFill>
                  <a:ea typeface="+mn-lt"/>
                  <a:cs typeface="Arial" panose="020B0604020202020204" pitchFamily="34" charset="0"/>
                </a:rPr>
                <a:t> </a:t>
              </a:r>
              <a:r>
                <a:rPr lang="en-AU" sz="1200" dirty="0">
                  <a:solidFill>
                    <a:schemeClr val="bg2">
                      <a:lumMod val="25000"/>
                    </a:schemeClr>
                  </a:solidFill>
                  <a:ea typeface="+mn-lt"/>
                  <a:cs typeface="Arial" panose="020B0604020202020204" pitchFamily="34" charset="0"/>
                </a:rPr>
                <a:t>cargo aircraft</a:t>
              </a:r>
            </a:p>
            <a:p>
              <a:r>
                <a:rPr lang="en-AU" sz="1200" b="1" dirty="0">
                  <a:solidFill>
                    <a:schemeClr val="accent5"/>
                  </a:solidFill>
                  <a:cs typeface="Arial" panose="020B0604020202020204" pitchFamily="34" charset="0"/>
                </a:rPr>
                <a:t>500+ </a:t>
              </a:r>
              <a:r>
                <a:rPr lang="en-AU" sz="1200" dirty="0">
                  <a:solidFill>
                    <a:schemeClr val="bg2">
                      <a:lumMod val="25000"/>
                    </a:schemeClr>
                  </a:solidFill>
                  <a:cs typeface="Arial" panose="020B0604020202020204" pitchFamily="34" charset="0"/>
                </a:rPr>
                <a:t>flights a week</a:t>
              </a:r>
            </a:p>
          </p:txBody>
        </p:sp>
        <p:sp>
          <p:nvSpPr>
            <p:cNvPr id="22" name="TextBox 21">
              <a:extLst>
                <a:ext uri="{FF2B5EF4-FFF2-40B4-BE49-F238E27FC236}">
                  <a16:creationId xmlns:a16="http://schemas.microsoft.com/office/drawing/2014/main" id="{958D8A55-C58D-4DB8-B1C9-5DD638B7E445}"/>
                </a:ext>
              </a:extLst>
            </p:cNvPr>
            <p:cNvSpPr txBox="1"/>
            <p:nvPr/>
          </p:nvSpPr>
          <p:spPr>
            <a:xfrm>
              <a:off x="7383957" y="3998864"/>
              <a:ext cx="173627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accent5"/>
                  </a:solidFill>
                  <a:ea typeface="+mn-lt"/>
                  <a:cs typeface="Arial" panose="020B0604020202020204" pitchFamily="34" charset="0"/>
                </a:rPr>
                <a:t>Access to the cargo space </a:t>
              </a:r>
              <a:r>
                <a:rPr lang="en-AU" sz="1200" dirty="0">
                  <a:solidFill>
                    <a:schemeClr val="bg2">
                      <a:lumMod val="25000"/>
                    </a:schemeClr>
                  </a:solidFill>
                  <a:ea typeface="+mn-lt"/>
                  <a:cs typeface="Arial" panose="020B0604020202020204" pitchFamily="34" charset="0"/>
                </a:rPr>
                <a:t>of commercial airlines</a:t>
              </a:r>
              <a:endParaRPr lang="en-US" sz="1200" dirty="0">
                <a:solidFill>
                  <a:schemeClr val="bg2">
                    <a:lumMod val="25000"/>
                  </a:schemeClr>
                </a:solidFill>
                <a:cs typeface="Arial" panose="020B0604020202020204" pitchFamily="34" charset="0"/>
              </a:endParaRPr>
            </a:p>
          </p:txBody>
        </p:sp>
        <p:sp>
          <p:nvSpPr>
            <p:cNvPr id="23" name="TextBox 22">
              <a:extLst>
                <a:ext uri="{FF2B5EF4-FFF2-40B4-BE49-F238E27FC236}">
                  <a16:creationId xmlns:a16="http://schemas.microsoft.com/office/drawing/2014/main" id="{BDC90261-2D9B-4CEF-9BBC-7D548B1D5FF8}"/>
                </a:ext>
              </a:extLst>
            </p:cNvPr>
            <p:cNvSpPr txBox="1"/>
            <p:nvPr/>
          </p:nvSpPr>
          <p:spPr>
            <a:xfrm>
              <a:off x="9548922" y="4007820"/>
              <a:ext cx="214448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accent5"/>
                  </a:solidFill>
                  <a:ea typeface="+mn-lt"/>
                  <a:cs typeface="Arial" panose="020B0604020202020204" pitchFamily="34" charset="0"/>
                </a:rPr>
                <a:t>Synchronised integration</a:t>
              </a:r>
              <a:endParaRPr lang="en-US" sz="1200" b="1" dirty="0">
                <a:solidFill>
                  <a:schemeClr val="accent5"/>
                </a:solidFill>
                <a:ea typeface="+mn-lt"/>
                <a:cs typeface="Arial" panose="020B0604020202020204" pitchFamily="34" charset="0"/>
              </a:endParaRPr>
            </a:p>
            <a:p>
              <a:r>
                <a:rPr lang="en-AU" sz="1200" dirty="0">
                  <a:solidFill>
                    <a:schemeClr val="bg2">
                      <a:lumMod val="25000"/>
                    </a:schemeClr>
                  </a:solidFill>
                  <a:ea typeface="+mn-lt"/>
                  <a:cs typeface="Arial" panose="020B0604020202020204" pitchFamily="34" charset="0"/>
                </a:rPr>
                <a:t>with our road network</a:t>
              </a:r>
              <a:endParaRPr lang="en-US" sz="1200" dirty="0">
                <a:solidFill>
                  <a:schemeClr val="bg2">
                    <a:lumMod val="25000"/>
                  </a:schemeClr>
                </a:solidFill>
                <a:cs typeface="Arial" panose="020B0604020202020204" pitchFamily="34" charset="0"/>
              </a:endParaRPr>
            </a:p>
          </p:txBody>
        </p:sp>
      </p:grpSp>
      <p:sp>
        <p:nvSpPr>
          <p:cNvPr id="14" name="TextBox 13">
            <a:extLst>
              <a:ext uri="{FF2B5EF4-FFF2-40B4-BE49-F238E27FC236}">
                <a16:creationId xmlns:a16="http://schemas.microsoft.com/office/drawing/2014/main" id="{7E231743-6093-46E4-B9D3-08798EE97E9E}"/>
              </a:ext>
            </a:extLst>
          </p:cNvPr>
          <p:cNvSpPr txBox="1"/>
          <p:nvPr/>
        </p:nvSpPr>
        <p:spPr>
          <a:xfrm>
            <a:off x="2085972" y="1226002"/>
            <a:ext cx="279762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Tray trucks, tilt trays, courier vans, tautliners, tailgate trucks, </a:t>
            </a:r>
            <a:r>
              <a:rPr lang="en-AU" sz="1200" dirty="0" err="1">
                <a:solidFill>
                  <a:schemeClr val="bg2">
                    <a:lumMod val="25000"/>
                  </a:schemeClr>
                </a:solidFill>
                <a:ea typeface="+mn-lt"/>
                <a:cs typeface="Arial" panose="020B0604020202020204" pitchFamily="34" charset="0"/>
              </a:rPr>
              <a:t>hiab</a:t>
            </a:r>
            <a:r>
              <a:rPr lang="en-AU" sz="1200" dirty="0">
                <a:solidFill>
                  <a:schemeClr val="bg2">
                    <a:lumMod val="25000"/>
                  </a:schemeClr>
                </a:solidFill>
                <a:ea typeface="+mn-lt"/>
                <a:cs typeface="Arial" panose="020B0604020202020204" pitchFamily="34" charset="0"/>
              </a:rPr>
              <a:t> trucks, pilot and escort vehicles, dry/wet pans, utility vehicles</a:t>
            </a:r>
            <a:endParaRPr lang="en-US" sz="1200" dirty="0">
              <a:solidFill>
                <a:schemeClr val="bg2">
                  <a:lumMod val="25000"/>
                </a:schemeClr>
              </a:solidFill>
              <a:cs typeface="Arial" panose="020B0604020202020204" pitchFamily="34" charset="0"/>
            </a:endParaRPr>
          </a:p>
        </p:txBody>
      </p:sp>
      <p:sp>
        <p:nvSpPr>
          <p:cNvPr id="20" name="TextBox 19">
            <a:extLst>
              <a:ext uri="{FF2B5EF4-FFF2-40B4-BE49-F238E27FC236}">
                <a16:creationId xmlns:a16="http://schemas.microsoft.com/office/drawing/2014/main" id="{084C3D60-3625-4DC7-932F-80EF86DC5434}"/>
              </a:ext>
            </a:extLst>
          </p:cNvPr>
          <p:cNvSpPr txBox="1"/>
          <p:nvPr/>
        </p:nvSpPr>
        <p:spPr>
          <a:xfrm>
            <a:off x="2085971" y="2267402"/>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cs typeface="Arial" panose="020B0604020202020204" pitchFamily="34" charset="0"/>
              </a:rPr>
              <a:t>Semi-trailers, flat tops, drop decks, mezzanines, tautliners, tankers (dry, wet and </a:t>
            </a:r>
            <a:r>
              <a:rPr lang="en-AU" sz="1200" dirty="0">
                <a:solidFill>
                  <a:schemeClr val="bg2">
                    <a:lumMod val="25000"/>
                  </a:schemeClr>
                </a:solidFill>
                <a:ea typeface="+mn-lt"/>
                <a:cs typeface="Arial" panose="020B0604020202020204" pitchFamily="34" charset="0"/>
              </a:rPr>
              <a:t>pneumatic</a:t>
            </a:r>
            <a:r>
              <a:rPr lang="en-AU" sz="1200" dirty="0">
                <a:solidFill>
                  <a:schemeClr val="bg2">
                    <a:lumMod val="25000"/>
                  </a:schemeClr>
                </a:solidFill>
                <a:cs typeface="Arial" panose="020B0604020202020204" pitchFamily="34" charset="0"/>
              </a:rPr>
              <a:t>), </a:t>
            </a:r>
            <a:r>
              <a:rPr lang="en-AU" sz="1200" dirty="0" err="1">
                <a:solidFill>
                  <a:schemeClr val="bg2">
                    <a:lumMod val="25000"/>
                  </a:schemeClr>
                </a:solidFill>
                <a:cs typeface="Arial" panose="020B0604020202020204" pitchFamily="34" charset="0"/>
              </a:rPr>
              <a:t>skels</a:t>
            </a:r>
            <a:r>
              <a:rPr lang="en-AU" sz="1200" dirty="0">
                <a:solidFill>
                  <a:schemeClr val="bg2">
                    <a:lumMod val="25000"/>
                  </a:schemeClr>
                </a:solidFill>
                <a:cs typeface="Arial" panose="020B0604020202020204" pitchFamily="34" charset="0"/>
              </a:rPr>
              <a:t>, side-tippers, end-tippers, convertible tippers, side-loaders, tipping </a:t>
            </a:r>
            <a:r>
              <a:rPr lang="en-AU" sz="1200" dirty="0" err="1">
                <a:solidFill>
                  <a:schemeClr val="bg2">
                    <a:lumMod val="25000"/>
                  </a:schemeClr>
                </a:solidFill>
                <a:cs typeface="Arial" panose="020B0604020202020204" pitchFamily="34" charset="0"/>
              </a:rPr>
              <a:t>skels</a:t>
            </a:r>
            <a:r>
              <a:rPr lang="en-AU" sz="1200" dirty="0">
                <a:solidFill>
                  <a:schemeClr val="bg2">
                    <a:lumMod val="25000"/>
                  </a:schemeClr>
                </a:solidFill>
                <a:cs typeface="Arial" panose="020B0604020202020204" pitchFamily="34" charset="0"/>
              </a:rPr>
              <a:t>, converter dollies</a:t>
            </a:r>
          </a:p>
        </p:txBody>
      </p:sp>
      <p:sp>
        <p:nvSpPr>
          <p:cNvPr id="25" name="TextBox 24">
            <a:extLst>
              <a:ext uri="{FF2B5EF4-FFF2-40B4-BE49-F238E27FC236}">
                <a16:creationId xmlns:a16="http://schemas.microsoft.com/office/drawing/2014/main" id="{978DF8B2-311A-43C0-AD00-DCE076F530A7}"/>
              </a:ext>
            </a:extLst>
          </p:cNvPr>
          <p:cNvSpPr txBox="1"/>
          <p:nvPr/>
        </p:nvSpPr>
        <p:spPr>
          <a:xfrm>
            <a:off x="2085970" y="3639001"/>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Broad range of makes, models and ratings from 42 tonnes – 250 tonnes in A-double, B-double, B-triple, double, AB-triple, triple and quad road train configurations (AAB, BAB, ABB) </a:t>
            </a:r>
            <a:endParaRPr lang="en-US" sz="1200" dirty="0">
              <a:solidFill>
                <a:schemeClr val="bg2">
                  <a:lumMod val="25000"/>
                </a:schemeClr>
              </a:solidFill>
              <a:cs typeface="Arial" panose="020B0604020202020204" pitchFamily="34" charset="0"/>
            </a:endParaRPr>
          </a:p>
        </p:txBody>
      </p:sp>
      <p:sp>
        <p:nvSpPr>
          <p:cNvPr id="27" name="TextBox 26">
            <a:extLst>
              <a:ext uri="{FF2B5EF4-FFF2-40B4-BE49-F238E27FC236}">
                <a16:creationId xmlns:a16="http://schemas.microsoft.com/office/drawing/2014/main" id="{7DCFB61B-55FC-4D08-B57B-C800D63572E4}"/>
              </a:ext>
            </a:extLst>
          </p:cNvPr>
          <p:cNvSpPr txBox="1"/>
          <p:nvPr/>
        </p:nvSpPr>
        <p:spPr>
          <a:xfrm>
            <a:off x="425900" y="1226001"/>
            <a:ext cx="214448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500" dirty="0">
                <a:solidFill>
                  <a:schemeClr val="tx2"/>
                </a:solidFill>
                <a:latin typeface="+mj-lt"/>
                <a:ea typeface="+mn-lt"/>
                <a:cs typeface="Arial" panose="020B0604020202020204" pitchFamily="34" charset="0"/>
              </a:rPr>
              <a:t>Light/Medium</a:t>
            </a:r>
            <a:endParaRPr lang="en-US" sz="1500" dirty="0">
              <a:solidFill>
                <a:schemeClr val="tx2"/>
              </a:solidFill>
              <a:latin typeface="+mj-lt"/>
              <a:ea typeface="+mn-lt"/>
              <a:cs typeface="Arial" panose="020B0604020202020204" pitchFamily="34" charset="0"/>
            </a:endParaRPr>
          </a:p>
          <a:p>
            <a:r>
              <a:rPr lang="en-AU" sz="1500" dirty="0">
                <a:solidFill>
                  <a:schemeClr val="tx2"/>
                </a:solidFill>
                <a:latin typeface="+mj-lt"/>
                <a:cs typeface="Arial" panose="020B0604020202020204" pitchFamily="34" charset="0"/>
              </a:rPr>
              <a:t>Rigid Vehicles</a:t>
            </a:r>
          </a:p>
        </p:txBody>
      </p:sp>
      <p:sp>
        <p:nvSpPr>
          <p:cNvPr id="28" name="TextBox 27">
            <a:extLst>
              <a:ext uri="{FF2B5EF4-FFF2-40B4-BE49-F238E27FC236}">
                <a16:creationId xmlns:a16="http://schemas.microsoft.com/office/drawing/2014/main" id="{2DEEF962-34B0-4D4C-BB21-0297B199ABDD}"/>
              </a:ext>
            </a:extLst>
          </p:cNvPr>
          <p:cNvSpPr txBox="1"/>
          <p:nvPr/>
        </p:nvSpPr>
        <p:spPr>
          <a:xfrm>
            <a:off x="425900" y="2267400"/>
            <a:ext cx="166006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500" dirty="0">
                <a:solidFill>
                  <a:schemeClr val="tx2"/>
                </a:solidFill>
                <a:latin typeface="+mj-lt"/>
                <a:ea typeface="+mn-lt"/>
                <a:cs typeface="Arial" panose="020B0604020202020204" pitchFamily="34" charset="0"/>
              </a:rPr>
              <a:t>Heavy Articulated Vehicles</a:t>
            </a:r>
            <a:endParaRPr lang="en-US" sz="1500" dirty="0">
              <a:solidFill>
                <a:schemeClr val="tx2"/>
              </a:solidFill>
              <a:latin typeface="+mj-lt"/>
              <a:cs typeface="Arial" panose="020B0604020202020204" pitchFamily="34" charset="0"/>
            </a:endParaRPr>
          </a:p>
        </p:txBody>
      </p:sp>
      <p:sp>
        <p:nvSpPr>
          <p:cNvPr id="29" name="TextBox 28">
            <a:extLst>
              <a:ext uri="{FF2B5EF4-FFF2-40B4-BE49-F238E27FC236}">
                <a16:creationId xmlns:a16="http://schemas.microsoft.com/office/drawing/2014/main" id="{0916EFDB-DD9C-44D3-B13E-932D35F38F8A}"/>
              </a:ext>
            </a:extLst>
          </p:cNvPr>
          <p:cNvSpPr txBox="1"/>
          <p:nvPr/>
        </p:nvSpPr>
        <p:spPr>
          <a:xfrm>
            <a:off x="425898" y="3638999"/>
            <a:ext cx="1660069"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500" dirty="0">
                <a:solidFill>
                  <a:schemeClr val="tx2"/>
                </a:solidFill>
                <a:latin typeface="+mj-lt"/>
                <a:ea typeface="+mn-lt"/>
                <a:cs typeface="Arial" panose="020B0604020202020204" pitchFamily="34" charset="0"/>
              </a:rPr>
              <a:t>Prime Movers &amp;</a:t>
            </a:r>
            <a:endParaRPr lang="en-US" sz="1500" dirty="0">
              <a:solidFill>
                <a:schemeClr val="tx2"/>
              </a:solidFill>
              <a:latin typeface="+mj-lt"/>
              <a:ea typeface="+mn-lt"/>
              <a:cs typeface="Arial" panose="020B0604020202020204" pitchFamily="34" charset="0"/>
            </a:endParaRPr>
          </a:p>
          <a:p>
            <a:r>
              <a:rPr lang="en-AU" sz="1500" dirty="0">
                <a:solidFill>
                  <a:schemeClr val="tx2"/>
                </a:solidFill>
                <a:latin typeface="+mj-lt"/>
                <a:cs typeface="Arial" panose="020B0604020202020204" pitchFamily="34" charset="0"/>
              </a:rPr>
              <a:t>Multi-Combination Vehicles</a:t>
            </a:r>
          </a:p>
        </p:txBody>
      </p:sp>
      <p:sp>
        <p:nvSpPr>
          <p:cNvPr id="30" name="TextBox 29">
            <a:extLst>
              <a:ext uri="{FF2B5EF4-FFF2-40B4-BE49-F238E27FC236}">
                <a16:creationId xmlns:a16="http://schemas.microsoft.com/office/drawing/2014/main" id="{646D736C-940E-4DAA-85BB-6FC20051BE54}"/>
              </a:ext>
            </a:extLst>
          </p:cNvPr>
          <p:cNvSpPr txBox="1"/>
          <p:nvPr/>
        </p:nvSpPr>
        <p:spPr>
          <a:xfrm>
            <a:off x="425897" y="4936212"/>
            <a:ext cx="1778187"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500" dirty="0">
                <a:solidFill>
                  <a:schemeClr val="tx2"/>
                </a:solidFill>
                <a:latin typeface="+mj-lt"/>
                <a:ea typeface="+mn-lt"/>
                <a:cs typeface="Arial" panose="020B0604020202020204" pitchFamily="34" charset="0"/>
              </a:rPr>
              <a:t>Specialised Trailers</a:t>
            </a:r>
            <a:endParaRPr lang="en-US" sz="1500" dirty="0">
              <a:solidFill>
                <a:schemeClr val="tx2"/>
              </a:solidFill>
              <a:latin typeface="+mj-lt"/>
              <a:cs typeface="Arial" panose="020B0604020202020204" pitchFamily="34" charset="0"/>
            </a:endParaRPr>
          </a:p>
        </p:txBody>
      </p:sp>
      <p:sp>
        <p:nvSpPr>
          <p:cNvPr id="24" name="TextBox 23">
            <a:extLst>
              <a:ext uri="{FF2B5EF4-FFF2-40B4-BE49-F238E27FC236}">
                <a16:creationId xmlns:a16="http://schemas.microsoft.com/office/drawing/2014/main" id="{857791F6-49ED-4B1A-9D3C-BE48A82EF2EA}"/>
              </a:ext>
            </a:extLst>
          </p:cNvPr>
          <p:cNvSpPr txBox="1"/>
          <p:nvPr/>
        </p:nvSpPr>
        <p:spPr>
          <a:xfrm>
            <a:off x="2085969" y="4936214"/>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cs typeface="Arial" panose="020B0604020202020204" pitchFamily="34" charset="0"/>
              </a:rPr>
              <a:t>Deck wideners, low loaders, floats, steerable platform trailers, extendable low loaders/platform trailers, blade trailers, </a:t>
            </a:r>
            <a:r>
              <a:rPr lang="en-AU" sz="1200" dirty="0" err="1">
                <a:solidFill>
                  <a:schemeClr val="bg2">
                    <a:lumMod val="25000"/>
                  </a:schemeClr>
                </a:solidFill>
                <a:cs typeface="Arial" panose="020B0604020202020204" pitchFamily="34" charset="0"/>
              </a:rPr>
              <a:t>supertilt</a:t>
            </a:r>
            <a:r>
              <a:rPr lang="en-AU" sz="1200" dirty="0">
                <a:solidFill>
                  <a:schemeClr val="bg2">
                    <a:lumMod val="25000"/>
                  </a:schemeClr>
                </a:solidFill>
                <a:cs typeface="Arial" panose="020B0604020202020204" pitchFamily="34" charset="0"/>
              </a:rPr>
              <a:t> trailers, steerable </a:t>
            </a:r>
            <a:r>
              <a:rPr lang="en-AU" sz="1200" dirty="0" err="1">
                <a:solidFill>
                  <a:schemeClr val="bg2">
                    <a:lumMod val="25000"/>
                  </a:schemeClr>
                </a:solidFill>
                <a:cs typeface="Arial" panose="020B0604020202020204" pitchFamily="34" charset="0"/>
              </a:rPr>
              <a:t>jinkers</a:t>
            </a:r>
            <a:r>
              <a:rPr lang="en-AU" sz="1200" dirty="0">
                <a:solidFill>
                  <a:schemeClr val="bg2">
                    <a:lumMod val="25000"/>
                  </a:schemeClr>
                </a:solidFill>
                <a:cs typeface="Arial" panose="020B0604020202020204" pitchFamily="34" charset="0"/>
              </a:rPr>
              <a:t>, modular clips</a:t>
            </a:r>
          </a:p>
        </p:txBody>
      </p:sp>
      <p:cxnSp>
        <p:nvCxnSpPr>
          <p:cNvPr id="4" name="Straight Arrow Connector 3">
            <a:extLst>
              <a:ext uri="{FF2B5EF4-FFF2-40B4-BE49-F238E27FC236}">
                <a16:creationId xmlns:a16="http://schemas.microsoft.com/office/drawing/2014/main" id="{DC63BEB3-F103-4B41-A0C9-E2B174A454D7}"/>
              </a:ext>
            </a:extLst>
          </p:cNvPr>
          <p:cNvCxnSpPr>
            <a:cxnSpLocks/>
          </p:cNvCxnSpPr>
          <p:nvPr/>
        </p:nvCxnSpPr>
        <p:spPr>
          <a:xfrm>
            <a:off x="5021943" y="1157516"/>
            <a:ext cx="50853" cy="5026994"/>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4CFA548B-74D4-54DD-01B6-518D67F4C7E6}"/>
              </a:ext>
            </a:extLst>
          </p:cNvPr>
          <p:cNvGrpSpPr/>
          <p:nvPr/>
        </p:nvGrpSpPr>
        <p:grpSpPr>
          <a:xfrm>
            <a:off x="5373961" y="1119954"/>
            <a:ext cx="4907141" cy="1130354"/>
            <a:chOff x="5373961" y="1119954"/>
            <a:chExt cx="4907141" cy="1130354"/>
          </a:xfrm>
        </p:grpSpPr>
        <p:sp>
          <p:nvSpPr>
            <p:cNvPr id="2" name="TextBox 1">
              <a:extLst>
                <a:ext uri="{FF2B5EF4-FFF2-40B4-BE49-F238E27FC236}">
                  <a16:creationId xmlns:a16="http://schemas.microsoft.com/office/drawing/2014/main" id="{F996BFD9-7432-4E4A-A64C-9F910ECBFF7E}"/>
                </a:ext>
              </a:extLst>
            </p:cNvPr>
            <p:cNvSpPr txBox="1"/>
            <p:nvPr/>
          </p:nvSpPr>
          <p:spPr>
            <a:xfrm>
              <a:off x="7537902" y="1419311"/>
              <a:ext cx="27432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accent5"/>
                  </a:solidFill>
                  <a:ea typeface="+mn-lt"/>
                  <a:cs typeface="Arial" panose="020B0604020202020204" pitchFamily="34" charset="0"/>
                </a:rPr>
                <a:t>Carrying Capacity:</a:t>
              </a:r>
              <a:r>
                <a:rPr lang="en-AU" sz="1200" dirty="0">
                  <a:solidFill>
                    <a:schemeClr val="accent5"/>
                  </a:solidFill>
                  <a:ea typeface="+mn-lt"/>
                  <a:cs typeface="Arial" panose="020B0604020202020204" pitchFamily="34" charset="0"/>
                </a:rPr>
                <a:t> </a:t>
              </a:r>
              <a:br>
                <a:rPr lang="en-AU" sz="1200" dirty="0">
                  <a:solidFill>
                    <a:srgbClr val="0F7B69"/>
                  </a:solidFill>
                  <a:ea typeface="+mn-lt"/>
                  <a:cs typeface="Arial" panose="020B0604020202020204" pitchFamily="34" charset="0"/>
                </a:rPr>
              </a:br>
              <a:r>
                <a:rPr lang="en-AU" sz="1200" dirty="0">
                  <a:solidFill>
                    <a:schemeClr val="bg2">
                      <a:lumMod val="25000"/>
                    </a:schemeClr>
                  </a:solidFill>
                  <a:ea typeface="+mn-lt"/>
                  <a:cs typeface="Arial" panose="020B0604020202020204" pitchFamily="34" charset="0"/>
                </a:rPr>
                <a:t>17,000 – 20,000kg</a:t>
              </a:r>
              <a:endParaRPr lang="en-US" sz="1200" dirty="0">
                <a:solidFill>
                  <a:schemeClr val="bg2">
                    <a:lumMod val="25000"/>
                  </a:schemeClr>
                </a:solidFill>
                <a:ea typeface="+mn-lt"/>
                <a:cs typeface="Arial" panose="020B0604020202020204" pitchFamily="34" charset="0"/>
              </a:endParaRPr>
            </a:p>
            <a:p>
              <a:r>
                <a:rPr lang="en-AU" sz="1200" b="1" dirty="0">
                  <a:solidFill>
                    <a:schemeClr val="accent5"/>
                  </a:solidFill>
                  <a:cs typeface="Arial" panose="020B0604020202020204" pitchFamily="34" charset="0"/>
                </a:rPr>
                <a:t>Service routes:</a:t>
              </a:r>
              <a:r>
                <a:rPr lang="en-AU" sz="1200" dirty="0">
                  <a:solidFill>
                    <a:schemeClr val="accent5"/>
                  </a:solidFill>
                  <a:cs typeface="Arial" panose="020B0604020202020204" pitchFamily="34" charset="0"/>
                </a:rPr>
                <a:t> </a:t>
              </a:r>
              <a:r>
                <a:rPr lang="en-AU" sz="1200" dirty="0">
                  <a:solidFill>
                    <a:schemeClr val="bg2">
                      <a:lumMod val="25000"/>
                    </a:schemeClr>
                  </a:solidFill>
                  <a:cs typeface="Arial" panose="020B0604020202020204" pitchFamily="34" charset="0"/>
                </a:rPr>
                <a:t>Adelaide, Brisbane, Darwin, Melbourne, Perth, Sydney </a:t>
              </a:r>
              <a:endParaRPr lang="en-US" sz="1200" dirty="0">
                <a:solidFill>
                  <a:schemeClr val="bg2">
                    <a:lumMod val="25000"/>
                  </a:schemeClr>
                </a:solidFill>
                <a:cs typeface="Arial" panose="020B0604020202020204" pitchFamily="34" charset="0"/>
              </a:endParaRPr>
            </a:p>
          </p:txBody>
        </p:sp>
        <p:sp>
          <p:nvSpPr>
            <p:cNvPr id="3" name="TextBox 2">
              <a:extLst>
                <a:ext uri="{FF2B5EF4-FFF2-40B4-BE49-F238E27FC236}">
                  <a16:creationId xmlns:a16="http://schemas.microsoft.com/office/drawing/2014/main" id="{0B8F381D-E93E-4D00-8CBE-1B5F5D3D2E4B}"/>
                </a:ext>
              </a:extLst>
            </p:cNvPr>
            <p:cNvSpPr txBox="1"/>
            <p:nvPr/>
          </p:nvSpPr>
          <p:spPr>
            <a:xfrm>
              <a:off x="7540171" y="1119954"/>
              <a:ext cx="2105025"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500" dirty="0">
                  <a:solidFill>
                    <a:schemeClr val="tx2"/>
                  </a:solidFill>
                  <a:latin typeface="+mj-lt"/>
                  <a:ea typeface="+mn-lt"/>
                  <a:cs typeface="Arial" panose="020B0604020202020204" pitchFamily="34" charset="0"/>
                </a:rPr>
                <a:t>Boeing 737</a:t>
              </a:r>
              <a:endParaRPr lang="en-AU" sz="1500" dirty="0">
                <a:solidFill>
                  <a:schemeClr val="tx2"/>
                </a:solidFill>
                <a:latin typeface="+mj-lt"/>
                <a:cs typeface="Arial" panose="020B0604020202020204" pitchFamily="34" charset="0"/>
              </a:endParaRPr>
            </a:p>
          </p:txBody>
        </p:sp>
        <p:pic>
          <p:nvPicPr>
            <p:cNvPr id="6" name="Picture 7" descr="A picture containing outdoor, plane, sky, ground&#10;&#10;Description automatically generated">
              <a:extLst>
                <a:ext uri="{FF2B5EF4-FFF2-40B4-BE49-F238E27FC236}">
                  <a16:creationId xmlns:a16="http://schemas.microsoft.com/office/drawing/2014/main" id="{4FA81BE6-1F39-48AB-8674-CF8DF134877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373961" y="1190124"/>
              <a:ext cx="2090077" cy="1043825"/>
            </a:xfrm>
            <a:prstGeom prst="rect">
              <a:avLst/>
            </a:prstGeom>
          </p:spPr>
        </p:pic>
      </p:grpSp>
      <p:grpSp>
        <p:nvGrpSpPr>
          <p:cNvPr id="15" name="Group 14">
            <a:extLst>
              <a:ext uri="{FF2B5EF4-FFF2-40B4-BE49-F238E27FC236}">
                <a16:creationId xmlns:a16="http://schemas.microsoft.com/office/drawing/2014/main" id="{1AC41EA9-AA9F-0B68-1E15-4957F1787E8F}"/>
              </a:ext>
            </a:extLst>
          </p:cNvPr>
          <p:cNvGrpSpPr/>
          <p:nvPr/>
        </p:nvGrpSpPr>
        <p:grpSpPr>
          <a:xfrm>
            <a:off x="5377542" y="2512395"/>
            <a:ext cx="4903558" cy="1094383"/>
            <a:chOff x="5377542" y="2657868"/>
            <a:chExt cx="4903558" cy="1094383"/>
          </a:xfrm>
        </p:grpSpPr>
        <p:sp>
          <p:nvSpPr>
            <p:cNvPr id="18" name="TextBox 17">
              <a:extLst>
                <a:ext uri="{FF2B5EF4-FFF2-40B4-BE49-F238E27FC236}">
                  <a16:creationId xmlns:a16="http://schemas.microsoft.com/office/drawing/2014/main" id="{D328FF1B-2B4F-44E4-9B9D-16645864CAB8}"/>
                </a:ext>
              </a:extLst>
            </p:cNvPr>
            <p:cNvSpPr txBox="1"/>
            <p:nvPr/>
          </p:nvSpPr>
          <p:spPr>
            <a:xfrm>
              <a:off x="7537900" y="2948154"/>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accent5"/>
                  </a:solidFill>
                  <a:ea typeface="+mn-lt"/>
                  <a:cs typeface="Arial" panose="020B0604020202020204" pitchFamily="34" charset="0"/>
                </a:rPr>
                <a:t>Carrying Capacity:</a:t>
              </a:r>
              <a:r>
                <a:rPr lang="en-AU" sz="1200" dirty="0">
                  <a:solidFill>
                    <a:schemeClr val="accent5"/>
                  </a:solidFill>
                  <a:ea typeface="+mn-lt"/>
                  <a:cs typeface="Arial" panose="020B0604020202020204" pitchFamily="34" charset="0"/>
                </a:rPr>
                <a:t> </a:t>
              </a:r>
              <a:r>
                <a:rPr lang="en-AU" sz="1200" dirty="0">
                  <a:solidFill>
                    <a:schemeClr val="bg2">
                      <a:lumMod val="25000"/>
                    </a:schemeClr>
                  </a:solidFill>
                  <a:ea typeface="+mn-lt"/>
                  <a:cs typeface="Arial" panose="020B0604020202020204" pitchFamily="34" charset="0"/>
                </a:rPr>
                <a:t>Various</a:t>
              </a:r>
              <a:endParaRPr lang="en-US" sz="1200" dirty="0">
                <a:solidFill>
                  <a:schemeClr val="bg2">
                    <a:lumMod val="25000"/>
                  </a:schemeClr>
                </a:solidFill>
                <a:ea typeface="+mn-lt"/>
                <a:cs typeface="Arial" panose="020B0604020202020204" pitchFamily="34" charset="0"/>
              </a:endParaRPr>
            </a:p>
            <a:p>
              <a:r>
                <a:rPr lang="en-AU" sz="1200" b="1" dirty="0">
                  <a:solidFill>
                    <a:schemeClr val="accent5"/>
                  </a:solidFill>
                  <a:cs typeface="Arial" panose="020B0604020202020204" pitchFamily="34" charset="0"/>
                </a:rPr>
                <a:t>Service routes:</a:t>
              </a:r>
              <a:r>
                <a:rPr lang="en-AU" sz="1200" dirty="0">
                  <a:solidFill>
                    <a:schemeClr val="accent5"/>
                  </a:solidFill>
                  <a:cs typeface="Arial" panose="020B0604020202020204" pitchFamily="34" charset="0"/>
                </a:rPr>
                <a:t> </a:t>
              </a:r>
              <a:r>
                <a:rPr lang="en-AU" sz="1200" dirty="0">
                  <a:solidFill>
                    <a:schemeClr val="bg2">
                      <a:lumMod val="25000"/>
                    </a:schemeClr>
                  </a:solidFill>
                  <a:cs typeface="Arial" panose="020B0604020202020204" pitchFamily="34" charset="0"/>
                </a:rPr>
                <a:t>Regional locations throughout Australia</a:t>
              </a:r>
            </a:p>
          </p:txBody>
        </p:sp>
        <p:sp>
          <p:nvSpPr>
            <p:cNvPr id="19" name="TextBox 18">
              <a:extLst>
                <a:ext uri="{FF2B5EF4-FFF2-40B4-BE49-F238E27FC236}">
                  <a16:creationId xmlns:a16="http://schemas.microsoft.com/office/drawing/2014/main" id="{6285219D-3CF4-464A-8E4F-0543853D3AA3}"/>
                </a:ext>
              </a:extLst>
            </p:cNvPr>
            <p:cNvSpPr txBox="1"/>
            <p:nvPr/>
          </p:nvSpPr>
          <p:spPr>
            <a:xfrm>
              <a:off x="7540169" y="2657868"/>
              <a:ext cx="2105025"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500" dirty="0">
                  <a:solidFill>
                    <a:schemeClr val="tx2"/>
                  </a:solidFill>
                  <a:latin typeface="+mj-lt"/>
                  <a:ea typeface="+mn-lt"/>
                  <a:cs typeface="Arial" panose="020B0604020202020204" pitchFamily="34" charset="0"/>
                </a:rPr>
                <a:t>Light Aircraft</a:t>
              </a:r>
              <a:endParaRPr lang="en-AU" sz="1500" dirty="0">
                <a:solidFill>
                  <a:schemeClr val="tx2"/>
                </a:solidFill>
                <a:latin typeface="+mj-lt"/>
                <a:cs typeface="Arial" panose="020B0604020202020204" pitchFamily="34" charset="0"/>
              </a:endParaRPr>
            </a:p>
          </p:txBody>
        </p:sp>
        <p:pic>
          <p:nvPicPr>
            <p:cNvPr id="10" name="Picture 10" descr="A picture containing sky, plane, outdoor, road&#10;&#10;Description automatically generated">
              <a:extLst>
                <a:ext uri="{FF2B5EF4-FFF2-40B4-BE49-F238E27FC236}">
                  <a16:creationId xmlns:a16="http://schemas.microsoft.com/office/drawing/2014/main" id="{82D6AEA9-90CA-43D3-A461-1EC6BD2AFFC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77542" y="2701861"/>
              <a:ext cx="2100207" cy="1050390"/>
            </a:xfrm>
            <a:prstGeom prst="rect">
              <a:avLst/>
            </a:prstGeom>
          </p:spPr>
        </p:pic>
      </p:grpSp>
      <p:grpSp>
        <p:nvGrpSpPr>
          <p:cNvPr id="11" name="Group 10">
            <a:extLst>
              <a:ext uri="{FF2B5EF4-FFF2-40B4-BE49-F238E27FC236}">
                <a16:creationId xmlns:a16="http://schemas.microsoft.com/office/drawing/2014/main" id="{6B389DB4-BD65-29EE-D4E2-C89646A25233}"/>
              </a:ext>
            </a:extLst>
          </p:cNvPr>
          <p:cNvGrpSpPr/>
          <p:nvPr/>
        </p:nvGrpSpPr>
        <p:grpSpPr>
          <a:xfrm>
            <a:off x="5334768" y="4565726"/>
            <a:ext cx="6431335" cy="1714982"/>
            <a:chOff x="5261829" y="4636712"/>
            <a:chExt cx="6431335" cy="1714982"/>
          </a:xfrm>
        </p:grpSpPr>
        <p:sp>
          <p:nvSpPr>
            <p:cNvPr id="8" name="Rectangle 7">
              <a:extLst>
                <a:ext uri="{FF2B5EF4-FFF2-40B4-BE49-F238E27FC236}">
                  <a16:creationId xmlns:a16="http://schemas.microsoft.com/office/drawing/2014/main" id="{87C6667A-B0ED-D712-B0CC-26398C68D1CE}"/>
                </a:ext>
              </a:extLst>
            </p:cNvPr>
            <p:cNvSpPr/>
            <p:nvPr/>
          </p:nvSpPr>
          <p:spPr>
            <a:xfrm>
              <a:off x="5306513" y="4678679"/>
              <a:ext cx="5988722" cy="16730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TextBox 32">
              <a:extLst>
                <a:ext uri="{FF2B5EF4-FFF2-40B4-BE49-F238E27FC236}">
                  <a16:creationId xmlns:a16="http://schemas.microsoft.com/office/drawing/2014/main" id="{2FB805B8-D1B9-4310-A790-2E3E70CCE582}"/>
                </a:ext>
              </a:extLst>
            </p:cNvPr>
            <p:cNvSpPr txBox="1"/>
            <p:nvPr/>
          </p:nvSpPr>
          <p:spPr>
            <a:xfrm>
              <a:off x="5808203" y="4784901"/>
              <a:ext cx="5884961" cy="1542410"/>
            </a:xfrm>
            <a:prstGeom prst="rect">
              <a:avLst/>
            </a:prstGeom>
            <a:noFill/>
          </p:spPr>
          <p:txBody>
            <a:bodyPr wrap="square">
              <a:spAutoFit/>
            </a:bodyPr>
            <a:lstStyle/>
            <a:p>
              <a:pPr marR="484505">
                <a:lnSpc>
                  <a:spcPct val="117000"/>
                </a:lnSpc>
              </a:pPr>
              <a:endParaRPr lang="en-GB" sz="600" dirty="0">
                <a:solidFill>
                  <a:schemeClr val="tx2"/>
                </a:solidFill>
                <a:effectLst/>
                <a:ea typeface="Calibri" panose="020F0502020204030204" pitchFamily="34" charset="0"/>
              </a:endParaRPr>
            </a:p>
            <a:p>
              <a:pPr marR="484505">
                <a:lnSpc>
                  <a:spcPct val="117000"/>
                </a:lnSpc>
                <a:spcBef>
                  <a:spcPts val="600"/>
                </a:spcBef>
                <a:spcAft>
                  <a:spcPts val="600"/>
                </a:spcAft>
              </a:pPr>
              <a:r>
                <a:rPr lang="en-GB" sz="1300" b="1" dirty="0">
                  <a:solidFill>
                    <a:schemeClr val="tx2"/>
                  </a:solidFill>
                  <a:effectLst/>
                  <a:ea typeface="Calibri" panose="020F0502020204030204" pitchFamily="34" charset="0"/>
                </a:rPr>
                <a:t>Our network is operated and managed by Team Global Express. </a:t>
              </a:r>
            </a:p>
            <a:p>
              <a:pPr marR="484505">
                <a:lnSpc>
                  <a:spcPct val="117000"/>
                </a:lnSpc>
                <a:spcBef>
                  <a:spcPts val="600"/>
                </a:spcBef>
                <a:spcAft>
                  <a:spcPts val="600"/>
                </a:spcAft>
              </a:pPr>
              <a:r>
                <a:rPr lang="en-GB" sz="1300" b="1" dirty="0">
                  <a:solidFill>
                    <a:schemeClr val="tx2"/>
                  </a:solidFill>
                  <a:effectLst/>
                  <a:ea typeface="Calibri" panose="020F0502020204030204" pitchFamily="34" charset="0"/>
                </a:rPr>
                <a:t>This makes us unique in the transportation and logistics industry as we have full control, visibility and compliance across the network – no matter which service you choose to use. </a:t>
              </a:r>
            </a:p>
            <a:p>
              <a:pPr marR="484505">
                <a:lnSpc>
                  <a:spcPct val="117000"/>
                </a:lnSpc>
              </a:pPr>
              <a:endParaRPr lang="en-AU" sz="600" dirty="0">
                <a:solidFill>
                  <a:schemeClr val="tx2"/>
                </a:solidFill>
                <a:effectLst/>
                <a:ea typeface="Calibri" panose="020F0502020204030204" pitchFamily="34" charset="0"/>
              </a:endParaRPr>
            </a:p>
          </p:txBody>
        </p:sp>
        <p:sp>
          <p:nvSpPr>
            <p:cNvPr id="5" name="Title 1">
              <a:extLst>
                <a:ext uri="{FF2B5EF4-FFF2-40B4-BE49-F238E27FC236}">
                  <a16:creationId xmlns:a16="http://schemas.microsoft.com/office/drawing/2014/main" id="{0267F283-C520-1CA0-B05C-4A3FB689EC5E}"/>
                </a:ext>
              </a:extLst>
            </p:cNvPr>
            <p:cNvSpPr txBox="1">
              <a:spLocks/>
            </p:cNvSpPr>
            <p:nvPr/>
          </p:nvSpPr>
          <p:spPr>
            <a:xfrm>
              <a:off x="5261829" y="4636712"/>
              <a:ext cx="670560" cy="942286"/>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8000" dirty="0">
                  <a:solidFill>
                    <a:schemeClr val="tx2"/>
                  </a:solidFill>
                </a:rPr>
                <a:t>“</a:t>
              </a:r>
              <a:endParaRPr lang="en-US" sz="8000" dirty="0">
                <a:solidFill>
                  <a:schemeClr val="tx2"/>
                </a:solidFill>
              </a:endParaRPr>
            </a:p>
          </p:txBody>
        </p:sp>
        <p:sp>
          <p:nvSpPr>
            <p:cNvPr id="7" name="Title 1">
              <a:extLst>
                <a:ext uri="{FF2B5EF4-FFF2-40B4-BE49-F238E27FC236}">
                  <a16:creationId xmlns:a16="http://schemas.microsoft.com/office/drawing/2014/main" id="{A7B2E534-FDEF-F04E-10BA-D17011AEE5D7}"/>
                </a:ext>
              </a:extLst>
            </p:cNvPr>
            <p:cNvSpPr txBox="1">
              <a:spLocks/>
            </p:cNvSpPr>
            <p:nvPr/>
          </p:nvSpPr>
          <p:spPr>
            <a:xfrm rot="10800000">
              <a:off x="10539712" y="5409407"/>
              <a:ext cx="670560" cy="942286"/>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8000" dirty="0">
                  <a:solidFill>
                    <a:schemeClr val="tx2"/>
                  </a:solidFill>
                </a:rPr>
                <a:t>“</a:t>
              </a:r>
              <a:endParaRPr lang="en-US" sz="8000" dirty="0">
                <a:solidFill>
                  <a:schemeClr val="tx2"/>
                </a:solidFill>
              </a:endParaRPr>
            </a:p>
          </p:txBody>
        </p:sp>
      </p:grpSp>
      <p:pic>
        <p:nvPicPr>
          <p:cNvPr id="35" name="Picture 34" descr="A green and white striped flag&#10;&#10;Description automatically generated with low confidence">
            <a:extLst>
              <a:ext uri="{FF2B5EF4-FFF2-40B4-BE49-F238E27FC236}">
                <a16:creationId xmlns:a16="http://schemas.microsoft.com/office/drawing/2014/main" id="{CB35ED3A-5CD5-989C-162F-F582C79A720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36" name="Slide Number Placeholder 1">
            <a:extLst>
              <a:ext uri="{FF2B5EF4-FFF2-40B4-BE49-F238E27FC236}">
                <a16:creationId xmlns:a16="http://schemas.microsoft.com/office/drawing/2014/main" id="{23118857-81F3-3D01-20EB-07871D8DB7FD}"/>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5</a:t>
            </a:fld>
            <a:endParaRPr lang="en-US" sz="900" dirty="0">
              <a:solidFill>
                <a:schemeClr val="tx2"/>
              </a:solidFill>
            </a:endParaRPr>
          </a:p>
        </p:txBody>
      </p:sp>
    </p:spTree>
    <p:extLst>
      <p:ext uri="{BB962C8B-B14F-4D97-AF65-F5344CB8AC3E}">
        <p14:creationId xmlns:p14="http://schemas.microsoft.com/office/powerpoint/2010/main" val="2229982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Title 1"/>
          <p:cNvSpPr>
            <a:spLocks noGrp="1"/>
          </p:cNvSpPr>
          <p:nvPr>
            <p:ph type="title"/>
          </p:nvPr>
        </p:nvSpPr>
        <p:spPr>
          <a:xfrm>
            <a:off x="405900" y="191265"/>
            <a:ext cx="11415357" cy="784830"/>
          </a:xfrm>
        </p:spPr>
        <p:txBody>
          <a:bodyPr/>
          <a:lstStyle/>
          <a:p>
            <a:r>
              <a:rPr lang="en-US" sz="5000" dirty="0">
                <a:solidFill>
                  <a:schemeClr val="tx1"/>
                </a:solidFill>
                <a:latin typeface="Franklin Gothic Demi" panose="020B0703020102020204" pitchFamily="34" charset="0"/>
              </a:rPr>
              <a:t>Unrivalled Logistics </a:t>
            </a:r>
            <a:r>
              <a:rPr lang="en-US" sz="5000" dirty="0">
                <a:solidFill>
                  <a:schemeClr val="tx1"/>
                </a:solidFill>
              </a:rPr>
              <a:t>N</a:t>
            </a:r>
            <a:r>
              <a:rPr lang="en-US" sz="5000" dirty="0">
                <a:solidFill>
                  <a:schemeClr val="tx1"/>
                </a:solidFill>
                <a:latin typeface="Franklin Gothic Demi" panose="020B0703020102020204" pitchFamily="34" charset="0"/>
              </a:rPr>
              <a:t>etwork</a:t>
            </a:r>
            <a:endParaRPr lang="en-AU" sz="5000" dirty="0">
              <a:solidFill>
                <a:schemeClr val="tx1"/>
              </a:solidFill>
              <a:latin typeface="Franklin Gothic Demi" panose="020B0703020102020204" pitchFamily="34" charset="0"/>
            </a:endParaRPr>
          </a:p>
        </p:txBody>
      </p:sp>
      <p:grpSp>
        <p:nvGrpSpPr>
          <p:cNvPr id="430" name="Group 429"/>
          <p:cNvGrpSpPr/>
          <p:nvPr/>
        </p:nvGrpSpPr>
        <p:grpSpPr>
          <a:xfrm>
            <a:off x="458016" y="5285388"/>
            <a:ext cx="3581178" cy="1064435"/>
            <a:chOff x="7831601" y="2219190"/>
            <a:chExt cx="3949243" cy="1173835"/>
          </a:xfrm>
        </p:grpSpPr>
        <p:sp>
          <p:nvSpPr>
            <p:cNvPr id="431" name="Freeform 115">
              <a:extLst>
                <a:ext uri="{FF2B5EF4-FFF2-40B4-BE49-F238E27FC236}">
                  <a16:creationId xmlns:a16="http://schemas.microsoft.com/office/drawing/2014/main" id="{39C33B5A-583B-4CB0-A15F-8FD559C72A5F}"/>
                </a:ext>
              </a:extLst>
            </p:cNvPr>
            <p:cNvSpPr>
              <a:spLocks noEditPoints="1"/>
            </p:cNvSpPr>
            <p:nvPr/>
          </p:nvSpPr>
          <p:spPr bwMode="auto">
            <a:xfrm rot="14581681" flipV="1">
              <a:off x="7989175" y="321328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cxnSp>
          <p:nvCxnSpPr>
            <p:cNvPr id="432" name="Straight Connector 431"/>
            <p:cNvCxnSpPr/>
            <p:nvPr/>
          </p:nvCxnSpPr>
          <p:spPr bwMode="auto">
            <a:xfrm>
              <a:off x="7930348" y="2511383"/>
              <a:ext cx="226557" cy="0"/>
            </a:xfrm>
            <a:prstGeom prst="line">
              <a:avLst/>
            </a:prstGeom>
            <a:noFill/>
            <a:ln w="19050" cap="flat" cmpd="sng" algn="ctr">
              <a:solidFill>
                <a:schemeClr val="tx1"/>
              </a:solidFill>
              <a:prstDash val="solid"/>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3" name="Straight Connector 432"/>
            <p:cNvCxnSpPr/>
            <p:nvPr/>
          </p:nvCxnSpPr>
          <p:spPr bwMode="auto">
            <a:xfrm>
              <a:off x="7930348" y="2705472"/>
              <a:ext cx="226557" cy="0"/>
            </a:xfrm>
            <a:prstGeom prst="line">
              <a:avLst/>
            </a:prstGeom>
            <a:noFill/>
            <a:ln w="19050">
              <a:solidFill>
                <a:schemeClr val="accent4"/>
              </a:solidFill>
              <a:headEnd type="none"/>
              <a:tailEnd type="none"/>
            </a:ln>
            <a:effectLst/>
          </p:spPr>
        </p:cxnSp>
        <p:cxnSp>
          <p:nvCxnSpPr>
            <p:cNvPr id="434" name="Straight Connector 433"/>
            <p:cNvCxnSpPr/>
            <p:nvPr/>
          </p:nvCxnSpPr>
          <p:spPr bwMode="auto">
            <a:xfrm>
              <a:off x="7930348" y="2899560"/>
              <a:ext cx="226557" cy="0"/>
            </a:xfrm>
            <a:prstGeom prst="line">
              <a:avLst/>
            </a:prstGeom>
            <a:noFill/>
            <a:ln w="19050" cap="flat" cmpd="sng" algn="ctr">
              <a:solidFill>
                <a:schemeClr val="accent1"/>
              </a:solidFill>
              <a:prstDash val="dash"/>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5" name="Rectangle 434"/>
            <p:cNvSpPr/>
            <p:nvPr/>
          </p:nvSpPr>
          <p:spPr bwMode="auto">
            <a:xfrm>
              <a:off x="8131303" y="2426305"/>
              <a:ext cx="977972" cy="170155"/>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Air</a:t>
              </a:r>
            </a:p>
          </p:txBody>
        </p:sp>
        <p:sp>
          <p:nvSpPr>
            <p:cNvPr id="436" name="Rectangle 435"/>
            <p:cNvSpPr/>
            <p:nvPr/>
          </p:nvSpPr>
          <p:spPr bwMode="auto">
            <a:xfrm>
              <a:off x="8131303" y="2602063"/>
              <a:ext cx="977972" cy="202877"/>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Road</a:t>
              </a:r>
            </a:p>
          </p:txBody>
        </p:sp>
        <p:sp>
          <p:nvSpPr>
            <p:cNvPr id="437" name="Rectangle 436"/>
            <p:cNvSpPr/>
            <p:nvPr/>
          </p:nvSpPr>
          <p:spPr bwMode="auto">
            <a:xfrm>
              <a:off x="8131303" y="2810542"/>
              <a:ext cx="977972" cy="179243"/>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Rail</a:t>
              </a:r>
            </a:p>
          </p:txBody>
        </p:sp>
        <p:sp>
          <p:nvSpPr>
            <p:cNvPr id="438" name="Rectangle 437"/>
            <p:cNvSpPr/>
            <p:nvPr/>
          </p:nvSpPr>
          <p:spPr bwMode="auto">
            <a:xfrm>
              <a:off x="8131299" y="2995387"/>
              <a:ext cx="1395331" cy="196521"/>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Coastal shipping</a:t>
              </a:r>
            </a:p>
          </p:txBody>
        </p:sp>
        <p:cxnSp>
          <p:nvCxnSpPr>
            <p:cNvPr id="439" name="Straight Connector 438"/>
            <p:cNvCxnSpPr/>
            <p:nvPr/>
          </p:nvCxnSpPr>
          <p:spPr bwMode="auto">
            <a:xfrm>
              <a:off x="7930348" y="3080971"/>
              <a:ext cx="226557" cy="0"/>
            </a:xfrm>
            <a:prstGeom prst="line">
              <a:avLst/>
            </a:prstGeom>
            <a:noFill/>
            <a:ln w="19050" cap="flat" cmpd="sng" algn="ctr">
              <a:solidFill>
                <a:schemeClr val="accent6"/>
              </a:solidFill>
              <a:prstDash val="solid"/>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0" name="Oval 439"/>
            <p:cNvSpPr/>
            <p:nvPr/>
          </p:nvSpPr>
          <p:spPr>
            <a:xfrm>
              <a:off x="9414249" y="2479414"/>
              <a:ext cx="75519" cy="75519"/>
            </a:xfrm>
            <a:prstGeom prst="ellipse">
              <a:avLst/>
            </a:prstGeom>
            <a:solidFill>
              <a:schemeClr val="bg2">
                <a:lumMod val="75000"/>
              </a:schemeClr>
            </a:solid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tx2"/>
                </a:solidFill>
              </a:endParaRPr>
            </a:p>
          </p:txBody>
        </p:sp>
        <p:sp>
          <p:nvSpPr>
            <p:cNvPr id="441" name="Rectangle 440"/>
            <p:cNvSpPr/>
            <p:nvPr/>
          </p:nvSpPr>
          <p:spPr>
            <a:xfrm>
              <a:off x="9414249" y="2671503"/>
              <a:ext cx="75519" cy="75519"/>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tx2"/>
                </a:solidFill>
              </a:endParaRPr>
            </a:p>
          </p:txBody>
        </p:sp>
        <p:sp>
          <p:nvSpPr>
            <p:cNvPr id="442" name="Oval 441"/>
            <p:cNvSpPr/>
            <p:nvPr/>
          </p:nvSpPr>
          <p:spPr>
            <a:xfrm>
              <a:off x="9414249" y="3043007"/>
              <a:ext cx="75519" cy="75519"/>
            </a:xfrm>
            <a:prstGeom prst="ellipse">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accent1"/>
                </a:solidFill>
              </a:endParaRPr>
            </a:p>
          </p:txBody>
        </p:sp>
        <p:sp>
          <p:nvSpPr>
            <p:cNvPr id="443" name="Oval 442"/>
            <p:cNvSpPr/>
            <p:nvPr/>
          </p:nvSpPr>
          <p:spPr>
            <a:xfrm>
              <a:off x="9414249" y="2866539"/>
              <a:ext cx="75519" cy="75519"/>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tx2"/>
                </a:solidFill>
              </a:endParaRPr>
            </a:p>
          </p:txBody>
        </p:sp>
        <p:sp>
          <p:nvSpPr>
            <p:cNvPr id="444" name="Rectangle 443"/>
            <p:cNvSpPr/>
            <p:nvPr/>
          </p:nvSpPr>
          <p:spPr bwMode="auto">
            <a:xfrm>
              <a:off x="9526634" y="2426305"/>
              <a:ext cx="977972" cy="170155"/>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NZ Depots</a:t>
              </a:r>
            </a:p>
          </p:txBody>
        </p:sp>
        <p:sp>
          <p:nvSpPr>
            <p:cNvPr id="445" name="Rectangle 444"/>
            <p:cNvSpPr/>
            <p:nvPr/>
          </p:nvSpPr>
          <p:spPr bwMode="auto">
            <a:xfrm>
              <a:off x="9526634" y="2602063"/>
              <a:ext cx="977972" cy="202877"/>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Agents</a:t>
              </a:r>
            </a:p>
          </p:txBody>
        </p:sp>
        <p:sp>
          <p:nvSpPr>
            <p:cNvPr id="446" name="Rectangle 445"/>
            <p:cNvSpPr/>
            <p:nvPr/>
          </p:nvSpPr>
          <p:spPr bwMode="auto">
            <a:xfrm>
              <a:off x="9526633" y="3069433"/>
              <a:ext cx="2254211" cy="179243"/>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Palletised Express /Intermodal &amp; Specialised depots</a:t>
              </a:r>
            </a:p>
          </p:txBody>
        </p:sp>
        <p:sp>
          <p:nvSpPr>
            <p:cNvPr id="447" name="Rectangle 446"/>
            <p:cNvSpPr/>
            <p:nvPr/>
          </p:nvSpPr>
          <p:spPr bwMode="auto">
            <a:xfrm>
              <a:off x="9526633" y="2810542"/>
              <a:ext cx="1882120" cy="196521"/>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Express Parcel depots</a:t>
              </a:r>
            </a:p>
          </p:txBody>
        </p:sp>
        <p:sp>
          <p:nvSpPr>
            <p:cNvPr id="448" name="Rectangle 447"/>
            <p:cNvSpPr/>
            <p:nvPr/>
          </p:nvSpPr>
          <p:spPr bwMode="auto">
            <a:xfrm>
              <a:off x="8138117" y="3196504"/>
              <a:ext cx="1351652" cy="196521"/>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Major depots</a:t>
              </a:r>
            </a:p>
          </p:txBody>
        </p:sp>
        <p:sp>
          <p:nvSpPr>
            <p:cNvPr id="449" name="TextBox 448"/>
            <p:cNvSpPr txBox="1"/>
            <p:nvPr/>
          </p:nvSpPr>
          <p:spPr>
            <a:xfrm>
              <a:off x="7831601" y="2219190"/>
              <a:ext cx="633676" cy="232906"/>
            </a:xfrm>
            <a:prstGeom prst="rect">
              <a:avLst/>
            </a:prstGeom>
            <a:noFill/>
          </p:spPr>
          <p:txBody>
            <a:bodyPr vert="horz" wrap="none" lIns="82918" tIns="41459" rIns="82918" bIns="41459" rtlCol="0" anchor="t">
              <a:spAutoFit/>
            </a:bodyPr>
            <a:lstStyle/>
            <a:p>
              <a:pPr algn="l">
                <a:lnSpc>
                  <a:spcPct val="110000"/>
                </a:lnSpc>
              </a:pPr>
              <a:r>
                <a:rPr lang="en-AU" sz="816" b="1" dirty="0">
                  <a:latin typeface="Arial"/>
                </a:rPr>
                <a:t>Legend</a:t>
              </a:r>
              <a:r>
                <a:rPr lang="en-AU" sz="816" b="1" dirty="0">
                  <a:solidFill>
                    <a:schemeClr val="tx2"/>
                  </a:solidFill>
                  <a:latin typeface="Arial"/>
                </a:rPr>
                <a:t>:</a:t>
              </a:r>
            </a:p>
          </p:txBody>
        </p:sp>
      </p:grpSp>
      <p:grpSp>
        <p:nvGrpSpPr>
          <p:cNvPr id="450" name="Group 449"/>
          <p:cNvGrpSpPr/>
          <p:nvPr/>
        </p:nvGrpSpPr>
        <p:grpSpPr>
          <a:xfrm>
            <a:off x="3605075" y="1732542"/>
            <a:ext cx="6814341" cy="4586391"/>
            <a:chOff x="2842914" y="1886640"/>
            <a:chExt cx="7004577" cy="4714429"/>
          </a:xfrm>
        </p:grpSpPr>
        <p:sp>
          <p:nvSpPr>
            <p:cNvPr id="451" name="Freeform 400">
              <a:extLst>
                <a:ext uri="{FF2B5EF4-FFF2-40B4-BE49-F238E27FC236}">
                  <a16:creationId xmlns:a16="http://schemas.microsoft.com/office/drawing/2014/main" id="{8395E316-D4ED-40A7-82C8-F7A3B4DDD743}"/>
                </a:ext>
              </a:extLst>
            </p:cNvPr>
            <p:cNvSpPr/>
            <p:nvPr>
              <p:custDataLst>
                <p:tags r:id="rId2"/>
              </p:custDataLst>
            </p:nvPr>
          </p:nvSpPr>
          <p:spPr bwMode="auto">
            <a:xfrm>
              <a:off x="7009312" y="5669205"/>
              <a:ext cx="72603" cy="97693"/>
            </a:xfrm>
            <a:custGeom>
              <a:avLst/>
              <a:gdLst>
                <a:gd name="connsiteX0" fmla="*/ 0 w 84495"/>
                <a:gd name="connsiteY0" fmla="*/ 14778 h 113203"/>
                <a:gd name="connsiteX1" fmla="*/ 28575 w 84495"/>
                <a:gd name="connsiteY1" fmla="*/ 71928 h 113203"/>
                <a:gd name="connsiteX2" fmla="*/ 25400 w 84495"/>
                <a:gd name="connsiteY2" fmla="*/ 106853 h 113203"/>
                <a:gd name="connsiteX3" fmla="*/ 50800 w 84495"/>
                <a:gd name="connsiteY3" fmla="*/ 113203 h 113203"/>
                <a:gd name="connsiteX4" fmla="*/ 76200 w 84495"/>
                <a:gd name="connsiteY4" fmla="*/ 87803 h 113203"/>
                <a:gd name="connsiteX5" fmla="*/ 50800 w 84495"/>
                <a:gd name="connsiteY5" fmla="*/ 65578 h 113203"/>
                <a:gd name="connsiteX6" fmla="*/ 60325 w 84495"/>
                <a:gd name="connsiteY6" fmla="*/ 37003 h 113203"/>
                <a:gd name="connsiteX7" fmla="*/ 0 w 84495"/>
                <a:gd name="connsiteY7" fmla="*/ 14778 h 11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95" h="113203">
                  <a:moveTo>
                    <a:pt x="0" y="14778"/>
                  </a:moveTo>
                  <a:lnTo>
                    <a:pt x="28575" y="71928"/>
                  </a:lnTo>
                  <a:lnTo>
                    <a:pt x="25400" y="106853"/>
                  </a:lnTo>
                  <a:lnTo>
                    <a:pt x="50800" y="113203"/>
                  </a:lnTo>
                  <a:cubicBezTo>
                    <a:pt x="81344" y="92840"/>
                    <a:pt x="84495" y="104392"/>
                    <a:pt x="76200" y="87803"/>
                  </a:cubicBezTo>
                  <a:cubicBezTo>
                    <a:pt x="49953" y="68118"/>
                    <a:pt x="50800" y="79336"/>
                    <a:pt x="50800" y="65578"/>
                  </a:cubicBezTo>
                  <a:cubicBezTo>
                    <a:pt x="67929" y="38171"/>
                    <a:pt x="75605" y="44643"/>
                    <a:pt x="60325" y="37003"/>
                  </a:cubicBezTo>
                  <a:cubicBezTo>
                    <a:pt x="40142" y="0"/>
                    <a:pt x="47205" y="13939"/>
                    <a:pt x="0" y="14778"/>
                  </a:cubicBezTo>
                  <a:close/>
                </a:path>
              </a:pathLst>
            </a:custGeom>
            <a:solidFill>
              <a:srgbClr val="DDDCDB"/>
            </a:solidFill>
            <a:ln w="6350">
              <a:solidFill>
                <a:srgbClr val="FFFFFF"/>
              </a:solidFill>
              <a:prstDash val="solid"/>
              <a:miter lim="800000"/>
              <a:headEnd/>
              <a:tailEnd/>
            </a:ln>
          </p:spPr>
          <p:txBody>
            <a:bodyPr/>
            <a:lstStyle/>
            <a:p>
              <a:pPr defTabSz="829178">
                <a:defRPr/>
              </a:pPr>
              <a:endParaRPr lang="en-AU" sz="1632" kern="0" dirty="0">
                <a:latin typeface="Arial"/>
              </a:endParaRPr>
            </a:p>
          </p:txBody>
        </p:sp>
        <p:grpSp>
          <p:nvGrpSpPr>
            <p:cNvPr id="452" name="Group 451"/>
            <p:cNvGrpSpPr/>
            <p:nvPr/>
          </p:nvGrpSpPr>
          <p:grpSpPr>
            <a:xfrm>
              <a:off x="3333990" y="1980221"/>
              <a:ext cx="6120751" cy="4566741"/>
              <a:chOff x="3333990" y="1980221"/>
              <a:chExt cx="6120751" cy="4566741"/>
            </a:xfrm>
          </p:grpSpPr>
          <p:grpSp>
            <p:nvGrpSpPr>
              <p:cNvPr id="1358" name="Group 1357"/>
              <p:cNvGrpSpPr/>
              <p:nvPr/>
            </p:nvGrpSpPr>
            <p:grpSpPr>
              <a:xfrm>
                <a:off x="3333990" y="1980221"/>
                <a:ext cx="6120751" cy="4566741"/>
                <a:chOff x="3228975" y="2294758"/>
                <a:chExt cx="6120751" cy="4566741"/>
              </a:xfrm>
            </p:grpSpPr>
            <p:sp>
              <p:nvSpPr>
                <p:cNvPr id="1434" name="Freeform 401">
                  <a:extLst>
                    <a:ext uri="{FF2B5EF4-FFF2-40B4-BE49-F238E27FC236}">
                      <a16:creationId xmlns:a16="http://schemas.microsoft.com/office/drawing/2014/main" id="{BD48CB55-8197-4F9F-B96E-D3199402D846}"/>
                    </a:ext>
                  </a:extLst>
                </p:cNvPr>
                <p:cNvSpPr/>
                <p:nvPr>
                  <p:custDataLst>
                    <p:tags r:id="rId7"/>
                  </p:custDataLst>
                </p:nvPr>
              </p:nvSpPr>
              <p:spPr bwMode="auto">
                <a:xfrm>
                  <a:off x="5016637" y="4185345"/>
                  <a:ext cx="1342458" cy="1538338"/>
                </a:xfrm>
                <a:custGeom>
                  <a:avLst/>
                  <a:gdLst>
                    <a:gd name="connsiteX0" fmla="*/ 0 w 1555750"/>
                    <a:gd name="connsiteY0" fmla="*/ 3175 h 1774825"/>
                    <a:gd name="connsiteX1" fmla="*/ 1171575 w 1555750"/>
                    <a:gd name="connsiteY1" fmla="*/ 0 h 1774825"/>
                    <a:gd name="connsiteX2" fmla="*/ 1555750 w 1555750"/>
                    <a:gd name="connsiteY2" fmla="*/ 28575 h 1774825"/>
                    <a:gd name="connsiteX3" fmla="*/ 1438275 w 1555750"/>
                    <a:gd name="connsiteY3" fmla="*/ 1774825 h 1774825"/>
                    <a:gd name="connsiteX4" fmla="*/ 1368425 w 1555750"/>
                    <a:gd name="connsiteY4" fmla="*/ 1720850 h 1774825"/>
                    <a:gd name="connsiteX5" fmla="*/ 1358900 w 1555750"/>
                    <a:gd name="connsiteY5" fmla="*/ 1682750 h 1774825"/>
                    <a:gd name="connsiteX6" fmla="*/ 1311275 w 1555750"/>
                    <a:gd name="connsiteY6" fmla="*/ 1635125 h 1774825"/>
                    <a:gd name="connsiteX7" fmla="*/ 1308100 w 1555750"/>
                    <a:gd name="connsiteY7" fmla="*/ 1590675 h 1774825"/>
                    <a:gd name="connsiteX8" fmla="*/ 1327150 w 1555750"/>
                    <a:gd name="connsiteY8" fmla="*/ 1520825 h 1774825"/>
                    <a:gd name="connsiteX9" fmla="*/ 1285875 w 1555750"/>
                    <a:gd name="connsiteY9" fmla="*/ 1425575 h 1774825"/>
                    <a:gd name="connsiteX10" fmla="*/ 1209675 w 1555750"/>
                    <a:gd name="connsiteY10" fmla="*/ 1381125 h 1774825"/>
                    <a:gd name="connsiteX11" fmla="*/ 1171575 w 1555750"/>
                    <a:gd name="connsiteY11" fmla="*/ 1403350 h 1774825"/>
                    <a:gd name="connsiteX12" fmla="*/ 1136650 w 1555750"/>
                    <a:gd name="connsiteY12" fmla="*/ 1384300 h 1774825"/>
                    <a:gd name="connsiteX13" fmla="*/ 1177925 w 1555750"/>
                    <a:gd name="connsiteY13" fmla="*/ 1320800 h 1774825"/>
                    <a:gd name="connsiteX14" fmla="*/ 1187450 w 1555750"/>
                    <a:gd name="connsiteY14" fmla="*/ 1254125 h 1774825"/>
                    <a:gd name="connsiteX15" fmla="*/ 1152525 w 1555750"/>
                    <a:gd name="connsiteY15" fmla="*/ 1222375 h 1774825"/>
                    <a:gd name="connsiteX16" fmla="*/ 1143000 w 1555750"/>
                    <a:gd name="connsiteY16" fmla="*/ 1181100 h 1774825"/>
                    <a:gd name="connsiteX17" fmla="*/ 1133475 w 1555750"/>
                    <a:gd name="connsiteY17" fmla="*/ 1168400 h 1774825"/>
                    <a:gd name="connsiteX18" fmla="*/ 1111250 w 1555750"/>
                    <a:gd name="connsiteY18" fmla="*/ 1190625 h 1774825"/>
                    <a:gd name="connsiteX19" fmla="*/ 1120775 w 1555750"/>
                    <a:gd name="connsiteY19" fmla="*/ 1209675 h 1774825"/>
                    <a:gd name="connsiteX20" fmla="*/ 1089025 w 1555750"/>
                    <a:gd name="connsiteY20" fmla="*/ 1241425 h 1774825"/>
                    <a:gd name="connsiteX21" fmla="*/ 1104900 w 1555750"/>
                    <a:gd name="connsiteY21" fmla="*/ 1276350 h 1774825"/>
                    <a:gd name="connsiteX22" fmla="*/ 1082675 w 1555750"/>
                    <a:gd name="connsiteY22" fmla="*/ 1295400 h 1774825"/>
                    <a:gd name="connsiteX23" fmla="*/ 1085850 w 1555750"/>
                    <a:gd name="connsiteY23" fmla="*/ 1330325 h 1774825"/>
                    <a:gd name="connsiteX24" fmla="*/ 1047750 w 1555750"/>
                    <a:gd name="connsiteY24" fmla="*/ 1349375 h 1774825"/>
                    <a:gd name="connsiteX25" fmla="*/ 1016000 w 1555750"/>
                    <a:gd name="connsiteY25" fmla="*/ 1349375 h 1774825"/>
                    <a:gd name="connsiteX26" fmla="*/ 984250 w 1555750"/>
                    <a:gd name="connsiteY26" fmla="*/ 1301750 h 1774825"/>
                    <a:gd name="connsiteX27" fmla="*/ 1009650 w 1555750"/>
                    <a:gd name="connsiteY27" fmla="*/ 1282700 h 1774825"/>
                    <a:gd name="connsiteX28" fmla="*/ 1031875 w 1555750"/>
                    <a:gd name="connsiteY28" fmla="*/ 1292225 h 1774825"/>
                    <a:gd name="connsiteX29" fmla="*/ 1060450 w 1555750"/>
                    <a:gd name="connsiteY29" fmla="*/ 1247775 h 1774825"/>
                    <a:gd name="connsiteX30" fmla="*/ 1063625 w 1555750"/>
                    <a:gd name="connsiteY30" fmla="*/ 1155700 h 1774825"/>
                    <a:gd name="connsiteX31" fmla="*/ 1114425 w 1555750"/>
                    <a:gd name="connsiteY31" fmla="*/ 1095375 h 1774825"/>
                    <a:gd name="connsiteX32" fmla="*/ 1117600 w 1555750"/>
                    <a:gd name="connsiteY32" fmla="*/ 1028700 h 1774825"/>
                    <a:gd name="connsiteX33" fmla="*/ 1127125 w 1555750"/>
                    <a:gd name="connsiteY33" fmla="*/ 1016000 h 1774825"/>
                    <a:gd name="connsiteX34" fmla="*/ 1104900 w 1555750"/>
                    <a:gd name="connsiteY34" fmla="*/ 942975 h 1774825"/>
                    <a:gd name="connsiteX35" fmla="*/ 1085850 w 1555750"/>
                    <a:gd name="connsiteY35" fmla="*/ 1000125 h 1774825"/>
                    <a:gd name="connsiteX36" fmla="*/ 1057275 w 1555750"/>
                    <a:gd name="connsiteY36" fmla="*/ 1028700 h 1774825"/>
                    <a:gd name="connsiteX37" fmla="*/ 1038225 w 1555750"/>
                    <a:gd name="connsiteY37" fmla="*/ 1098550 h 1774825"/>
                    <a:gd name="connsiteX38" fmla="*/ 993775 w 1555750"/>
                    <a:gd name="connsiteY38" fmla="*/ 1111250 h 1774825"/>
                    <a:gd name="connsiteX39" fmla="*/ 984250 w 1555750"/>
                    <a:gd name="connsiteY39" fmla="*/ 1136650 h 1774825"/>
                    <a:gd name="connsiteX40" fmla="*/ 952500 w 1555750"/>
                    <a:gd name="connsiteY40" fmla="*/ 1133475 h 1774825"/>
                    <a:gd name="connsiteX41" fmla="*/ 873125 w 1555750"/>
                    <a:gd name="connsiteY41" fmla="*/ 1222375 h 1774825"/>
                    <a:gd name="connsiteX42" fmla="*/ 876300 w 1555750"/>
                    <a:gd name="connsiteY42" fmla="*/ 1282700 h 1774825"/>
                    <a:gd name="connsiteX43" fmla="*/ 835025 w 1555750"/>
                    <a:gd name="connsiteY43" fmla="*/ 1282700 h 1774825"/>
                    <a:gd name="connsiteX44" fmla="*/ 806450 w 1555750"/>
                    <a:gd name="connsiteY44" fmla="*/ 1238250 h 1774825"/>
                    <a:gd name="connsiteX45" fmla="*/ 803275 w 1555750"/>
                    <a:gd name="connsiteY45" fmla="*/ 1162050 h 1774825"/>
                    <a:gd name="connsiteX46" fmla="*/ 777875 w 1555750"/>
                    <a:gd name="connsiteY46" fmla="*/ 1136650 h 1774825"/>
                    <a:gd name="connsiteX47" fmla="*/ 781050 w 1555750"/>
                    <a:gd name="connsiteY47" fmla="*/ 1114425 h 1774825"/>
                    <a:gd name="connsiteX48" fmla="*/ 739775 w 1555750"/>
                    <a:gd name="connsiteY48" fmla="*/ 1085850 h 1774825"/>
                    <a:gd name="connsiteX49" fmla="*/ 736600 w 1555750"/>
                    <a:gd name="connsiteY49" fmla="*/ 1041400 h 1774825"/>
                    <a:gd name="connsiteX50" fmla="*/ 676275 w 1555750"/>
                    <a:gd name="connsiteY50" fmla="*/ 1022350 h 1774825"/>
                    <a:gd name="connsiteX51" fmla="*/ 657225 w 1555750"/>
                    <a:gd name="connsiteY51" fmla="*/ 971550 h 1774825"/>
                    <a:gd name="connsiteX52" fmla="*/ 682625 w 1555750"/>
                    <a:gd name="connsiteY52" fmla="*/ 949325 h 1774825"/>
                    <a:gd name="connsiteX53" fmla="*/ 657225 w 1555750"/>
                    <a:gd name="connsiteY53" fmla="*/ 920750 h 1774825"/>
                    <a:gd name="connsiteX54" fmla="*/ 625475 w 1555750"/>
                    <a:gd name="connsiteY54" fmla="*/ 923925 h 1774825"/>
                    <a:gd name="connsiteX55" fmla="*/ 606425 w 1555750"/>
                    <a:gd name="connsiteY55" fmla="*/ 889000 h 1774825"/>
                    <a:gd name="connsiteX56" fmla="*/ 568325 w 1555750"/>
                    <a:gd name="connsiteY56" fmla="*/ 901700 h 1774825"/>
                    <a:gd name="connsiteX57" fmla="*/ 485775 w 1555750"/>
                    <a:gd name="connsiteY57" fmla="*/ 844550 h 1774825"/>
                    <a:gd name="connsiteX58" fmla="*/ 425450 w 1555750"/>
                    <a:gd name="connsiteY58" fmla="*/ 857250 h 1774825"/>
                    <a:gd name="connsiteX59" fmla="*/ 333375 w 1555750"/>
                    <a:gd name="connsiteY59" fmla="*/ 793750 h 1774825"/>
                    <a:gd name="connsiteX60" fmla="*/ 273050 w 1555750"/>
                    <a:gd name="connsiteY60" fmla="*/ 793750 h 1774825"/>
                    <a:gd name="connsiteX61" fmla="*/ 117475 w 1555750"/>
                    <a:gd name="connsiteY61" fmla="*/ 800100 h 1774825"/>
                    <a:gd name="connsiteX62" fmla="*/ 95250 w 1555750"/>
                    <a:gd name="connsiteY62" fmla="*/ 819150 h 1774825"/>
                    <a:gd name="connsiteX63" fmla="*/ 31750 w 1555750"/>
                    <a:gd name="connsiteY63" fmla="*/ 809625 h 1774825"/>
                    <a:gd name="connsiteX64" fmla="*/ 0 w 1555750"/>
                    <a:gd name="connsiteY64" fmla="*/ 3175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55750" h="1774825">
                      <a:moveTo>
                        <a:pt x="0" y="3175"/>
                      </a:moveTo>
                      <a:lnTo>
                        <a:pt x="1171575" y="0"/>
                      </a:lnTo>
                      <a:lnTo>
                        <a:pt x="1555750" y="28575"/>
                      </a:lnTo>
                      <a:lnTo>
                        <a:pt x="1438275" y="1774825"/>
                      </a:lnTo>
                      <a:lnTo>
                        <a:pt x="1368425" y="1720850"/>
                      </a:lnTo>
                      <a:lnTo>
                        <a:pt x="1358900" y="1682750"/>
                      </a:lnTo>
                      <a:lnTo>
                        <a:pt x="1311275" y="1635125"/>
                      </a:lnTo>
                      <a:lnTo>
                        <a:pt x="1308100" y="1590675"/>
                      </a:lnTo>
                      <a:lnTo>
                        <a:pt x="1327150" y="1520825"/>
                      </a:lnTo>
                      <a:cubicBezTo>
                        <a:pt x="1284984" y="1430005"/>
                        <a:pt x="1285875" y="1464596"/>
                        <a:pt x="1285875" y="1425575"/>
                      </a:cubicBezTo>
                      <a:lnTo>
                        <a:pt x="1209675" y="1381125"/>
                      </a:lnTo>
                      <a:lnTo>
                        <a:pt x="1171575" y="1403350"/>
                      </a:lnTo>
                      <a:lnTo>
                        <a:pt x="1136650" y="1384300"/>
                      </a:lnTo>
                      <a:cubicBezTo>
                        <a:pt x="1178523" y="1323102"/>
                        <a:pt x="1177925" y="1348340"/>
                        <a:pt x="1177925" y="1320800"/>
                      </a:cubicBezTo>
                      <a:cubicBezTo>
                        <a:pt x="1187607" y="1256253"/>
                        <a:pt x="1187450" y="1278703"/>
                        <a:pt x="1187450" y="1254125"/>
                      </a:cubicBezTo>
                      <a:lnTo>
                        <a:pt x="1152525" y="1222375"/>
                      </a:lnTo>
                      <a:lnTo>
                        <a:pt x="1143000" y="1181100"/>
                      </a:lnTo>
                      <a:lnTo>
                        <a:pt x="1133475" y="1168400"/>
                      </a:lnTo>
                      <a:lnTo>
                        <a:pt x="1111250" y="1190625"/>
                      </a:lnTo>
                      <a:lnTo>
                        <a:pt x="1120775" y="1209675"/>
                      </a:lnTo>
                      <a:lnTo>
                        <a:pt x="1089025" y="1241425"/>
                      </a:lnTo>
                      <a:lnTo>
                        <a:pt x="1104900" y="1276350"/>
                      </a:lnTo>
                      <a:lnTo>
                        <a:pt x="1082675" y="1295400"/>
                      </a:lnTo>
                      <a:lnTo>
                        <a:pt x="1085850" y="1330325"/>
                      </a:lnTo>
                      <a:lnTo>
                        <a:pt x="1047750" y="1349375"/>
                      </a:lnTo>
                      <a:lnTo>
                        <a:pt x="1016000" y="1349375"/>
                      </a:lnTo>
                      <a:lnTo>
                        <a:pt x="984250" y="1301750"/>
                      </a:lnTo>
                      <a:cubicBezTo>
                        <a:pt x="1004797" y="1281203"/>
                        <a:pt x="994320" y="1282700"/>
                        <a:pt x="1009650" y="1282700"/>
                      </a:cubicBezTo>
                      <a:lnTo>
                        <a:pt x="1031875" y="1292225"/>
                      </a:lnTo>
                      <a:cubicBezTo>
                        <a:pt x="1061052" y="1250080"/>
                        <a:pt x="1060450" y="1267684"/>
                        <a:pt x="1060450" y="1247775"/>
                      </a:cubicBezTo>
                      <a:lnTo>
                        <a:pt x="1063625" y="1155700"/>
                      </a:lnTo>
                      <a:cubicBezTo>
                        <a:pt x="1115128" y="1097759"/>
                        <a:pt x="1114425" y="1124038"/>
                        <a:pt x="1114425" y="1095375"/>
                      </a:cubicBezTo>
                      <a:lnTo>
                        <a:pt x="1117600" y="1028700"/>
                      </a:lnTo>
                      <a:lnTo>
                        <a:pt x="1127125" y="1016000"/>
                      </a:lnTo>
                      <a:lnTo>
                        <a:pt x="1104900" y="942975"/>
                      </a:lnTo>
                      <a:lnTo>
                        <a:pt x="1085850" y="1000125"/>
                      </a:lnTo>
                      <a:lnTo>
                        <a:pt x="1057275" y="1028700"/>
                      </a:lnTo>
                      <a:lnTo>
                        <a:pt x="1038225" y="1098550"/>
                      </a:lnTo>
                      <a:lnTo>
                        <a:pt x="993775" y="1111250"/>
                      </a:lnTo>
                      <a:lnTo>
                        <a:pt x="984250" y="1136650"/>
                      </a:lnTo>
                      <a:lnTo>
                        <a:pt x="952500" y="1133475"/>
                      </a:lnTo>
                      <a:lnTo>
                        <a:pt x="873125" y="1222375"/>
                      </a:lnTo>
                      <a:cubicBezTo>
                        <a:pt x="879586" y="1283753"/>
                        <a:pt x="899694" y="1282700"/>
                        <a:pt x="876300" y="1282700"/>
                      </a:cubicBezTo>
                      <a:cubicBezTo>
                        <a:pt x="836708" y="1285999"/>
                        <a:pt x="847211" y="1294886"/>
                        <a:pt x="835025" y="1282700"/>
                      </a:cubicBezTo>
                      <a:lnTo>
                        <a:pt x="806450" y="1238250"/>
                      </a:lnTo>
                      <a:lnTo>
                        <a:pt x="803275" y="1162050"/>
                      </a:lnTo>
                      <a:lnTo>
                        <a:pt x="777875" y="1136650"/>
                      </a:lnTo>
                      <a:cubicBezTo>
                        <a:pt x="781465" y="1118699"/>
                        <a:pt x="781050" y="1126171"/>
                        <a:pt x="781050" y="1114425"/>
                      </a:cubicBezTo>
                      <a:lnTo>
                        <a:pt x="739775" y="1085850"/>
                      </a:lnTo>
                      <a:lnTo>
                        <a:pt x="736600" y="1041400"/>
                      </a:lnTo>
                      <a:lnTo>
                        <a:pt x="676275" y="1022350"/>
                      </a:lnTo>
                      <a:cubicBezTo>
                        <a:pt x="656832" y="973742"/>
                        <a:pt x="657225" y="991823"/>
                        <a:pt x="657225" y="971550"/>
                      </a:cubicBezTo>
                      <a:lnTo>
                        <a:pt x="682625" y="949325"/>
                      </a:lnTo>
                      <a:lnTo>
                        <a:pt x="657225" y="920750"/>
                      </a:lnTo>
                      <a:lnTo>
                        <a:pt x="625475" y="923925"/>
                      </a:lnTo>
                      <a:lnTo>
                        <a:pt x="606425" y="889000"/>
                      </a:lnTo>
                      <a:lnTo>
                        <a:pt x="568325" y="901700"/>
                      </a:lnTo>
                      <a:cubicBezTo>
                        <a:pt x="490432" y="843280"/>
                        <a:pt x="523875" y="844550"/>
                        <a:pt x="485775" y="844550"/>
                      </a:cubicBezTo>
                      <a:lnTo>
                        <a:pt x="425450" y="857250"/>
                      </a:lnTo>
                      <a:lnTo>
                        <a:pt x="333375" y="793750"/>
                      </a:lnTo>
                      <a:lnTo>
                        <a:pt x="273050" y="793750"/>
                      </a:lnTo>
                      <a:lnTo>
                        <a:pt x="117475" y="800100"/>
                      </a:lnTo>
                      <a:lnTo>
                        <a:pt x="95250" y="819150"/>
                      </a:lnTo>
                      <a:lnTo>
                        <a:pt x="31750" y="809625"/>
                      </a:lnTo>
                      <a:lnTo>
                        <a:pt x="0" y="3175"/>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5" name="Freeform 402">
                  <a:extLst>
                    <a:ext uri="{FF2B5EF4-FFF2-40B4-BE49-F238E27FC236}">
                      <a16:creationId xmlns:a16="http://schemas.microsoft.com/office/drawing/2014/main" id="{FC92C844-26FD-4BF8-8D0E-EFF7501554B8}"/>
                    </a:ext>
                  </a:extLst>
                </p:cNvPr>
                <p:cNvSpPr/>
                <p:nvPr>
                  <p:custDataLst>
                    <p:tags r:id="rId8"/>
                  </p:custDataLst>
                </p:nvPr>
              </p:nvSpPr>
              <p:spPr bwMode="auto">
                <a:xfrm>
                  <a:off x="3228975" y="2671775"/>
                  <a:ext cx="1820538" cy="2753322"/>
                </a:xfrm>
                <a:custGeom>
                  <a:avLst/>
                  <a:gdLst>
                    <a:gd name="connsiteX0" fmla="*/ 33338 w 2109788"/>
                    <a:gd name="connsiteY0" fmla="*/ 1728788 h 3176588"/>
                    <a:gd name="connsiteX1" fmla="*/ 28575 w 2109788"/>
                    <a:gd name="connsiteY1" fmla="*/ 1628775 h 3176588"/>
                    <a:gd name="connsiteX2" fmla="*/ 61913 w 2109788"/>
                    <a:gd name="connsiteY2" fmla="*/ 1585913 h 3176588"/>
                    <a:gd name="connsiteX3" fmla="*/ 47625 w 2109788"/>
                    <a:gd name="connsiteY3" fmla="*/ 1533525 h 3176588"/>
                    <a:gd name="connsiteX4" fmla="*/ 47625 w 2109788"/>
                    <a:gd name="connsiteY4" fmla="*/ 1500188 h 3176588"/>
                    <a:gd name="connsiteX5" fmla="*/ 14288 w 2109788"/>
                    <a:gd name="connsiteY5" fmla="*/ 1457325 h 3176588"/>
                    <a:gd name="connsiteX6" fmla="*/ 42863 w 2109788"/>
                    <a:gd name="connsiteY6" fmla="*/ 1414463 h 3176588"/>
                    <a:gd name="connsiteX7" fmla="*/ 47625 w 2109788"/>
                    <a:gd name="connsiteY7" fmla="*/ 1347788 h 3176588"/>
                    <a:gd name="connsiteX8" fmla="*/ 100013 w 2109788"/>
                    <a:gd name="connsiteY8" fmla="*/ 1443038 h 3176588"/>
                    <a:gd name="connsiteX9" fmla="*/ 123825 w 2109788"/>
                    <a:gd name="connsiteY9" fmla="*/ 1395413 h 3176588"/>
                    <a:gd name="connsiteX10" fmla="*/ 123825 w 2109788"/>
                    <a:gd name="connsiteY10" fmla="*/ 1347788 h 3176588"/>
                    <a:gd name="connsiteX11" fmla="*/ 242888 w 2109788"/>
                    <a:gd name="connsiteY11" fmla="*/ 1266825 h 3176588"/>
                    <a:gd name="connsiteX12" fmla="*/ 309563 w 2109788"/>
                    <a:gd name="connsiteY12" fmla="*/ 1195388 h 3176588"/>
                    <a:gd name="connsiteX13" fmla="*/ 347663 w 2109788"/>
                    <a:gd name="connsiteY13" fmla="*/ 1152525 h 3176588"/>
                    <a:gd name="connsiteX14" fmla="*/ 361950 w 2109788"/>
                    <a:gd name="connsiteY14" fmla="*/ 1109663 h 3176588"/>
                    <a:gd name="connsiteX15" fmla="*/ 390525 w 2109788"/>
                    <a:gd name="connsiteY15" fmla="*/ 1095375 h 3176588"/>
                    <a:gd name="connsiteX16" fmla="*/ 414338 w 2109788"/>
                    <a:gd name="connsiteY16" fmla="*/ 1128713 h 3176588"/>
                    <a:gd name="connsiteX17" fmla="*/ 481013 w 2109788"/>
                    <a:gd name="connsiteY17" fmla="*/ 1128713 h 3176588"/>
                    <a:gd name="connsiteX18" fmla="*/ 576263 w 2109788"/>
                    <a:gd name="connsiteY18" fmla="*/ 1057275 h 3176588"/>
                    <a:gd name="connsiteX19" fmla="*/ 623888 w 2109788"/>
                    <a:gd name="connsiteY19" fmla="*/ 1057275 h 3176588"/>
                    <a:gd name="connsiteX20" fmla="*/ 728663 w 2109788"/>
                    <a:gd name="connsiteY20" fmla="*/ 962025 h 3176588"/>
                    <a:gd name="connsiteX21" fmla="*/ 747713 w 2109788"/>
                    <a:gd name="connsiteY21" fmla="*/ 1009650 h 3176588"/>
                    <a:gd name="connsiteX22" fmla="*/ 890588 w 2109788"/>
                    <a:gd name="connsiteY22" fmla="*/ 952500 h 3176588"/>
                    <a:gd name="connsiteX23" fmla="*/ 923925 w 2109788"/>
                    <a:gd name="connsiteY23" fmla="*/ 914400 h 3176588"/>
                    <a:gd name="connsiteX24" fmla="*/ 952500 w 2109788"/>
                    <a:gd name="connsiteY24" fmla="*/ 914400 h 3176588"/>
                    <a:gd name="connsiteX25" fmla="*/ 1009650 w 2109788"/>
                    <a:gd name="connsiteY25" fmla="*/ 842963 h 3176588"/>
                    <a:gd name="connsiteX26" fmla="*/ 1047750 w 2109788"/>
                    <a:gd name="connsiteY26" fmla="*/ 728663 h 3176588"/>
                    <a:gd name="connsiteX27" fmla="*/ 1095375 w 2109788"/>
                    <a:gd name="connsiteY27" fmla="*/ 700088 h 3176588"/>
                    <a:gd name="connsiteX28" fmla="*/ 1109663 w 2109788"/>
                    <a:gd name="connsiteY28" fmla="*/ 666750 h 3176588"/>
                    <a:gd name="connsiteX29" fmla="*/ 1071563 w 2109788"/>
                    <a:gd name="connsiteY29" fmla="*/ 600075 h 3176588"/>
                    <a:gd name="connsiteX30" fmla="*/ 1081088 w 2109788"/>
                    <a:gd name="connsiteY30" fmla="*/ 528638 h 3176588"/>
                    <a:gd name="connsiteX31" fmla="*/ 1143000 w 2109788"/>
                    <a:gd name="connsiteY31" fmla="*/ 490538 h 3176588"/>
                    <a:gd name="connsiteX32" fmla="*/ 1162050 w 2109788"/>
                    <a:gd name="connsiteY32" fmla="*/ 461963 h 3176588"/>
                    <a:gd name="connsiteX33" fmla="*/ 1176338 w 2109788"/>
                    <a:gd name="connsiteY33" fmla="*/ 423863 h 3176588"/>
                    <a:gd name="connsiteX34" fmla="*/ 1204913 w 2109788"/>
                    <a:gd name="connsiteY34" fmla="*/ 485775 h 3176588"/>
                    <a:gd name="connsiteX35" fmla="*/ 1266825 w 2109788"/>
                    <a:gd name="connsiteY35" fmla="*/ 576263 h 3176588"/>
                    <a:gd name="connsiteX36" fmla="*/ 1266825 w 2109788"/>
                    <a:gd name="connsiteY36" fmla="*/ 504825 h 3176588"/>
                    <a:gd name="connsiteX37" fmla="*/ 1319213 w 2109788"/>
                    <a:gd name="connsiteY37" fmla="*/ 509588 h 3176588"/>
                    <a:gd name="connsiteX38" fmla="*/ 1247775 w 2109788"/>
                    <a:gd name="connsiteY38" fmla="*/ 438150 h 3176588"/>
                    <a:gd name="connsiteX39" fmla="*/ 1271588 w 2109788"/>
                    <a:gd name="connsiteY39" fmla="*/ 414338 h 3176588"/>
                    <a:gd name="connsiteX40" fmla="*/ 1266825 w 2109788"/>
                    <a:gd name="connsiteY40" fmla="*/ 381000 h 3176588"/>
                    <a:gd name="connsiteX41" fmla="*/ 1285875 w 2109788"/>
                    <a:gd name="connsiteY41" fmla="*/ 381000 h 3176588"/>
                    <a:gd name="connsiteX42" fmla="*/ 1300163 w 2109788"/>
                    <a:gd name="connsiteY42" fmla="*/ 423863 h 3176588"/>
                    <a:gd name="connsiteX43" fmla="*/ 1323975 w 2109788"/>
                    <a:gd name="connsiteY43" fmla="*/ 390525 h 3176588"/>
                    <a:gd name="connsiteX44" fmla="*/ 1357313 w 2109788"/>
                    <a:gd name="connsiteY44" fmla="*/ 414338 h 3176588"/>
                    <a:gd name="connsiteX45" fmla="*/ 1433513 w 2109788"/>
                    <a:gd name="connsiteY45" fmla="*/ 404813 h 3176588"/>
                    <a:gd name="connsiteX46" fmla="*/ 1366838 w 2109788"/>
                    <a:gd name="connsiteY46" fmla="*/ 381000 h 3176588"/>
                    <a:gd name="connsiteX47" fmla="*/ 1409700 w 2109788"/>
                    <a:gd name="connsiteY47" fmla="*/ 347663 h 3176588"/>
                    <a:gd name="connsiteX48" fmla="*/ 1376363 w 2109788"/>
                    <a:gd name="connsiteY48" fmla="*/ 319088 h 3176588"/>
                    <a:gd name="connsiteX49" fmla="*/ 1376363 w 2109788"/>
                    <a:gd name="connsiteY49" fmla="*/ 257175 h 3176588"/>
                    <a:gd name="connsiteX50" fmla="*/ 1347788 w 2109788"/>
                    <a:gd name="connsiteY50" fmla="*/ 233363 h 3176588"/>
                    <a:gd name="connsiteX51" fmla="*/ 1395413 w 2109788"/>
                    <a:gd name="connsiteY51" fmla="*/ 257175 h 3176588"/>
                    <a:gd name="connsiteX52" fmla="*/ 1433513 w 2109788"/>
                    <a:gd name="connsiteY52" fmla="*/ 238125 h 3176588"/>
                    <a:gd name="connsiteX53" fmla="*/ 1466850 w 2109788"/>
                    <a:gd name="connsiteY53" fmla="*/ 285750 h 3176588"/>
                    <a:gd name="connsiteX54" fmla="*/ 1481138 w 2109788"/>
                    <a:gd name="connsiteY54" fmla="*/ 257175 h 3176588"/>
                    <a:gd name="connsiteX55" fmla="*/ 1423988 w 2109788"/>
                    <a:gd name="connsiteY55" fmla="*/ 190500 h 3176588"/>
                    <a:gd name="connsiteX56" fmla="*/ 1500188 w 2109788"/>
                    <a:gd name="connsiteY56" fmla="*/ 190500 h 3176588"/>
                    <a:gd name="connsiteX57" fmla="*/ 1462088 w 2109788"/>
                    <a:gd name="connsiteY57" fmla="*/ 104775 h 3176588"/>
                    <a:gd name="connsiteX58" fmla="*/ 1528763 w 2109788"/>
                    <a:gd name="connsiteY58" fmla="*/ 123825 h 3176588"/>
                    <a:gd name="connsiteX59" fmla="*/ 1538288 w 2109788"/>
                    <a:gd name="connsiteY59" fmla="*/ 57150 h 3176588"/>
                    <a:gd name="connsiteX60" fmla="*/ 1576388 w 2109788"/>
                    <a:gd name="connsiteY60" fmla="*/ 128588 h 3176588"/>
                    <a:gd name="connsiteX61" fmla="*/ 1609725 w 2109788"/>
                    <a:gd name="connsiteY61" fmla="*/ 71438 h 3176588"/>
                    <a:gd name="connsiteX62" fmla="*/ 1566863 w 2109788"/>
                    <a:gd name="connsiteY62" fmla="*/ 23813 h 3176588"/>
                    <a:gd name="connsiteX63" fmla="*/ 1595438 w 2109788"/>
                    <a:gd name="connsiteY63" fmla="*/ 19050 h 3176588"/>
                    <a:gd name="connsiteX64" fmla="*/ 1624013 w 2109788"/>
                    <a:gd name="connsiteY64" fmla="*/ 57150 h 3176588"/>
                    <a:gd name="connsiteX65" fmla="*/ 1647825 w 2109788"/>
                    <a:gd name="connsiteY65" fmla="*/ 19050 h 3176588"/>
                    <a:gd name="connsiteX66" fmla="*/ 1690688 w 2109788"/>
                    <a:gd name="connsiteY66" fmla="*/ 52388 h 3176588"/>
                    <a:gd name="connsiteX67" fmla="*/ 1704975 w 2109788"/>
                    <a:gd name="connsiteY67" fmla="*/ 0 h 3176588"/>
                    <a:gd name="connsiteX68" fmla="*/ 1771650 w 2109788"/>
                    <a:gd name="connsiteY68" fmla="*/ 23813 h 3176588"/>
                    <a:gd name="connsiteX69" fmla="*/ 1900238 w 2109788"/>
                    <a:gd name="connsiteY69" fmla="*/ 142875 h 3176588"/>
                    <a:gd name="connsiteX70" fmla="*/ 1895475 w 2109788"/>
                    <a:gd name="connsiteY70" fmla="*/ 233363 h 3176588"/>
                    <a:gd name="connsiteX71" fmla="*/ 1909763 w 2109788"/>
                    <a:gd name="connsiteY71" fmla="*/ 252413 h 3176588"/>
                    <a:gd name="connsiteX72" fmla="*/ 1928813 w 2109788"/>
                    <a:gd name="connsiteY72" fmla="*/ 214313 h 3176588"/>
                    <a:gd name="connsiteX73" fmla="*/ 1924050 w 2109788"/>
                    <a:gd name="connsiteY73" fmla="*/ 166688 h 3176588"/>
                    <a:gd name="connsiteX74" fmla="*/ 1938338 w 2109788"/>
                    <a:gd name="connsiteY74" fmla="*/ 171450 h 3176588"/>
                    <a:gd name="connsiteX75" fmla="*/ 1957388 w 2109788"/>
                    <a:gd name="connsiteY75" fmla="*/ 133350 h 3176588"/>
                    <a:gd name="connsiteX76" fmla="*/ 2014538 w 2109788"/>
                    <a:gd name="connsiteY76" fmla="*/ 157163 h 3176588"/>
                    <a:gd name="connsiteX77" fmla="*/ 2109788 w 2109788"/>
                    <a:gd name="connsiteY77" fmla="*/ 2562225 h 3176588"/>
                    <a:gd name="connsiteX78" fmla="*/ 1895475 w 2109788"/>
                    <a:gd name="connsiteY78" fmla="*/ 2657475 h 3176588"/>
                    <a:gd name="connsiteX79" fmla="*/ 1852613 w 2109788"/>
                    <a:gd name="connsiteY79" fmla="*/ 2671763 h 3176588"/>
                    <a:gd name="connsiteX80" fmla="*/ 1733550 w 2109788"/>
                    <a:gd name="connsiteY80" fmla="*/ 2657475 h 3176588"/>
                    <a:gd name="connsiteX81" fmla="*/ 1671638 w 2109788"/>
                    <a:gd name="connsiteY81" fmla="*/ 2728913 h 3176588"/>
                    <a:gd name="connsiteX82" fmla="*/ 1519238 w 2109788"/>
                    <a:gd name="connsiteY82" fmla="*/ 2786063 h 3176588"/>
                    <a:gd name="connsiteX83" fmla="*/ 1514475 w 2109788"/>
                    <a:gd name="connsiteY83" fmla="*/ 2876550 h 3176588"/>
                    <a:gd name="connsiteX84" fmla="*/ 1457325 w 2109788"/>
                    <a:gd name="connsiteY84" fmla="*/ 2933700 h 3176588"/>
                    <a:gd name="connsiteX85" fmla="*/ 1419225 w 2109788"/>
                    <a:gd name="connsiteY85" fmla="*/ 2943225 h 3176588"/>
                    <a:gd name="connsiteX86" fmla="*/ 1366838 w 2109788"/>
                    <a:gd name="connsiteY86" fmla="*/ 2919413 h 3176588"/>
                    <a:gd name="connsiteX87" fmla="*/ 1295400 w 2109788"/>
                    <a:gd name="connsiteY87" fmla="*/ 2962275 h 3176588"/>
                    <a:gd name="connsiteX88" fmla="*/ 1223963 w 2109788"/>
                    <a:gd name="connsiteY88" fmla="*/ 2933700 h 3176588"/>
                    <a:gd name="connsiteX89" fmla="*/ 1109663 w 2109788"/>
                    <a:gd name="connsiteY89" fmla="*/ 2952750 h 3176588"/>
                    <a:gd name="connsiteX90" fmla="*/ 1095375 w 2109788"/>
                    <a:gd name="connsiteY90" fmla="*/ 2976563 h 3176588"/>
                    <a:gd name="connsiteX91" fmla="*/ 1033463 w 2109788"/>
                    <a:gd name="connsiteY91" fmla="*/ 2957513 h 3176588"/>
                    <a:gd name="connsiteX92" fmla="*/ 976313 w 2109788"/>
                    <a:gd name="connsiteY92" fmla="*/ 3014663 h 3176588"/>
                    <a:gd name="connsiteX93" fmla="*/ 985838 w 2109788"/>
                    <a:gd name="connsiteY93" fmla="*/ 3043238 h 3176588"/>
                    <a:gd name="connsiteX94" fmla="*/ 914400 w 2109788"/>
                    <a:gd name="connsiteY94" fmla="*/ 3052763 h 3176588"/>
                    <a:gd name="connsiteX95" fmla="*/ 838200 w 2109788"/>
                    <a:gd name="connsiteY95" fmla="*/ 3157538 h 3176588"/>
                    <a:gd name="connsiteX96" fmla="*/ 762000 w 2109788"/>
                    <a:gd name="connsiteY96" fmla="*/ 3167063 h 3176588"/>
                    <a:gd name="connsiteX97" fmla="*/ 681038 w 2109788"/>
                    <a:gd name="connsiteY97" fmla="*/ 3157538 h 3176588"/>
                    <a:gd name="connsiteX98" fmla="*/ 638175 w 2109788"/>
                    <a:gd name="connsiteY98" fmla="*/ 3176588 h 3176588"/>
                    <a:gd name="connsiteX99" fmla="*/ 619125 w 2109788"/>
                    <a:gd name="connsiteY99" fmla="*/ 3138488 h 3176588"/>
                    <a:gd name="connsiteX100" fmla="*/ 581025 w 2109788"/>
                    <a:gd name="connsiteY100" fmla="*/ 3157538 h 3176588"/>
                    <a:gd name="connsiteX101" fmla="*/ 523875 w 2109788"/>
                    <a:gd name="connsiteY101" fmla="*/ 3090863 h 3176588"/>
                    <a:gd name="connsiteX102" fmla="*/ 452438 w 2109788"/>
                    <a:gd name="connsiteY102" fmla="*/ 3105150 h 3176588"/>
                    <a:gd name="connsiteX103" fmla="*/ 428625 w 2109788"/>
                    <a:gd name="connsiteY103" fmla="*/ 2971800 h 3176588"/>
                    <a:gd name="connsiteX104" fmla="*/ 466725 w 2109788"/>
                    <a:gd name="connsiteY104" fmla="*/ 3009900 h 3176588"/>
                    <a:gd name="connsiteX105" fmla="*/ 509588 w 2109788"/>
                    <a:gd name="connsiteY105" fmla="*/ 2967038 h 3176588"/>
                    <a:gd name="connsiteX106" fmla="*/ 500063 w 2109788"/>
                    <a:gd name="connsiteY106" fmla="*/ 2886075 h 3176588"/>
                    <a:gd name="connsiteX107" fmla="*/ 495300 w 2109788"/>
                    <a:gd name="connsiteY107" fmla="*/ 2805113 h 3176588"/>
                    <a:gd name="connsiteX108" fmla="*/ 471488 w 2109788"/>
                    <a:gd name="connsiteY108" fmla="*/ 2762250 h 3176588"/>
                    <a:gd name="connsiteX109" fmla="*/ 495300 w 2109788"/>
                    <a:gd name="connsiteY109" fmla="*/ 2733675 h 3176588"/>
                    <a:gd name="connsiteX110" fmla="*/ 433388 w 2109788"/>
                    <a:gd name="connsiteY110" fmla="*/ 2662238 h 3176588"/>
                    <a:gd name="connsiteX111" fmla="*/ 414338 w 2109788"/>
                    <a:gd name="connsiteY111" fmla="*/ 2614613 h 3176588"/>
                    <a:gd name="connsiteX112" fmla="*/ 366713 w 2109788"/>
                    <a:gd name="connsiteY112" fmla="*/ 2576513 h 3176588"/>
                    <a:gd name="connsiteX113" fmla="*/ 342900 w 2109788"/>
                    <a:gd name="connsiteY113" fmla="*/ 2505075 h 3176588"/>
                    <a:gd name="connsiteX114" fmla="*/ 338138 w 2109788"/>
                    <a:gd name="connsiteY114" fmla="*/ 2386013 h 3176588"/>
                    <a:gd name="connsiteX115" fmla="*/ 276225 w 2109788"/>
                    <a:gd name="connsiteY115" fmla="*/ 2309813 h 3176588"/>
                    <a:gd name="connsiteX116" fmla="*/ 200025 w 2109788"/>
                    <a:gd name="connsiteY116" fmla="*/ 2200275 h 3176588"/>
                    <a:gd name="connsiteX117" fmla="*/ 190500 w 2109788"/>
                    <a:gd name="connsiteY117" fmla="*/ 2143125 h 3176588"/>
                    <a:gd name="connsiteX118" fmla="*/ 9525 w 2109788"/>
                    <a:gd name="connsiteY118" fmla="*/ 1938338 h 3176588"/>
                    <a:gd name="connsiteX119" fmla="*/ 0 w 2109788"/>
                    <a:gd name="connsiteY119" fmla="*/ 1895475 h 3176588"/>
                    <a:gd name="connsiteX120" fmla="*/ 38100 w 2109788"/>
                    <a:gd name="connsiteY120" fmla="*/ 1957388 h 3176588"/>
                    <a:gd name="connsiteX121" fmla="*/ 104775 w 2109788"/>
                    <a:gd name="connsiteY121" fmla="*/ 2014538 h 3176588"/>
                    <a:gd name="connsiteX122" fmla="*/ 123825 w 2109788"/>
                    <a:gd name="connsiteY122" fmla="*/ 2038350 h 3176588"/>
                    <a:gd name="connsiteX123" fmla="*/ 142875 w 2109788"/>
                    <a:gd name="connsiteY123" fmla="*/ 1995488 h 3176588"/>
                    <a:gd name="connsiteX124" fmla="*/ 85725 w 2109788"/>
                    <a:gd name="connsiteY124" fmla="*/ 1933575 h 3176588"/>
                    <a:gd name="connsiteX125" fmla="*/ 76200 w 2109788"/>
                    <a:gd name="connsiteY125" fmla="*/ 1881188 h 3176588"/>
                    <a:gd name="connsiteX126" fmla="*/ 128588 w 2109788"/>
                    <a:gd name="connsiteY126" fmla="*/ 1938338 h 3176588"/>
                    <a:gd name="connsiteX127" fmla="*/ 157163 w 2109788"/>
                    <a:gd name="connsiteY127" fmla="*/ 1985963 h 3176588"/>
                    <a:gd name="connsiteX128" fmla="*/ 176213 w 2109788"/>
                    <a:gd name="connsiteY128" fmla="*/ 1933575 h 3176588"/>
                    <a:gd name="connsiteX129" fmla="*/ 157163 w 2109788"/>
                    <a:gd name="connsiteY129" fmla="*/ 1895475 h 3176588"/>
                    <a:gd name="connsiteX130" fmla="*/ 123825 w 2109788"/>
                    <a:gd name="connsiteY130" fmla="*/ 1852613 h 3176588"/>
                    <a:gd name="connsiteX131" fmla="*/ 71438 w 2109788"/>
                    <a:gd name="connsiteY131" fmla="*/ 1800225 h 3176588"/>
                    <a:gd name="connsiteX132" fmla="*/ 33338 w 2109788"/>
                    <a:gd name="connsiteY132" fmla="*/ 1728788 h 3176588"/>
                    <a:gd name="connsiteX0" fmla="*/ 33338 w 2109788"/>
                    <a:gd name="connsiteY0" fmla="*/ 1728788 h 3176588"/>
                    <a:gd name="connsiteX1" fmla="*/ 28575 w 2109788"/>
                    <a:gd name="connsiteY1" fmla="*/ 1628775 h 3176588"/>
                    <a:gd name="connsiteX2" fmla="*/ 61913 w 2109788"/>
                    <a:gd name="connsiteY2" fmla="*/ 1585913 h 3176588"/>
                    <a:gd name="connsiteX3" fmla="*/ 47625 w 2109788"/>
                    <a:gd name="connsiteY3" fmla="*/ 1533525 h 3176588"/>
                    <a:gd name="connsiteX4" fmla="*/ 47625 w 2109788"/>
                    <a:gd name="connsiteY4" fmla="*/ 1500188 h 3176588"/>
                    <a:gd name="connsiteX5" fmla="*/ 14288 w 2109788"/>
                    <a:gd name="connsiteY5" fmla="*/ 1457325 h 3176588"/>
                    <a:gd name="connsiteX6" fmla="*/ 42863 w 2109788"/>
                    <a:gd name="connsiteY6" fmla="*/ 1414463 h 3176588"/>
                    <a:gd name="connsiteX7" fmla="*/ 47625 w 2109788"/>
                    <a:gd name="connsiteY7" fmla="*/ 1347788 h 3176588"/>
                    <a:gd name="connsiteX8" fmla="*/ 100013 w 2109788"/>
                    <a:gd name="connsiteY8" fmla="*/ 1443038 h 3176588"/>
                    <a:gd name="connsiteX9" fmla="*/ 123825 w 2109788"/>
                    <a:gd name="connsiteY9" fmla="*/ 1395413 h 3176588"/>
                    <a:gd name="connsiteX10" fmla="*/ 123825 w 2109788"/>
                    <a:gd name="connsiteY10" fmla="*/ 1347788 h 3176588"/>
                    <a:gd name="connsiteX11" fmla="*/ 242888 w 2109788"/>
                    <a:gd name="connsiteY11" fmla="*/ 1266825 h 3176588"/>
                    <a:gd name="connsiteX12" fmla="*/ 309563 w 2109788"/>
                    <a:gd name="connsiteY12" fmla="*/ 1195388 h 3176588"/>
                    <a:gd name="connsiteX13" fmla="*/ 347663 w 2109788"/>
                    <a:gd name="connsiteY13" fmla="*/ 1152525 h 3176588"/>
                    <a:gd name="connsiteX14" fmla="*/ 361950 w 2109788"/>
                    <a:gd name="connsiteY14" fmla="*/ 1109663 h 3176588"/>
                    <a:gd name="connsiteX15" fmla="*/ 390525 w 2109788"/>
                    <a:gd name="connsiteY15" fmla="*/ 1095375 h 3176588"/>
                    <a:gd name="connsiteX16" fmla="*/ 414338 w 2109788"/>
                    <a:gd name="connsiteY16" fmla="*/ 1128713 h 3176588"/>
                    <a:gd name="connsiteX17" fmla="*/ 481013 w 2109788"/>
                    <a:gd name="connsiteY17" fmla="*/ 1128713 h 3176588"/>
                    <a:gd name="connsiteX18" fmla="*/ 576263 w 2109788"/>
                    <a:gd name="connsiteY18" fmla="*/ 1057275 h 3176588"/>
                    <a:gd name="connsiteX19" fmla="*/ 623888 w 2109788"/>
                    <a:gd name="connsiteY19" fmla="*/ 1057275 h 3176588"/>
                    <a:gd name="connsiteX20" fmla="*/ 728663 w 2109788"/>
                    <a:gd name="connsiteY20" fmla="*/ 962025 h 3176588"/>
                    <a:gd name="connsiteX21" fmla="*/ 747713 w 2109788"/>
                    <a:gd name="connsiteY21" fmla="*/ 1009650 h 3176588"/>
                    <a:gd name="connsiteX22" fmla="*/ 890588 w 2109788"/>
                    <a:gd name="connsiteY22" fmla="*/ 952500 h 3176588"/>
                    <a:gd name="connsiteX23" fmla="*/ 923925 w 2109788"/>
                    <a:gd name="connsiteY23" fmla="*/ 914400 h 3176588"/>
                    <a:gd name="connsiteX24" fmla="*/ 952500 w 2109788"/>
                    <a:gd name="connsiteY24" fmla="*/ 914400 h 3176588"/>
                    <a:gd name="connsiteX25" fmla="*/ 1009650 w 2109788"/>
                    <a:gd name="connsiteY25" fmla="*/ 842963 h 3176588"/>
                    <a:gd name="connsiteX26" fmla="*/ 1047750 w 2109788"/>
                    <a:gd name="connsiteY26" fmla="*/ 728663 h 3176588"/>
                    <a:gd name="connsiteX27" fmla="*/ 1095375 w 2109788"/>
                    <a:gd name="connsiteY27" fmla="*/ 700088 h 3176588"/>
                    <a:gd name="connsiteX28" fmla="*/ 1109663 w 2109788"/>
                    <a:gd name="connsiteY28" fmla="*/ 666750 h 3176588"/>
                    <a:gd name="connsiteX29" fmla="*/ 1071563 w 2109788"/>
                    <a:gd name="connsiteY29" fmla="*/ 600075 h 3176588"/>
                    <a:gd name="connsiteX30" fmla="*/ 1081088 w 2109788"/>
                    <a:gd name="connsiteY30" fmla="*/ 528638 h 3176588"/>
                    <a:gd name="connsiteX31" fmla="*/ 1143000 w 2109788"/>
                    <a:gd name="connsiteY31" fmla="*/ 490538 h 3176588"/>
                    <a:gd name="connsiteX32" fmla="*/ 1162050 w 2109788"/>
                    <a:gd name="connsiteY32" fmla="*/ 461963 h 3176588"/>
                    <a:gd name="connsiteX33" fmla="*/ 1176338 w 2109788"/>
                    <a:gd name="connsiteY33" fmla="*/ 423863 h 3176588"/>
                    <a:gd name="connsiteX34" fmla="*/ 1204913 w 2109788"/>
                    <a:gd name="connsiteY34" fmla="*/ 485775 h 3176588"/>
                    <a:gd name="connsiteX35" fmla="*/ 1266825 w 2109788"/>
                    <a:gd name="connsiteY35" fmla="*/ 576263 h 3176588"/>
                    <a:gd name="connsiteX36" fmla="*/ 1266825 w 2109788"/>
                    <a:gd name="connsiteY36" fmla="*/ 504825 h 3176588"/>
                    <a:gd name="connsiteX37" fmla="*/ 1319213 w 2109788"/>
                    <a:gd name="connsiteY37" fmla="*/ 509588 h 3176588"/>
                    <a:gd name="connsiteX38" fmla="*/ 1247775 w 2109788"/>
                    <a:gd name="connsiteY38" fmla="*/ 438150 h 3176588"/>
                    <a:gd name="connsiteX39" fmla="*/ 1271588 w 2109788"/>
                    <a:gd name="connsiteY39" fmla="*/ 414338 h 3176588"/>
                    <a:gd name="connsiteX40" fmla="*/ 1266825 w 2109788"/>
                    <a:gd name="connsiteY40" fmla="*/ 381000 h 3176588"/>
                    <a:gd name="connsiteX41" fmla="*/ 1285875 w 2109788"/>
                    <a:gd name="connsiteY41" fmla="*/ 381000 h 3176588"/>
                    <a:gd name="connsiteX42" fmla="*/ 1300163 w 2109788"/>
                    <a:gd name="connsiteY42" fmla="*/ 423863 h 3176588"/>
                    <a:gd name="connsiteX43" fmla="*/ 1323975 w 2109788"/>
                    <a:gd name="connsiteY43" fmla="*/ 390525 h 3176588"/>
                    <a:gd name="connsiteX44" fmla="*/ 1357313 w 2109788"/>
                    <a:gd name="connsiteY44" fmla="*/ 414338 h 3176588"/>
                    <a:gd name="connsiteX45" fmla="*/ 1433513 w 2109788"/>
                    <a:gd name="connsiteY45" fmla="*/ 404813 h 3176588"/>
                    <a:gd name="connsiteX46" fmla="*/ 1366838 w 2109788"/>
                    <a:gd name="connsiteY46" fmla="*/ 381000 h 3176588"/>
                    <a:gd name="connsiteX47" fmla="*/ 1409700 w 2109788"/>
                    <a:gd name="connsiteY47" fmla="*/ 347663 h 3176588"/>
                    <a:gd name="connsiteX48" fmla="*/ 1376363 w 2109788"/>
                    <a:gd name="connsiteY48" fmla="*/ 319088 h 3176588"/>
                    <a:gd name="connsiteX49" fmla="*/ 1376363 w 2109788"/>
                    <a:gd name="connsiteY49" fmla="*/ 257175 h 3176588"/>
                    <a:gd name="connsiteX50" fmla="*/ 1347788 w 2109788"/>
                    <a:gd name="connsiteY50" fmla="*/ 233363 h 3176588"/>
                    <a:gd name="connsiteX51" fmla="*/ 1395413 w 2109788"/>
                    <a:gd name="connsiteY51" fmla="*/ 257175 h 3176588"/>
                    <a:gd name="connsiteX52" fmla="*/ 1433513 w 2109788"/>
                    <a:gd name="connsiteY52" fmla="*/ 238125 h 3176588"/>
                    <a:gd name="connsiteX53" fmla="*/ 1466850 w 2109788"/>
                    <a:gd name="connsiteY53" fmla="*/ 285750 h 3176588"/>
                    <a:gd name="connsiteX54" fmla="*/ 1481138 w 2109788"/>
                    <a:gd name="connsiteY54" fmla="*/ 257175 h 3176588"/>
                    <a:gd name="connsiteX55" fmla="*/ 1423988 w 2109788"/>
                    <a:gd name="connsiteY55" fmla="*/ 190500 h 3176588"/>
                    <a:gd name="connsiteX56" fmla="*/ 1500188 w 2109788"/>
                    <a:gd name="connsiteY56" fmla="*/ 190500 h 3176588"/>
                    <a:gd name="connsiteX57" fmla="*/ 1462088 w 2109788"/>
                    <a:gd name="connsiteY57" fmla="*/ 104775 h 3176588"/>
                    <a:gd name="connsiteX58" fmla="*/ 1528763 w 2109788"/>
                    <a:gd name="connsiteY58" fmla="*/ 123825 h 3176588"/>
                    <a:gd name="connsiteX59" fmla="*/ 1538288 w 2109788"/>
                    <a:gd name="connsiteY59" fmla="*/ 57150 h 3176588"/>
                    <a:gd name="connsiteX60" fmla="*/ 1576388 w 2109788"/>
                    <a:gd name="connsiteY60" fmla="*/ 128588 h 3176588"/>
                    <a:gd name="connsiteX61" fmla="*/ 1609725 w 2109788"/>
                    <a:gd name="connsiteY61" fmla="*/ 71438 h 3176588"/>
                    <a:gd name="connsiteX62" fmla="*/ 1566863 w 2109788"/>
                    <a:gd name="connsiteY62" fmla="*/ 23813 h 3176588"/>
                    <a:gd name="connsiteX63" fmla="*/ 1595438 w 2109788"/>
                    <a:gd name="connsiteY63" fmla="*/ 19050 h 3176588"/>
                    <a:gd name="connsiteX64" fmla="*/ 1624013 w 2109788"/>
                    <a:gd name="connsiteY64" fmla="*/ 57150 h 3176588"/>
                    <a:gd name="connsiteX65" fmla="*/ 1647825 w 2109788"/>
                    <a:gd name="connsiteY65" fmla="*/ 19050 h 3176588"/>
                    <a:gd name="connsiteX66" fmla="*/ 1690688 w 2109788"/>
                    <a:gd name="connsiteY66" fmla="*/ 52388 h 3176588"/>
                    <a:gd name="connsiteX67" fmla="*/ 1704975 w 2109788"/>
                    <a:gd name="connsiteY67" fmla="*/ 0 h 3176588"/>
                    <a:gd name="connsiteX68" fmla="*/ 1771650 w 2109788"/>
                    <a:gd name="connsiteY68" fmla="*/ 23813 h 3176588"/>
                    <a:gd name="connsiteX69" fmla="*/ 1900238 w 2109788"/>
                    <a:gd name="connsiteY69" fmla="*/ 142875 h 3176588"/>
                    <a:gd name="connsiteX70" fmla="*/ 1895475 w 2109788"/>
                    <a:gd name="connsiteY70" fmla="*/ 233363 h 3176588"/>
                    <a:gd name="connsiteX71" fmla="*/ 1909763 w 2109788"/>
                    <a:gd name="connsiteY71" fmla="*/ 252413 h 3176588"/>
                    <a:gd name="connsiteX72" fmla="*/ 1928813 w 2109788"/>
                    <a:gd name="connsiteY72" fmla="*/ 214313 h 3176588"/>
                    <a:gd name="connsiteX73" fmla="*/ 1924050 w 2109788"/>
                    <a:gd name="connsiteY73" fmla="*/ 166688 h 3176588"/>
                    <a:gd name="connsiteX74" fmla="*/ 1938338 w 2109788"/>
                    <a:gd name="connsiteY74" fmla="*/ 171450 h 3176588"/>
                    <a:gd name="connsiteX75" fmla="*/ 1957388 w 2109788"/>
                    <a:gd name="connsiteY75" fmla="*/ 133350 h 3176588"/>
                    <a:gd name="connsiteX76" fmla="*/ 2024063 w 2109788"/>
                    <a:gd name="connsiteY76" fmla="*/ 158759 h 3176588"/>
                    <a:gd name="connsiteX77" fmla="*/ 2109788 w 2109788"/>
                    <a:gd name="connsiteY77" fmla="*/ 2562225 h 3176588"/>
                    <a:gd name="connsiteX78" fmla="*/ 1895475 w 2109788"/>
                    <a:gd name="connsiteY78" fmla="*/ 2657475 h 3176588"/>
                    <a:gd name="connsiteX79" fmla="*/ 1852613 w 2109788"/>
                    <a:gd name="connsiteY79" fmla="*/ 2671763 h 3176588"/>
                    <a:gd name="connsiteX80" fmla="*/ 1733550 w 2109788"/>
                    <a:gd name="connsiteY80" fmla="*/ 2657475 h 3176588"/>
                    <a:gd name="connsiteX81" fmla="*/ 1671638 w 2109788"/>
                    <a:gd name="connsiteY81" fmla="*/ 2728913 h 3176588"/>
                    <a:gd name="connsiteX82" fmla="*/ 1519238 w 2109788"/>
                    <a:gd name="connsiteY82" fmla="*/ 2786063 h 3176588"/>
                    <a:gd name="connsiteX83" fmla="*/ 1514475 w 2109788"/>
                    <a:gd name="connsiteY83" fmla="*/ 2876550 h 3176588"/>
                    <a:gd name="connsiteX84" fmla="*/ 1457325 w 2109788"/>
                    <a:gd name="connsiteY84" fmla="*/ 2933700 h 3176588"/>
                    <a:gd name="connsiteX85" fmla="*/ 1419225 w 2109788"/>
                    <a:gd name="connsiteY85" fmla="*/ 2943225 h 3176588"/>
                    <a:gd name="connsiteX86" fmla="*/ 1366838 w 2109788"/>
                    <a:gd name="connsiteY86" fmla="*/ 2919413 h 3176588"/>
                    <a:gd name="connsiteX87" fmla="*/ 1295400 w 2109788"/>
                    <a:gd name="connsiteY87" fmla="*/ 2962275 h 3176588"/>
                    <a:gd name="connsiteX88" fmla="*/ 1223963 w 2109788"/>
                    <a:gd name="connsiteY88" fmla="*/ 2933700 h 3176588"/>
                    <a:gd name="connsiteX89" fmla="*/ 1109663 w 2109788"/>
                    <a:gd name="connsiteY89" fmla="*/ 2952750 h 3176588"/>
                    <a:gd name="connsiteX90" fmla="*/ 1095375 w 2109788"/>
                    <a:gd name="connsiteY90" fmla="*/ 2976563 h 3176588"/>
                    <a:gd name="connsiteX91" fmla="*/ 1033463 w 2109788"/>
                    <a:gd name="connsiteY91" fmla="*/ 2957513 h 3176588"/>
                    <a:gd name="connsiteX92" fmla="*/ 976313 w 2109788"/>
                    <a:gd name="connsiteY92" fmla="*/ 3014663 h 3176588"/>
                    <a:gd name="connsiteX93" fmla="*/ 985838 w 2109788"/>
                    <a:gd name="connsiteY93" fmla="*/ 3043238 h 3176588"/>
                    <a:gd name="connsiteX94" fmla="*/ 914400 w 2109788"/>
                    <a:gd name="connsiteY94" fmla="*/ 3052763 h 3176588"/>
                    <a:gd name="connsiteX95" fmla="*/ 838200 w 2109788"/>
                    <a:gd name="connsiteY95" fmla="*/ 3157538 h 3176588"/>
                    <a:gd name="connsiteX96" fmla="*/ 762000 w 2109788"/>
                    <a:gd name="connsiteY96" fmla="*/ 3167063 h 3176588"/>
                    <a:gd name="connsiteX97" fmla="*/ 681038 w 2109788"/>
                    <a:gd name="connsiteY97" fmla="*/ 3157538 h 3176588"/>
                    <a:gd name="connsiteX98" fmla="*/ 638175 w 2109788"/>
                    <a:gd name="connsiteY98" fmla="*/ 3176588 h 3176588"/>
                    <a:gd name="connsiteX99" fmla="*/ 619125 w 2109788"/>
                    <a:gd name="connsiteY99" fmla="*/ 3138488 h 3176588"/>
                    <a:gd name="connsiteX100" fmla="*/ 581025 w 2109788"/>
                    <a:gd name="connsiteY100" fmla="*/ 3157538 h 3176588"/>
                    <a:gd name="connsiteX101" fmla="*/ 523875 w 2109788"/>
                    <a:gd name="connsiteY101" fmla="*/ 3090863 h 3176588"/>
                    <a:gd name="connsiteX102" fmla="*/ 452438 w 2109788"/>
                    <a:gd name="connsiteY102" fmla="*/ 3105150 h 3176588"/>
                    <a:gd name="connsiteX103" fmla="*/ 428625 w 2109788"/>
                    <a:gd name="connsiteY103" fmla="*/ 2971800 h 3176588"/>
                    <a:gd name="connsiteX104" fmla="*/ 466725 w 2109788"/>
                    <a:gd name="connsiteY104" fmla="*/ 3009900 h 3176588"/>
                    <a:gd name="connsiteX105" fmla="*/ 509588 w 2109788"/>
                    <a:gd name="connsiteY105" fmla="*/ 2967038 h 3176588"/>
                    <a:gd name="connsiteX106" fmla="*/ 500063 w 2109788"/>
                    <a:gd name="connsiteY106" fmla="*/ 2886075 h 3176588"/>
                    <a:gd name="connsiteX107" fmla="*/ 495300 w 2109788"/>
                    <a:gd name="connsiteY107" fmla="*/ 2805113 h 3176588"/>
                    <a:gd name="connsiteX108" fmla="*/ 471488 w 2109788"/>
                    <a:gd name="connsiteY108" fmla="*/ 2762250 h 3176588"/>
                    <a:gd name="connsiteX109" fmla="*/ 495300 w 2109788"/>
                    <a:gd name="connsiteY109" fmla="*/ 2733675 h 3176588"/>
                    <a:gd name="connsiteX110" fmla="*/ 433388 w 2109788"/>
                    <a:gd name="connsiteY110" fmla="*/ 2662238 h 3176588"/>
                    <a:gd name="connsiteX111" fmla="*/ 414338 w 2109788"/>
                    <a:gd name="connsiteY111" fmla="*/ 2614613 h 3176588"/>
                    <a:gd name="connsiteX112" fmla="*/ 366713 w 2109788"/>
                    <a:gd name="connsiteY112" fmla="*/ 2576513 h 3176588"/>
                    <a:gd name="connsiteX113" fmla="*/ 342900 w 2109788"/>
                    <a:gd name="connsiteY113" fmla="*/ 2505075 h 3176588"/>
                    <a:gd name="connsiteX114" fmla="*/ 338138 w 2109788"/>
                    <a:gd name="connsiteY114" fmla="*/ 2386013 h 3176588"/>
                    <a:gd name="connsiteX115" fmla="*/ 276225 w 2109788"/>
                    <a:gd name="connsiteY115" fmla="*/ 2309813 h 3176588"/>
                    <a:gd name="connsiteX116" fmla="*/ 200025 w 2109788"/>
                    <a:gd name="connsiteY116" fmla="*/ 2200275 h 3176588"/>
                    <a:gd name="connsiteX117" fmla="*/ 190500 w 2109788"/>
                    <a:gd name="connsiteY117" fmla="*/ 2143125 h 3176588"/>
                    <a:gd name="connsiteX118" fmla="*/ 9525 w 2109788"/>
                    <a:gd name="connsiteY118" fmla="*/ 1938338 h 3176588"/>
                    <a:gd name="connsiteX119" fmla="*/ 0 w 2109788"/>
                    <a:gd name="connsiteY119" fmla="*/ 1895475 h 3176588"/>
                    <a:gd name="connsiteX120" fmla="*/ 38100 w 2109788"/>
                    <a:gd name="connsiteY120" fmla="*/ 1957388 h 3176588"/>
                    <a:gd name="connsiteX121" fmla="*/ 104775 w 2109788"/>
                    <a:gd name="connsiteY121" fmla="*/ 2014538 h 3176588"/>
                    <a:gd name="connsiteX122" fmla="*/ 123825 w 2109788"/>
                    <a:gd name="connsiteY122" fmla="*/ 2038350 h 3176588"/>
                    <a:gd name="connsiteX123" fmla="*/ 142875 w 2109788"/>
                    <a:gd name="connsiteY123" fmla="*/ 1995488 h 3176588"/>
                    <a:gd name="connsiteX124" fmla="*/ 85725 w 2109788"/>
                    <a:gd name="connsiteY124" fmla="*/ 1933575 h 3176588"/>
                    <a:gd name="connsiteX125" fmla="*/ 76200 w 2109788"/>
                    <a:gd name="connsiteY125" fmla="*/ 1881188 h 3176588"/>
                    <a:gd name="connsiteX126" fmla="*/ 128588 w 2109788"/>
                    <a:gd name="connsiteY126" fmla="*/ 1938338 h 3176588"/>
                    <a:gd name="connsiteX127" fmla="*/ 157163 w 2109788"/>
                    <a:gd name="connsiteY127" fmla="*/ 1985963 h 3176588"/>
                    <a:gd name="connsiteX128" fmla="*/ 176213 w 2109788"/>
                    <a:gd name="connsiteY128" fmla="*/ 1933575 h 3176588"/>
                    <a:gd name="connsiteX129" fmla="*/ 157163 w 2109788"/>
                    <a:gd name="connsiteY129" fmla="*/ 1895475 h 3176588"/>
                    <a:gd name="connsiteX130" fmla="*/ 123825 w 2109788"/>
                    <a:gd name="connsiteY130" fmla="*/ 1852613 h 3176588"/>
                    <a:gd name="connsiteX131" fmla="*/ 71438 w 2109788"/>
                    <a:gd name="connsiteY131" fmla="*/ 1800225 h 3176588"/>
                    <a:gd name="connsiteX132" fmla="*/ 33338 w 2109788"/>
                    <a:gd name="connsiteY132" fmla="*/ 1728788 h 317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2109788" h="3176588">
                      <a:moveTo>
                        <a:pt x="33338" y="1728788"/>
                      </a:moveTo>
                      <a:lnTo>
                        <a:pt x="28575" y="1628775"/>
                      </a:lnTo>
                      <a:lnTo>
                        <a:pt x="61913" y="1585913"/>
                      </a:lnTo>
                      <a:cubicBezTo>
                        <a:pt x="47169" y="1536767"/>
                        <a:pt x="47625" y="1554862"/>
                        <a:pt x="47625" y="1533525"/>
                      </a:cubicBezTo>
                      <a:cubicBezTo>
                        <a:pt x="58022" y="1497135"/>
                        <a:pt x="68707" y="1500188"/>
                        <a:pt x="47625" y="1500188"/>
                      </a:cubicBezTo>
                      <a:lnTo>
                        <a:pt x="14288" y="1457325"/>
                      </a:lnTo>
                      <a:lnTo>
                        <a:pt x="42863" y="1414463"/>
                      </a:lnTo>
                      <a:lnTo>
                        <a:pt x="47625" y="1347788"/>
                      </a:lnTo>
                      <a:lnTo>
                        <a:pt x="100013" y="1443038"/>
                      </a:lnTo>
                      <a:cubicBezTo>
                        <a:pt x="124596" y="1398787"/>
                        <a:pt x="123825" y="1416519"/>
                        <a:pt x="123825" y="1395413"/>
                      </a:cubicBezTo>
                      <a:lnTo>
                        <a:pt x="123825" y="1347788"/>
                      </a:lnTo>
                      <a:lnTo>
                        <a:pt x="242888" y="1266825"/>
                      </a:lnTo>
                      <a:lnTo>
                        <a:pt x="309563" y="1195388"/>
                      </a:lnTo>
                      <a:lnTo>
                        <a:pt x="347663" y="1152525"/>
                      </a:lnTo>
                      <a:lnTo>
                        <a:pt x="361950" y="1109663"/>
                      </a:lnTo>
                      <a:lnTo>
                        <a:pt x="390525" y="1095375"/>
                      </a:lnTo>
                      <a:lnTo>
                        <a:pt x="414338" y="1128713"/>
                      </a:lnTo>
                      <a:lnTo>
                        <a:pt x="481013" y="1128713"/>
                      </a:lnTo>
                      <a:lnTo>
                        <a:pt x="576263" y="1057275"/>
                      </a:lnTo>
                      <a:lnTo>
                        <a:pt x="623888" y="1057275"/>
                      </a:lnTo>
                      <a:lnTo>
                        <a:pt x="728663" y="962025"/>
                      </a:lnTo>
                      <a:lnTo>
                        <a:pt x="747713" y="1009650"/>
                      </a:lnTo>
                      <a:lnTo>
                        <a:pt x="890588" y="952500"/>
                      </a:lnTo>
                      <a:lnTo>
                        <a:pt x="923925" y="914400"/>
                      </a:lnTo>
                      <a:cubicBezTo>
                        <a:pt x="955512" y="924929"/>
                        <a:pt x="952500" y="933965"/>
                        <a:pt x="952500" y="914400"/>
                      </a:cubicBezTo>
                      <a:cubicBezTo>
                        <a:pt x="1010683" y="846520"/>
                        <a:pt x="1009650" y="876997"/>
                        <a:pt x="1009650" y="842963"/>
                      </a:cubicBezTo>
                      <a:lnTo>
                        <a:pt x="1047750" y="728663"/>
                      </a:lnTo>
                      <a:cubicBezTo>
                        <a:pt x="1096795" y="704140"/>
                        <a:pt x="1095375" y="722599"/>
                        <a:pt x="1095375" y="700088"/>
                      </a:cubicBezTo>
                      <a:lnTo>
                        <a:pt x="1109663" y="666750"/>
                      </a:lnTo>
                      <a:lnTo>
                        <a:pt x="1071563" y="600075"/>
                      </a:lnTo>
                      <a:lnTo>
                        <a:pt x="1081088" y="528638"/>
                      </a:lnTo>
                      <a:lnTo>
                        <a:pt x="1143000" y="490538"/>
                      </a:lnTo>
                      <a:cubicBezTo>
                        <a:pt x="1163042" y="465485"/>
                        <a:pt x="1162050" y="476890"/>
                        <a:pt x="1162050" y="461963"/>
                      </a:cubicBezTo>
                      <a:lnTo>
                        <a:pt x="1176338" y="423863"/>
                      </a:lnTo>
                      <a:lnTo>
                        <a:pt x="1204913" y="485775"/>
                      </a:lnTo>
                      <a:lnTo>
                        <a:pt x="1266825" y="576263"/>
                      </a:lnTo>
                      <a:lnTo>
                        <a:pt x="1266825" y="504825"/>
                      </a:lnTo>
                      <a:cubicBezTo>
                        <a:pt x="1325557" y="509720"/>
                        <a:pt x="1343091" y="509588"/>
                        <a:pt x="1319213" y="509588"/>
                      </a:cubicBezTo>
                      <a:lnTo>
                        <a:pt x="1247775" y="438150"/>
                      </a:lnTo>
                      <a:lnTo>
                        <a:pt x="1271588" y="414338"/>
                      </a:lnTo>
                      <a:lnTo>
                        <a:pt x="1266825" y="381000"/>
                      </a:lnTo>
                      <a:lnTo>
                        <a:pt x="1285875" y="381000"/>
                      </a:lnTo>
                      <a:lnTo>
                        <a:pt x="1300163" y="423863"/>
                      </a:lnTo>
                      <a:cubicBezTo>
                        <a:pt x="1324816" y="384417"/>
                        <a:pt x="1323975" y="370787"/>
                        <a:pt x="1323975" y="390525"/>
                      </a:cubicBezTo>
                      <a:cubicBezTo>
                        <a:pt x="1358518" y="420133"/>
                        <a:pt x="1357313" y="433736"/>
                        <a:pt x="1357313" y="414338"/>
                      </a:cubicBezTo>
                      <a:cubicBezTo>
                        <a:pt x="1439851" y="404628"/>
                        <a:pt x="1465448" y="404813"/>
                        <a:pt x="1433513" y="404813"/>
                      </a:cubicBezTo>
                      <a:lnTo>
                        <a:pt x="1366838" y="381000"/>
                      </a:lnTo>
                      <a:lnTo>
                        <a:pt x="1409700" y="347663"/>
                      </a:lnTo>
                      <a:lnTo>
                        <a:pt x="1376363" y="319088"/>
                      </a:lnTo>
                      <a:lnTo>
                        <a:pt x="1376363" y="257175"/>
                      </a:lnTo>
                      <a:lnTo>
                        <a:pt x="1347788" y="233363"/>
                      </a:lnTo>
                      <a:lnTo>
                        <a:pt x="1395413" y="257175"/>
                      </a:lnTo>
                      <a:lnTo>
                        <a:pt x="1433513" y="238125"/>
                      </a:lnTo>
                      <a:lnTo>
                        <a:pt x="1466850" y="285750"/>
                      </a:lnTo>
                      <a:lnTo>
                        <a:pt x="1481138" y="257175"/>
                      </a:lnTo>
                      <a:lnTo>
                        <a:pt x="1423988" y="190500"/>
                      </a:lnTo>
                      <a:cubicBezTo>
                        <a:pt x="1508475" y="200440"/>
                        <a:pt x="1517101" y="224330"/>
                        <a:pt x="1500188" y="190500"/>
                      </a:cubicBezTo>
                      <a:lnTo>
                        <a:pt x="1462088" y="104775"/>
                      </a:lnTo>
                      <a:cubicBezTo>
                        <a:pt x="1531681" y="134601"/>
                        <a:pt x="1528763" y="157530"/>
                        <a:pt x="1528763" y="123825"/>
                      </a:cubicBezTo>
                      <a:lnTo>
                        <a:pt x="1538288" y="57150"/>
                      </a:lnTo>
                      <a:lnTo>
                        <a:pt x="1576388" y="128588"/>
                      </a:lnTo>
                      <a:lnTo>
                        <a:pt x="1609725" y="71438"/>
                      </a:lnTo>
                      <a:lnTo>
                        <a:pt x="1566863" y="23813"/>
                      </a:lnTo>
                      <a:lnTo>
                        <a:pt x="1595438" y="19050"/>
                      </a:lnTo>
                      <a:lnTo>
                        <a:pt x="1624013" y="57150"/>
                      </a:lnTo>
                      <a:lnTo>
                        <a:pt x="1647825" y="19050"/>
                      </a:lnTo>
                      <a:lnTo>
                        <a:pt x="1690688" y="52388"/>
                      </a:lnTo>
                      <a:lnTo>
                        <a:pt x="1704975" y="0"/>
                      </a:lnTo>
                      <a:lnTo>
                        <a:pt x="1771650" y="23813"/>
                      </a:lnTo>
                      <a:lnTo>
                        <a:pt x="1900238" y="142875"/>
                      </a:lnTo>
                      <a:lnTo>
                        <a:pt x="1895475" y="233363"/>
                      </a:lnTo>
                      <a:lnTo>
                        <a:pt x="1909763" y="252413"/>
                      </a:lnTo>
                      <a:lnTo>
                        <a:pt x="1928813" y="214313"/>
                      </a:lnTo>
                      <a:lnTo>
                        <a:pt x="1924050" y="166688"/>
                      </a:lnTo>
                      <a:lnTo>
                        <a:pt x="1938338" y="171450"/>
                      </a:lnTo>
                      <a:cubicBezTo>
                        <a:pt x="1953182" y="131863"/>
                        <a:pt x="1939061" y="133350"/>
                        <a:pt x="1957388" y="133350"/>
                      </a:cubicBezTo>
                      <a:lnTo>
                        <a:pt x="2024063" y="158759"/>
                      </a:lnTo>
                      <a:lnTo>
                        <a:pt x="2109788" y="2562225"/>
                      </a:lnTo>
                      <a:lnTo>
                        <a:pt x="1895475" y="2657475"/>
                      </a:lnTo>
                      <a:lnTo>
                        <a:pt x="1852613" y="2671763"/>
                      </a:lnTo>
                      <a:lnTo>
                        <a:pt x="1733550" y="2657475"/>
                      </a:lnTo>
                      <a:lnTo>
                        <a:pt x="1671638" y="2728913"/>
                      </a:lnTo>
                      <a:lnTo>
                        <a:pt x="1519238" y="2786063"/>
                      </a:lnTo>
                      <a:lnTo>
                        <a:pt x="1514475" y="2876550"/>
                      </a:lnTo>
                      <a:lnTo>
                        <a:pt x="1457325" y="2933700"/>
                      </a:lnTo>
                      <a:lnTo>
                        <a:pt x="1419225" y="2943225"/>
                      </a:lnTo>
                      <a:lnTo>
                        <a:pt x="1366838" y="2919413"/>
                      </a:lnTo>
                      <a:lnTo>
                        <a:pt x="1295400" y="2962275"/>
                      </a:lnTo>
                      <a:lnTo>
                        <a:pt x="1223963" y="2933700"/>
                      </a:lnTo>
                      <a:lnTo>
                        <a:pt x="1109663" y="2952750"/>
                      </a:lnTo>
                      <a:lnTo>
                        <a:pt x="1095375" y="2976563"/>
                      </a:lnTo>
                      <a:lnTo>
                        <a:pt x="1033463" y="2957513"/>
                      </a:lnTo>
                      <a:lnTo>
                        <a:pt x="976313" y="3014663"/>
                      </a:lnTo>
                      <a:lnTo>
                        <a:pt x="985838" y="3043238"/>
                      </a:lnTo>
                      <a:lnTo>
                        <a:pt x="914400" y="3052763"/>
                      </a:lnTo>
                      <a:lnTo>
                        <a:pt x="838200" y="3157538"/>
                      </a:lnTo>
                      <a:lnTo>
                        <a:pt x="762000" y="3167063"/>
                      </a:lnTo>
                      <a:lnTo>
                        <a:pt x="681038" y="3157538"/>
                      </a:lnTo>
                      <a:lnTo>
                        <a:pt x="638175" y="3176588"/>
                      </a:lnTo>
                      <a:lnTo>
                        <a:pt x="619125" y="3138488"/>
                      </a:lnTo>
                      <a:lnTo>
                        <a:pt x="581025" y="3157538"/>
                      </a:lnTo>
                      <a:lnTo>
                        <a:pt x="523875" y="3090863"/>
                      </a:lnTo>
                      <a:lnTo>
                        <a:pt x="452438" y="3105150"/>
                      </a:lnTo>
                      <a:lnTo>
                        <a:pt x="428625" y="2971800"/>
                      </a:lnTo>
                      <a:cubicBezTo>
                        <a:pt x="463008" y="3011095"/>
                        <a:pt x="445088" y="3009900"/>
                        <a:pt x="466725" y="3009900"/>
                      </a:cubicBezTo>
                      <a:lnTo>
                        <a:pt x="509588" y="2967038"/>
                      </a:lnTo>
                      <a:lnTo>
                        <a:pt x="500063" y="2886075"/>
                      </a:lnTo>
                      <a:lnTo>
                        <a:pt x="495300" y="2805113"/>
                      </a:lnTo>
                      <a:lnTo>
                        <a:pt x="471488" y="2762250"/>
                      </a:lnTo>
                      <a:lnTo>
                        <a:pt x="495300" y="2733675"/>
                      </a:lnTo>
                      <a:cubicBezTo>
                        <a:pt x="436689" y="2665296"/>
                        <a:pt x="458848" y="2687698"/>
                        <a:pt x="433388" y="2662238"/>
                      </a:cubicBezTo>
                      <a:lnTo>
                        <a:pt x="414338" y="2614613"/>
                      </a:lnTo>
                      <a:lnTo>
                        <a:pt x="366713" y="2576513"/>
                      </a:lnTo>
                      <a:lnTo>
                        <a:pt x="342900" y="2505075"/>
                      </a:lnTo>
                      <a:lnTo>
                        <a:pt x="338138" y="2386013"/>
                      </a:lnTo>
                      <a:cubicBezTo>
                        <a:pt x="280035" y="2308543"/>
                        <a:pt x="312738" y="2309813"/>
                        <a:pt x="276225" y="2309813"/>
                      </a:cubicBezTo>
                      <a:lnTo>
                        <a:pt x="200025" y="2200275"/>
                      </a:lnTo>
                      <a:cubicBezTo>
                        <a:pt x="195060" y="2145652"/>
                        <a:pt x="207662" y="2160287"/>
                        <a:pt x="190500" y="2143125"/>
                      </a:cubicBezTo>
                      <a:cubicBezTo>
                        <a:pt x="130282" y="2074769"/>
                        <a:pt x="73948" y="2002747"/>
                        <a:pt x="9525" y="1938338"/>
                      </a:cubicBezTo>
                      <a:lnTo>
                        <a:pt x="0" y="1895475"/>
                      </a:lnTo>
                      <a:lnTo>
                        <a:pt x="38100" y="1957388"/>
                      </a:lnTo>
                      <a:lnTo>
                        <a:pt x="104775" y="2014538"/>
                      </a:lnTo>
                      <a:lnTo>
                        <a:pt x="123825" y="2038350"/>
                      </a:lnTo>
                      <a:lnTo>
                        <a:pt x="142875" y="1995488"/>
                      </a:lnTo>
                      <a:lnTo>
                        <a:pt x="85725" y="1933575"/>
                      </a:lnTo>
                      <a:cubicBezTo>
                        <a:pt x="75889" y="1884393"/>
                        <a:pt x="76200" y="1902139"/>
                        <a:pt x="76200" y="1881188"/>
                      </a:cubicBezTo>
                      <a:lnTo>
                        <a:pt x="128588" y="1938338"/>
                      </a:lnTo>
                      <a:lnTo>
                        <a:pt x="157163" y="1985963"/>
                      </a:lnTo>
                      <a:lnTo>
                        <a:pt x="176213" y="1933575"/>
                      </a:lnTo>
                      <a:lnTo>
                        <a:pt x="157163" y="1895475"/>
                      </a:lnTo>
                      <a:lnTo>
                        <a:pt x="123825" y="1852613"/>
                      </a:lnTo>
                      <a:lnTo>
                        <a:pt x="71438" y="1800225"/>
                      </a:lnTo>
                      <a:lnTo>
                        <a:pt x="33338" y="1728788"/>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6" name="Freeform 394">
                  <a:extLst>
                    <a:ext uri="{FF2B5EF4-FFF2-40B4-BE49-F238E27FC236}">
                      <a16:creationId xmlns:a16="http://schemas.microsoft.com/office/drawing/2014/main" id="{D0928171-C5F4-4828-A3E6-C22C93CFC59E}"/>
                    </a:ext>
                  </a:extLst>
                </p:cNvPr>
                <p:cNvSpPr/>
                <p:nvPr>
                  <p:custDataLst>
                    <p:tags r:id="rId9"/>
                  </p:custDataLst>
                </p:nvPr>
              </p:nvSpPr>
              <p:spPr bwMode="auto">
                <a:xfrm>
                  <a:off x="6027591" y="2300262"/>
                  <a:ext cx="1717800" cy="2410704"/>
                </a:xfrm>
                <a:custGeom>
                  <a:avLst/>
                  <a:gdLst>
                    <a:gd name="connsiteX0" fmla="*/ 176212 w 1990725"/>
                    <a:gd name="connsiteY0" fmla="*/ 876300 h 2956153"/>
                    <a:gd name="connsiteX1" fmla="*/ 214312 w 1990725"/>
                    <a:gd name="connsiteY1" fmla="*/ 942975 h 2956153"/>
                    <a:gd name="connsiteX2" fmla="*/ 309562 w 1990725"/>
                    <a:gd name="connsiteY2" fmla="*/ 995362 h 2956153"/>
                    <a:gd name="connsiteX3" fmla="*/ 328612 w 1990725"/>
                    <a:gd name="connsiteY3" fmla="*/ 1014412 h 2956153"/>
                    <a:gd name="connsiteX4" fmla="*/ 442912 w 1990725"/>
                    <a:gd name="connsiteY4" fmla="*/ 981075 h 2956153"/>
                    <a:gd name="connsiteX5" fmla="*/ 447675 w 1990725"/>
                    <a:gd name="connsiteY5" fmla="*/ 919162 h 2956153"/>
                    <a:gd name="connsiteX6" fmla="*/ 528637 w 1990725"/>
                    <a:gd name="connsiteY6" fmla="*/ 795337 h 2956153"/>
                    <a:gd name="connsiteX7" fmla="*/ 533400 w 1990725"/>
                    <a:gd name="connsiteY7" fmla="*/ 704850 h 2956153"/>
                    <a:gd name="connsiteX8" fmla="*/ 581025 w 1990725"/>
                    <a:gd name="connsiteY8" fmla="*/ 638175 h 2956153"/>
                    <a:gd name="connsiteX9" fmla="*/ 561975 w 1990725"/>
                    <a:gd name="connsiteY9" fmla="*/ 552450 h 2956153"/>
                    <a:gd name="connsiteX10" fmla="*/ 585787 w 1990725"/>
                    <a:gd name="connsiteY10" fmla="*/ 500062 h 2956153"/>
                    <a:gd name="connsiteX11" fmla="*/ 552450 w 1990725"/>
                    <a:gd name="connsiteY11" fmla="*/ 461962 h 2956153"/>
                    <a:gd name="connsiteX12" fmla="*/ 552450 w 1990725"/>
                    <a:gd name="connsiteY12" fmla="*/ 428625 h 2956153"/>
                    <a:gd name="connsiteX13" fmla="*/ 595312 w 1990725"/>
                    <a:gd name="connsiteY13" fmla="*/ 376237 h 2956153"/>
                    <a:gd name="connsiteX14" fmla="*/ 595312 w 1990725"/>
                    <a:gd name="connsiteY14" fmla="*/ 304800 h 2956153"/>
                    <a:gd name="connsiteX15" fmla="*/ 628650 w 1990725"/>
                    <a:gd name="connsiteY15" fmla="*/ 276225 h 2956153"/>
                    <a:gd name="connsiteX16" fmla="*/ 585787 w 1990725"/>
                    <a:gd name="connsiteY16" fmla="*/ 252412 h 2956153"/>
                    <a:gd name="connsiteX17" fmla="*/ 633412 w 1990725"/>
                    <a:gd name="connsiteY17" fmla="*/ 209550 h 2956153"/>
                    <a:gd name="connsiteX18" fmla="*/ 676275 w 1990725"/>
                    <a:gd name="connsiteY18" fmla="*/ 80962 h 2956153"/>
                    <a:gd name="connsiteX19" fmla="*/ 676275 w 1990725"/>
                    <a:gd name="connsiteY19" fmla="*/ 28575 h 2956153"/>
                    <a:gd name="connsiteX20" fmla="*/ 747712 w 1990725"/>
                    <a:gd name="connsiteY20" fmla="*/ 0 h 2956153"/>
                    <a:gd name="connsiteX21" fmla="*/ 757237 w 1990725"/>
                    <a:gd name="connsiteY21" fmla="*/ 42862 h 2956153"/>
                    <a:gd name="connsiteX22" fmla="*/ 785812 w 1990725"/>
                    <a:gd name="connsiteY22" fmla="*/ 66675 h 2956153"/>
                    <a:gd name="connsiteX23" fmla="*/ 781050 w 1990725"/>
                    <a:gd name="connsiteY23" fmla="*/ 166687 h 2956153"/>
                    <a:gd name="connsiteX24" fmla="*/ 823912 w 1990725"/>
                    <a:gd name="connsiteY24" fmla="*/ 214312 h 2956153"/>
                    <a:gd name="connsiteX25" fmla="*/ 847725 w 1990725"/>
                    <a:gd name="connsiteY25" fmla="*/ 171450 h 2956153"/>
                    <a:gd name="connsiteX26" fmla="*/ 809625 w 1990725"/>
                    <a:gd name="connsiteY26" fmla="*/ 257175 h 2956153"/>
                    <a:gd name="connsiteX27" fmla="*/ 823912 w 1990725"/>
                    <a:gd name="connsiteY27" fmla="*/ 271462 h 2956153"/>
                    <a:gd name="connsiteX28" fmla="*/ 852487 w 1990725"/>
                    <a:gd name="connsiteY28" fmla="*/ 242887 h 2956153"/>
                    <a:gd name="connsiteX29" fmla="*/ 833437 w 1990725"/>
                    <a:gd name="connsiteY29" fmla="*/ 323850 h 2956153"/>
                    <a:gd name="connsiteX30" fmla="*/ 862012 w 1990725"/>
                    <a:gd name="connsiteY30" fmla="*/ 338137 h 2956153"/>
                    <a:gd name="connsiteX31" fmla="*/ 862012 w 1990725"/>
                    <a:gd name="connsiteY31" fmla="*/ 495300 h 2956153"/>
                    <a:gd name="connsiteX32" fmla="*/ 890587 w 1990725"/>
                    <a:gd name="connsiteY32" fmla="*/ 523875 h 2956153"/>
                    <a:gd name="connsiteX33" fmla="*/ 890587 w 1990725"/>
                    <a:gd name="connsiteY33" fmla="*/ 581025 h 2956153"/>
                    <a:gd name="connsiteX34" fmla="*/ 971550 w 1990725"/>
                    <a:gd name="connsiteY34" fmla="*/ 552450 h 2956153"/>
                    <a:gd name="connsiteX35" fmla="*/ 1028700 w 1990725"/>
                    <a:gd name="connsiteY35" fmla="*/ 542925 h 2956153"/>
                    <a:gd name="connsiteX36" fmla="*/ 995362 w 1990725"/>
                    <a:gd name="connsiteY36" fmla="*/ 571500 h 2956153"/>
                    <a:gd name="connsiteX37" fmla="*/ 1023937 w 1990725"/>
                    <a:gd name="connsiteY37" fmla="*/ 614362 h 2956153"/>
                    <a:gd name="connsiteX38" fmla="*/ 1090612 w 1990725"/>
                    <a:gd name="connsiteY38" fmla="*/ 657225 h 2956153"/>
                    <a:gd name="connsiteX39" fmla="*/ 1066800 w 1990725"/>
                    <a:gd name="connsiteY39" fmla="*/ 700087 h 2956153"/>
                    <a:gd name="connsiteX40" fmla="*/ 1090612 w 1990725"/>
                    <a:gd name="connsiteY40" fmla="*/ 800100 h 2956153"/>
                    <a:gd name="connsiteX41" fmla="*/ 1081087 w 1990725"/>
                    <a:gd name="connsiteY41" fmla="*/ 933450 h 2956153"/>
                    <a:gd name="connsiteX42" fmla="*/ 1147762 w 1990725"/>
                    <a:gd name="connsiteY42" fmla="*/ 957262 h 2956153"/>
                    <a:gd name="connsiteX43" fmla="*/ 1152525 w 1990725"/>
                    <a:gd name="connsiteY43" fmla="*/ 1047750 h 2956153"/>
                    <a:gd name="connsiteX44" fmla="*/ 1143000 w 1990725"/>
                    <a:gd name="connsiteY44" fmla="*/ 1152525 h 2956153"/>
                    <a:gd name="connsiteX45" fmla="*/ 1190625 w 1990725"/>
                    <a:gd name="connsiteY45" fmla="*/ 1185862 h 2956153"/>
                    <a:gd name="connsiteX46" fmla="*/ 1171575 w 1990725"/>
                    <a:gd name="connsiteY46" fmla="*/ 1233487 h 2956153"/>
                    <a:gd name="connsiteX47" fmla="*/ 1171575 w 1990725"/>
                    <a:gd name="connsiteY47" fmla="*/ 1281112 h 2956153"/>
                    <a:gd name="connsiteX48" fmla="*/ 1219200 w 1990725"/>
                    <a:gd name="connsiteY48" fmla="*/ 1285875 h 2956153"/>
                    <a:gd name="connsiteX49" fmla="*/ 1281112 w 1990725"/>
                    <a:gd name="connsiteY49" fmla="*/ 1357312 h 2956153"/>
                    <a:gd name="connsiteX50" fmla="*/ 1328737 w 1990725"/>
                    <a:gd name="connsiteY50" fmla="*/ 1343025 h 2956153"/>
                    <a:gd name="connsiteX51" fmla="*/ 1338262 w 1990725"/>
                    <a:gd name="connsiteY51" fmla="*/ 1390650 h 2956153"/>
                    <a:gd name="connsiteX52" fmla="*/ 1371600 w 1990725"/>
                    <a:gd name="connsiteY52" fmla="*/ 1395412 h 2956153"/>
                    <a:gd name="connsiteX53" fmla="*/ 1433512 w 1990725"/>
                    <a:gd name="connsiteY53" fmla="*/ 1457325 h 2956153"/>
                    <a:gd name="connsiteX54" fmla="*/ 1500187 w 1990725"/>
                    <a:gd name="connsiteY54" fmla="*/ 1485900 h 2956153"/>
                    <a:gd name="connsiteX55" fmla="*/ 1519237 w 1990725"/>
                    <a:gd name="connsiteY55" fmla="*/ 1476375 h 2956153"/>
                    <a:gd name="connsiteX56" fmla="*/ 1514475 w 1990725"/>
                    <a:gd name="connsiteY56" fmla="*/ 1519237 h 2956153"/>
                    <a:gd name="connsiteX57" fmla="*/ 1462087 w 1990725"/>
                    <a:gd name="connsiteY57" fmla="*/ 1528762 h 2956153"/>
                    <a:gd name="connsiteX58" fmla="*/ 1462087 w 1990725"/>
                    <a:gd name="connsiteY58" fmla="*/ 1557337 h 2956153"/>
                    <a:gd name="connsiteX59" fmla="*/ 1543050 w 1990725"/>
                    <a:gd name="connsiteY59" fmla="*/ 1614487 h 2956153"/>
                    <a:gd name="connsiteX60" fmla="*/ 1543050 w 1990725"/>
                    <a:gd name="connsiteY60" fmla="*/ 1676400 h 2956153"/>
                    <a:gd name="connsiteX61" fmla="*/ 1576387 w 1990725"/>
                    <a:gd name="connsiteY61" fmla="*/ 1695450 h 2956153"/>
                    <a:gd name="connsiteX62" fmla="*/ 1552575 w 1990725"/>
                    <a:gd name="connsiteY62" fmla="*/ 1771650 h 2956153"/>
                    <a:gd name="connsiteX63" fmla="*/ 1590675 w 1990725"/>
                    <a:gd name="connsiteY63" fmla="*/ 1843087 h 2956153"/>
                    <a:gd name="connsiteX64" fmla="*/ 1624012 w 1990725"/>
                    <a:gd name="connsiteY64" fmla="*/ 1857375 h 2956153"/>
                    <a:gd name="connsiteX65" fmla="*/ 1624012 w 1990725"/>
                    <a:gd name="connsiteY65" fmla="*/ 1747837 h 2956153"/>
                    <a:gd name="connsiteX66" fmla="*/ 1671637 w 1990725"/>
                    <a:gd name="connsiteY66" fmla="*/ 1828800 h 2956153"/>
                    <a:gd name="connsiteX67" fmla="*/ 1685925 w 1990725"/>
                    <a:gd name="connsiteY67" fmla="*/ 1795462 h 2956153"/>
                    <a:gd name="connsiteX68" fmla="*/ 1714500 w 1990725"/>
                    <a:gd name="connsiteY68" fmla="*/ 1885950 h 2956153"/>
                    <a:gd name="connsiteX69" fmla="*/ 1676400 w 1990725"/>
                    <a:gd name="connsiteY69" fmla="*/ 1947862 h 2956153"/>
                    <a:gd name="connsiteX70" fmla="*/ 1738312 w 1990725"/>
                    <a:gd name="connsiteY70" fmla="*/ 2000250 h 2956153"/>
                    <a:gd name="connsiteX71" fmla="*/ 1762125 w 1990725"/>
                    <a:gd name="connsiteY71" fmla="*/ 2052637 h 2956153"/>
                    <a:gd name="connsiteX72" fmla="*/ 1833562 w 1990725"/>
                    <a:gd name="connsiteY72" fmla="*/ 2095500 h 2956153"/>
                    <a:gd name="connsiteX73" fmla="*/ 1833562 w 1990725"/>
                    <a:gd name="connsiteY73" fmla="*/ 2157412 h 2956153"/>
                    <a:gd name="connsiteX74" fmla="*/ 1890712 w 1990725"/>
                    <a:gd name="connsiteY74" fmla="*/ 2219325 h 2956153"/>
                    <a:gd name="connsiteX75" fmla="*/ 1895475 w 1990725"/>
                    <a:gd name="connsiteY75" fmla="*/ 2266950 h 2956153"/>
                    <a:gd name="connsiteX76" fmla="*/ 1966912 w 1990725"/>
                    <a:gd name="connsiteY76" fmla="*/ 2238375 h 2956153"/>
                    <a:gd name="connsiteX77" fmla="*/ 1990725 w 1990725"/>
                    <a:gd name="connsiteY77" fmla="*/ 2190750 h 2956153"/>
                    <a:gd name="connsiteX78" fmla="*/ 1990725 w 1990725"/>
                    <a:gd name="connsiteY78" fmla="*/ 2252662 h 2956153"/>
                    <a:gd name="connsiteX79" fmla="*/ 1928812 w 1990725"/>
                    <a:gd name="connsiteY79" fmla="*/ 2314575 h 2956153"/>
                    <a:gd name="connsiteX80" fmla="*/ 1952625 w 1990725"/>
                    <a:gd name="connsiteY80" fmla="*/ 2376487 h 2956153"/>
                    <a:gd name="connsiteX81" fmla="*/ 1919287 w 1990725"/>
                    <a:gd name="connsiteY81" fmla="*/ 2428875 h 2956153"/>
                    <a:gd name="connsiteX82" fmla="*/ 1919287 w 1990725"/>
                    <a:gd name="connsiteY82" fmla="*/ 2543175 h 2956153"/>
                    <a:gd name="connsiteX83" fmla="*/ 1900237 w 1990725"/>
                    <a:gd name="connsiteY83" fmla="*/ 2581275 h 2956153"/>
                    <a:gd name="connsiteX84" fmla="*/ 1938337 w 1990725"/>
                    <a:gd name="connsiteY84" fmla="*/ 2638425 h 2956153"/>
                    <a:gd name="connsiteX85" fmla="*/ 1933575 w 1990725"/>
                    <a:gd name="connsiteY85" fmla="*/ 2705100 h 2956153"/>
                    <a:gd name="connsiteX86" fmla="*/ 1847850 w 1990725"/>
                    <a:gd name="connsiteY86" fmla="*/ 2700337 h 2956153"/>
                    <a:gd name="connsiteX87" fmla="*/ 1795462 w 1990725"/>
                    <a:gd name="connsiteY87" fmla="*/ 2676525 h 2956153"/>
                    <a:gd name="connsiteX88" fmla="*/ 1733550 w 1990725"/>
                    <a:gd name="connsiteY88" fmla="*/ 2728912 h 2956153"/>
                    <a:gd name="connsiteX89" fmla="*/ 1728787 w 1990725"/>
                    <a:gd name="connsiteY89" fmla="*/ 2757487 h 2956153"/>
                    <a:gd name="connsiteX90" fmla="*/ 1681162 w 1990725"/>
                    <a:gd name="connsiteY90" fmla="*/ 2747962 h 2956153"/>
                    <a:gd name="connsiteX91" fmla="*/ 1657350 w 1990725"/>
                    <a:gd name="connsiteY91" fmla="*/ 2781300 h 2956153"/>
                    <a:gd name="connsiteX92" fmla="*/ 1600200 w 1990725"/>
                    <a:gd name="connsiteY92" fmla="*/ 2705100 h 2956153"/>
                    <a:gd name="connsiteX93" fmla="*/ 1543050 w 1990725"/>
                    <a:gd name="connsiteY93" fmla="*/ 2724150 h 2956153"/>
                    <a:gd name="connsiteX94" fmla="*/ 1504950 w 1990725"/>
                    <a:gd name="connsiteY94" fmla="*/ 2676525 h 2956153"/>
                    <a:gd name="connsiteX95" fmla="*/ 1452562 w 1990725"/>
                    <a:gd name="connsiteY95" fmla="*/ 2695575 h 2956153"/>
                    <a:gd name="connsiteX96" fmla="*/ 1423987 w 1990725"/>
                    <a:gd name="connsiteY96" fmla="*/ 2662237 h 2956153"/>
                    <a:gd name="connsiteX97" fmla="*/ 1357312 w 1990725"/>
                    <a:gd name="connsiteY97" fmla="*/ 2724150 h 2956153"/>
                    <a:gd name="connsiteX98" fmla="*/ 352425 w 1990725"/>
                    <a:gd name="connsiteY98" fmla="*/ 2619375 h 2956153"/>
                    <a:gd name="connsiteX99" fmla="*/ 390525 w 1990725"/>
                    <a:gd name="connsiteY99" fmla="*/ 2209800 h 2956153"/>
                    <a:gd name="connsiteX100" fmla="*/ 0 w 1990725"/>
                    <a:gd name="connsiteY100" fmla="*/ 2181225 h 2956153"/>
                    <a:gd name="connsiteX101" fmla="*/ 42862 w 1990725"/>
                    <a:gd name="connsiteY101" fmla="*/ 838200 h 2956153"/>
                    <a:gd name="connsiteX102" fmla="*/ 123825 w 1990725"/>
                    <a:gd name="connsiteY102" fmla="*/ 862012 h 2956153"/>
                    <a:gd name="connsiteX103" fmla="*/ 176212 w 1990725"/>
                    <a:gd name="connsiteY103" fmla="*/ 876300 h 2956153"/>
                    <a:gd name="connsiteX0" fmla="*/ 176212 w 1990725"/>
                    <a:gd name="connsiteY0" fmla="*/ 876300 h 2781300"/>
                    <a:gd name="connsiteX1" fmla="*/ 214312 w 1990725"/>
                    <a:gd name="connsiteY1" fmla="*/ 942975 h 2781300"/>
                    <a:gd name="connsiteX2" fmla="*/ 309562 w 1990725"/>
                    <a:gd name="connsiteY2" fmla="*/ 995362 h 2781300"/>
                    <a:gd name="connsiteX3" fmla="*/ 328612 w 1990725"/>
                    <a:gd name="connsiteY3" fmla="*/ 1014412 h 2781300"/>
                    <a:gd name="connsiteX4" fmla="*/ 442912 w 1990725"/>
                    <a:gd name="connsiteY4" fmla="*/ 981075 h 2781300"/>
                    <a:gd name="connsiteX5" fmla="*/ 447675 w 1990725"/>
                    <a:gd name="connsiteY5" fmla="*/ 919162 h 2781300"/>
                    <a:gd name="connsiteX6" fmla="*/ 528637 w 1990725"/>
                    <a:gd name="connsiteY6" fmla="*/ 795337 h 2781300"/>
                    <a:gd name="connsiteX7" fmla="*/ 533400 w 1990725"/>
                    <a:gd name="connsiteY7" fmla="*/ 704850 h 2781300"/>
                    <a:gd name="connsiteX8" fmla="*/ 581025 w 1990725"/>
                    <a:gd name="connsiteY8" fmla="*/ 638175 h 2781300"/>
                    <a:gd name="connsiteX9" fmla="*/ 561975 w 1990725"/>
                    <a:gd name="connsiteY9" fmla="*/ 552450 h 2781300"/>
                    <a:gd name="connsiteX10" fmla="*/ 585787 w 1990725"/>
                    <a:gd name="connsiteY10" fmla="*/ 500062 h 2781300"/>
                    <a:gd name="connsiteX11" fmla="*/ 552450 w 1990725"/>
                    <a:gd name="connsiteY11" fmla="*/ 461962 h 2781300"/>
                    <a:gd name="connsiteX12" fmla="*/ 552450 w 1990725"/>
                    <a:gd name="connsiteY12" fmla="*/ 428625 h 2781300"/>
                    <a:gd name="connsiteX13" fmla="*/ 595312 w 1990725"/>
                    <a:gd name="connsiteY13" fmla="*/ 376237 h 2781300"/>
                    <a:gd name="connsiteX14" fmla="*/ 595312 w 1990725"/>
                    <a:gd name="connsiteY14" fmla="*/ 304800 h 2781300"/>
                    <a:gd name="connsiteX15" fmla="*/ 628650 w 1990725"/>
                    <a:gd name="connsiteY15" fmla="*/ 276225 h 2781300"/>
                    <a:gd name="connsiteX16" fmla="*/ 585787 w 1990725"/>
                    <a:gd name="connsiteY16" fmla="*/ 252412 h 2781300"/>
                    <a:gd name="connsiteX17" fmla="*/ 633412 w 1990725"/>
                    <a:gd name="connsiteY17" fmla="*/ 209550 h 2781300"/>
                    <a:gd name="connsiteX18" fmla="*/ 676275 w 1990725"/>
                    <a:gd name="connsiteY18" fmla="*/ 80962 h 2781300"/>
                    <a:gd name="connsiteX19" fmla="*/ 676275 w 1990725"/>
                    <a:gd name="connsiteY19" fmla="*/ 28575 h 2781300"/>
                    <a:gd name="connsiteX20" fmla="*/ 747712 w 1990725"/>
                    <a:gd name="connsiteY20" fmla="*/ 0 h 2781300"/>
                    <a:gd name="connsiteX21" fmla="*/ 757237 w 1990725"/>
                    <a:gd name="connsiteY21" fmla="*/ 42862 h 2781300"/>
                    <a:gd name="connsiteX22" fmla="*/ 785812 w 1990725"/>
                    <a:gd name="connsiteY22" fmla="*/ 66675 h 2781300"/>
                    <a:gd name="connsiteX23" fmla="*/ 781050 w 1990725"/>
                    <a:gd name="connsiteY23" fmla="*/ 166687 h 2781300"/>
                    <a:gd name="connsiteX24" fmla="*/ 823912 w 1990725"/>
                    <a:gd name="connsiteY24" fmla="*/ 214312 h 2781300"/>
                    <a:gd name="connsiteX25" fmla="*/ 847725 w 1990725"/>
                    <a:gd name="connsiteY25" fmla="*/ 171450 h 2781300"/>
                    <a:gd name="connsiteX26" fmla="*/ 809625 w 1990725"/>
                    <a:gd name="connsiteY26" fmla="*/ 257175 h 2781300"/>
                    <a:gd name="connsiteX27" fmla="*/ 823912 w 1990725"/>
                    <a:gd name="connsiteY27" fmla="*/ 271462 h 2781300"/>
                    <a:gd name="connsiteX28" fmla="*/ 852487 w 1990725"/>
                    <a:gd name="connsiteY28" fmla="*/ 242887 h 2781300"/>
                    <a:gd name="connsiteX29" fmla="*/ 833437 w 1990725"/>
                    <a:gd name="connsiteY29" fmla="*/ 323850 h 2781300"/>
                    <a:gd name="connsiteX30" fmla="*/ 862012 w 1990725"/>
                    <a:gd name="connsiteY30" fmla="*/ 338137 h 2781300"/>
                    <a:gd name="connsiteX31" fmla="*/ 862012 w 1990725"/>
                    <a:gd name="connsiteY31" fmla="*/ 495300 h 2781300"/>
                    <a:gd name="connsiteX32" fmla="*/ 890587 w 1990725"/>
                    <a:gd name="connsiteY32" fmla="*/ 523875 h 2781300"/>
                    <a:gd name="connsiteX33" fmla="*/ 890587 w 1990725"/>
                    <a:gd name="connsiteY33" fmla="*/ 581025 h 2781300"/>
                    <a:gd name="connsiteX34" fmla="*/ 971550 w 1990725"/>
                    <a:gd name="connsiteY34" fmla="*/ 552450 h 2781300"/>
                    <a:gd name="connsiteX35" fmla="*/ 1028700 w 1990725"/>
                    <a:gd name="connsiteY35" fmla="*/ 542925 h 2781300"/>
                    <a:gd name="connsiteX36" fmla="*/ 995362 w 1990725"/>
                    <a:gd name="connsiteY36" fmla="*/ 571500 h 2781300"/>
                    <a:gd name="connsiteX37" fmla="*/ 1023937 w 1990725"/>
                    <a:gd name="connsiteY37" fmla="*/ 614362 h 2781300"/>
                    <a:gd name="connsiteX38" fmla="*/ 1090612 w 1990725"/>
                    <a:gd name="connsiteY38" fmla="*/ 657225 h 2781300"/>
                    <a:gd name="connsiteX39" fmla="*/ 1066800 w 1990725"/>
                    <a:gd name="connsiteY39" fmla="*/ 700087 h 2781300"/>
                    <a:gd name="connsiteX40" fmla="*/ 1090612 w 1990725"/>
                    <a:gd name="connsiteY40" fmla="*/ 800100 h 2781300"/>
                    <a:gd name="connsiteX41" fmla="*/ 1081087 w 1990725"/>
                    <a:gd name="connsiteY41" fmla="*/ 933450 h 2781300"/>
                    <a:gd name="connsiteX42" fmla="*/ 1147762 w 1990725"/>
                    <a:gd name="connsiteY42" fmla="*/ 957262 h 2781300"/>
                    <a:gd name="connsiteX43" fmla="*/ 1152525 w 1990725"/>
                    <a:gd name="connsiteY43" fmla="*/ 1047750 h 2781300"/>
                    <a:gd name="connsiteX44" fmla="*/ 1143000 w 1990725"/>
                    <a:gd name="connsiteY44" fmla="*/ 1152525 h 2781300"/>
                    <a:gd name="connsiteX45" fmla="*/ 1190625 w 1990725"/>
                    <a:gd name="connsiteY45" fmla="*/ 1185862 h 2781300"/>
                    <a:gd name="connsiteX46" fmla="*/ 1171575 w 1990725"/>
                    <a:gd name="connsiteY46" fmla="*/ 1233487 h 2781300"/>
                    <a:gd name="connsiteX47" fmla="*/ 1171575 w 1990725"/>
                    <a:gd name="connsiteY47" fmla="*/ 1281112 h 2781300"/>
                    <a:gd name="connsiteX48" fmla="*/ 1219200 w 1990725"/>
                    <a:gd name="connsiteY48" fmla="*/ 1285875 h 2781300"/>
                    <a:gd name="connsiteX49" fmla="*/ 1281112 w 1990725"/>
                    <a:gd name="connsiteY49" fmla="*/ 1357312 h 2781300"/>
                    <a:gd name="connsiteX50" fmla="*/ 1328737 w 1990725"/>
                    <a:gd name="connsiteY50" fmla="*/ 1343025 h 2781300"/>
                    <a:gd name="connsiteX51" fmla="*/ 1338262 w 1990725"/>
                    <a:gd name="connsiteY51" fmla="*/ 1390650 h 2781300"/>
                    <a:gd name="connsiteX52" fmla="*/ 1371600 w 1990725"/>
                    <a:gd name="connsiteY52" fmla="*/ 1395412 h 2781300"/>
                    <a:gd name="connsiteX53" fmla="*/ 1433512 w 1990725"/>
                    <a:gd name="connsiteY53" fmla="*/ 1457325 h 2781300"/>
                    <a:gd name="connsiteX54" fmla="*/ 1500187 w 1990725"/>
                    <a:gd name="connsiteY54" fmla="*/ 1485900 h 2781300"/>
                    <a:gd name="connsiteX55" fmla="*/ 1519237 w 1990725"/>
                    <a:gd name="connsiteY55" fmla="*/ 1476375 h 2781300"/>
                    <a:gd name="connsiteX56" fmla="*/ 1514475 w 1990725"/>
                    <a:gd name="connsiteY56" fmla="*/ 1519237 h 2781300"/>
                    <a:gd name="connsiteX57" fmla="*/ 1462087 w 1990725"/>
                    <a:gd name="connsiteY57" fmla="*/ 1528762 h 2781300"/>
                    <a:gd name="connsiteX58" fmla="*/ 1462087 w 1990725"/>
                    <a:gd name="connsiteY58" fmla="*/ 1557337 h 2781300"/>
                    <a:gd name="connsiteX59" fmla="*/ 1543050 w 1990725"/>
                    <a:gd name="connsiteY59" fmla="*/ 1614487 h 2781300"/>
                    <a:gd name="connsiteX60" fmla="*/ 1543050 w 1990725"/>
                    <a:gd name="connsiteY60" fmla="*/ 1676400 h 2781300"/>
                    <a:gd name="connsiteX61" fmla="*/ 1576387 w 1990725"/>
                    <a:gd name="connsiteY61" fmla="*/ 1695450 h 2781300"/>
                    <a:gd name="connsiteX62" fmla="*/ 1552575 w 1990725"/>
                    <a:gd name="connsiteY62" fmla="*/ 1771650 h 2781300"/>
                    <a:gd name="connsiteX63" fmla="*/ 1590675 w 1990725"/>
                    <a:gd name="connsiteY63" fmla="*/ 1843087 h 2781300"/>
                    <a:gd name="connsiteX64" fmla="*/ 1624012 w 1990725"/>
                    <a:gd name="connsiteY64" fmla="*/ 1857375 h 2781300"/>
                    <a:gd name="connsiteX65" fmla="*/ 1624012 w 1990725"/>
                    <a:gd name="connsiteY65" fmla="*/ 1747837 h 2781300"/>
                    <a:gd name="connsiteX66" fmla="*/ 1671637 w 1990725"/>
                    <a:gd name="connsiteY66" fmla="*/ 1828800 h 2781300"/>
                    <a:gd name="connsiteX67" fmla="*/ 1685925 w 1990725"/>
                    <a:gd name="connsiteY67" fmla="*/ 1795462 h 2781300"/>
                    <a:gd name="connsiteX68" fmla="*/ 1714500 w 1990725"/>
                    <a:gd name="connsiteY68" fmla="*/ 1885950 h 2781300"/>
                    <a:gd name="connsiteX69" fmla="*/ 1676400 w 1990725"/>
                    <a:gd name="connsiteY69" fmla="*/ 1947862 h 2781300"/>
                    <a:gd name="connsiteX70" fmla="*/ 1738312 w 1990725"/>
                    <a:gd name="connsiteY70" fmla="*/ 2000250 h 2781300"/>
                    <a:gd name="connsiteX71" fmla="*/ 1762125 w 1990725"/>
                    <a:gd name="connsiteY71" fmla="*/ 2052637 h 2781300"/>
                    <a:gd name="connsiteX72" fmla="*/ 1833562 w 1990725"/>
                    <a:gd name="connsiteY72" fmla="*/ 2095500 h 2781300"/>
                    <a:gd name="connsiteX73" fmla="*/ 1833562 w 1990725"/>
                    <a:gd name="connsiteY73" fmla="*/ 2157412 h 2781300"/>
                    <a:gd name="connsiteX74" fmla="*/ 1890712 w 1990725"/>
                    <a:gd name="connsiteY74" fmla="*/ 2219325 h 2781300"/>
                    <a:gd name="connsiteX75" fmla="*/ 1895475 w 1990725"/>
                    <a:gd name="connsiteY75" fmla="*/ 2266950 h 2781300"/>
                    <a:gd name="connsiteX76" fmla="*/ 1966912 w 1990725"/>
                    <a:gd name="connsiteY76" fmla="*/ 2238375 h 2781300"/>
                    <a:gd name="connsiteX77" fmla="*/ 1990725 w 1990725"/>
                    <a:gd name="connsiteY77" fmla="*/ 2190750 h 2781300"/>
                    <a:gd name="connsiteX78" fmla="*/ 1990725 w 1990725"/>
                    <a:gd name="connsiteY78" fmla="*/ 2252662 h 2781300"/>
                    <a:gd name="connsiteX79" fmla="*/ 1928812 w 1990725"/>
                    <a:gd name="connsiteY79" fmla="*/ 2314575 h 2781300"/>
                    <a:gd name="connsiteX80" fmla="*/ 1952625 w 1990725"/>
                    <a:gd name="connsiteY80" fmla="*/ 2376487 h 2781300"/>
                    <a:gd name="connsiteX81" fmla="*/ 1919287 w 1990725"/>
                    <a:gd name="connsiteY81" fmla="*/ 2428875 h 2781300"/>
                    <a:gd name="connsiteX82" fmla="*/ 1919287 w 1990725"/>
                    <a:gd name="connsiteY82" fmla="*/ 2543175 h 2781300"/>
                    <a:gd name="connsiteX83" fmla="*/ 1900237 w 1990725"/>
                    <a:gd name="connsiteY83" fmla="*/ 2581275 h 2781300"/>
                    <a:gd name="connsiteX84" fmla="*/ 1938337 w 1990725"/>
                    <a:gd name="connsiteY84" fmla="*/ 2638425 h 2781300"/>
                    <a:gd name="connsiteX85" fmla="*/ 1933575 w 1990725"/>
                    <a:gd name="connsiteY85" fmla="*/ 2705100 h 2781300"/>
                    <a:gd name="connsiteX86" fmla="*/ 1847850 w 1990725"/>
                    <a:gd name="connsiteY86" fmla="*/ 2700337 h 2781300"/>
                    <a:gd name="connsiteX87" fmla="*/ 1795462 w 1990725"/>
                    <a:gd name="connsiteY87" fmla="*/ 2676525 h 2781300"/>
                    <a:gd name="connsiteX88" fmla="*/ 1733550 w 1990725"/>
                    <a:gd name="connsiteY88" fmla="*/ 2728912 h 2781300"/>
                    <a:gd name="connsiteX89" fmla="*/ 1728787 w 1990725"/>
                    <a:gd name="connsiteY89" fmla="*/ 2757487 h 2781300"/>
                    <a:gd name="connsiteX90" fmla="*/ 1681162 w 1990725"/>
                    <a:gd name="connsiteY90" fmla="*/ 2747962 h 2781300"/>
                    <a:gd name="connsiteX91" fmla="*/ 1657350 w 1990725"/>
                    <a:gd name="connsiteY91" fmla="*/ 2781300 h 2781300"/>
                    <a:gd name="connsiteX92" fmla="*/ 1600200 w 1990725"/>
                    <a:gd name="connsiteY92" fmla="*/ 2705100 h 2781300"/>
                    <a:gd name="connsiteX93" fmla="*/ 1543050 w 1990725"/>
                    <a:gd name="connsiteY93" fmla="*/ 2724150 h 2781300"/>
                    <a:gd name="connsiteX94" fmla="*/ 1504950 w 1990725"/>
                    <a:gd name="connsiteY94" fmla="*/ 2676525 h 2781300"/>
                    <a:gd name="connsiteX95" fmla="*/ 1452562 w 1990725"/>
                    <a:gd name="connsiteY95" fmla="*/ 2695575 h 2781300"/>
                    <a:gd name="connsiteX96" fmla="*/ 1423987 w 1990725"/>
                    <a:gd name="connsiteY96" fmla="*/ 2662237 h 2781300"/>
                    <a:gd name="connsiteX97" fmla="*/ 1357312 w 1990725"/>
                    <a:gd name="connsiteY97" fmla="*/ 2724150 h 2781300"/>
                    <a:gd name="connsiteX98" fmla="*/ 352425 w 1990725"/>
                    <a:gd name="connsiteY98" fmla="*/ 2619375 h 2781300"/>
                    <a:gd name="connsiteX99" fmla="*/ 390525 w 1990725"/>
                    <a:gd name="connsiteY99" fmla="*/ 2209800 h 2781300"/>
                    <a:gd name="connsiteX100" fmla="*/ 0 w 1990725"/>
                    <a:gd name="connsiteY100" fmla="*/ 2181225 h 2781300"/>
                    <a:gd name="connsiteX101" fmla="*/ 42862 w 1990725"/>
                    <a:gd name="connsiteY101" fmla="*/ 838200 h 2781300"/>
                    <a:gd name="connsiteX102" fmla="*/ 123825 w 1990725"/>
                    <a:gd name="connsiteY102" fmla="*/ 862012 h 2781300"/>
                    <a:gd name="connsiteX103" fmla="*/ 176212 w 1990725"/>
                    <a:gd name="connsiteY103" fmla="*/ 876300 h 2781300"/>
                    <a:gd name="connsiteX0" fmla="*/ 176212 w 1990725"/>
                    <a:gd name="connsiteY0" fmla="*/ 876300 h 2781300"/>
                    <a:gd name="connsiteX1" fmla="*/ 214312 w 1990725"/>
                    <a:gd name="connsiteY1" fmla="*/ 942975 h 2781300"/>
                    <a:gd name="connsiteX2" fmla="*/ 309562 w 1990725"/>
                    <a:gd name="connsiteY2" fmla="*/ 995362 h 2781300"/>
                    <a:gd name="connsiteX3" fmla="*/ 328612 w 1990725"/>
                    <a:gd name="connsiteY3" fmla="*/ 1014412 h 2781300"/>
                    <a:gd name="connsiteX4" fmla="*/ 442912 w 1990725"/>
                    <a:gd name="connsiteY4" fmla="*/ 981075 h 2781300"/>
                    <a:gd name="connsiteX5" fmla="*/ 447675 w 1990725"/>
                    <a:gd name="connsiteY5" fmla="*/ 919162 h 2781300"/>
                    <a:gd name="connsiteX6" fmla="*/ 528637 w 1990725"/>
                    <a:gd name="connsiteY6" fmla="*/ 795337 h 2781300"/>
                    <a:gd name="connsiteX7" fmla="*/ 533400 w 1990725"/>
                    <a:gd name="connsiteY7" fmla="*/ 704850 h 2781300"/>
                    <a:gd name="connsiteX8" fmla="*/ 581025 w 1990725"/>
                    <a:gd name="connsiteY8" fmla="*/ 638175 h 2781300"/>
                    <a:gd name="connsiteX9" fmla="*/ 561975 w 1990725"/>
                    <a:gd name="connsiteY9" fmla="*/ 552450 h 2781300"/>
                    <a:gd name="connsiteX10" fmla="*/ 585787 w 1990725"/>
                    <a:gd name="connsiteY10" fmla="*/ 500062 h 2781300"/>
                    <a:gd name="connsiteX11" fmla="*/ 552450 w 1990725"/>
                    <a:gd name="connsiteY11" fmla="*/ 461962 h 2781300"/>
                    <a:gd name="connsiteX12" fmla="*/ 552450 w 1990725"/>
                    <a:gd name="connsiteY12" fmla="*/ 428625 h 2781300"/>
                    <a:gd name="connsiteX13" fmla="*/ 595312 w 1990725"/>
                    <a:gd name="connsiteY13" fmla="*/ 376237 h 2781300"/>
                    <a:gd name="connsiteX14" fmla="*/ 595312 w 1990725"/>
                    <a:gd name="connsiteY14" fmla="*/ 304800 h 2781300"/>
                    <a:gd name="connsiteX15" fmla="*/ 628650 w 1990725"/>
                    <a:gd name="connsiteY15" fmla="*/ 276225 h 2781300"/>
                    <a:gd name="connsiteX16" fmla="*/ 585787 w 1990725"/>
                    <a:gd name="connsiteY16" fmla="*/ 252412 h 2781300"/>
                    <a:gd name="connsiteX17" fmla="*/ 633412 w 1990725"/>
                    <a:gd name="connsiteY17" fmla="*/ 209550 h 2781300"/>
                    <a:gd name="connsiteX18" fmla="*/ 676275 w 1990725"/>
                    <a:gd name="connsiteY18" fmla="*/ 80962 h 2781300"/>
                    <a:gd name="connsiteX19" fmla="*/ 676275 w 1990725"/>
                    <a:gd name="connsiteY19" fmla="*/ 28575 h 2781300"/>
                    <a:gd name="connsiteX20" fmla="*/ 747712 w 1990725"/>
                    <a:gd name="connsiteY20" fmla="*/ 0 h 2781300"/>
                    <a:gd name="connsiteX21" fmla="*/ 757237 w 1990725"/>
                    <a:gd name="connsiteY21" fmla="*/ 42862 h 2781300"/>
                    <a:gd name="connsiteX22" fmla="*/ 785812 w 1990725"/>
                    <a:gd name="connsiteY22" fmla="*/ 66675 h 2781300"/>
                    <a:gd name="connsiteX23" fmla="*/ 781050 w 1990725"/>
                    <a:gd name="connsiteY23" fmla="*/ 166687 h 2781300"/>
                    <a:gd name="connsiteX24" fmla="*/ 823912 w 1990725"/>
                    <a:gd name="connsiteY24" fmla="*/ 214312 h 2781300"/>
                    <a:gd name="connsiteX25" fmla="*/ 847725 w 1990725"/>
                    <a:gd name="connsiteY25" fmla="*/ 171450 h 2781300"/>
                    <a:gd name="connsiteX26" fmla="*/ 809625 w 1990725"/>
                    <a:gd name="connsiteY26" fmla="*/ 257175 h 2781300"/>
                    <a:gd name="connsiteX27" fmla="*/ 823912 w 1990725"/>
                    <a:gd name="connsiteY27" fmla="*/ 271462 h 2781300"/>
                    <a:gd name="connsiteX28" fmla="*/ 852487 w 1990725"/>
                    <a:gd name="connsiteY28" fmla="*/ 242887 h 2781300"/>
                    <a:gd name="connsiteX29" fmla="*/ 833437 w 1990725"/>
                    <a:gd name="connsiteY29" fmla="*/ 323850 h 2781300"/>
                    <a:gd name="connsiteX30" fmla="*/ 862012 w 1990725"/>
                    <a:gd name="connsiteY30" fmla="*/ 338137 h 2781300"/>
                    <a:gd name="connsiteX31" fmla="*/ 862012 w 1990725"/>
                    <a:gd name="connsiteY31" fmla="*/ 495300 h 2781300"/>
                    <a:gd name="connsiteX32" fmla="*/ 890587 w 1990725"/>
                    <a:gd name="connsiteY32" fmla="*/ 523875 h 2781300"/>
                    <a:gd name="connsiteX33" fmla="*/ 890587 w 1990725"/>
                    <a:gd name="connsiteY33" fmla="*/ 581025 h 2781300"/>
                    <a:gd name="connsiteX34" fmla="*/ 971550 w 1990725"/>
                    <a:gd name="connsiteY34" fmla="*/ 552450 h 2781300"/>
                    <a:gd name="connsiteX35" fmla="*/ 1028700 w 1990725"/>
                    <a:gd name="connsiteY35" fmla="*/ 542925 h 2781300"/>
                    <a:gd name="connsiteX36" fmla="*/ 995362 w 1990725"/>
                    <a:gd name="connsiteY36" fmla="*/ 571500 h 2781300"/>
                    <a:gd name="connsiteX37" fmla="*/ 1023937 w 1990725"/>
                    <a:gd name="connsiteY37" fmla="*/ 614362 h 2781300"/>
                    <a:gd name="connsiteX38" fmla="*/ 1090612 w 1990725"/>
                    <a:gd name="connsiteY38" fmla="*/ 657225 h 2781300"/>
                    <a:gd name="connsiteX39" fmla="*/ 1066800 w 1990725"/>
                    <a:gd name="connsiteY39" fmla="*/ 700087 h 2781300"/>
                    <a:gd name="connsiteX40" fmla="*/ 1090612 w 1990725"/>
                    <a:gd name="connsiteY40" fmla="*/ 800100 h 2781300"/>
                    <a:gd name="connsiteX41" fmla="*/ 1081087 w 1990725"/>
                    <a:gd name="connsiteY41" fmla="*/ 933450 h 2781300"/>
                    <a:gd name="connsiteX42" fmla="*/ 1147762 w 1990725"/>
                    <a:gd name="connsiteY42" fmla="*/ 957262 h 2781300"/>
                    <a:gd name="connsiteX43" fmla="*/ 1152525 w 1990725"/>
                    <a:gd name="connsiteY43" fmla="*/ 1047750 h 2781300"/>
                    <a:gd name="connsiteX44" fmla="*/ 1143000 w 1990725"/>
                    <a:gd name="connsiteY44" fmla="*/ 1152525 h 2781300"/>
                    <a:gd name="connsiteX45" fmla="*/ 1190625 w 1990725"/>
                    <a:gd name="connsiteY45" fmla="*/ 1185862 h 2781300"/>
                    <a:gd name="connsiteX46" fmla="*/ 1171575 w 1990725"/>
                    <a:gd name="connsiteY46" fmla="*/ 1233487 h 2781300"/>
                    <a:gd name="connsiteX47" fmla="*/ 1171575 w 1990725"/>
                    <a:gd name="connsiteY47" fmla="*/ 1281112 h 2781300"/>
                    <a:gd name="connsiteX48" fmla="*/ 1219200 w 1990725"/>
                    <a:gd name="connsiteY48" fmla="*/ 1285875 h 2781300"/>
                    <a:gd name="connsiteX49" fmla="*/ 1281112 w 1990725"/>
                    <a:gd name="connsiteY49" fmla="*/ 1357312 h 2781300"/>
                    <a:gd name="connsiteX50" fmla="*/ 1328737 w 1990725"/>
                    <a:gd name="connsiteY50" fmla="*/ 1343025 h 2781300"/>
                    <a:gd name="connsiteX51" fmla="*/ 1338262 w 1990725"/>
                    <a:gd name="connsiteY51" fmla="*/ 1390650 h 2781300"/>
                    <a:gd name="connsiteX52" fmla="*/ 1371600 w 1990725"/>
                    <a:gd name="connsiteY52" fmla="*/ 1395412 h 2781300"/>
                    <a:gd name="connsiteX53" fmla="*/ 1433512 w 1990725"/>
                    <a:gd name="connsiteY53" fmla="*/ 1457325 h 2781300"/>
                    <a:gd name="connsiteX54" fmla="*/ 1500187 w 1990725"/>
                    <a:gd name="connsiteY54" fmla="*/ 1485900 h 2781300"/>
                    <a:gd name="connsiteX55" fmla="*/ 1519237 w 1990725"/>
                    <a:gd name="connsiteY55" fmla="*/ 1476375 h 2781300"/>
                    <a:gd name="connsiteX56" fmla="*/ 1514475 w 1990725"/>
                    <a:gd name="connsiteY56" fmla="*/ 1519237 h 2781300"/>
                    <a:gd name="connsiteX57" fmla="*/ 1462087 w 1990725"/>
                    <a:gd name="connsiteY57" fmla="*/ 1528762 h 2781300"/>
                    <a:gd name="connsiteX58" fmla="*/ 1462087 w 1990725"/>
                    <a:gd name="connsiteY58" fmla="*/ 1557337 h 2781300"/>
                    <a:gd name="connsiteX59" fmla="*/ 1543050 w 1990725"/>
                    <a:gd name="connsiteY59" fmla="*/ 1614487 h 2781300"/>
                    <a:gd name="connsiteX60" fmla="*/ 1543050 w 1990725"/>
                    <a:gd name="connsiteY60" fmla="*/ 1676400 h 2781300"/>
                    <a:gd name="connsiteX61" fmla="*/ 1576387 w 1990725"/>
                    <a:gd name="connsiteY61" fmla="*/ 1695450 h 2781300"/>
                    <a:gd name="connsiteX62" fmla="*/ 1552575 w 1990725"/>
                    <a:gd name="connsiteY62" fmla="*/ 1771650 h 2781300"/>
                    <a:gd name="connsiteX63" fmla="*/ 1590675 w 1990725"/>
                    <a:gd name="connsiteY63" fmla="*/ 1843087 h 2781300"/>
                    <a:gd name="connsiteX64" fmla="*/ 1624012 w 1990725"/>
                    <a:gd name="connsiteY64" fmla="*/ 1857375 h 2781300"/>
                    <a:gd name="connsiteX65" fmla="*/ 1624012 w 1990725"/>
                    <a:gd name="connsiteY65" fmla="*/ 1747837 h 2781300"/>
                    <a:gd name="connsiteX66" fmla="*/ 1671637 w 1990725"/>
                    <a:gd name="connsiteY66" fmla="*/ 1828800 h 2781300"/>
                    <a:gd name="connsiteX67" fmla="*/ 1685925 w 1990725"/>
                    <a:gd name="connsiteY67" fmla="*/ 1795462 h 2781300"/>
                    <a:gd name="connsiteX68" fmla="*/ 1714500 w 1990725"/>
                    <a:gd name="connsiteY68" fmla="*/ 1885950 h 2781300"/>
                    <a:gd name="connsiteX69" fmla="*/ 1676400 w 1990725"/>
                    <a:gd name="connsiteY69" fmla="*/ 1947862 h 2781300"/>
                    <a:gd name="connsiteX70" fmla="*/ 1738312 w 1990725"/>
                    <a:gd name="connsiteY70" fmla="*/ 2000250 h 2781300"/>
                    <a:gd name="connsiteX71" fmla="*/ 1762125 w 1990725"/>
                    <a:gd name="connsiteY71" fmla="*/ 2052637 h 2781300"/>
                    <a:gd name="connsiteX72" fmla="*/ 1833562 w 1990725"/>
                    <a:gd name="connsiteY72" fmla="*/ 2095500 h 2781300"/>
                    <a:gd name="connsiteX73" fmla="*/ 1833562 w 1990725"/>
                    <a:gd name="connsiteY73" fmla="*/ 2157412 h 2781300"/>
                    <a:gd name="connsiteX74" fmla="*/ 1890712 w 1990725"/>
                    <a:gd name="connsiteY74" fmla="*/ 2219325 h 2781300"/>
                    <a:gd name="connsiteX75" fmla="*/ 1895475 w 1990725"/>
                    <a:gd name="connsiteY75" fmla="*/ 2266950 h 2781300"/>
                    <a:gd name="connsiteX76" fmla="*/ 1966912 w 1990725"/>
                    <a:gd name="connsiteY76" fmla="*/ 2238375 h 2781300"/>
                    <a:gd name="connsiteX77" fmla="*/ 1990725 w 1990725"/>
                    <a:gd name="connsiteY77" fmla="*/ 2190750 h 2781300"/>
                    <a:gd name="connsiteX78" fmla="*/ 1990725 w 1990725"/>
                    <a:gd name="connsiteY78" fmla="*/ 2252662 h 2781300"/>
                    <a:gd name="connsiteX79" fmla="*/ 1928812 w 1990725"/>
                    <a:gd name="connsiteY79" fmla="*/ 2314575 h 2781300"/>
                    <a:gd name="connsiteX80" fmla="*/ 1952625 w 1990725"/>
                    <a:gd name="connsiteY80" fmla="*/ 2376487 h 2781300"/>
                    <a:gd name="connsiteX81" fmla="*/ 1919287 w 1990725"/>
                    <a:gd name="connsiteY81" fmla="*/ 2428875 h 2781300"/>
                    <a:gd name="connsiteX82" fmla="*/ 1919287 w 1990725"/>
                    <a:gd name="connsiteY82" fmla="*/ 2543175 h 2781300"/>
                    <a:gd name="connsiteX83" fmla="*/ 1900237 w 1990725"/>
                    <a:gd name="connsiteY83" fmla="*/ 2581275 h 2781300"/>
                    <a:gd name="connsiteX84" fmla="*/ 1938337 w 1990725"/>
                    <a:gd name="connsiteY84" fmla="*/ 2638425 h 2781300"/>
                    <a:gd name="connsiteX85" fmla="*/ 1933575 w 1990725"/>
                    <a:gd name="connsiteY85" fmla="*/ 2705100 h 2781300"/>
                    <a:gd name="connsiteX86" fmla="*/ 1847850 w 1990725"/>
                    <a:gd name="connsiteY86" fmla="*/ 2700337 h 2781300"/>
                    <a:gd name="connsiteX87" fmla="*/ 1795462 w 1990725"/>
                    <a:gd name="connsiteY87" fmla="*/ 2676525 h 2781300"/>
                    <a:gd name="connsiteX88" fmla="*/ 1733550 w 1990725"/>
                    <a:gd name="connsiteY88" fmla="*/ 2728912 h 2781300"/>
                    <a:gd name="connsiteX89" fmla="*/ 1728787 w 1990725"/>
                    <a:gd name="connsiteY89" fmla="*/ 2757487 h 2781300"/>
                    <a:gd name="connsiteX90" fmla="*/ 1681162 w 1990725"/>
                    <a:gd name="connsiteY90" fmla="*/ 2747962 h 2781300"/>
                    <a:gd name="connsiteX91" fmla="*/ 1657350 w 1990725"/>
                    <a:gd name="connsiteY91" fmla="*/ 2781300 h 2781300"/>
                    <a:gd name="connsiteX92" fmla="*/ 1600200 w 1990725"/>
                    <a:gd name="connsiteY92" fmla="*/ 2705100 h 2781300"/>
                    <a:gd name="connsiteX93" fmla="*/ 1543050 w 1990725"/>
                    <a:gd name="connsiteY93" fmla="*/ 2724150 h 2781300"/>
                    <a:gd name="connsiteX94" fmla="*/ 1504950 w 1990725"/>
                    <a:gd name="connsiteY94" fmla="*/ 2676525 h 2781300"/>
                    <a:gd name="connsiteX95" fmla="*/ 1452562 w 1990725"/>
                    <a:gd name="connsiteY95" fmla="*/ 2695575 h 2781300"/>
                    <a:gd name="connsiteX96" fmla="*/ 1427149 w 1990725"/>
                    <a:gd name="connsiteY96" fmla="*/ 2668587 h 2781300"/>
                    <a:gd name="connsiteX97" fmla="*/ 1357312 w 1990725"/>
                    <a:gd name="connsiteY97" fmla="*/ 2724150 h 2781300"/>
                    <a:gd name="connsiteX98" fmla="*/ 352425 w 1990725"/>
                    <a:gd name="connsiteY98" fmla="*/ 2619375 h 2781300"/>
                    <a:gd name="connsiteX99" fmla="*/ 390525 w 1990725"/>
                    <a:gd name="connsiteY99" fmla="*/ 2209800 h 2781300"/>
                    <a:gd name="connsiteX100" fmla="*/ 0 w 1990725"/>
                    <a:gd name="connsiteY100" fmla="*/ 2181225 h 2781300"/>
                    <a:gd name="connsiteX101" fmla="*/ 42862 w 1990725"/>
                    <a:gd name="connsiteY101" fmla="*/ 838200 h 2781300"/>
                    <a:gd name="connsiteX102" fmla="*/ 123825 w 1990725"/>
                    <a:gd name="connsiteY102" fmla="*/ 862012 h 2781300"/>
                    <a:gd name="connsiteX103" fmla="*/ 176212 w 1990725"/>
                    <a:gd name="connsiteY103" fmla="*/ 876300 h 278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1990725" h="2781300">
                      <a:moveTo>
                        <a:pt x="176212" y="876300"/>
                      </a:moveTo>
                      <a:lnTo>
                        <a:pt x="214312" y="942975"/>
                      </a:lnTo>
                      <a:lnTo>
                        <a:pt x="309562" y="995362"/>
                      </a:lnTo>
                      <a:lnTo>
                        <a:pt x="328612" y="1014412"/>
                      </a:lnTo>
                      <a:lnTo>
                        <a:pt x="442912" y="981075"/>
                      </a:lnTo>
                      <a:lnTo>
                        <a:pt x="447675" y="919162"/>
                      </a:lnTo>
                      <a:cubicBezTo>
                        <a:pt x="530472" y="802271"/>
                        <a:pt x="528637" y="851552"/>
                        <a:pt x="528637" y="795337"/>
                      </a:cubicBezTo>
                      <a:lnTo>
                        <a:pt x="533400" y="704850"/>
                      </a:lnTo>
                      <a:lnTo>
                        <a:pt x="581025" y="638175"/>
                      </a:lnTo>
                      <a:cubicBezTo>
                        <a:pt x="556153" y="558587"/>
                        <a:pt x="545310" y="585776"/>
                        <a:pt x="561975" y="552450"/>
                      </a:cubicBezTo>
                      <a:cubicBezTo>
                        <a:pt x="586497" y="503405"/>
                        <a:pt x="585787" y="522574"/>
                        <a:pt x="585787" y="500062"/>
                      </a:cubicBezTo>
                      <a:cubicBezTo>
                        <a:pt x="551327" y="465602"/>
                        <a:pt x="552450" y="482440"/>
                        <a:pt x="552450" y="461962"/>
                      </a:cubicBezTo>
                      <a:lnTo>
                        <a:pt x="552450" y="428625"/>
                      </a:lnTo>
                      <a:cubicBezTo>
                        <a:pt x="596374" y="379820"/>
                        <a:pt x="595312" y="402358"/>
                        <a:pt x="595312" y="376237"/>
                      </a:cubicBezTo>
                      <a:lnTo>
                        <a:pt x="595312" y="304800"/>
                      </a:lnTo>
                      <a:cubicBezTo>
                        <a:pt x="631407" y="284175"/>
                        <a:pt x="628650" y="298549"/>
                        <a:pt x="628650" y="276225"/>
                      </a:cubicBezTo>
                      <a:lnTo>
                        <a:pt x="585787" y="252412"/>
                      </a:lnTo>
                      <a:lnTo>
                        <a:pt x="633412" y="209550"/>
                      </a:lnTo>
                      <a:cubicBezTo>
                        <a:pt x="676794" y="84225"/>
                        <a:pt x="676275" y="129403"/>
                        <a:pt x="676275" y="80962"/>
                      </a:cubicBezTo>
                      <a:lnTo>
                        <a:pt x="676275" y="28575"/>
                      </a:lnTo>
                      <a:lnTo>
                        <a:pt x="747712" y="0"/>
                      </a:lnTo>
                      <a:lnTo>
                        <a:pt x="757237" y="42862"/>
                      </a:lnTo>
                      <a:lnTo>
                        <a:pt x="785812" y="66675"/>
                      </a:lnTo>
                      <a:lnTo>
                        <a:pt x="781050" y="166687"/>
                      </a:lnTo>
                      <a:lnTo>
                        <a:pt x="823912" y="214312"/>
                      </a:lnTo>
                      <a:lnTo>
                        <a:pt x="847725" y="171450"/>
                      </a:lnTo>
                      <a:lnTo>
                        <a:pt x="809625" y="257175"/>
                      </a:lnTo>
                      <a:lnTo>
                        <a:pt x="823912" y="271462"/>
                      </a:lnTo>
                      <a:lnTo>
                        <a:pt x="852487" y="242887"/>
                      </a:lnTo>
                      <a:lnTo>
                        <a:pt x="833437" y="323850"/>
                      </a:lnTo>
                      <a:lnTo>
                        <a:pt x="862012" y="338137"/>
                      </a:lnTo>
                      <a:lnTo>
                        <a:pt x="862012" y="495300"/>
                      </a:lnTo>
                      <a:lnTo>
                        <a:pt x="890587" y="523875"/>
                      </a:lnTo>
                      <a:lnTo>
                        <a:pt x="890587" y="581025"/>
                      </a:lnTo>
                      <a:lnTo>
                        <a:pt x="971550" y="552450"/>
                      </a:lnTo>
                      <a:lnTo>
                        <a:pt x="1028700" y="542925"/>
                      </a:lnTo>
                      <a:lnTo>
                        <a:pt x="995362" y="571500"/>
                      </a:lnTo>
                      <a:lnTo>
                        <a:pt x="1023937" y="614362"/>
                      </a:lnTo>
                      <a:lnTo>
                        <a:pt x="1090612" y="657225"/>
                      </a:lnTo>
                      <a:lnTo>
                        <a:pt x="1066800" y="700087"/>
                      </a:lnTo>
                      <a:lnTo>
                        <a:pt x="1090612" y="800100"/>
                      </a:lnTo>
                      <a:lnTo>
                        <a:pt x="1081087" y="933450"/>
                      </a:lnTo>
                      <a:lnTo>
                        <a:pt x="1147762" y="957262"/>
                      </a:lnTo>
                      <a:lnTo>
                        <a:pt x="1152525" y="1047750"/>
                      </a:lnTo>
                      <a:lnTo>
                        <a:pt x="1143000" y="1152525"/>
                      </a:lnTo>
                      <a:lnTo>
                        <a:pt x="1190625" y="1185862"/>
                      </a:lnTo>
                      <a:lnTo>
                        <a:pt x="1171575" y="1233487"/>
                      </a:lnTo>
                      <a:lnTo>
                        <a:pt x="1171575" y="1281112"/>
                      </a:lnTo>
                      <a:lnTo>
                        <a:pt x="1219200" y="1285875"/>
                      </a:lnTo>
                      <a:lnTo>
                        <a:pt x="1281112" y="1357312"/>
                      </a:lnTo>
                      <a:lnTo>
                        <a:pt x="1328737" y="1343025"/>
                      </a:lnTo>
                      <a:lnTo>
                        <a:pt x="1338262" y="1390650"/>
                      </a:lnTo>
                      <a:lnTo>
                        <a:pt x="1371600" y="1395412"/>
                      </a:lnTo>
                      <a:lnTo>
                        <a:pt x="1433512" y="1457325"/>
                      </a:lnTo>
                      <a:lnTo>
                        <a:pt x="1500187" y="1485900"/>
                      </a:lnTo>
                      <a:lnTo>
                        <a:pt x="1519237" y="1476375"/>
                      </a:lnTo>
                      <a:lnTo>
                        <a:pt x="1514475" y="1519237"/>
                      </a:lnTo>
                      <a:lnTo>
                        <a:pt x="1462087" y="1528762"/>
                      </a:lnTo>
                      <a:lnTo>
                        <a:pt x="1462087" y="1557337"/>
                      </a:lnTo>
                      <a:lnTo>
                        <a:pt x="1543050" y="1614487"/>
                      </a:lnTo>
                      <a:lnTo>
                        <a:pt x="1543050" y="1676400"/>
                      </a:lnTo>
                      <a:lnTo>
                        <a:pt x="1576387" y="1695450"/>
                      </a:lnTo>
                      <a:lnTo>
                        <a:pt x="1552575" y="1771650"/>
                      </a:lnTo>
                      <a:lnTo>
                        <a:pt x="1590675" y="1843087"/>
                      </a:lnTo>
                      <a:cubicBezTo>
                        <a:pt x="1620670" y="1858085"/>
                        <a:pt x="1608601" y="1857375"/>
                        <a:pt x="1624012" y="1857375"/>
                      </a:cubicBezTo>
                      <a:lnTo>
                        <a:pt x="1624012" y="1747837"/>
                      </a:lnTo>
                      <a:cubicBezTo>
                        <a:pt x="1672408" y="1834950"/>
                        <a:pt x="1671637" y="1866251"/>
                        <a:pt x="1671637" y="1828800"/>
                      </a:cubicBezTo>
                      <a:lnTo>
                        <a:pt x="1685925" y="1795462"/>
                      </a:lnTo>
                      <a:lnTo>
                        <a:pt x="1714500" y="1885950"/>
                      </a:lnTo>
                      <a:lnTo>
                        <a:pt x="1676400" y="1947862"/>
                      </a:lnTo>
                      <a:lnTo>
                        <a:pt x="1738312" y="2000250"/>
                      </a:lnTo>
                      <a:lnTo>
                        <a:pt x="1762125" y="2052637"/>
                      </a:lnTo>
                      <a:lnTo>
                        <a:pt x="1833562" y="2095500"/>
                      </a:lnTo>
                      <a:lnTo>
                        <a:pt x="1833562" y="2157412"/>
                      </a:lnTo>
                      <a:lnTo>
                        <a:pt x="1890712" y="2219325"/>
                      </a:lnTo>
                      <a:lnTo>
                        <a:pt x="1895475" y="2266950"/>
                      </a:lnTo>
                      <a:lnTo>
                        <a:pt x="1966912" y="2238375"/>
                      </a:lnTo>
                      <a:lnTo>
                        <a:pt x="1990725" y="2190750"/>
                      </a:lnTo>
                      <a:lnTo>
                        <a:pt x="1990725" y="2252662"/>
                      </a:lnTo>
                      <a:lnTo>
                        <a:pt x="1928812" y="2314575"/>
                      </a:lnTo>
                      <a:lnTo>
                        <a:pt x="1952625" y="2376487"/>
                      </a:lnTo>
                      <a:lnTo>
                        <a:pt x="1919287" y="2428875"/>
                      </a:lnTo>
                      <a:lnTo>
                        <a:pt x="1919287" y="2543175"/>
                      </a:lnTo>
                      <a:lnTo>
                        <a:pt x="1900237" y="2581275"/>
                      </a:lnTo>
                      <a:lnTo>
                        <a:pt x="1938337" y="2638425"/>
                      </a:lnTo>
                      <a:lnTo>
                        <a:pt x="1933575" y="2705100"/>
                      </a:lnTo>
                      <a:lnTo>
                        <a:pt x="1847850" y="2700337"/>
                      </a:lnTo>
                      <a:lnTo>
                        <a:pt x="1795462" y="2676525"/>
                      </a:lnTo>
                      <a:lnTo>
                        <a:pt x="1733550" y="2728912"/>
                      </a:lnTo>
                      <a:lnTo>
                        <a:pt x="1728787" y="2757487"/>
                      </a:lnTo>
                      <a:lnTo>
                        <a:pt x="1681162" y="2747962"/>
                      </a:lnTo>
                      <a:lnTo>
                        <a:pt x="1657350" y="2781300"/>
                      </a:lnTo>
                      <a:lnTo>
                        <a:pt x="1600200" y="2705100"/>
                      </a:lnTo>
                      <a:lnTo>
                        <a:pt x="1543050" y="2724150"/>
                      </a:lnTo>
                      <a:lnTo>
                        <a:pt x="1504950" y="2676525"/>
                      </a:lnTo>
                      <a:lnTo>
                        <a:pt x="1452562" y="2695575"/>
                      </a:lnTo>
                      <a:cubicBezTo>
                        <a:pt x="1431937" y="2659480"/>
                        <a:pt x="1449473" y="2668587"/>
                        <a:pt x="1427149" y="2668587"/>
                      </a:cubicBezTo>
                      <a:cubicBezTo>
                        <a:pt x="1359352" y="2736384"/>
                        <a:pt x="1357312" y="2760343"/>
                        <a:pt x="1357312" y="2724150"/>
                      </a:cubicBezTo>
                      <a:lnTo>
                        <a:pt x="352425" y="2619375"/>
                      </a:lnTo>
                      <a:lnTo>
                        <a:pt x="390525" y="2209800"/>
                      </a:lnTo>
                      <a:lnTo>
                        <a:pt x="0" y="2181225"/>
                      </a:lnTo>
                      <a:lnTo>
                        <a:pt x="42862" y="838200"/>
                      </a:lnTo>
                      <a:lnTo>
                        <a:pt x="123825" y="862012"/>
                      </a:lnTo>
                      <a:lnTo>
                        <a:pt x="176212" y="876300"/>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7" name="Freeform 395">
                  <a:extLst>
                    <a:ext uri="{FF2B5EF4-FFF2-40B4-BE49-F238E27FC236}">
                      <a16:creationId xmlns:a16="http://schemas.microsoft.com/office/drawing/2014/main" id="{2A36B665-DC9A-4E37-B7B7-226FA242EA09}"/>
                    </a:ext>
                  </a:extLst>
                </p:cNvPr>
                <p:cNvSpPr/>
                <p:nvPr>
                  <p:custDataLst>
                    <p:tags r:id="rId10"/>
                  </p:custDataLst>
                </p:nvPr>
              </p:nvSpPr>
              <p:spPr bwMode="auto">
                <a:xfrm>
                  <a:off x="4967322" y="2294758"/>
                  <a:ext cx="1095884" cy="1898843"/>
                </a:xfrm>
                <a:custGeom>
                  <a:avLst/>
                  <a:gdLst>
                    <a:gd name="connsiteX0" fmla="*/ 104775 w 1270000"/>
                    <a:gd name="connsiteY0" fmla="*/ 381000 h 2639728"/>
                    <a:gd name="connsiteX1" fmla="*/ 155575 w 1270000"/>
                    <a:gd name="connsiteY1" fmla="*/ 371475 h 2639728"/>
                    <a:gd name="connsiteX2" fmla="*/ 171450 w 1270000"/>
                    <a:gd name="connsiteY2" fmla="*/ 342900 h 2639728"/>
                    <a:gd name="connsiteX3" fmla="*/ 168275 w 1270000"/>
                    <a:gd name="connsiteY3" fmla="*/ 339725 h 2639728"/>
                    <a:gd name="connsiteX4" fmla="*/ 152400 w 1270000"/>
                    <a:gd name="connsiteY4" fmla="*/ 292100 h 2639728"/>
                    <a:gd name="connsiteX5" fmla="*/ 171450 w 1270000"/>
                    <a:gd name="connsiteY5" fmla="*/ 285750 h 2639728"/>
                    <a:gd name="connsiteX6" fmla="*/ 193675 w 1270000"/>
                    <a:gd name="connsiteY6" fmla="*/ 250825 h 2639728"/>
                    <a:gd name="connsiteX7" fmla="*/ 219075 w 1270000"/>
                    <a:gd name="connsiteY7" fmla="*/ 257175 h 2639728"/>
                    <a:gd name="connsiteX8" fmla="*/ 222250 w 1270000"/>
                    <a:gd name="connsiteY8" fmla="*/ 209550 h 2639728"/>
                    <a:gd name="connsiteX9" fmla="*/ 266700 w 1270000"/>
                    <a:gd name="connsiteY9" fmla="*/ 219075 h 2639728"/>
                    <a:gd name="connsiteX10" fmla="*/ 288925 w 1270000"/>
                    <a:gd name="connsiteY10" fmla="*/ 168275 h 2639728"/>
                    <a:gd name="connsiteX11" fmla="*/ 339725 w 1270000"/>
                    <a:gd name="connsiteY11" fmla="*/ 196850 h 2639728"/>
                    <a:gd name="connsiteX12" fmla="*/ 431800 w 1270000"/>
                    <a:gd name="connsiteY12" fmla="*/ 200025 h 2639728"/>
                    <a:gd name="connsiteX13" fmla="*/ 463550 w 1270000"/>
                    <a:gd name="connsiteY13" fmla="*/ 177800 h 2639728"/>
                    <a:gd name="connsiteX14" fmla="*/ 495300 w 1270000"/>
                    <a:gd name="connsiteY14" fmla="*/ 206375 h 2639728"/>
                    <a:gd name="connsiteX15" fmla="*/ 495300 w 1270000"/>
                    <a:gd name="connsiteY15" fmla="*/ 161925 h 2639728"/>
                    <a:gd name="connsiteX16" fmla="*/ 514350 w 1270000"/>
                    <a:gd name="connsiteY16" fmla="*/ 171450 h 2639728"/>
                    <a:gd name="connsiteX17" fmla="*/ 514350 w 1270000"/>
                    <a:gd name="connsiteY17" fmla="*/ 130175 h 2639728"/>
                    <a:gd name="connsiteX18" fmla="*/ 501650 w 1270000"/>
                    <a:gd name="connsiteY18" fmla="*/ 120650 h 2639728"/>
                    <a:gd name="connsiteX19" fmla="*/ 495300 w 1270000"/>
                    <a:gd name="connsiteY19" fmla="*/ 88900 h 2639728"/>
                    <a:gd name="connsiteX20" fmla="*/ 476250 w 1270000"/>
                    <a:gd name="connsiteY20" fmla="*/ 66675 h 2639728"/>
                    <a:gd name="connsiteX21" fmla="*/ 431800 w 1270000"/>
                    <a:gd name="connsiteY21" fmla="*/ 79375 h 2639728"/>
                    <a:gd name="connsiteX22" fmla="*/ 384175 w 1270000"/>
                    <a:gd name="connsiteY22" fmla="*/ 47625 h 2639728"/>
                    <a:gd name="connsiteX23" fmla="*/ 428625 w 1270000"/>
                    <a:gd name="connsiteY23" fmla="*/ 22225 h 2639728"/>
                    <a:gd name="connsiteX24" fmla="*/ 444500 w 1270000"/>
                    <a:gd name="connsiteY24" fmla="*/ 41275 h 2639728"/>
                    <a:gd name="connsiteX25" fmla="*/ 479425 w 1270000"/>
                    <a:gd name="connsiteY25" fmla="*/ 34925 h 2639728"/>
                    <a:gd name="connsiteX26" fmla="*/ 498475 w 1270000"/>
                    <a:gd name="connsiteY26" fmla="*/ 0 h 2639728"/>
                    <a:gd name="connsiteX27" fmla="*/ 517525 w 1270000"/>
                    <a:gd name="connsiteY27" fmla="*/ 41275 h 2639728"/>
                    <a:gd name="connsiteX28" fmla="*/ 514350 w 1270000"/>
                    <a:gd name="connsiteY28" fmla="*/ 66675 h 2639728"/>
                    <a:gd name="connsiteX29" fmla="*/ 527050 w 1270000"/>
                    <a:gd name="connsiteY29" fmla="*/ 76200 h 2639728"/>
                    <a:gd name="connsiteX30" fmla="*/ 555625 w 1270000"/>
                    <a:gd name="connsiteY30" fmla="*/ 53975 h 2639728"/>
                    <a:gd name="connsiteX31" fmla="*/ 574675 w 1270000"/>
                    <a:gd name="connsiteY31" fmla="*/ 76200 h 2639728"/>
                    <a:gd name="connsiteX32" fmla="*/ 574675 w 1270000"/>
                    <a:gd name="connsiteY32" fmla="*/ 107950 h 2639728"/>
                    <a:gd name="connsiteX33" fmla="*/ 625475 w 1270000"/>
                    <a:gd name="connsiteY33" fmla="*/ 111125 h 2639728"/>
                    <a:gd name="connsiteX34" fmla="*/ 631825 w 1270000"/>
                    <a:gd name="connsiteY34" fmla="*/ 79375 h 2639728"/>
                    <a:gd name="connsiteX35" fmla="*/ 641350 w 1270000"/>
                    <a:gd name="connsiteY35" fmla="*/ 130175 h 2639728"/>
                    <a:gd name="connsiteX36" fmla="*/ 682625 w 1270000"/>
                    <a:gd name="connsiteY36" fmla="*/ 111125 h 2639728"/>
                    <a:gd name="connsiteX37" fmla="*/ 708025 w 1270000"/>
                    <a:gd name="connsiteY37" fmla="*/ 142875 h 2639728"/>
                    <a:gd name="connsiteX38" fmla="*/ 739775 w 1270000"/>
                    <a:gd name="connsiteY38" fmla="*/ 142875 h 2639728"/>
                    <a:gd name="connsiteX39" fmla="*/ 752475 w 1270000"/>
                    <a:gd name="connsiteY39" fmla="*/ 165100 h 2639728"/>
                    <a:gd name="connsiteX40" fmla="*/ 825500 w 1270000"/>
                    <a:gd name="connsiteY40" fmla="*/ 142875 h 2639728"/>
                    <a:gd name="connsiteX41" fmla="*/ 882650 w 1270000"/>
                    <a:gd name="connsiteY41" fmla="*/ 212725 h 2639728"/>
                    <a:gd name="connsiteX42" fmla="*/ 914400 w 1270000"/>
                    <a:gd name="connsiteY42" fmla="*/ 200025 h 2639728"/>
                    <a:gd name="connsiteX43" fmla="*/ 917575 w 1270000"/>
                    <a:gd name="connsiteY43" fmla="*/ 165100 h 2639728"/>
                    <a:gd name="connsiteX44" fmla="*/ 968375 w 1270000"/>
                    <a:gd name="connsiteY44" fmla="*/ 146050 h 2639728"/>
                    <a:gd name="connsiteX45" fmla="*/ 981075 w 1270000"/>
                    <a:gd name="connsiteY45" fmla="*/ 161925 h 2639728"/>
                    <a:gd name="connsiteX46" fmla="*/ 962025 w 1270000"/>
                    <a:gd name="connsiteY46" fmla="*/ 193675 h 2639728"/>
                    <a:gd name="connsiteX47" fmla="*/ 993775 w 1270000"/>
                    <a:gd name="connsiteY47" fmla="*/ 187325 h 2639728"/>
                    <a:gd name="connsiteX48" fmla="*/ 1028700 w 1270000"/>
                    <a:gd name="connsiteY48" fmla="*/ 234950 h 2639728"/>
                    <a:gd name="connsiteX49" fmla="*/ 1057275 w 1270000"/>
                    <a:gd name="connsiteY49" fmla="*/ 206375 h 2639728"/>
                    <a:gd name="connsiteX50" fmla="*/ 1025525 w 1270000"/>
                    <a:gd name="connsiteY50" fmla="*/ 174625 h 2639728"/>
                    <a:gd name="connsiteX51" fmla="*/ 1060450 w 1270000"/>
                    <a:gd name="connsiteY51" fmla="*/ 149225 h 2639728"/>
                    <a:gd name="connsiteX52" fmla="*/ 1082675 w 1270000"/>
                    <a:gd name="connsiteY52" fmla="*/ 114300 h 2639728"/>
                    <a:gd name="connsiteX53" fmla="*/ 1085850 w 1270000"/>
                    <a:gd name="connsiteY53" fmla="*/ 174625 h 2639728"/>
                    <a:gd name="connsiteX54" fmla="*/ 1101725 w 1270000"/>
                    <a:gd name="connsiteY54" fmla="*/ 203200 h 2639728"/>
                    <a:gd name="connsiteX55" fmla="*/ 1120775 w 1270000"/>
                    <a:gd name="connsiteY55" fmla="*/ 184150 h 2639728"/>
                    <a:gd name="connsiteX56" fmla="*/ 1139825 w 1270000"/>
                    <a:gd name="connsiteY56" fmla="*/ 187325 h 2639728"/>
                    <a:gd name="connsiteX57" fmla="*/ 1149350 w 1270000"/>
                    <a:gd name="connsiteY57" fmla="*/ 222250 h 2639728"/>
                    <a:gd name="connsiteX58" fmla="*/ 1114425 w 1270000"/>
                    <a:gd name="connsiteY58" fmla="*/ 234950 h 2639728"/>
                    <a:gd name="connsiteX59" fmla="*/ 1076325 w 1270000"/>
                    <a:gd name="connsiteY59" fmla="*/ 282575 h 2639728"/>
                    <a:gd name="connsiteX60" fmla="*/ 1079500 w 1270000"/>
                    <a:gd name="connsiteY60" fmla="*/ 320675 h 2639728"/>
                    <a:gd name="connsiteX61" fmla="*/ 1057275 w 1270000"/>
                    <a:gd name="connsiteY61" fmla="*/ 336550 h 2639728"/>
                    <a:gd name="connsiteX62" fmla="*/ 1022350 w 1270000"/>
                    <a:gd name="connsiteY62" fmla="*/ 327025 h 2639728"/>
                    <a:gd name="connsiteX63" fmla="*/ 1006475 w 1270000"/>
                    <a:gd name="connsiteY63" fmla="*/ 336550 h 2639728"/>
                    <a:gd name="connsiteX64" fmla="*/ 1016000 w 1270000"/>
                    <a:gd name="connsiteY64" fmla="*/ 368300 h 2639728"/>
                    <a:gd name="connsiteX65" fmla="*/ 984250 w 1270000"/>
                    <a:gd name="connsiteY65" fmla="*/ 355600 h 2639728"/>
                    <a:gd name="connsiteX66" fmla="*/ 965200 w 1270000"/>
                    <a:gd name="connsiteY66" fmla="*/ 377825 h 2639728"/>
                    <a:gd name="connsiteX67" fmla="*/ 990600 w 1270000"/>
                    <a:gd name="connsiteY67" fmla="*/ 412750 h 2639728"/>
                    <a:gd name="connsiteX68" fmla="*/ 1050925 w 1270000"/>
                    <a:gd name="connsiteY68" fmla="*/ 431800 h 2639728"/>
                    <a:gd name="connsiteX69" fmla="*/ 1082675 w 1270000"/>
                    <a:gd name="connsiteY69" fmla="*/ 406400 h 2639728"/>
                    <a:gd name="connsiteX70" fmla="*/ 1120775 w 1270000"/>
                    <a:gd name="connsiteY70" fmla="*/ 419100 h 2639728"/>
                    <a:gd name="connsiteX71" fmla="*/ 1123950 w 1270000"/>
                    <a:gd name="connsiteY71" fmla="*/ 447675 h 2639728"/>
                    <a:gd name="connsiteX72" fmla="*/ 1111250 w 1270000"/>
                    <a:gd name="connsiteY72" fmla="*/ 463550 h 2639728"/>
                    <a:gd name="connsiteX73" fmla="*/ 1149350 w 1270000"/>
                    <a:gd name="connsiteY73" fmla="*/ 485775 h 2639728"/>
                    <a:gd name="connsiteX74" fmla="*/ 1123950 w 1270000"/>
                    <a:gd name="connsiteY74" fmla="*/ 504825 h 2639728"/>
                    <a:gd name="connsiteX75" fmla="*/ 1089025 w 1270000"/>
                    <a:gd name="connsiteY75" fmla="*/ 495300 h 2639728"/>
                    <a:gd name="connsiteX76" fmla="*/ 1054100 w 1270000"/>
                    <a:gd name="connsiteY76" fmla="*/ 488950 h 2639728"/>
                    <a:gd name="connsiteX77" fmla="*/ 1044575 w 1270000"/>
                    <a:gd name="connsiteY77" fmla="*/ 438150 h 2639728"/>
                    <a:gd name="connsiteX78" fmla="*/ 987425 w 1270000"/>
                    <a:gd name="connsiteY78" fmla="*/ 422275 h 2639728"/>
                    <a:gd name="connsiteX79" fmla="*/ 984250 w 1270000"/>
                    <a:gd name="connsiteY79" fmla="*/ 473075 h 2639728"/>
                    <a:gd name="connsiteX80" fmla="*/ 920750 w 1270000"/>
                    <a:gd name="connsiteY80" fmla="*/ 527050 h 2639728"/>
                    <a:gd name="connsiteX81" fmla="*/ 923925 w 1270000"/>
                    <a:gd name="connsiteY81" fmla="*/ 546100 h 2639728"/>
                    <a:gd name="connsiteX82" fmla="*/ 898525 w 1270000"/>
                    <a:gd name="connsiteY82" fmla="*/ 565150 h 2639728"/>
                    <a:gd name="connsiteX83" fmla="*/ 914400 w 1270000"/>
                    <a:gd name="connsiteY83" fmla="*/ 590550 h 2639728"/>
                    <a:gd name="connsiteX84" fmla="*/ 942975 w 1270000"/>
                    <a:gd name="connsiteY84" fmla="*/ 600075 h 2639728"/>
                    <a:gd name="connsiteX85" fmla="*/ 971550 w 1270000"/>
                    <a:gd name="connsiteY85" fmla="*/ 635000 h 2639728"/>
                    <a:gd name="connsiteX86" fmla="*/ 1000125 w 1270000"/>
                    <a:gd name="connsiteY86" fmla="*/ 628650 h 2639728"/>
                    <a:gd name="connsiteX87" fmla="*/ 1025525 w 1270000"/>
                    <a:gd name="connsiteY87" fmla="*/ 673100 h 2639728"/>
                    <a:gd name="connsiteX88" fmla="*/ 1060450 w 1270000"/>
                    <a:gd name="connsiteY88" fmla="*/ 688975 h 2639728"/>
                    <a:gd name="connsiteX89" fmla="*/ 1082675 w 1270000"/>
                    <a:gd name="connsiteY89" fmla="*/ 727075 h 2639728"/>
                    <a:gd name="connsiteX90" fmla="*/ 1104900 w 1270000"/>
                    <a:gd name="connsiteY90" fmla="*/ 746125 h 2639728"/>
                    <a:gd name="connsiteX91" fmla="*/ 1155700 w 1270000"/>
                    <a:gd name="connsiteY91" fmla="*/ 736600 h 2639728"/>
                    <a:gd name="connsiteX92" fmla="*/ 1193800 w 1270000"/>
                    <a:gd name="connsiteY92" fmla="*/ 774700 h 2639728"/>
                    <a:gd name="connsiteX93" fmla="*/ 1228725 w 1270000"/>
                    <a:gd name="connsiteY93" fmla="*/ 777875 h 2639728"/>
                    <a:gd name="connsiteX94" fmla="*/ 1270000 w 1270000"/>
                    <a:gd name="connsiteY94" fmla="*/ 844550 h 2639728"/>
                    <a:gd name="connsiteX95" fmla="*/ 1225550 w 1270000"/>
                    <a:gd name="connsiteY95" fmla="*/ 2190750 h 2639728"/>
                    <a:gd name="connsiteX96" fmla="*/ 60325 w 1270000"/>
                    <a:gd name="connsiteY96" fmla="*/ 2187575 h 2639728"/>
                    <a:gd name="connsiteX97" fmla="*/ 0 w 1270000"/>
                    <a:gd name="connsiteY97" fmla="*/ 587375 h 2639728"/>
                    <a:gd name="connsiteX98" fmla="*/ 28575 w 1270000"/>
                    <a:gd name="connsiteY98" fmla="*/ 600075 h 2639728"/>
                    <a:gd name="connsiteX99" fmla="*/ 34925 w 1270000"/>
                    <a:gd name="connsiteY99" fmla="*/ 622300 h 2639728"/>
                    <a:gd name="connsiteX100" fmla="*/ 53975 w 1270000"/>
                    <a:gd name="connsiteY100" fmla="*/ 577850 h 2639728"/>
                    <a:gd name="connsiteX101" fmla="*/ 82550 w 1270000"/>
                    <a:gd name="connsiteY101" fmla="*/ 609600 h 2639728"/>
                    <a:gd name="connsiteX102" fmla="*/ 95250 w 1270000"/>
                    <a:gd name="connsiteY102" fmla="*/ 631825 h 2639728"/>
                    <a:gd name="connsiteX103" fmla="*/ 85725 w 1270000"/>
                    <a:gd name="connsiteY103" fmla="*/ 584200 h 2639728"/>
                    <a:gd name="connsiteX104" fmla="*/ 107950 w 1270000"/>
                    <a:gd name="connsiteY104" fmla="*/ 558800 h 2639728"/>
                    <a:gd name="connsiteX105" fmla="*/ 44450 w 1270000"/>
                    <a:gd name="connsiteY105" fmla="*/ 501650 h 2639728"/>
                    <a:gd name="connsiteX106" fmla="*/ 47625 w 1270000"/>
                    <a:gd name="connsiteY106" fmla="*/ 476250 h 2639728"/>
                    <a:gd name="connsiteX107" fmla="*/ 92075 w 1270000"/>
                    <a:gd name="connsiteY107" fmla="*/ 463550 h 2639728"/>
                    <a:gd name="connsiteX108" fmla="*/ 104775 w 1270000"/>
                    <a:gd name="connsiteY108" fmla="*/ 381000 h 2639728"/>
                    <a:gd name="connsiteX0" fmla="*/ 104775 w 1419886"/>
                    <a:gd name="connsiteY0" fmla="*/ 381000 h 2471473"/>
                    <a:gd name="connsiteX1" fmla="*/ 155575 w 1419886"/>
                    <a:gd name="connsiteY1" fmla="*/ 371475 h 2471473"/>
                    <a:gd name="connsiteX2" fmla="*/ 171450 w 1419886"/>
                    <a:gd name="connsiteY2" fmla="*/ 342900 h 2471473"/>
                    <a:gd name="connsiteX3" fmla="*/ 168275 w 1419886"/>
                    <a:gd name="connsiteY3" fmla="*/ 339725 h 2471473"/>
                    <a:gd name="connsiteX4" fmla="*/ 152400 w 1419886"/>
                    <a:gd name="connsiteY4" fmla="*/ 292100 h 2471473"/>
                    <a:gd name="connsiteX5" fmla="*/ 171450 w 1419886"/>
                    <a:gd name="connsiteY5" fmla="*/ 285750 h 2471473"/>
                    <a:gd name="connsiteX6" fmla="*/ 193675 w 1419886"/>
                    <a:gd name="connsiteY6" fmla="*/ 250825 h 2471473"/>
                    <a:gd name="connsiteX7" fmla="*/ 219075 w 1419886"/>
                    <a:gd name="connsiteY7" fmla="*/ 257175 h 2471473"/>
                    <a:gd name="connsiteX8" fmla="*/ 222250 w 1419886"/>
                    <a:gd name="connsiteY8" fmla="*/ 209550 h 2471473"/>
                    <a:gd name="connsiteX9" fmla="*/ 266700 w 1419886"/>
                    <a:gd name="connsiteY9" fmla="*/ 219075 h 2471473"/>
                    <a:gd name="connsiteX10" fmla="*/ 288925 w 1419886"/>
                    <a:gd name="connsiteY10" fmla="*/ 168275 h 2471473"/>
                    <a:gd name="connsiteX11" fmla="*/ 339725 w 1419886"/>
                    <a:gd name="connsiteY11" fmla="*/ 196850 h 2471473"/>
                    <a:gd name="connsiteX12" fmla="*/ 431800 w 1419886"/>
                    <a:gd name="connsiteY12" fmla="*/ 200025 h 2471473"/>
                    <a:gd name="connsiteX13" fmla="*/ 463550 w 1419886"/>
                    <a:gd name="connsiteY13" fmla="*/ 177800 h 2471473"/>
                    <a:gd name="connsiteX14" fmla="*/ 495300 w 1419886"/>
                    <a:gd name="connsiteY14" fmla="*/ 206375 h 2471473"/>
                    <a:gd name="connsiteX15" fmla="*/ 495300 w 1419886"/>
                    <a:gd name="connsiteY15" fmla="*/ 161925 h 2471473"/>
                    <a:gd name="connsiteX16" fmla="*/ 514350 w 1419886"/>
                    <a:gd name="connsiteY16" fmla="*/ 171450 h 2471473"/>
                    <a:gd name="connsiteX17" fmla="*/ 514350 w 1419886"/>
                    <a:gd name="connsiteY17" fmla="*/ 130175 h 2471473"/>
                    <a:gd name="connsiteX18" fmla="*/ 501650 w 1419886"/>
                    <a:gd name="connsiteY18" fmla="*/ 120650 h 2471473"/>
                    <a:gd name="connsiteX19" fmla="*/ 495300 w 1419886"/>
                    <a:gd name="connsiteY19" fmla="*/ 88900 h 2471473"/>
                    <a:gd name="connsiteX20" fmla="*/ 476250 w 1419886"/>
                    <a:gd name="connsiteY20" fmla="*/ 66675 h 2471473"/>
                    <a:gd name="connsiteX21" fmla="*/ 431800 w 1419886"/>
                    <a:gd name="connsiteY21" fmla="*/ 79375 h 2471473"/>
                    <a:gd name="connsiteX22" fmla="*/ 384175 w 1419886"/>
                    <a:gd name="connsiteY22" fmla="*/ 47625 h 2471473"/>
                    <a:gd name="connsiteX23" fmla="*/ 428625 w 1419886"/>
                    <a:gd name="connsiteY23" fmla="*/ 22225 h 2471473"/>
                    <a:gd name="connsiteX24" fmla="*/ 444500 w 1419886"/>
                    <a:gd name="connsiteY24" fmla="*/ 41275 h 2471473"/>
                    <a:gd name="connsiteX25" fmla="*/ 479425 w 1419886"/>
                    <a:gd name="connsiteY25" fmla="*/ 34925 h 2471473"/>
                    <a:gd name="connsiteX26" fmla="*/ 498475 w 1419886"/>
                    <a:gd name="connsiteY26" fmla="*/ 0 h 2471473"/>
                    <a:gd name="connsiteX27" fmla="*/ 517525 w 1419886"/>
                    <a:gd name="connsiteY27" fmla="*/ 41275 h 2471473"/>
                    <a:gd name="connsiteX28" fmla="*/ 514350 w 1419886"/>
                    <a:gd name="connsiteY28" fmla="*/ 66675 h 2471473"/>
                    <a:gd name="connsiteX29" fmla="*/ 527050 w 1419886"/>
                    <a:gd name="connsiteY29" fmla="*/ 76200 h 2471473"/>
                    <a:gd name="connsiteX30" fmla="*/ 555625 w 1419886"/>
                    <a:gd name="connsiteY30" fmla="*/ 53975 h 2471473"/>
                    <a:gd name="connsiteX31" fmla="*/ 574675 w 1419886"/>
                    <a:gd name="connsiteY31" fmla="*/ 76200 h 2471473"/>
                    <a:gd name="connsiteX32" fmla="*/ 574675 w 1419886"/>
                    <a:gd name="connsiteY32" fmla="*/ 107950 h 2471473"/>
                    <a:gd name="connsiteX33" fmla="*/ 625475 w 1419886"/>
                    <a:gd name="connsiteY33" fmla="*/ 111125 h 2471473"/>
                    <a:gd name="connsiteX34" fmla="*/ 631825 w 1419886"/>
                    <a:gd name="connsiteY34" fmla="*/ 79375 h 2471473"/>
                    <a:gd name="connsiteX35" fmla="*/ 641350 w 1419886"/>
                    <a:gd name="connsiteY35" fmla="*/ 130175 h 2471473"/>
                    <a:gd name="connsiteX36" fmla="*/ 682625 w 1419886"/>
                    <a:gd name="connsiteY36" fmla="*/ 111125 h 2471473"/>
                    <a:gd name="connsiteX37" fmla="*/ 708025 w 1419886"/>
                    <a:gd name="connsiteY37" fmla="*/ 142875 h 2471473"/>
                    <a:gd name="connsiteX38" fmla="*/ 739775 w 1419886"/>
                    <a:gd name="connsiteY38" fmla="*/ 142875 h 2471473"/>
                    <a:gd name="connsiteX39" fmla="*/ 752475 w 1419886"/>
                    <a:gd name="connsiteY39" fmla="*/ 165100 h 2471473"/>
                    <a:gd name="connsiteX40" fmla="*/ 825500 w 1419886"/>
                    <a:gd name="connsiteY40" fmla="*/ 142875 h 2471473"/>
                    <a:gd name="connsiteX41" fmla="*/ 882650 w 1419886"/>
                    <a:gd name="connsiteY41" fmla="*/ 212725 h 2471473"/>
                    <a:gd name="connsiteX42" fmla="*/ 914400 w 1419886"/>
                    <a:gd name="connsiteY42" fmla="*/ 200025 h 2471473"/>
                    <a:gd name="connsiteX43" fmla="*/ 917575 w 1419886"/>
                    <a:gd name="connsiteY43" fmla="*/ 165100 h 2471473"/>
                    <a:gd name="connsiteX44" fmla="*/ 968375 w 1419886"/>
                    <a:gd name="connsiteY44" fmla="*/ 146050 h 2471473"/>
                    <a:gd name="connsiteX45" fmla="*/ 981075 w 1419886"/>
                    <a:gd name="connsiteY45" fmla="*/ 161925 h 2471473"/>
                    <a:gd name="connsiteX46" fmla="*/ 962025 w 1419886"/>
                    <a:gd name="connsiteY46" fmla="*/ 193675 h 2471473"/>
                    <a:gd name="connsiteX47" fmla="*/ 993775 w 1419886"/>
                    <a:gd name="connsiteY47" fmla="*/ 187325 h 2471473"/>
                    <a:gd name="connsiteX48" fmla="*/ 1028700 w 1419886"/>
                    <a:gd name="connsiteY48" fmla="*/ 234950 h 2471473"/>
                    <a:gd name="connsiteX49" fmla="*/ 1057275 w 1419886"/>
                    <a:gd name="connsiteY49" fmla="*/ 206375 h 2471473"/>
                    <a:gd name="connsiteX50" fmla="*/ 1025525 w 1419886"/>
                    <a:gd name="connsiteY50" fmla="*/ 174625 h 2471473"/>
                    <a:gd name="connsiteX51" fmla="*/ 1060450 w 1419886"/>
                    <a:gd name="connsiteY51" fmla="*/ 149225 h 2471473"/>
                    <a:gd name="connsiteX52" fmla="*/ 1082675 w 1419886"/>
                    <a:gd name="connsiteY52" fmla="*/ 114300 h 2471473"/>
                    <a:gd name="connsiteX53" fmla="*/ 1085850 w 1419886"/>
                    <a:gd name="connsiteY53" fmla="*/ 174625 h 2471473"/>
                    <a:gd name="connsiteX54" fmla="*/ 1101725 w 1419886"/>
                    <a:gd name="connsiteY54" fmla="*/ 203200 h 2471473"/>
                    <a:gd name="connsiteX55" fmla="*/ 1120775 w 1419886"/>
                    <a:gd name="connsiteY55" fmla="*/ 184150 h 2471473"/>
                    <a:gd name="connsiteX56" fmla="*/ 1139825 w 1419886"/>
                    <a:gd name="connsiteY56" fmla="*/ 187325 h 2471473"/>
                    <a:gd name="connsiteX57" fmla="*/ 1149350 w 1419886"/>
                    <a:gd name="connsiteY57" fmla="*/ 222250 h 2471473"/>
                    <a:gd name="connsiteX58" fmla="*/ 1114425 w 1419886"/>
                    <a:gd name="connsiteY58" fmla="*/ 234950 h 2471473"/>
                    <a:gd name="connsiteX59" fmla="*/ 1076325 w 1419886"/>
                    <a:gd name="connsiteY59" fmla="*/ 282575 h 2471473"/>
                    <a:gd name="connsiteX60" fmla="*/ 1079500 w 1419886"/>
                    <a:gd name="connsiteY60" fmla="*/ 320675 h 2471473"/>
                    <a:gd name="connsiteX61" fmla="*/ 1057275 w 1419886"/>
                    <a:gd name="connsiteY61" fmla="*/ 336550 h 2471473"/>
                    <a:gd name="connsiteX62" fmla="*/ 1022350 w 1419886"/>
                    <a:gd name="connsiteY62" fmla="*/ 327025 h 2471473"/>
                    <a:gd name="connsiteX63" fmla="*/ 1006475 w 1419886"/>
                    <a:gd name="connsiteY63" fmla="*/ 336550 h 2471473"/>
                    <a:gd name="connsiteX64" fmla="*/ 1016000 w 1419886"/>
                    <a:gd name="connsiteY64" fmla="*/ 368300 h 2471473"/>
                    <a:gd name="connsiteX65" fmla="*/ 984250 w 1419886"/>
                    <a:gd name="connsiteY65" fmla="*/ 355600 h 2471473"/>
                    <a:gd name="connsiteX66" fmla="*/ 965200 w 1419886"/>
                    <a:gd name="connsiteY66" fmla="*/ 377825 h 2471473"/>
                    <a:gd name="connsiteX67" fmla="*/ 990600 w 1419886"/>
                    <a:gd name="connsiteY67" fmla="*/ 412750 h 2471473"/>
                    <a:gd name="connsiteX68" fmla="*/ 1050925 w 1419886"/>
                    <a:gd name="connsiteY68" fmla="*/ 431800 h 2471473"/>
                    <a:gd name="connsiteX69" fmla="*/ 1082675 w 1419886"/>
                    <a:gd name="connsiteY69" fmla="*/ 406400 h 2471473"/>
                    <a:gd name="connsiteX70" fmla="*/ 1120775 w 1419886"/>
                    <a:gd name="connsiteY70" fmla="*/ 419100 h 2471473"/>
                    <a:gd name="connsiteX71" fmla="*/ 1123950 w 1419886"/>
                    <a:gd name="connsiteY71" fmla="*/ 447675 h 2471473"/>
                    <a:gd name="connsiteX72" fmla="*/ 1111250 w 1419886"/>
                    <a:gd name="connsiteY72" fmla="*/ 463550 h 2471473"/>
                    <a:gd name="connsiteX73" fmla="*/ 1149350 w 1419886"/>
                    <a:gd name="connsiteY73" fmla="*/ 485775 h 2471473"/>
                    <a:gd name="connsiteX74" fmla="*/ 1123950 w 1419886"/>
                    <a:gd name="connsiteY74" fmla="*/ 504825 h 2471473"/>
                    <a:gd name="connsiteX75" fmla="*/ 1089025 w 1419886"/>
                    <a:gd name="connsiteY75" fmla="*/ 495300 h 2471473"/>
                    <a:gd name="connsiteX76" fmla="*/ 1054100 w 1419886"/>
                    <a:gd name="connsiteY76" fmla="*/ 488950 h 2471473"/>
                    <a:gd name="connsiteX77" fmla="*/ 1044575 w 1419886"/>
                    <a:gd name="connsiteY77" fmla="*/ 438150 h 2471473"/>
                    <a:gd name="connsiteX78" fmla="*/ 987425 w 1419886"/>
                    <a:gd name="connsiteY78" fmla="*/ 422275 h 2471473"/>
                    <a:gd name="connsiteX79" fmla="*/ 984250 w 1419886"/>
                    <a:gd name="connsiteY79" fmla="*/ 473075 h 2471473"/>
                    <a:gd name="connsiteX80" fmla="*/ 920750 w 1419886"/>
                    <a:gd name="connsiteY80" fmla="*/ 527050 h 2471473"/>
                    <a:gd name="connsiteX81" fmla="*/ 923925 w 1419886"/>
                    <a:gd name="connsiteY81" fmla="*/ 546100 h 2471473"/>
                    <a:gd name="connsiteX82" fmla="*/ 898525 w 1419886"/>
                    <a:gd name="connsiteY82" fmla="*/ 565150 h 2471473"/>
                    <a:gd name="connsiteX83" fmla="*/ 914400 w 1419886"/>
                    <a:gd name="connsiteY83" fmla="*/ 590550 h 2471473"/>
                    <a:gd name="connsiteX84" fmla="*/ 942975 w 1419886"/>
                    <a:gd name="connsiteY84" fmla="*/ 600075 h 2471473"/>
                    <a:gd name="connsiteX85" fmla="*/ 971550 w 1419886"/>
                    <a:gd name="connsiteY85" fmla="*/ 635000 h 2471473"/>
                    <a:gd name="connsiteX86" fmla="*/ 1000125 w 1419886"/>
                    <a:gd name="connsiteY86" fmla="*/ 628650 h 2471473"/>
                    <a:gd name="connsiteX87" fmla="*/ 1025525 w 1419886"/>
                    <a:gd name="connsiteY87" fmla="*/ 673100 h 2471473"/>
                    <a:gd name="connsiteX88" fmla="*/ 1060450 w 1419886"/>
                    <a:gd name="connsiteY88" fmla="*/ 688975 h 2471473"/>
                    <a:gd name="connsiteX89" fmla="*/ 1082675 w 1419886"/>
                    <a:gd name="connsiteY89" fmla="*/ 727075 h 2471473"/>
                    <a:gd name="connsiteX90" fmla="*/ 1104900 w 1419886"/>
                    <a:gd name="connsiteY90" fmla="*/ 746125 h 2471473"/>
                    <a:gd name="connsiteX91" fmla="*/ 1155700 w 1419886"/>
                    <a:gd name="connsiteY91" fmla="*/ 736600 h 2471473"/>
                    <a:gd name="connsiteX92" fmla="*/ 1193800 w 1419886"/>
                    <a:gd name="connsiteY92" fmla="*/ 774700 h 2471473"/>
                    <a:gd name="connsiteX93" fmla="*/ 1228725 w 1419886"/>
                    <a:gd name="connsiteY93" fmla="*/ 777875 h 2471473"/>
                    <a:gd name="connsiteX94" fmla="*/ 1270000 w 1419886"/>
                    <a:gd name="connsiteY94" fmla="*/ 844550 h 2471473"/>
                    <a:gd name="connsiteX95" fmla="*/ 1226344 w 1419886"/>
                    <a:gd name="connsiteY95" fmla="*/ 2247106 h 2471473"/>
                    <a:gd name="connsiteX96" fmla="*/ 1225550 w 1419886"/>
                    <a:gd name="connsiteY96" fmla="*/ 2190750 h 2471473"/>
                    <a:gd name="connsiteX97" fmla="*/ 60325 w 1419886"/>
                    <a:gd name="connsiteY97" fmla="*/ 2187575 h 2471473"/>
                    <a:gd name="connsiteX98" fmla="*/ 0 w 1419886"/>
                    <a:gd name="connsiteY98" fmla="*/ 587375 h 2471473"/>
                    <a:gd name="connsiteX99" fmla="*/ 28575 w 1419886"/>
                    <a:gd name="connsiteY99" fmla="*/ 600075 h 2471473"/>
                    <a:gd name="connsiteX100" fmla="*/ 34925 w 1419886"/>
                    <a:gd name="connsiteY100" fmla="*/ 622300 h 2471473"/>
                    <a:gd name="connsiteX101" fmla="*/ 53975 w 1419886"/>
                    <a:gd name="connsiteY101" fmla="*/ 577850 h 2471473"/>
                    <a:gd name="connsiteX102" fmla="*/ 82550 w 1419886"/>
                    <a:gd name="connsiteY102" fmla="*/ 609600 h 2471473"/>
                    <a:gd name="connsiteX103" fmla="*/ 95250 w 1419886"/>
                    <a:gd name="connsiteY103" fmla="*/ 631825 h 2471473"/>
                    <a:gd name="connsiteX104" fmla="*/ 85725 w 1419886"/>
                    <a:gd name="connsiteY104" fmla="*/ 584200 h 2471473"/>
                    <a:gd name="connsiteX105" fmla="*/ 107950 w 1419886"/>
                    <a:gd name="connsiteY105" fmla="*/ 558800 h 2471473"/>
                    <a:gd name="connsiteX106" fmla="*/ 44450 w 1419886"/>
                    <a:gd name="connsiteY106" fmla="*/ 501650 h 2471473"/>
                    <a:gd name="connsiteX107" fmla="*/ 47625 w 1419886"/>
                    <a:gd name="connsiteY107" fmla="*/ 476250 h 2471473"/>
                    <a:gd name="connsiteX108" fmla="*/ 92075 w 1419886"/>
                    <a:gd name="connsiteY108" fmla="*/ 463550 h 2471473"/>
                    <a:gd name="connsiteX109" fmla="*/ 104775 w 1419886"/>
                    <a:gd name="connsiteY109" fmla="*/ 381000 h 2471473"/>
                    <a:gd name="connsiteX0" fmla="*/ 104775 w 1419886"/>
                    <a:gd name="connsiteY0" fmla="*/ 381000 h 2471473"/>
                    <a:gd name="connsiteX1" fmla="*/ 155575 w 1419886"/>
                    <a:gd name="connsiteY1" fmla="*/ 371475 h 2471473"/>
                    <a:gd name="connsiteX2" fmla="*/ 171450 w 1419886"/>
                    <a:gd name="connsiteY2" fmla="*/ 342900 h 2471473"/>
                    <a:gd name="connsiteX3" fmla="*/ 168275 w 1419886"/>
                    <a:gd name="connsiteY3" fmla="*/ 339725 h 2471473"/>
                    <a:gd name="connsiteX4" fmla="*/ 152400 w 1419886"/>
                    <a:gd name="connsiteY4" fmla="*/ 292100 h 2471473"/>
                    <a:gd name="connsiteX5" fmla="*/ 171450 w 1419886"/>
                    <a:gd name="connsiteY5" fmla="*/ 285750 h 2471473"/>
                    <a:gd name="connsiteX6" fmla="*/ 193675 w 1419886"/>
                    <a:gd name="connsiteY6" fmla="*/ 250825 h 2471473"/>
                    <a:gd name="connsiteX7" fmla="*/ 219075 w 1419886"/>
                    <a:gd name="connsiteY7" fmla="*/ 257175 h 2471473"/>
                    <a:gd name="connsiteX8" fmla="*/ 222250 w 1419886"/>
                    <a:gd name="connsiteY8" fmla="*/ 209550 h 2471473"/>
                    <a:gd name="connsiteX9" fmla="*/ 266700 w 1419886"/>
                    <a:gd name="connsiteY9" fmla="*/ 219075 h 2471473"/>
                    <a:gd name="connsiteX10" fmla="*/ 288925 w 1419886"/>
                    <a:gd name="connsiteY10" fmla="*/ 168275 h 2471473"/>
                    <a:gd name="connsiteX11" fmla="*/ 339725 w 1419886"/>
                    <a:gd name="connsiteY11" fmla="*/ 196850 h 2471473"/>
                    <a:gd name="connsiteX12" fmla="*/ 431800 w 1419886"/>
                    <a:gd name="connsiteY12" fmla="*/ 200025 h 2471473"/>
                    <a:gd name="connsiteX13" fmla="*/ 463550 w 1419886"/>
                    <a:gd name="connsiteY13" fmla="*/ 177800 h 2471473"/>
                    <a:gd name="connsiteX14" fmla="*/ 495300 w 1419886"/>
                    <a:gd name="connsiteY14" fmla="*/ 206375 h 2471473"/>
                    <a:gd name="connsiteX15" fmla="*/ 495300 w 1419886"/>
                    <a:gd name="connsiteY15" fmla="*/ 161925 h 2471473"/>
                    <a:gd name="connsiteX16" fmla="*/ 514350 w 1419886"/>
                    <a:gd name="connsiteY16" fmla="*/ 171450 h 2471473"/>
                    <a:gd name="connsiteX17" fmla="*/ 514350 w 1419886"/>
                    <a:gd name="connsiteY17" fmla="*/ 130175 h 2471473"/>
                    <a:gd name="connsiteX18" fmla="*/ 501650 w 1419886"/>
                    <a:gd name="connsiteY18" fmla="*/ 120650 h 2471473"/>
                    <a:gd name="connsiteX19" fmla="*/ 495300 w 1419886"/>
                    <a:gd name="connsiteY19" fmla="*/ 88900 h 2471473"/>
                    <a:gd name="connsiteX20" fmla="*/ 476250 w 1419886"/>
                    <a:gd name="connsiteY20" fmla="*/ 66675 h 2471473"/>
                    <a:gd name="connsiteX21" fmla="*/ 431800 w 1419886"/>
                    <a:gd name="connsiteY21" fmla="*/ 79375 h 2471473"/>
                    <a:gd name="connsiteX22" fmla="*/ 384175 w 1419886"/>
                    <a:gd name="connsiteY22" fmla="*/ 47625 h 2471473"/>
                    <a:gd name="connsiteX23" fmla="*/ 428625 w 1419886"/>
                    <a:gd name="connsiteY23" fmla="*/ 22225 h 2471473"/>
                    <a:gd name="connsiteX24" fmla="*/ 444500 w 1419886"/>
                    <a:gd name="connsiteY24" fmla="*/ 41275 h 2471473"/>
                    <a:gd name="connsiteX25" fmla="*/ 479425 w 1419886"/>
                    <a:gd name="connsiteY25" fmla="*/ 34925 h 2471473"/>
                    <a:gd name="connsiteX26" fmla="*/ 498475 w 1419886"/>
                    <a:gd name="connsiteY26" fmla="*/ 0 h 2471473"/>
                    <a:gd name="connsiteX27" fmla="*/ 517525 w 1419886"/>
                    <a:gd name="connsiteY27" fmla="*/ 41275 h 2471473"/>
                    <a:gd name="connsiteX28" fmla="*/ 514350 w 1419886"/>
                    <a:gd name="connsiteY28" fmla="*/ 66675 h 2471473"/>
                    <a:gd name="connsiteX29" fmla="*/ 527050 w 1419886"/>
                    <a:gd name="connsiteY29" fmla="*/ 76200 h 2471473"/>
                    <a:gd name="connsiteX30" fmla="*/ 555625 w 1419886"/>
                    <a:gd name="connsiteY30" fmla="*/ 53975 h 2471473"/>
                    <a:gd name="connsiteX31" fmla="*/ 574675 w 1419886"/>
                    <a:gd name="connsiteY31" fmla="*/ 76200 h 2471473"/>
                    <a:gd name="connsiteX32" fmla="*/ 574675 w 1419886"/>
                    <a:gd name="connsiteY32" fmla="*/ 107950 h 2471473"/>
                    <a:gd name="connsiteX33" fmla="*/ 625475 w 1419886"/>
                    <a:gd name="connsiteY33" fmla="*/ 111125 h 2471473"/>
                    <a:gd name="connsiteX34" fmla="*/ 631825 w 1419886"/>
                    <a:gd name="connsiteY34" fmla="*/ 79375 h 2471473"/>
                    <a:gd name="connsiteX35" fmla="*/ 641350 w 1419886"/>
                    <a:gd name="connsiteY35" fmla="*/ 130175 h 2471473"/>
                    <a:gd name="connsiteX36" fmla="*/ 682625 w 1419886"/>
                    <a:gd name="connsiteY36" fmla="*/ 111125 h 2471473"/>
                    <a:gd name="connsiteX37" fmla="*/ 708025 w 1419886"/>
                    <a:gd name="connsiteY37" fmla="*/ 142875 h 2471473"/>
                    <a:gd name="connsiteX38" fmla="*/ 739775 w 1419886"/>
                    <a:gd name="connsiteY38" fmla="*/ 142875 h 2471473"/>
                    <a:gd name="connsiteX39" fmla="*/ 752475 w 1419886"/>
                    <a:gd name="connsiteY39" fmla="*/ 165100 h 2471473"/>
                    <a:gd name="connsiteX40" fmla="*/ 825500 w 1419886"/>
                    <a:gd name="connsiteY40" fmla="*/ 142875 h 2471473"/>
                    <a:gd name="connsiteX41" fmla="*/ 882650 w 1419886"/>
                    <a:gd name="connsiteY41" fmla="*/ 212725 h 2471473"/>
                    <a:gd name="connsiteX42" fmla="*/ 914400 w 1419886"/>
                    <a:gd name="connsiteY42" fmla="*/ 200025 h 2471473"/>
                    <a:gd name="connsiteX43" fmla="*/ 917575 w 1419886"/>
                    <a:gd name="connsiteY43" fmla="*/ 165100 h 2471473"/>
                    <a:gd name="connsiteX44" fmla="*/ 968375 w 1419886"/>
                    <a:gd name="connsiteY44" fmla="*/ 146050 h 2471473"/>
                    <a:gd name="connsiteX45" fmla="*/ 981075 w 1419886"/>
                    <a:gd name="connsiteY45" fmla="*/ 161925 h 2471473"/>
                    <a:gd name="connsiteX46" fmla="*/ 962025 w 1419886"/>
                    <a:gd name="connsiteY46" fmla="*/ 193675 h 2471473"/>
                    <a:gd name="connsiteX47" fmla="*/ 993775 w 1419886"/>
                    <a:gd name="connsiteY47" fmla="*/ 187325 h 2471473"/>
                    <a:gd name="connsiteX48" fmla="*/ 1028700 w 1419886"/>
                    <a:gd name="connsiteY48" fmla="*/ 234950 h 2471473"/>
                    <a:gd name="connsiteX49" fmla="*/ 1057275 w 1419886"/>
                    <a:gd name="connsiteY49" fmla="*/ 206375 h 2471473"/>
                    <a:gd name="connsiteX50" fmla="*/ 1025525 w 1419886"/>
                    <a:gd name="connsiteY50" fmla="*/ 174625 h 2471473"/>
                    <a:gd name="connsiteX51" fmla="*/ 1060450 w 1419886"/>
                    <a:gd name="connsiteY51" fmla="*/ 149225 h 2471473"/>
                    <a:gd name="connsiteX52" fmla="*/ 1082675 w 1419886"/>
                    <a:gd name="connsiteY52" fmla="*/ 114300 h 2471473"/>
                    <a:gd name="connsiteX53" fmla="*/ 1085850 w 1419886"/>
                    <a:gd name="connsiteY53" fmla="*/ 174625 h 2471473"/>
                    <a:gd name="connsiteX54" fmla="*/ 1101725 w 1419886"/>
                    <a:gd name="connsiteY54" fmla="*/ 203200 h 2471473"/>
                    <a:gd name="connsiteX55" fmla="*/ 1120775 w 1419886"/>
                    <a:gd name="connsiteY55" fmla="*/ 184150 h 2471473"/>
                    <a:gd name="connsiteX56" fmla="*/ 1139825 w 1419886"/>
                    <a:gd name="connsiteY56" fmla="*/ 187325 h 2471473"/>
                    <a:gd name="connsiteX57" fmla="*/ 1149350 w 1419886"/>
                    <a:gd name="connsiteY57" fmla="*/ 222250 h 2471473"/>
                    <a:gd name="connsiteX58" fmla="*/ 1114425 w 1419886"/>
                    <a:gd name="connsiteY58" fmla="*/ 234950 h 2471473"/>
                    <a:gd name="connsiteX59" fmla="*/ 1076325 w 1419886"/>
                    <a:gd name="connsiteY59" fmla="*/ 282575 h 2471473"/>
                    <a:gd name="connsiteX60" fmla="*/ 1079500 w 1419886"/>
                    <a:gd name="connsiteY60" fmla="*/ 320675 h 2471473"/>
                    <a:gd name="connsiteX61" fmla="*/ 1057275 w 1419886"/>
                    <a:gd name="connsiteY61" fmla="*/ 336550 h 2471473"/>
                    <a:gd name="connsiteX62" fmla="*/ 1022350 w 1419886"/>
                    <a:gd name="connsiteY62" fmla="*/ 327025 h 2471473"/>
                    <a:gd name="connsiteX63" fmla="*/ 1006475 w 1419886"/>
                    <a:gd name="connsiteY63" fmla="*/ 336550 h 2471473"/>
                    <a:gd name="connsiteX64" fmla="*/ 1016000 w 1419886"/>
                    <a:gd name="connsiteY64" fmla="*/ 368300 h 2471473"/>
                    <a:gd name="connsiteX65" fmla="*/ 984250 w 1419886"/>
                    <a:gd name="connsiteY65" fmla="*/ 355600 h 2471473"/>
                    <a:gd name="connsiteX66" fmla="*/ 965200 w 1419886"/>
                    <a:gd name="connsiteY66" fmla="*/ 377825 h 2471473"/>
                    <a:gd name="connsiteX67" fmla="*/ 990600 w 1419886"/>
                    <a:gd name="connsiteY67" fmla="*/ 412750 h 2471473"/>
                    <a:gd name="connsiteX68" fmla="*/ 1050925 w 1419886"/>
                    <a:gd name="connsiteY68" fmla="*/ 431800 h 2471473"/>
                    <a:gd name="connsiteX69" fmla="*/ 1082675 w 1419886"/>
                    <a:gd name="connsiteY69" fmla="*/ 406400 h 2471473"/>
                    <a:gd name="connsiteX70" fmla="*/ 1120775 w 1419886"/>
                    <a:gd name="connsiteY70" fmla="*/ 419100 h 2471473"/>
                    <a:gd name="connsiteX71" fmla="*/ 1123950 w 1419886"/>
                    <a:gd name="connsiteY71" fmla="*/ 447675 h 2471473"/>
                    <a:gd name="connsiteX72" fmla="*/ 1111250 w 1419886"/>
                    <a:gd name="connsiteY72" fmla="*/ 463550 h 2471473"/>
                    <a:gd name="connsiteX73" fmla="*/ 1149350 w 1419886"/>
                    <a:gd name="connsiteY73" fmla="*/ 485775 h 2471473"/>
                    <a:gd name="connsiteX74" fmla="*/ 1123950 w 1419886"/>
                    <a:gd name="connsiteY74" fmla="*/ 504825 h 2471473"/>
                    <a:gd name="connsiteX75" fmla="*/ 1089025 w 1419886"/>
                    <a:gd name="connsiteY75" fmla="*/ 495300 h 2471473"/>
                    <a:gd name="connsiteX76" fmla="*/ 1054100 w 1419886"/>
                    <a:gd name="connsiteY76" fmla="*/ 488950 h 2471473"/>
                    <a:gd name="connsiteX77" fmla="*/ 1044575 w 1419886"/>
                    <a:gd name="connsiteY77" fmla="*/ 438150 h 2471473"/>
                    <a:gd name="connsiteX78" fmla="*/ 987425 w 1419886"/>
                    <a:gd name="connsiteY78" fmla="*/ 422275 h 2471473"/>
                    <a:gd name="connsiteX79" fmla="*/ 984250 w 1419886"/>
                    <a:gd name="connsiteY79" fmla="*/ 473075 h 2471473"/>
                    <a:gd name="connsiteX80" fmla="*/ 920750 w 1419886"/>
                    <a:gd name="connsiteY80" fmla="*/ 527050 h 2471473"/>
                    <a:gd name="connsiteX81" fmla="*/ 923925 w 1419886"/>
                    <a:gd name="connsiteY81" fmla="*/ 546100 h 2471473"/>
                    <a:gd name="connsiteX82" fmla="*/ 898525 w 1419886"/>
                    <a:gd name="connsiteY82" fmla="*/ 565150 h 2471473"/>
                    <a:gd name="connsiteX83" fmla="*/ 914400 w 1419886"/>
                    <a:gd name="connsiteY83" fmla="*/ 590550 h 2471473"/>
                    <a:gd name="connsiteX84" fmla="*/ 942975 w 1419886"/>
                    <a:gd name="connsiteY84" fmla="*/ 600075 h 2471473"/>
                    <a:gd name="connsiteX85" fmla="*/ 971550 w 1419886"/>
                    <a:gd name="connsiteY85" fmla="*/ 635000 h 2471473"/>
                    <a:gd name="connsiteX86" fmla="*/ 1000125 w 1419886"/>
                    <a:gd name="connsiteY86" fmla="*/ 628650 h 2471473"/>
                    <a:gd name="connsiteX87" fmla="*/ 1025525 w 1419886"/>
                    <a:gd name="connsiteY87" fmla="*/ 673100 h 2471473"/>
                    <a:gd name="connsiteX88" fmla="*/ 1060450 w 1419886"/>
                    <a:gd name="connsiteY88" fmla="*/ 688975 h 2471473"/>
                    <a:gd name="connsiteX89" fmla="*/ 1082675 w 1419886"/>
                    <a:gd name="connsiteY89" fmla="*/ 727075 h 2471473"/>
                    <a:gd name="connsiteX90" fmla="*/ 1104900 w 1419886"/>
                    <a:gd name="connsiteY90" fmla="*/ 746125 h 2471473"/>
                    <a:gd name="connsiteX91" fmla="*/ 1155700 w 1419886"/>
                    <a:gd name="connsiteY91" fmla="*/ 736600 h 2471473"/>
                    <a:gd name="connsiteX92" fmla="*/ 1193800 w 1419886"/>
                    <a:gd name="connsiteY92" fmla="*/ 774700 h 2471473"/>
                    <a:gd name="connsiteX93" fmla="*/ 1228725 w 1419886"/>
                    <a:gd name="connsiteY93" fmla="*/ 777875 h 2471473"/>
                    <a:gd name="connsiteX94" fmla="*/ 1270000 w 1419886"/>
                    <a:gd name="connsiteY94" fmla="*/ 844550 h 2471473"/>
                    <a:gd name="connsiteX95" fmla="*/ 1226344 w 1419886"/>
                    <a:gd name="connsiteY95" fmla="*/ 2247106 h 2471473"/>
                    <a:gd name="connsiteX96" fmla="*/ 1225550 w 1419886"/>
                    <a:gd name="connsiteY96" fmla="*/ 2190750 h 2471473"/>
                    <a:gd name="connsiteX97" fmla="*/ 60325 w 1419886"/>
                    <a:gd name="connsiteY97" fmla="*/ 2187575 h 2471473"/>
                    <a:gd name="connsiteX98" fmla="*/ 0 w 1419886"/>
                    <a:gd name="connsiteY98" fmla="*/ 587375 h 2471473"/>
                    <a:gd name="connsiteX99" fmla="*/ 28575 w 1419886"/>
                    <a:gd name="connsiteY99" fmla="*/ 600075 h 2471473"/>
                    <a:gd name="connsiteX100" fmla="*/ 34925 w 1419886"/>
                    <a:gd name="connsiteY100" fmla="*/ 622300 h 2471473"/>
                    <a:gd name="connsiteX101" fmla="*/ 53975 w 1419886"/>
                    <a:gd name="connsiteY101" fmla="*/ 577850 h 2471473"/>
                    <a:gd name="connsiteX102" fmla="*/ 82550 w 1419886"/>
                    <a:gd name="connsiteY102" fmla="*/ 609600 h 2471473"/>
                    <a:gd name="connsiteX103" fmla="*/ 95250 w 1419886"/>
                    <a:gd name="connsiteY103" fmla="*/ 631825 h 2471473"/>
                    <a:gd name="connsiteX104" fmla="*/ 85725 w 1419886"/>
                    <a:gd name="connsiteY104" fmla="*/ 584200 h 2471473"/>
                    <a:gd name="connsiteX105" fmla="*/ 107950 w 1419886"/>
                    <a:gd name="connsiteY105" fmla="*/ 558800 h 2471473"/>
                    <a:gd name="connsiteX106" fmla="*/ 44450 w 1419886"/>
                    <a:gd name="connsiteY106" fmla="*/ 501650 h 2471473"/>
                    <a:gd name="connsiteX107" fmla="*/ 47625 w 1419886"/>
                    <a:gd name="connsiteY107" fmla="*/ 476250 h 2471473"/>
                    <a:gd name="connsiteX108" fmla="*/ 92075 w 1419886"/>
                    <a:gd name="connsiteY108" fmla="*/ 463550 h 2471473"/>
                    <a:gd name="connsiteX109" fmla="*/ 104775 w 1419886"/>
                    <a:gd name="connsiteY109" fmla="*/ 381000 h 2471473"/>
                    <a:gd name="connsiteX0" fmla="*/ 104775 w 1270000"/>
                    <a:gd name="connsiteY0" fmla="*/ 381000 h 2247106"/>
                    <a:gd name="connsiteX1" fmla="*/ 155575 w 1270000"/>
                    <a:gd name="connsiteY1" fmla="*/ 371475 h 2247106"/>
                    <a:gd name="connsiteX2" fmla="*/ 171450 w 1270000"/>
                    <a:gd name="connsiteY2" fmla="*/ 342900 h 2247106"/>
                    <a:gd name="connsiteX3" fmla="*/ 168275 w 1270000"/>
                    <a:gd name="connsiteY3" fmla="*/ 339725 h 2247106"/>
                    <a:gd name="connsiteX4" fmla="*/ 152400 w 1270000"/>
                    <a:gd name="connsiteY4" fmla="*/ 292100 h 2247106"/>
                    <a:gd name="connsiteX5" fmla="*/ 171450 w 1270000"/>
                    <a:gd name="connsiteY5" fmla="*/ 285750 h 2247106"/>
                    <a:gd name="connsiteX6" fmla="*/ 193675 w 1270000"/>
                    <a:gd name="connsiteY6" fmla="*/ 250825 h 2247106"/>
                    <a:gd name="connsiteX7" fmla="*/ 219075 w 1270000"/>
                    <a:gd name="connsiteY7" fmla="*/ 257175 h 2247106"/>
                    <a:gd name="connsiteX8" fmla="*/ 222250 w 1270000"/>
                    <a:gd name="connsiteY8" fmla="*/ 209550 h 2247106"/>
                    <a:gd name="connsiteX9" fmla="*/ 266700 w 1270000"/>
                    <a:gd name="connsiteY9" fmla="*/ 219075 h 2247106"/>
                    <a:gd name="connsiteX10" fmla="*/ 288925 w 1270000"/>
                    <a:gd name="connsiteY10" fmla="*/ 168275 h 2247106"/>
                    <a:gd name="connsiteX11" fmla="*/ 339725 w 1270000"/>
                    <a:gd name="connsiteY11" fmla="*/ 196850 h 2247106"/>
                    <a:gd name="connsiteX12" fmla="*/ 431800 w 1270000"/>
                    <a:gd name="connsiteY12" fmla="*/ 200025 h 2247106"/>
                    <a:gd name="connsiteX13" fmla="*/ 463550 w 1270000"/>
                    <a:gd name="connsiteY13" fmla="*/ 177800 h 2247106"/>
                    <a:gd name="connsiteX14" fmla="*/ 495300 w 1270000"/>
                    <a:gd name="connsiteY14" fmla="*/ 206375 h 2247106"/>
                    <a:gd name="connsiteX15" fmla="*/ 495300 w 1270000"/>
                    <a:gd name="connsiteY15" fmla="*/ 161925 h 2247106"/>
                    <a:gd name="connsiteX16" fmla="*/ 514350 w 1270000"/>
                    <a:gd name="connsiteY16" fmla="*/ 171450 h 2247106"/>
                    <a:gd name="connsiteX17" fmla="*/ 514350 w 1270000"/>
                    <a:gd name="connsiteY17" fmla="*/ 130175 h 2247106"/>
                    <a:gd name="connsiteX18" fmla="*/ 501650 w 1270000"/>
                    <a:gd name="connsiteY18" fmla="*/ 120650 h 2247106"/>
                    <a:gd name="connsiteX19" fmla="*/ 495300 w 1270000"/>
                    <a:gd name="connsiteY19" fmla="*/ 88900 h 2247106"/>
                    <a:gd name="connsiteX20" fmla="*/ 476250 w 1270000"/>
                    <a:gd name="connsiteY20" fmla="*/ 66675 h 2247106"/>
                    <a:gd name="connsiteX21" fmla="*/ 431800 w 1270000"/>
                    <a:gd name="connsiteY21" fmla="*/ 79375 h 2247106"/>
                    <a:gd name="connsiteX22" fmla="*/ 384175 w 1270000"/>
                    <a:gd name="connsiteY22" fmla="*/ 47625 h 2247106"/>
                    <a:gd name="connsiteX23" fmla="*/ 428625 w 1270000"/>
                    <a:gd name="connsiteY23" fmla="*/ 22225 h 2247106"/>
                    <a:gd name="connsiteX24" fmla="*/ 444500 w 1270000"/>
                    <a:gd name="connsiteY24" fmla="*/ 41275 h 2247106"/>
                    <a:gd name="connsiteX25" fmla="*/ 479425 w 1270000"/>
                    <a:gd name="connsiteY25" fmla="*/ 34925 h 2247106"/>
                    <a:gd name="connsiteX26" fmla="*/ 498475 w 1270000"/>
                    <a:gd name="connsiteY26" fmla="*/ 0 h 2247106"/>
                    <a:gd name="connsiteX27" fmla="*/ 517525 w 1270000"/>
                    <a:gd name="connsiteY27" fmla="*/ 41275 h 2247106"/>
                    <a:gd name="connsiteX28" fmla="*/ 514350 w 1270000"/>
                    <a:gd name="connsiteY28" fmla="*/ 66675 h 2247106"/>
                    <a:gd name="connsiteX29" fmla="*/ 527050 w 1270000"/>
                    <a:gd name="connsiteY29" fmla="*/ 76200 h 2247106"/>
                    <a:gd name="connsiteX30" fmla="*/ 555625 w 1270000"/>
                    <a:gd name="connsiteY30" fmla="*/ 53975 h 2247106"/>
                    <a:gd name="connsiteX31" fmla="*/ 574675 w 1270000"/>
                    <a:gd name="connsiteY31" fmla="*/ 76200 h 2247106"/>
                    <a:gd name="connsiteX32" fmla="*/ 574675 w 1270000"/>
                    <a:gd name="connsiteY32" fmla="*/ 107950 h 2247106"/>
                    <a:gd name="connsiteX33" fmla="*/ 625475 w 1270000"/>
                    <a:gd name="connsiteY33" fmla="*/ 111125 h 2247106"/>
                    <a:gd name="connsiteX34" fmla="*/ 631825 w 1270000"/>
                    <a:gd name="connsiteY34" fmla="*/ 79375 h 2247106"/>
                    <a:gd name="connsiteX35" fmla="*/ 641350 w 1270000"/>
                    <a:gd name="connsiteY35" fmla="*/ 130175 h 2247106"/>
                    <a:gd name="connsiteX36" fmla="*/ 682625 w 1270000"/>
                    <a:gd name="connsiteY36" fmla="*/ 111125 h 2247106"/>
                    <a:gd name="connsiteX37" fmla="*/ 708025 w 1270000"/>
                    <a:gd name="connsiteY37" fmla="*/ 142875 h 2247106"/>
                    <a:gd name="connsiteX38" fmla="*/ 739775 w 1270000"/>
                    <a:gd name="connsiteY38" fmla="*/ 142875 h 2247106"/>
                    <a:gd name="connsiteX39" fmla="*/ 752475 w 1270000"/>
                    <a:gd name="connsiteY39" fmla="*/ 165100 h 2247106"/>
                    <a:gd name="connsiteX40" fmla="*/ 825500 w 1270000"/>
                    <a:gd name="connsiteY40" fmla="*/ 142875 h 2247106"/>
                    <a:gd name="connsiteX41" fmla="*/ 882650 w 1270000"/>
                    <a:gd name="connsiteY41" fmla="*/ 212725 h 2247106"/>
                    <a:gd name="connsiteX42" fmla="*/ 914400 w 1270000"/>
                    <a:gd name="connsiteY42" fmla="*/ 200025 h 2247106"/>
                    <a:gd name="connsiteX43" fmla="*/ 917575 w 1270000"/>
                    <a:gd name="connsiteY43" fmla="*/ 165100 h 2247106"/>
                    <a:gd name="connsiteX44" fmla="*/ 968375 w 1270000"/>
                    <a:gd name="connsiteY44" fmla="*/ 146050 h 2247106"/>
                    <a:gd name="connsiteX45" fmla="*/ 981075 w 1270000"/>
                    <a:gd name="connsiteY45" fmla="*/ 161925 h 2247106"/>
                    <a:gd name="connsiteX46" fmla="*/ 962025 w 1270000"/>
                    <a:gd name="connsiteY46" fmla="*/ 193675 h 2247106"/>
                    <a:gd name="connsiteX47" fmla="*/ 993775 w 1270000"/>
                    <a:gd name="connsiteY47" fmla="*/ 187325 h 2247106"/>
                    <a:gd name="connsiteX48" fmla="*/ 1028700 w 1270000"/>
                    <a:gd name="connsiteY48" fmla="*/ 234950 h 2247106"/>
                    <a:gd name="connsiteX49" fmla="*/ 1057275 w 1270000"/>
                    <a:gd name="connsiteY49" fmla="*/ 206375 h 2247106"/>
                    <a:gd name="connsiteX50" fmla="*/ 1025525 w 1270000"/>
                    <a:gd name="connsiteY50" fmla="*/ 174625 h 2247106"/>
                    <a:gd name="connsiteX51" fmla="*/ 1060450 w 1270000"/>
                    <a:gd name="connsiteY51" fmla="*/ 149225 h 2247106"/>
                    <a:gd name="connsiteX52" fmla="*/ 1082675 w 1270000"/>
                    <a:gd name="connsiteY52" fmla="*/ 114300 h 2247106"/>
                    <a:gd name="connsiteX53" fmla="*/ 1085850 w 1270000"/>
                    <a:gd name="connsiteY53" fmla="*/ 174625 h 2247106"/>
                    <a:gd name="connsiteX54" fmla="*/ 1101725 w 1270000"/>
                    <a:gd name="connsiteY54" fmla="*/ 203200 h 2247106"/>
                    <a:gd name="connsiteX55" fmla="*/ 1120775 w 1270000"/>
                    <a:gd name="connsiteY55" fmla="*/ 184150 h 2247106"/>
                    <a:gd name="connsiteX56" fmla="*/ 1139825 w 1270000"/>
                    <a:gd name="connsiteY56" fmla="*/ 187325 h 2247106"/>
                    <a:gd name="connsiteX57" fmla="*/ 1149350 w 1270000"/>
                    <a:gd name="connsiteY57" fmla="*/ 222250 h 2247106"/>
                    <a:gd name="connsiteX58" fmla="*/ 1114425 w 1270000"/>
                    <a:gd name="connsiteY58" fmla="*/ 234950 h 2247106"/>
                    <a:gd name="connsiteX59" fmla="*/ 1076325 w 1270000"/>
                    <a:gd name="connsiteY59" fmla="*/ 282575 h 2247106"/>
                    <a:gd name="connsiteX60" fmla="*/ 1079500 w 1270000"/>
                    <a:gd name="connsiteY60" fmla="*/ 320675 h 2247106"/>
                    <a:gd name="connsiteX61" fmla="*/ 1057275 w 1270000"/>
                    <a:gd name="connsiteY61" fmla="*/ 336550 h 2247106"/>
                    <a:gd name="connsiteX62" fmla="*/ 1022350 w 1270000"/>
                    <a:gd name="connsiteY62" fmla="*/ 327025 h 2247106"/>
                    <a:gd name="connsiteX63" fmla="*/ 1006475 w 1270000"/>
                    <a:gd name="connsiteY63" fmla="*/ 336550 h 2247106"/>
                    <a:gd name="connsiteX64" fmla="*/ 1016000 w 1270000"/>
                    <a:gd name="connsiteY64" fmla="*/ 368300 h 2247106"/>
                    <a:gd name="connsiteX65" fmla="*/ 984250 w 1270000"/>
                    <a:gd name="connsiteY65" fmla="*/ 355600 h 2247106"/>
                    <a:gd name="connsiteX66" fmla="*/ 965200 w 1270000"/>
                    <a:gd name="connsiteY66" fmla="*/ 377825 h 2247106"/>
                    <a:gd name="connsiteX67" fmla="*/ 990600 w 1270000"/>
                    <a:gd name="connsiteY67" fmla="*/ 412750 h 2247106"/>
                    <a:gd name="connsiteX68" fmla="*/ 1050925 w 1270000"/>
                    <a:gd name="connsiteY68" fmla="*/ 431800 h 2247106"/>
                    <a:gd name="connsiteX69" fmla="*/ 1082675 w 1270000"/>
                    <a:gd name="connsiteY69" fmla="*/ 406400 h 2247106"/>
                    <a:gd name="connsiteX70" fmla="*/ 1120775 w 1270000"/>
                    <a:gd name="connsiteY70" fmla="*/ 419100 h 2247106"/>
                    <a:gd name="connsiteX71" fmla="*/ 1123950 w 1270000"/>
                    <a:gd name="connsiteY71" fmla="*/ 447675 h 2247106"/>
                    <a:gd name="connsiteX72" fmla="*/ 1111250 w 1270000"/>
                    <a:gd name="connsiteY72" fmla="*/ 463550 h 2247106"/>
                    <a:gd name="connsiteX73" fmla="*/ 1149350 w 1270000"/>
                    <a:gd name="connsiteY73" fmla="*/ 485775 h 2247106"/>
                    <a:gd name="connsiteX74" fmla="*/ 1123950 w 1270000"/>
                    <a:gd name="connsiteY74" fmla="*/ 504825 h 2247106"/>
                    <a:gd name="connsiteX75" fmla="*/ 1089025 w 1270000"/>
                    <a:gd name="connsiteY75" fmla="*/ 495300 h 2247106"/>
                    <a:gd name="connsiteX76" fmla="*/ 1054100 w 1270000"/>
                    <a:gd name="connsiteY76" fmla="*/ 488950 h 2247106"/>
                    <a:gd name="connsiteX77" fmla="*/ 1044575 w 1270000"/>
                    <a:gd name="connsiteY77" fmla="*/ 438150 h 2247106"/>
                    <a:gd name="connsiteX78" fmla="*/ 987425 w 1270000"/>
                    <a:gd name="connsiteY78" fmla="*/ 422275 h 2247106"/>
                    <a:gd name="connsiteX79" fmla="*/ 984250 w 1270000"/>
                    <a:gd name="connsiteY79" fmla="*/ 473075 h 2247106"/>
                    <a:gd name="connsiteX80" fmla="*/ 920750 w 1270000"/>
                    <a:gd name="connsiteY80" fmla="*/ 527050 h 2247106"/>
                    <a:gd name="connsiteX81" fmla="*/ 923925 w 1270000"/>
                    <a:gd name="connsiteY81" fmla="*/ 546100 h 2247106"/>
                    <a:gd name="connsiteX82" fmla="*/ 898525 w 1270000"/>
                    <a:gd name="connsiteY82" fmla="*/ 565150 h 2247106"/>
                    <a:gd name="connsiteX83" fmla="*/ 914400 w 1270000"/>
                    <a:gd name="connsiteY83" fmla="*/ 590550 h 2247106"/>
                    <a:gd name="connsiteX84" fmla="*/ 942975 w 1270000"/>
                    <a:gd name="connsiteY84" fmla="*/ 600075 h 2247106"/>
                    <a:gd name="connsiteX85" fmla="*/ 971550 w 1270000"/>
                    <a:gd name="connsiteY85" fmla="*/ 635000 h 2247106"/>
                    <a:gd name="connsiteX86" fmla="*/ 1000125 w 1270000"/>
                    <a:gd name="connsiteY86" fmla="*/ 628650 h 2247106"/>
                    <a:gd name="connsiteX87" fmla="*/ 1025525 w 1270000"/>
                    <a:gd name="connsiteY87" fmla="*/ 673100 h 2247106"/>
                    <a:gd name="connsiteX88" fmla="*/ 1060450 w 1270000"/>
                    <a:gd name="connsiteY88" fmla="*/ 688975 h 2247106"/>
                    <a:gd name="connsiteX89" fmla="*/ 1082675 w 1270000"/>
                    <a:gd name="connsiteY89" fmla="*/ 727075 h 2247106"/>
                    <a:gd name="connsiteX90" fmla="*/ 1104900 w 1270000"/>
                    <a:gd name="connsiteY90" fmla="*/ 746125 h 2247106"/>
                    <a:gd name="connsiteX91" fmla="*/ 1155700 w 1270000"/>
                    <a:gd name="connsiteY91" fmla="*/ 736600 h 2247106"/>
                    <a:gd name="connsiteX92" fmla="*/ 1193800 w 1270000"/>
                    <a:gd name="connsiteY92" fmla="*/ 774700 h 2247106"/>
                    <a:gd name="connsiteX93" fmla="*/ 1228725 w 1270000"/>
                    <a:gd name="connsiteY93" fmla="*/ 777875 h 2247106"/>
                    <a:gd name="connsiteX94" fmla="*/ 1270000 w 1270000"/>
                    <a:gd name="connsiteY94" fmla="*/ 844550 h 2247106"/>
                    <a:gd name="connsiteX95" fmla="*/ 1226344 w 1270000"/>
                    <a:gd name="connsiteY95" fmla="*/ 2247106 h 2247106"/>
                    <a:gd name="connsiteX96" fmla="*/ 1225550 w 1270000"/>
                    <a:gd name="connsiteY96" fmla="*/ 2190750 h 2247106"/>
                    <a:gd name="connsiteX97" fmla="*/ 60325 w 1270000"/>
                    <a:gd name="connsiteY97" fmla="*/ 2187575 h 2247106"/>
                    <a:gd name="connsiteX98" fmla="*/ 0 w 1270000"/>
                    <a:gd name="connsiteY98" fmla="*/ 587375 h 2247106"/>
                    <a:gd name="connsiteX99" fmla="*/ 28575 w 1270000"/>
                    <a:gd name="connsiteY99" fmla="*/ 600075 h 2247106"/>
                    <a:gd name="connsiteX100" fmla="*/ 34925 w 1270000"/>
                    <a:gd name="connsiteY100" fmla="*/ 622300 h 2247106"/>
                    <a:gd name="connsiteX101" fmla="*/ 53975 w 1270000"/>
                    <a:gd name="connsiteY101" fmla="*/ 577850 h 2247106"/>
                    <a:gd name="connsiteX102" fmla="*/ 82550 w 1270000"/>
                    <a:gd name="connsiteY102" fmla="*/ 609600 h 2247106"/>
                    <a:gd name="connsiteX103" fmla="*/ 95250 w 1270000"/>
                    <a:gd name="connsiteY103" fmla="*/ 631825 h 2247106"/>
                    <a:gd name="connsiteX104" fmla="*/ 85725 w 1270000"/>
                    <a:gd name="connsiteY104" fmla="*/ 584200 h 2247106"/>
                    <a:gd name="connsiteX105" fmla="*/ 107950 w 1270000"/>
                    <a:gd name="connsiteY105" fmla="*/ 558800 h 2247106"/>
                    <a:gd name="connsiteX106" fmla="*/ 44450 w 1270000"/>
                    <a:gd name="connsiteY106" fmla="*/ 501650 h 2247106"/>
                    <a:gd name="connsiteX107" fmla="*/ 47625 w 1270000"/>
                    <a:gd name="connsiteY107" fmla="*/ 476250 h 2247106"/>
                    <a:gd name="connsiteX108" fmla="*/ 92075 w 1270000"/>
                    <a:gd name="connsiteY108" fmla="*/ 463550 h 2247106"/>
                    <a:gd name="connsiteX109" fmla="*/ 104775 w 1270000"/>
                    <a:gd name="connsiteY109" fmla="*/ 381000 h 2247106"/>
                    <a:gd name="connsiteX0" fmla="*/ 104775 w 1427163"/>
                    <a:gd name="connsiteY0" fmla="*/ 381000 h 2190750"/>
                    <a:gd name="connsiteX1" fmla="*/ 155575 w 1427163"/>
                    <a:gd name="connsiteY1" fmla="*/ 371475 h 2190750"/>
                    <a:gd name="connsiteX2" fmla="*/ 171450 w 1427163"/>
                    <a:gd name="connsiteY2" fmla="*/ 342900 h 2190750"/>
                    <a:gd name="connsiteX3" fmla="*/ 168275 w 1427163"/>
                    <a:gd name="connsiteY3" fmla="*/ 339725 h 2190750"/>
                    <a:gd name="connsiteX4" fmla="*/ 152400 w 1427163"/>
                    <a:gd name="connsiteY4" fmla="*/ 292100 h 2190750"/>
                    <a:gd name="connsiteX5" fmla="*/ 171450 w 1427163"/>
                    <a:gd name="connsiteY5" fmla="*/ 285750 h 2190750"/>
                    <a:gd name="connsiteX6" fmla="*/ 193675 w 1427163"/>
                    <a:gd name="connsiteY6" fmla="*/ 250825 h 2190750"/>
                    <a:gd name="connsiteX7" fmla="*/ 219075 w 1427163"/>
                    <a:gd name="connsiteY7" fmla="*/ 257175 h 2190750"/>
                    <a:gd name="connsiteX8" fmla="*/ 222250 w 1427163"/>
                    <a:gd name="connsiteY8" fmla="*/ 209550 h 2190750"/>
                    <a:gd name="connsiteX9" fmla="*/ 266700 w 1427163"/>
                    <a:gd name="connsiteY9" fmla="*/ 219075 h 2190750"/>
                    <a:gd name="connsiteX10" fmla="*/ 288925 w 1427163"/>
                    <a:gd name="connsiteY10" fmla="*/ 168275 h 2190750"/>
                    <a:gd name="connsiteX11" fmla="*/ 339725 w 1427163"/>
                    <a:gd name="connsiteY11" fmla="*/ 196850 h 2190750"/>
                    <a:gd name="connsiteX12" fmla="*/ 431800 w 1427163"/>
                    <a:gd name="connsiteY12" fmla="*/ 200025 h 2190750"/>
                    <a:gd name="connsiteX13" fmla="*/ 463550 w 1427163"/>
                    <a:gd name="connsiteY13" fmla="*/ 177800 h 2190750"/>
                    <a:gd name="connsiteX14" fmla="*/ 495300 w 1427163"/>
                    <a:gd name="connsiteY14" fmla="*/ 206375 h 2190750"/>
                    <a:gd name="connsiteX15" fmla="*/ 495300 w 1427163"/>
                    <a:gd name="connsiteY15" fmla="*/ 161925 h 2190750"/>
                    <a:gd name="connsiteX16" fmla="*/ 514350 w 1427163"/>
                    <a:gd name="connsiteY16" fmla="*/ 171450 h 2190750"/>
                    <a:gd name="connsiteX17" fmla="*/ 514350 w 1427163"/>
                    <a:gd name="connsiteY17" fmla="*/ 130175 h 2190750"/>
                    <a:gd name="connsiteX18" fmla="*/ 501650 w 1427163"/>
                    <a:gd name="connsiteY18" fmla="*/ 120650 h 2190750"/>
                    <a:gd name="connsiteX19" fmla="*/ 495300 w 1427163"/>
                    <a:gd name="connsiteY19" fmla="*/ 88900 h 2190750"/>
                    <a:gd name="connsiteX20" fmla="*/ 476250 w 1427163"/>
                    <a:gd name="connsiteY20" fmla="*/ 66675 h 2190750"/>
                    <a:gd name="connsiteX21" fmla="*/ 431800 w 1427163"/>
                    <a:gd name="connsiteY21" fmla="*/ 79375 h 2190750"/>
                    <a:gd name="connsiteX22" fmla="*/ 384175 w 1427163"/>
                    <a:gd name="connsiteY22" fmla="*/ 47625 h 2190750"/>
                    <a:gd name="connsiteX23" fmla="*/ 428625 w 1427163"/>
                    <a:gd name="connsiteY23" fmla="*/ 22225 h 2190750"/>
                    <a:gd name="connsiteX24" fmla="*/ 444500 w 1427163"/>
                    <a:gd name="connsiteY24" fmla="*/ 41275 h 2190750"/>
                    <a:gd name="connsiteX25" fmla="*/ 479425 w 1427163"/>
                    <a:gd name="connsiteY25" fmla="*/ 34925 h 2190750"/>
                    <a:gd name="connsiteX26" fmla="*/ 498475 w 1427163"/>
                    <a:gd name="connsiteY26" fmla="*/ 0 h 2190750"/>
                    <a:gd name="connsiteX27" fmla="*/ 517525 w 1427163"/>
                    <a:gd name="connsiteY27" fmla="*/ 41275 h 2190750"/>
                    <a:gd name="connsiteX28" fmla="*/ 514350 w 1427163"/>
                    <a:gd name="connsiteY28" fmla="*/ 66675 h 2190750"/>
                    <a:gd name="connsiteX29" fmla="*/ 527050 w 1427163"/>
                    <a:gd name="connsiteY29" fmla="*/ 76200 h 2190750"/>
                    <a:gd name="connsiteX30" fmla="*/ 555625 w 1427163"/>
                    <a:gd name="connsiteY30" fmla="*/ 53975 h 2190750"/>
                    <a:gd name="connsiteX31" fmla="*/ 574675 w 1427163"/>
                    <a:gd name="connsiteY31" fmla="*/ 76200 h 2190750"/>
                    <a:gd name="connsiteX32" fmla="*/ 574675 w 1427163"/>
                    <a:gd name="connsiteY32" fmla="*/ 107950 h 2190750"/>
                    <a:gd name="connsiteX33" fmla="*/ 625475 w 1427163"/>
                    <a:gd name="connsiteY33" fmla="*/ 111125 h 2190750"/>
                    <a:gd name="connsiteX34" fmla="*/ 631825 w 1427163"/>
                    <a:gd name="connsiteY34" fmla="*/ 79375 h 2190750"/>
                    <a:gd name="connsiteX35" fmla="*/ 641350 w 1427163"/>
                    <a:gd name="connsiteY35" fmla="*/ 130175 h 2190750"/>
                    <a:gd name="connsiteX36" fmla="*/ 682625 w 1427163"/>
                    <a:gd name="connsiteY36" fmla="*/ 111125 h 2190750"/>
                    <a:gd name="connsiteX37" fmla="*/ 708025 w 1427163"/>
                    <a:gd name="connsiteY37" fmla="*/ 142875 h 2190750"/>
                    <a:gd name="connsiteX38" fmla="*/ 739775 w 1427163"/>
                    <a:gd name="connsiteY38" fmla="*/ 142875 h 2190750"/>
                    <a:gd name="connsiteX39" fmla="*/ 752475 w 1427163"/>
                    <a:gd name="connsiteY39" fmla="*/ 165100 h 2190750"/>
                    <a:gd name="connsiteX40" fmla="*/ 825500 w 1427163"/>
                    <a:gd name="connsiteY40" fmla="*/ 142875 h 2190750"/>
                    <a:gd name="connsiteX41" fmla="*/ 882650 w 1427163"/>
                    <a:gd name="connsiteY41" fmla="*/ 212725 h 2190750"/>
                    <a:gd name="connsiteX42" fmla="*/ 914400 w 1427163"/>
                    <a:gd name="connsiteY42" fmla="*/ 200025 h 2190750"/>
                    <a:gd name="connsiteX43" fmla="*/ 917575 w 1427163"/>
                    <a:gd name="connsiteY43" fmla="*/ 165100 h 2190750"/>
                    <a:gd name="connsiteX44" fmla="*/ 968375 w 1427163"/>
                    <a:gd name="connsiteY44" fmla="*/ 146050 h 2190750"/>
                    <a:gd name="connsiteX45" fmla="*/ 981075 w 1427163"/>
                    <a:gd name="connsiteY45" fmla="*/ 161925 h 2190750"/>
                    <a:gd name="connsiteX46" fmla="*/ 962025 w 1427163"/>
                    <a:gd name="connsiteY46" fmla="*/ 193675 h 2190750"/>
                    <a:gd name="connsiteX47" fmla="*/ 993775 w 1427163"/>
                    <a:gd name="connsiteY47" fmla="*/ 187325 h 2190750"/>
                    <a:gd name="connsiteX48" fmla="*/ 1028700 w 1427163"/>
                    <a:gd name="connsiteY48" fmla="*/ 234950 h 2190750"/>
                    <a:gd name="connsiteX49" fmla="*/ 1057275 w 1427163"/>
                    <a:gd name="connsiteY49" fmla="*/ 206375 h 2190750"/>
                    <a:gd name="connsiteX50" fmla="*/ 1025525 w 1427163"/>
                    <a:gd name="connsiteY50" fmla="*/ 174625 h 2190750"/>
                    <a:gd name="connsiteX51" fmla="*/ 1060450 w 1427163"/>
                    <a:gd name="connsiteY51" fmla="*/ 149225 h 2190750"/>
                    <a:gd name="connsiteX52" fmla="*/ 1082675 w 1427163"/>
                    <a:gd name="connsiteY52" fmla="*/ 114300 h 2190750"/>
                    <a:gd name="connsiteX53" fmla="*/ 1085850 w 1427163"/>
                    <a:gd name="connsiteY53" fmla="*/ 174625 h 2190750"/>
                    <a:gd name="connsiteX54" fmla="*/ 1101725 w 1427163"/>
                    <a:gd name="connsiteY54" fmla="*/ 203200 h 2190750"/>
                    <a:gd name="connsiteX55" fmla="*/ 1120775 w 1427163"/>
                    <a:gd name="connsiteY55" fmla="*/ 184150 h 2190750"/>
                    <a:gd name="connsiteX56" fmla="*/ 1139825 w 1427163"/>
                    <a:gd name="connsiteY56" fmla="*/ 187325 h 2190750"/>
                    <a:gd name="connsiteX57" fmla="*/ 1149350 w 1427163"/>
                    <a:gd name="connsiteY57" fmla="*/ 222250 h 2190750"/>
                    <a:gd name="connsiteX58" fmla="*/ 1114425 w 1427163"/>
                    <a:gd name="connsiteY58" fmla="*/ 234950 h 2190750"/>
                    <a:gd name="connsiteX59" fmla="*/ 1076325 w 1427163"/>
                    <a:gd name="connsiteY59" fmla="*/ 282575 h 2190750"/>
                    <a:gd name="connsiteX60" fmla="*/ 1079500 w 1427163"/>
                    <a:gd name="connsiteY60" fmla="*/ 320675 h 2190750"/>
                    <a:gd name="connsiteX61" fmla="*/ 1057275 w 1427163"/>
                    <a:gd name="connsiteY61" fmla="*/ 336550 h 2190750"/>
                    <a:gd name="connsiteX62" fmla="*/ 1022350 w 1427163"/>
                    <a:gd name="connsiteY62" fmla="*/ 327025 h 2190750"/>
                    <a:gd name="connsiteX63" fmla="*/ 1006475 w 1427163"/>
                    <a:gd name="connsiteY63" fmla="*/ 336550 h 2190750"/>
                    <a:gd name="connsiteX64" fmla="*/ 1016000 w 1427163"/>
                    <a:gd name="connsiteY64" fmla="*/ 368300 h 2190750"/>
                    <a:gd name="connsiteX65" fmla="*/ 984250 w 1427163"/>
                    <a:gd name="connsiteY65" fmla="*/ 355600 h 2190750"/>
                    <a:gd name="connsiteX66" fmla="*/ 965200 w 1427163"/>
                    <a:gd name="connsiteY66" fmla="*/ 377825 h 2190750"/>
                    <a:gd name="connsiteX67" fmla="*/ 990600 w 1427163"/>
                    <a:gd name="connsiteY67" fmla="*/ 412750 h 2190750"/>
                    <a:gd name="connsiteX68" fmla="*/ 1050925 w 1427163"/>
                    <a:gd name="connsiteY68" fmla="*/ 431800 h 2190750"/>
                    <a:gd name="connsiteX69" fmla="*/ 1082675 w 1427163"/>
                    <a:gd name="connsiteY69" fmla="*/ 406400 h 2190750"/>
                    <a:gd name="connsiteX70" fmla="*/ 1120775 w 1427163"/>
                    <a:gd name="connsiteY70" fmla="*/ 419100 h 2190750"/>
                    <a:gd name="connsiteX71" fmla="*/ 1123950 w 1427163"/>
                    <a:gd name="connsiteY71" fmla="*/ 447675 h 2190750"/>
                    <a:gd name="connsiteX72" fmla="*/ 1111250 w 1427163"/>
                    <a:gd name="connsiteY72" fmla="*/ 463550 h 2190750"/>
                    <a:gd name="connsiteX73" fmla="*/ 1149350 w 1427163"/>
                    <a:gd name="connsiteY73" fmla="*/ 485775 h 2190750"/>
                    <a:gd name="connsiteX74" fmla="*/ 1123950 w 1427163"/>
                    <a:gd name="connsiteY74" fmla="*/ 504825 h 2190750"/>
                    <a:gd name="connsiteX75" fmla="*/ 1089025 w 1427163"/>
                    <a:gd name="connsiteY75" fmla="*/ 495300 h 2190750"/>
                    <a:gd name="connsiteX76" fmla="*/ 1054100 w 1427163"/>
                    <a:gd name="connsiteY76" fmla="*/ 488950 h 2190750"/>
                    <a:gd name="connsiteX77" fmla="*/ 1044575 w 1427163"/>
                    <a:gd name="connsiteY77" fmla="*/ 438150 h 2190750"/>
                    <a:gd name="connsiteX78" fmla="*/ 987425 w 1427163"/>
                    <a:gd name="connsiteY78" fmla="*/ 422275 h 2190750"/>
                    <a:gd name="connsiteX79" fmla="*/ 984250 w 1427163"/>
                    <a:gd name="connsiteY79" fmla="*/ 473075 h 2190750"/>
                    <a:gd name="connsiteX80" fmla="*/ 920750 w 1427163"/>
                    <a:gd name="connsiteY80" fmla="*/ 527050 h 2190750"/>
                    <a:gd name="connsiteX81" fmla="*/ 923925 w 1427163"/>
                    <a:gd name="connsiteY81" fmla="*/ 546100 h 2190750"/>
                    <a:gd name="connsiteX82" fmla="*/ 898525 w 1427163"/>
                    <a:gd name="connsiteY82" fmla="*/ 565150 h 2190750"/>
                    <a:gd name="connsiteX83" fmla="*/ 914400 w 1427163"/>
                    <a:gd name="connsiteY83" fmla="*/ 590550 h 2190750"/>
                    <a:gd name="connsiteX84" fmla="*/ 942975 w 1427163"/>
                    <a:gd name="connsiteY84" fmla="*/ 600075 h 2190750"/>
                    <a:gd name="connsiteX85" fmla="*/ 971550 w 1427163"/>
                    <a:gd name="connsiteY85" fmla="*/ 635000 h 2190750"/>
                    <a:gd name="connsiteX86" fmla="*/ 1000125 w 1427163"/>
                    <a:gd name="connsiteY86" fmla="*/ 628650 h 2190750"/>
                    <a:gd name="connsiteX87" fmla="*/ 1025525 w 1427163"/>
                    <a:gd name="connsiteY87" fmla="*/ 673100 h 2190750"/>
                    <a:gd name="connsiteX88" fmla="*/ 1060450 w 1427163"/>
                    <a:gd name="connsiteY88" fmla="*/ 688975 h 2190750"/>
                    <a:gd name="connsiteX89" fmla="*/ 1082675 w 1427163"/>
                    <a:gd name="connsiteY89" fmla="*/ 727075 h 2190750"/>
                    <a:gd name="connsiteX90" fmla="*/ 1104900 w 1427163"/>
                    <a:gd name="connsiteY90" fmla="*/ 746125 h 2190750"/>
                    <a:gd name="connsiteX91" fmla="*/ 1155700 w 1427163"/>
                    <a:gd name="connsiteY91" fmla="*/ 736600 h 2190750"/>
                    <a:gd name="connsiteX92" fmla="*/ 1193800 w 1427163"/>
                    <a:gd name="connsiteY92" fmla="*/ 774700 h 2190750"/>
                    <a:gd name="connsiteX93" fmla="*/ 1228725 w 1427163"/>
                    <a:gd name="connsiteY93" fmla="*/ 777875 h 2190750"/>
                    <a:gd name="connsiteX94" fmla="*/ 1270000 w 1427163"/>
                    <a:gd name="connsiteY94" fmla="*/ 844550 h 2190750"/>
                    <a:gd name="connsiteX95" fmla="*/ 1225550 w 1427163"/>
                    <a:gd name="connsiteY95" fmla="*/ 2190750 h 2190750"/>
                    <a:gd name="connsiteX96" fmla="*/ 60325 w 1427163"/>
                    <a:gd name="connsiteY96" fmla="*/ 2187575 h 2190750"/>
                    <a:gd name="connsiteX97" fmla="*/ 0 w 1427163"/>
                    <a:gd name="connsiteY97" fmla="*/ 587375 h 2190750"/>
                    <a:gd name="connsiteX98" fmla="*/ 28575 w 1427163"/>
                    <a:gd name="connsiteY98" fmla="*/ 600075 h 2190750"/>
                    <a:gd name="connsiteX99" fmla="*/ 34925 w 1427163"/>
                    <a:gd name="connsiteY99" fmla="*/ 622300 h 2190750"/>
                    <a:gd name="connsiteX100" fmla="*/ 53975 w 1427163"/>
                    <a:gd name="connsiteY100" fmla="*/ 577850 h 2190750"/>
                    <a:gd name="connsiteX101" fmla="*/ 82550 w 1427163"/>
                    <a:gd name="connsiteY101" fmla="*/ 609600 h 2190750"/>
                    <a:gd name="connsiteX102" fmla="*/ 95250 w 1427163"/>
                    <a:gd name="connsiteY102" fmla="*/ 631825 h 2190750"/>
                    <a:gd name="connsiteX103" fmla="*/ 85725 w 1427163"/>
                    <a:gd name="connsiteY103" fmla="*/ 584200 h 2190750"/>
                    <a:gd name="connsiteX104" fmla="*/ 107950 w 1427163"/>
                    <a:gd name="connsiteY104" fmla="*/ 558800 h 2190750"/>
                    <a:gd name="connsiteX105" fmla="*/ 44450 w 1427163"/>
                    <a:gd name="connsiteY105" fmla="*/ 501650 h 2190750"/>
                    <a:gd name="connsiteX106" fmla="*/ 47625 w 1427163"/>
                    <a:gd name="connsiteY106" fmla="*/ 476250 h 2190750"/>
                    <a:gd name="connsiteX107" fmla="*/ 92075 w 1427163"/>
                    <a:gd name="connsiteY107" fmla="*/ 463550 h 2190750"/>
                    <a:gd name="connsiteX108" fmla="*/ 104775 w 1427163"/>
                    <a:gd name="connsiteY108" fmla="*/ 381000 h 2190750"/>
                    <a:gd name="connsiteX0" fmla="*/ 104775 w 1270000"/>
                    <a:gd name="connsiteY0" fmla="*/ 381000 h 2190750"/>
                    <a:gd name="connsiteX1" fmla="*/ 155575 w 1270000"/>
                    <a:gd name="connsiteY1" fmla="*/ 371475 h 2190750"/>
                    <a:gd name="connsiteX2" fmla="*/ 171450 w 1270000"/>
                    <a:gd name="connsiteY2" fmla="*/ 342900 h 2190750"/>
                    <a:gd name="connsiteX3" fmla="*/ 168275 w 1270000"/>
                    <a:gd name="connsiteY3" fmla="*/ 339725 h 2190750"/>
                    <a:gd name="connsiteX4" fmla="*/ 152400 w 1270000"/>
                    <a:gd name="connsiteY4" fmla="*/ 292100 h 2190750"/>
                    <a:gd name="connsiteX5" fmla="*/ 171450 w 1270000"/>
                    <a:gd name="connsiteY5" fmla="*/ 285750 h 2190750"/>
                    <a:gd name="connsiteX6" fmla="*/ 193675 w 1270000"/>
                    <a:gd name="connsiteY6" fmla="*/ 250825 h 2190750"/>
                    <a:gd name="connsiteX7" fmla="*/ 219075 w 1270000"/>
                    <a:gd name="connsiteY7" fmla="*/ 257175 h 2190750"/>
                    <a:gd name="connsiteX8" fmla="*/ 222250 w 1270000"/>
                    <a:gd name="connsiteY8" fmla="*/ 209550 h 2190750"/>
                    <a:gd name="connsiteX9" fmla="*/ 266700 w 1270000"/>
                    <a:gd name="connsiteY9" fmla="*/ 219075 h 2190750"/>
                    <a:gd name="connsiteX10" fmla="*/ 288925 w 1270000"/>
                    <a:gd name="connsiteY10" fmla="*/ 168275 h 2190750"/>
                    <a:gd name="connsiteX11" fmla="*/ 339725 w 1270000"/>
                    <a:gd name="connsiteY11" fmla="*/ 196850 h 2190750"/>
                    <a:gd name="connsiteX12" fmla="*/ 431800 w 1270000"/>
                    <a:gd name="connsiteY12" fmla="*/ 200025 h 2190750"/>
                    <a:gd name="connsiteX13" fmla="*/ 463550 w 1270000"/>
                    <a:gd name="connsiteY13" fmla="*/ 177800 h 2190750"/>
                    <a:gd name="connsiteX14" fmla="*/ 495300 w 1270000"/>
                    <a:gd name="connsiteY14" fmla="*/ 206375 h 2190750"/>
                    <a:gd name="connsiteX15" fmla="*/ 495300 w 1270000"/>
                    <a:gd name="connsiteY15" fmla="*/ 161925 h 2190750"/>
                    <a:gd name="connsiteX16" fmla="*/ 514350 w 1270000"/>
                    <a:gd name="connsiteY16" fmla="*/ 171450 h 2190750"/>
                    <a:gd name="connsiteX17" fmla="*/ 514350 w 1270000"/>
                    <a:gd name="connsiteY17" fmla="*/ 130175 h 2190750"/>
                    <a:gd name="connsiteX18" fmla="*/ 501650 w 1270000"/>
                    <a:gd name="connsiteY18" fmla="*/ 120650 h 2190750"/>
                    <a:gd name="connsiteX19" fmla="*/ 495300 w 1270000"/>
                    <a:gd name="connsiteY19" fmla="*/ 88900 h 2190750"/>
                    <a:gd name="connsiteX20" fmla="*/ 476250 w 1270000"/>
                    <a:gd name="connsiteY20" fmla="*/ 66675 h 2190750"/>
                    <a:gd name="connsiteX21" fmla="*/ 431800 w 1270000"/>
                    <a:gd name="connsiteY21" fmla="*/ 79375 h 2190750"/>
                    <a:gd name="connsiteX22" fmla="*/ 384175 w 1270000"/>
                    <a:gd name="connsiteY22" fmla="*/ 47625 h 2190750"/>
                    <a:gd name="connsiteX23" fmla="*/ 428625 w 1270000"/>
                    <a:gd name="connsiteY23" fmla="*/ 22225 h 2190750"/>
                    <a:gd name="connsiteX24" fmla="*/ 444500 w 1270000"/>
                    <a:gd name="connsiteY24" fmla="*/ 41275 h 2190750"/>
                    <a:gd name="connsiteX25" fmla="*/ 479425 w 1270000"/>
                    <a:gd name="connsiteY25" fmla="*/ 34925 h 2190750"/>
                    <a:gd name="connsiteX26" fmla="*/ 498475 w 1270000"/>
                    <a:gd name="connsiteY26" fmla="*/ 0 h 2190750"/>
                    <a:gd name="connsiteX27" fmla="*/ 517525 w 1270000"/>
                    <a:gd name="connsiteY27" fmla="*/ 41275 h 2190750"/>
                    <a:gd name="connsiteX28" fmla="*/ 514350 w 1270000"/>
                    <a:gd name="connsiteY28" fmla="*/ 66675 h 2190750"/>
                    <a:gd name="connsiteX29" fmla="*/ 527050 w 1270000"/>
                    <a:gd name="connsiteY29" fmla="*/ 76200 h 2190750"/>
                    <a:gd name="connsiteX30" fmla="*/ 555625 w 1270000"/>
                    <a:gd name="connsiteY30" fmla="*/ 53975 h 2190750"/>
                    <a:gd name="connsiteX31" fmla="*/ 574675 w 1270000"/>
                    <a:gd name="connsiteY31" fmla="*/ 76200 h 2190750"/>
                    <a:gd name="connsiteX32" fmla="*/ 574675 w 1270000"/>
                    <a:gd name="connsiteY32" fmla="*/ 107950 h 2190750"/>
                    <a:gd name="connsiteX33" fmla="*/ 625475 w 1270000"/>
                    <a:gd name="connsiteY33" fmla="*/ 111125 h 2190750"/>
                    <a:gd name="connsiteX34" fmla="*/ 631825 w 1270000"/>
                    <a:gd name="connsiteY34" fmla="*/ 79375 h 2190750"/>
                    <a:gd name="connsiteX35" fmla="*/ 641350 w 1270000"/>
                    <a:gd name="connsiteY35" fmla="*/ 130175 h 2190750"/>
                    <a:gd name="connsiteX36" fmla="*/ 682625 w 1270000"/>
                    <a:gd name="connsiteY36" fmla="*/ 111125 h 2190750"/>
                    <a:gd name="connsiteX37" fmla="*/ 708025 w 1270000"/>
                    <a:gd name="connsiteY37" fmla="*/ 142875 h 2190750"/>
                    <a:gd name="connsiteX38" fmla="*/ 739775 w 1270000"/>
                    <a:gd name="connsiteY38" fmla="*/ 142875 h 2190750"/>
                    <a:gd name="connsiteX39" fmla="*/ 752475 w 1270000"/>
                    <a:gd name="connsiteY39" fmla="*/ 165100 h 2190750"/>
                    <a:gd name="connsiteX40" fmla="*/ 825500 w 1270000"/>
                    <a:gd name="connsiteY40" fmla="*/ 142875 h 2190750"/>
                    <a:gd name="connsiteX41" fmla="*/ 882650 w 1270000"/>
                    <a:gd name="connsiteY41" fmla="*/ 212725 h 2190750"/>
                    <a:gd name="connsiteX42" fmla="*/ 914400 w 1270000"/>
                    <a:gd name="connsiteY42" fmla="*/ 200025 h 2190750"/>
                    <a:gd name="connsiteX43" fmla="*/ 917575 w 1270000"/>
                    <a:gd name="connsiteY43" fmla="*/ 165100 h 2190750"/>
                    <a:gd name="connsiteX44" fmla="*/ 968375 w 1270000"/>
                    <a:gd name="connsiteY44" fmla="*/ 146050 h 2190750"/>
                    <a:gd name="connsiteX45" fmla="*/ 981075 w 1270000"/>
                    <a:gd name="connsiteY45" fmla="*/ 161925 h 2190750"/>
                    <a:gd name="connsiteX46" fmla="*/ 962025 w 1270000"/>
                    <a:gd name="connsiteY46" fmla="*/ 193675 h 2190750"/>
                    <a:gd name="connsiteX47" fmla="*/ 993775 w 1270000"/>
                    <a:gd name="connsiteY47" fmla="*/ 187325 h 2190750"/>
                    <a:gd name="connsiteX48" fmla="*/ 1028700 w 1270000"/>
                    <a:gd name="connsiteY48" fmla="*/ 234950 h 2190750"/>
                    <a:gd name="connsiteX49" fmla="*/ 1057275 w 1270000"/>
                    <a:gd name="connsiteY49" fmla="*/ 206375 h 2190750"/>
                    <a:gd name="connsiteX50" fmla="*/ 1025525 w 1270000"/>
                    <a:gd name="connsiteY50" fmla="*/ 174625 h 2190750"/>
                    <a:gd name="connsiteX51" fmla="*/ 1060450 w 1270000"/>
                    <a:gd name="connsiteY51" fmla="*/ 149225 h 2190750"/>
                    <a:gd name="connsiteX52" fmla="*/ 1082675 w 1270000"/>
                    <a:gd name="connsiteY52" fmla="*/ 114300 h 2190750"/>
                    <a:gd name="connsiteX53" fmla="*/ 1085850 w 1270000"/>
                    <a:gd name="connsiteY53" fmla="*/ 174625 h 2190750"/>
                    <a:gd name="connsiteX54" fmla="*/ 1101725 w 1270000"/>
                    <a:gd name="connsiteY54" fmla="*/ 203200 h 2190750"/>
                    <a:gd name="connsiteX55" fmla="*/ 1120775 w 1270000"/>
                    <a:gd name="connsiteY55" fmla="*/ 184150 h 2190750"/>
                    <a:gd name="connsiteX56" fmla="*/ 1139825 w 1270000"/>
                    <a:gd name="connsiteY56" fmla="*/ 187325 h 2190750"/>
                    <a:gd name="connsiteX57" fmla="*/ 1149350 w 1270000"/>
                    <a:gd name="connsiteY57" fmla="*/ 222250 h 2190750"/>
                    <a:gd name="connsiteX58" fmla="*/ 1114425 w 1270000"/>
                    <a:gd name="connsiteY58" fmla="*/ 234950 h 2190750"/>
                    <a:gd name="connsiteX59" fmla="*/ 1076325 w 1270000"/>
                    <a:gd name="connsiteY59" fmla="*/ 282575 h 2190750"/>
                    <a:gd name="connsiteX60" fmla="*/ 1079500 w 1270000"/>
                    <a:gd name="connsiteY60" fmla="*/ 320675 h 2190750"/>
                    <a:gd name="connsiteX61" fmla="*/ 1057275 w 1270000"/>
                    <a:gd name="connsiteY61" fmla="*/ 336550 h 2190750"/>
                    <a:gd name="connsiteX62" fmla="*/ 1022350 w 1270000"/>
                    <a:gd name="connsiteY62" fmla="*/ 327025 h 2190750"/>
                    <a:gd name="connsiteX63" fmla="*/ 1006475 w 1270000"/>
                    <a:gd name="connsiteY63" fmla="*/ 336550 h 2190750"/>
                    <a:gd name="connsiteX64" fmla="*/ 1016000 w 1270000"/>
                    <a:gd name="connsiteY64" fmla="*/ 368300 h 2190750"/>
                    <a:gd name="connsiteX65" fmla="*/ 984250 w 1270000"/>
                    <a:gd name="connsiteY65" fmla="*/ 355600 h 2190750"/>
                    <a:gd name="connsiteX66" fmla="*/ 965200 w 1270000"/>
                    <a:gd name="connsiteY66" fmla="*/ 377825 h 2190750"/>
                    <a:gd name="connsiteX67" fmla="*/ 990600 w 1270000"/>
                    <a:gd name="connsiteY67" fmla="*/ 412750 h 2190750"/>
                    <a:gd name="connsiteX68" fmla="*/ 1050925 w 1270000"/>
                    <a:gd name="connsiteY68" fmla="*/ 431800 h 2190750"/>
                    <a:gd name="connsiteX69" fmla="*/ 1082675 w 1270000"/>
                    <a:gd name="connsiteY69" fmla="*/ 406400 h 2190750"/>
                    <a:gd name="connsiteX70" fmla="*/ 1120775 w 1270000"/>
                    <a:gd name="connsiteY70" fmla="*/ 419100 h 2190750"/>
                    <a:gd name="connsiteX71" fmla="*/ 1123950 w 1270000"/>
                    <a:gd name="connsiteY71" fmla="*/ 447675 h 2190750"/>
                    <a:gd name="connsiteX72" fmla="*/ 1111250 w 1270000"/>
                    <a:gd name="connsiteY72" fmla="*/ 463550 h 2190750"/>
                    <a:gd name="connsiteX73" fmla="*/ 1149350 w 1270000"/>
                    <a:gd name="connsiteY73" fmla="*/ 485775 h 2190750"/>
                    <a:gd name="connsiteX74" fmla="*/ 1123950 w 1270000"/>
                    <a:gd name="connsiteY74" fmla="*/ 504825 h 2190750"/>
                    <a:gd name="connsiteX75" fmla="*/ 1089025 w 1270000"/>
                    <a:gd name="connsiteY75" fmla="*/ 495300 h 2190750"/>
                    <a:gd name="connsiteX76" fmla="*/ 1054100 w 1270000"/>
                    <a:gd name="connsiteY76" fmla="*/ 488950 h 2190750"/>
                    <a:gd name="connsiteX77" fmla="*/ 1044575 w 1270000"/>
                    <a:gd name="connsiteY77" fmla="*/ 438150 h 2190750"/>
                    <a:gd name="connsiteX78" fmla="*/ 987425 w 1270000"/>
                    <a:gd name="connsiteY78" fmla="*/ 422275 h 2190750"/>
                    <a:gd name="connsiteX79" fmla="*/ 984250 w 1270000"/>
                    <a:gd name="connsiteY79" fmla="*/ 473075 h 2190750"/>
                    <a:gd name="connsiteX80" fmla="*/ 920750 w 1270000"/>
                    <a:gd name="connsiteY80" fmla="*/ 527050 h 2190750"/>
                    <a:gd name="connsiteX81" fmla="*/ 923925 w 1270000"/>
                    <a:gd name="connsiteY81" fmla="*/ 546100 h 2190750"/>
                    <a:gd name="connsiteX82" fmla="*/ 898525 w 1270000"/>
                    <a:gd name="connsiteY82" fmla="*/ 565150 h 2190750"/>
                    <a:gd name="connsiteX83" fmla="*/ 914400 w 1270000"/>
                    <a:gd name="connsiteY83" fmla="*/ 590550 h 2190750"/>
                    <a:gd name="connsiteX84" fmla="*/ 942975 w 1270000"/>
                    <a:gd name="connsiteY84" fmla="*/ 600075 h 2190750"/>
                    <a:gd name="connsiteX85" fmla="*/ 971550 w 1270000"/>
                    <a:gd name="connsiteY85" fmla="*/ 635000 h 2190750"/>
                    <a:gd name="connsiteX86" fmla="*/ 1000125 w 1270000"/>
                    <a:gd name="connsiteY86" fmla="*/ 628650 h 2190750"/>
                    <a:gd name="connsiteX87" fmla="*/ 1025525 w 1270000"/>
                    <a:gd name="connsiteY87" fmla="*/ 673100 h 2190750"/>
                    <a:gd name="connsiteX88" fmla="*/ 1060450 w 1270000"/>
                    <a:gd name="connsiteY88" fmla="*/ 688975 h 2190750"/>
                    <a:gd name="connsiteX89" fmla="*/ 1082675 w 1270000"/>
                    <a:gd name="connsiteY89" fmla="*/ 727075 h 2190750"/>
                    <a:gd name="connsiteX90" fmla="*/ 1104900 w 1270000"/>
                    <a:gd name="connsiteY90" fmla="*/ 746125 h 2190750"/>
                    <a:gd name="connsiteX91" fmla="*/ 1155700 w 1270000"/>
                    <a:gd name="connsiteY91" fmla="*/ 736600 h 2190750"/>
                    <a:gd name="connsiteX92" fmla="*/ 1193800 w 1270000"/>
                    <a:gd name="connsiteY92" fmla="*/ 774700 h 2190750"/>
                    <a:gd name="connsiteX93" fmla="*/ 1228725 w 1270000"/>
                    <a:gd name="connsiteY93" fmla="*/ 777875 h 2190750"/>
                    <a:gd name="connsiteX94" fmla="*/ 1270000 w 1270000"/>
                    <a:gd name="connsiteY94" fmla="*/ 844550 h 2190750"/>
                    <a:gd name="connsiteX95" fmla="*/ 1225550 w 1270000"/>
                    <a:gd name="connsiteY95" fmla="*/ 2190750 h 2190750"/>
                    <a:gd name="connsiteX96" fmla="*/ 60325 w 1270000"/>
                    <a:gd name="connsiteY96" fmla="*/ 2187575 h 2190750"/>
                    <a:gd name="connsiteX97" fmla="*/ 0 w 1270000"/>
                    <a:gd name="connsiteY97" fmla="*/ 587375 h 2190750"/>
                    <a:gd name="connsiteX98" fmla="*/ 28575 w 1270000"/>
                    <a:gd name="connsiteY98" fmla="*/ 600075 h 2190750"/>
                    <a:gd name="connsiteX99" fmla="*/ 34925 w 1270000"/>
                    <a:gd name="connsiteY99" fmla="*/ 622300 h 2190750"/>
                    <a:gd name="connsiteX100" fmla="*/ 53975 w 1270000"/>
                    <a:gd name="connsiteY100" fmla="*/ 577850 h 2190750"/>
                    <a:gd name="connsiteX101" fmla="*/ 82550 w 1270000"/>
                    <a:gd name="connsiteY101" fmla="*/ 609600 h 2190750"/>
                    <a:gd name="connsiteX102" fmla="*/ 95250 w 1270000"/>
                    <a:gd name="connsiteY102" fmla="*/ 631825 h 2190750"/>
                    <a:gd name="connsiteX103" fmla="*/ 85725 w 1270000"/>
                    <a:gd name="connsiteY103" fmla="*/ 584200 h 2190750"/>
                    <a:gd name="connsiteX104" fmla="*/ 107950 w 1270000"/>
                    <a:gd name="connsiteY104" fmla="*/ 558800 h 2190750"/>
                    <a:gd name="connsiteX105" fmla="*/ 44450 w 1270000"/>
                    <a:gd name="connsiteY105" fmla="*/ 501650 h 2190750"/>
                    <a:gd name="connsiteX106" fmla="*/ 47625 w 1270000"/>
                    <a:gd name="connsiteY106" fmla="*/ 476250 h 2190750"/>
                    <a:gd name="connsiteX107" fmla="*/ 92075 w 1270000"/>
                    <a:gd name="connsiteY107" fmla="*/ 463550 h 2190750"/>
                    <a:gd name="connsiteX108" fmla="*/ 104775 w 1270000"/>
                    <a:gd name="connsiteY108" fmla="*/ 381000 h 2190750"/>
                    <a:gd name="connsiteX0" fmla="*/ 104775 w 1270000"/>
                    <a:gd name="connsiteY0" fmla="*/ 381000 h 2197135"/>
                    <a:gd name="connsiteX1" fmla="*/ 155575 w 1270000"/>
                    <a:gd name="connsiteY1" fmla="*/ 371475 h 2197135"/>
                    <a:gd name="connsiteX2" fmla="*/ 171450 w 1270000"/>
                    <a:gd name="connsiteY2" fmla="*/ 342900 h 2197135"/>
                    <a:gd name="connsiteX3" fmla="*/ 168275 w 1270000"/>
                    <a:gd name="connsiteY3" fmla="*/ 339725 h 2197135"/>
                    <a:gd name="connsiteX4" fmla="*/ 152400 w 1270000"/>
                    <a:gd name="connsiteY4" fmla="*/ 292100 h 2197135"/>
                    <a:gd name="connsiteX5" fmla="*/ 171450 w 1270000"/>
                    <a:gd name="connsiteY5" fmla="*/ 285750 h 2197135"/>
                    <a:gd name="connsiteX6" fmla="*/ 193675 w 1270000"/>
                    <a:gd name="connsiteY6" fmla="*/ 250825 h 2197135"/>
                    <a:gd name="connsiteX7" fmla="*/ 219075 w 1270000"/>
                    <a:gd name="connsiteY7" fmla="*/ 257175 h 2197135"/>
                    <a:gd name="connsiteX8" fmla="*/ 222250 w 1270000"/>
                    <a:gd name="connsiteY8" fmla="*/ 209550 h 2197135"/>
                    <a:gd name="connsiteX9" fmla="*/ 266700 w 1270000"/>
                    <a:gd name="connsiteY9" fmla="*/ 219075 h 2197135"/>
                    <a:gd name="connsiteX10" fmla="*/ 288925 w 1270000"/>
                    <a:gd name="connsiteY10" fmla="*/ 168275 h 2197135"/>
                    <a:gd name="connsiteX11" fmla="*/ 339725 w 1270000"/>
                    <a:gd name="connsiteY11" fmla="*/ 196850 h 2197135"/>
                    <a:gd name="connsiteX12" fmla="*/ 431800 w 1270000"/>
                    <a:gd name="connsiteY12" fmla="*/ 200025 h 2197135"/>
                    <a:gd name="connsiteX13" fmla="*/ 463550 w 1270000"/>
                    <a:gd name="connsiteY13" fmla="*/ 177800 h 2197135"/>
                    <a:gd name="connsiteX14" fmla="*/ 495300 w 1270000"/>
                    <a:gd name="connsiteY14" fmla="*/ 206375 h 2197135"/>
                    <a:gd name="connsiteX15" fmla="*/ 495300 w 1270000"/>
                    <a:gd name="connsiteY15" fmla="*/ 161925 h 2197135"/>
                    <a:gd name="connsiteX16" fmla="*/ 514350 w 1270000"/>
                    <a:gd name="connsiteY16" fmla="*/ 171450 h 2197135"/>
                    <a:gd name="connsiteX17" fmla="*/ 514350 w 1270000"/>
                    <a:gd name="connsiteY17" fmla="*/ 130175 h 2197135"/>
                    <a:gd name="connsiteX18" fmla="*/ 501650 w 1270000"/>
                    <a:gd name="connsiteY18" fmla="*/ 120650 h 2197135"/>
                    <a:gd name="connsiteX19" fmla="*/ 495300 w 1270000"/>
                    <a:gd name="connsiteY19" fmla="*/ 88900 h 2197135"/>
                    <a:gd name="connsiteX20" fmla="*/ 476250 w 1270000"/>
                    <a:gd name="connsiteY20" fmla="*/ 66675 h 2197135"/>
                    <a:gd name="connsiteX21" fmla="*/ 431800 w 1270000"/>
                    <a:gd name="connsiteY21" fmla="*/ 79375 h 2197135"/>
                    <a:gd name="connsiteX22" fmla="*/ 384175 w 1270000"/>
                    <a:gd name="connsiteY22" fmla="*/ 47625 h 2197135"/>
                    <a:gd name="connsiteX23" fmla="*/ 428625 w 1270000"/>
                    <a:gd name="connsiteY23" fmla="*/ 22225 h 2197135"/>
                    <a:gd name="connsiteX24" fmla="*/ 444500 w 1270000"/>
                    <a:gd name="connsiteY24" fmla="*/ 41275 h 2197135"/>
                    <a:gd name="connsiteX25" fmla="*/ 479425 w 1270000"/>
                    <a:gd name="connsiteY25" fmla="*/ 34925 h 2197135"/>
                    <a:gd name="connsiteX26" fmla="*/ 498475 w 1270000"/>
                    <a:gd name="connsiteY26" fmla="*/ 0 h 2197135"/>
                    <a:gd name="connsiteX27" fmla="*/ 517525 w 1270000"/>
                    <a:gd name="connsiteY27" fmla="*/ 41275 h 2197135"/>
                    <a:gd name="connsiteX28" fmla="*/ 514350 w 1270000"/>
                    <a:gd name="connsiteY28" fmla="*/ 66675 h 2197135"/>
                    <a:gd name="connsiteX29" fmla="*/ 527050 w 1270000"/>
                    <a:gd name="connsiteY29" fmla="*/ 76200 h 2197135"/>
                    <a:gd name="connsiteX30" fmla="*/ 555625 w 1270000"/>
                    <a:gd name="connsiteY30" fmla="*/ 53975 h 2197135"/>
                    <a:gd name="connsiteX31" fmla="*/ 574675 w 1270000"/>
                    <a:gd name="connsiteY31" fmla="*/ 76200 h 2197135"/>
                    <a:gd name="connsiteX32" fmla="*/ 574675 w 1270000"/>
                    <a:gd name="connsiteY32" fmla="*/ 107950 h 2197135"/>
                    <a:gd name="connsiteX33" fmla="*/ 625475 w 1270000"/>
                    <a:gd name="connsiteY33" fmla="*/ 111125 h 2197135"/>
                    <a:gd name="connsiteX34" fmla="*/ 631825 w 1270000"/>
                    <a:gd name="connsiteY34" fmla="*/ 79375 h 2197135"/>
                    <a:gd name="connsiteX35" fmla="*/ 641350 w 1270000"/>
                    <a:gd name="connsiteY35" fmla="*/ 130175 h 2197135"/>
                    <a:gd name="connsiteX36" fmla="*/ 682625 w 1270000"/>
                    <a:gd name="connsiteY36" fmla="*/ 111125 h 2197135"/>
                    <a:gd name="connsiteX37" fmla="*/ 708025 w 1270000"/>
                    <a:gd name="connsiteY37" fmla="*/ 142875 h 2197135"/>
                    <a:gd name="connsiteX38" fmla="*/ 739775 w 1270000"/>
                    <a:gd name="connsiteY38" fmla="*/ 142875 h 2197135"/>
                    <a:gd name="connsiteX39" fmla="*/ 752475 w 1270000"/>
                    <a:gd name="connsiteY39" fmla="*/ 165100 h 2197135"/>
                    <a:gd name="connsiteX40" fmla="*/ 825500 w 1270000"/>
                    <a:gd name="connsiteY40" fmla="*/ 142875 h 2197135"/>
                    <a:gd name="connsiteX41" fmla="*/ 882650 w 1270000"/>
                    <a:gd name="connsiteY41" fmla="*/ 212725 h 2197135"/>
                    <a:gd name="connsiteX42" fmla="*/ 914400 w 1270000"/>
                    <a:gd name="connsiteY42" fmla="*/ 200025 h 2197135"/>
                    <a:gd name="connsiteX43" fmla="*/ 917575 w 1270000"/>
                    <a:gd name="connsiteY43" fmla="*/ 165100 h 2197135"/>
                    <a:gd name="connsiteX44" fmla="*/ 968375 w 1270000"/>
                    <a:gd name="connsiteY44" fmla="*/ 146050 h 2197135"/>
                    <a:gd name="connsiteX45" fmla="*/ 981075 w 1270000"/>
                    <a:gd name="connsiteY45" fmla="*/ 161925 h 2197135"/>
                    <a:gd name="connsiteX46" fmla="*/ 962025 w 1270000"/>
                    <a:gd name="connsiteY46" fmla="*/ 193675 h 2197135"/>
                    <a:gd name="connsiteX47" fmla="*/ 993775 w 1270000"/>
                    <a:gd name="connsiteY47" fmla="*/ 187325 h 2197135"/>
                    <a:gd name="connsiteX48" fmla="*/ 1028700 w 1270000"/>
                    <a:gd name="connsiteY48" fmla="*/ 234950 h 2197135"/>
                    <a:gd name="connsiteX49" fmla="*/ 1057275 w 1270000"/>
                    <a:gd name="connsiteY49" fmla="*/ 206375 h 2197135"/>
                    <a:gd name="connsiteX50" fmla="*/ 1025525 w 1270000"/>
                    <a:gd name="connsiteY50" fmla="*/ 174625 h 2197135"/>
                    <a:gd name="connsiteX51" fmla="*/ 1060450 w 1270000"/>
                    <a:gd name="connsiteY51" fmla="*/ 149225 h 2197135"/>
                    <a:gd name="connsiteX52" fmla="*/ 1082675 w 1270000"/>
                    <a:gd name="connsiteY52" fmla="*/ 114300 h 2197135"/>
                    <a:gd name="connsiteX53" fmla="*/ 1085850 w 1270000"/>
                    <a:gd name="connsiteY53" fmla="*/ 174625 h 2197135"/>
                    <a:gd name="connsiteX54" fmla="*/ 1101725 w 1270000"/>
                    <a:gd name="connsiteY54" fmla="*/ 203200 h 2197135"/>
                    <a:gd name="connsiteX55" fmla="*/ 1120775 w 1270000"/>
                    <a:gd name="connsiteY55" fmla="*/ 184150 h 2197135"/>
                    <a:gd name="connsiteX56" fmla="*/ 1139825 w 1270000"/>
                    <a:gd name="connsiteY56" fmla="*/ 187325 h 2197135"/>
                    <a:gd name="connsiteX57" fmla="*/ 1149350 w 1270000"/>
                    <a:gd name="connsiteY57" fmla="*/ 222250 h 2197135"/>
                    <a:gd name="connsiteX58" fmla="*/ 1114425 w 1270000"/>
                    <a:gd name="connsiteY58" fmla="*/ 234950 h 2197135"/>
                    <a:gd name="connsiteX59" fmla="*/ 1076325 w 1270000"/>
                    <a:gd name="connsiteY59" fmla="*/ 282575 h 2197135"/>
                    <a:gd name="connsiteX60" fmla="*/ 1079500 w 1270000"/>
                    <a:gd name="connsiteY60" fmla="*/ 320675 h 2197135"/>
                    <a:gd name="connsiteX61" fmla="*/ 1057275 w 1270000"/>
                    <a:gd name="connsiteY61" fmla="*/ 336550 h 2197135"/>
                    <a:gd name="connsiteX62" fmla="*/ 1022350 w 1270000"/>
                    <a:gd name="connsiteY62" fmla="*/ 327025 h 2197135"/>
                    <a:gd name="connsiteX63" fmla="*/ 1006475 w 1270000"/>
                    <a:gd name="connsiteY63" fmla="*/ 336550 h 2197135"/>
                    <a:gd name="connsiteX64" fmla="*/ 1016000 w 1270000"/>
                    <a:gd name="connsiteY64" fmla="*/ 368300 h 2197135"/>
                    <a:gd name="connsiteX65" fmla="*/ 984250 w 1270000"/>
                    <a:gd name="connsiteY65" fmla="*/ 355600 h 2197135"/>
                    <a:gd name="connsiteX66" fmla="*/ 965200 w 1270000"/>
                    <a:gd name="connsiteY66" fmla="*/ 377825 h 2197135"/>
                    <a:gd name="connsiteX67" fmla="*/ 990600 w 1270000"/>
                    <a:gd name="connsiteY67" fmla="*/ 412750 h 2197135"/>
                    <a:gd name="connsiteX68" fmla="*/ 1050925 w 1270000"/>
                    <a:gd name="connsiteY68" fmla="*/ 431800 h 2197135"/>
                    <a:gd name="connsiteX69" fmla="*/ 1082675 w 1270000"/>
                    <a:gd name="connsiteY69" fmla="*/ 406400 h 2197135"/>
                    <a:gd name="connsiteX70" fmla="*/ 1120775 w 1270000"/>
                    <a:gd name="connsiteY70" fmla="*/ 419100 h 2197135"/>
                    <a:gd name="connsiteX71" fmla="*/ 1123950 w 1270000"/>
                    <a:gd name="connsiteY71" fmla="*/ 447675 h 2197135"/>
                    <a:gd name="connsiteX72" fmla="*/ 1111250 w 1270000"/>
                    <a:gd name="connsiteY72" fmla="*/ 463550 h 2197135"/>
                    <a:gd name="connsiteX73" fmla="*/ 1149350 w 1270000"/>
                    <a:gd name="connsiteY73" fmla="*/ 485775 h 2197135"/>
                    <a:gd name="connsiteX74" fmla="*/ 1123950 w 1270000"/>
                    <a:gd name="connsiteY74" fmla="*/ 504825 h 2197135"/>
                    <a:gd name="connsiteX75" fmla="*/ 1089025 w 1270000"/>
                    <a:gd name="connsiteY75" fmla="*/ 495300 h 2197135"/>
                    <a:gd name="connsiteX76" fmla="*/ 1054100 w 1270000"/>
                    <a:gd name="connsiteY76" fmla="*/ 488950 h 2197135"/>
                    <a:gd name="connsiteX77" fmla="*/ 1044575 w 1270000"/>
                    <a:gd name="connsiteY77" fmla="*/ 438150 h 2197135"/>
                    <a:gd name="connsiteX78" fmla="*/ 987425 w 1270000"/>
                    <a:gd name="connsiteY78" fmla="*/ 422275 h 2197135"/>
                    <a:gd name="connsiteX79" fmla="*/ 984250 w 1270000"/>
                    <a:gd name="connsiteY79" fmla="*/ 473075 h 2197135"/>
                    <a:gd name="connsiteX80" fmla="*/ 920750 w 1270000"/>
                    <a:gd name="connsiteY80" fmla="*/ 527050 h 2197135"/>
                    <a:gd name="connsiteX81" fmla="*/ 923925 w 1270000"/>
                    <a:gd name="connsiteY81" fmla="*/ 546100 h 2197135"/>
                    <a:gd name="connsiteX82" fmla="*/ 898525 w 1270000"/>
                    <a:gd name="connsiteY82" fmla="*/ 565150 h 2197135"/>
                    <a:gd name="connsiteX83" fmla="*/ 914400 w 1270000"/>
                    <a:gd name="connsiteY83" fmla="*/ 590550 h 2197135"/>
                    <a:gd name="connsiteX84" fmla="*/ 942975 w 1270000"/>
                    <a:gd name="connsiteY84" fmla="*/ 600075 h 2197135"/>
                    <a:gd name="connsiteX85" fmla="*/ 971550 w 1270000"/>
                    <a:gd name="connsiteY85" fmla="*/ 635000 h 2197135"/>
                    <a:gd name="connsiteX86" fmla="*/ 1000125 w 1270000"/>
                    <a:gd name="connsiteY86" fmla="*/ 628650 h 2197135"/>
                    <a:gd name="connsiteX87" fmla="*/ 1025525 w 1270000"/>
                    <a:gd name="connsiteY87" fmla="*/ 673100 h 2197135"/>
                    <a:gd name="connsiteX88" fmla="*/ 1060450 w 1270000"/>
                    <a:gd name="connsiteY88" fmla="*/ 688975 h 2197135"/>
                    <a:gd name="connsiteX89" fmla="*/ 1082675 w 1270000"/>
                    <a:gd name="connsiteY89" fmla="*/ 727075 h 2197135"/>
                    <a:gd name="connsiteX90" fmla="*/ 1104900 w 1270000"/>
                    <a:gd name="connsiteY90" fmla="*/ 746125 h 2197135"/>
                    <a:gd name="connsiteX91" fmla="*/ 1155700 w 1270000"/>
                    <a:gd name="connsiteY91" fmla="*/ 736600 h 2197135"/>
                    <a:gd name="connsiteX92" fmla="*/ 1193800 w 1270000"/>
                    <a:gd name="connsiteY92" fmla="*/ 774700 h 2197135"/>
                    <a:gd name="connsiteX93" fmla="*/ 1228725 w 1270000"/>
                    <a:gd name="connsiteY93" fmla="*/ 777875 h 2197135"/>
                    <a:gd name="connsiteX94" fmla="*/ 1270000 w 1270000"/>
                    <a:gd name="connsiteY94" fmla="*/ 844550 h 2197135"/>
                    <a:gd name="connsiteX95" fmla="*/ 1225550 w 1270000"/>
                    <a:gd name="connsiteY95" fmla="*/ 2190750 h 2197135"/>
                    <a:gd name="connsiteX96" fmla="*/ 65088 w 1270000"/>
                    <a:gd name="connsiteY96" fmla="*/ 2197135 h 2197135"/>
                    <a:gd name="connsiteX97" fmla="*/ 0 w 1270000"/>
                    <a:gd name="connsiteY97" fmla="*/ 587375 h 2197135"/>
                    <a:gd name="connsiteX98" fmla="*/ 28575 w 1270000"/>
                    <a:gd name="connsiteY98" fmla="*/ 600075 h 2197135"/>
                    <a:gd name="connsiteX99" fmla="*/ 34925 w 1270000"/>
                    <a:gd name="connsiteY99" fmla="*/ 622300 h 2197135"/>
                    <a:gd name="connsiteX100" fmla="*/ 53975 w 1270000"/>
                    <a:gd name="connsiteY100" fmla="*/ 577850 h 2197135"/>
                    <a:gd name="connsiteX101" fmla="*/ 82550 w 1270000"/>
                    <a:gd name="connsiteY101" fmla="*/ 609600 h 2197135"/>
                    <a:gd name="connsiteX102" fmla="*/ 95250 w 1270000"/>
                    <a:gd name="connsiteY102" fmla="*/ 631825 h 2197135"/>
                    <a:gd name="connsiteX103" fmla="*/ 85725 w 1270000"/>
                    <a:gd name="connsiteY103" fmla="*/ 584200 h 2197135"/>
                    <a:gd name="connsiteX104" fmla="*/ 107950 w 1270000"/>
                    <a:gd name="connsiteY104" fmla="*/ 558800 h 2197135"/>
                    <a:gd name="connsiteX105" fmla="*/ 44450 w 1270000"/>
                    <a:gd name="connsiteY105" fmla="*/ 501650 h 2197135"/>
                    <a:gd name="connsiteX106" fmla="*/ 47625 w 1270000"/>
                    <a:gd name="connsiteY106" fmla="*/ 476250 h 2197135"/>
                    <a:gd name="connsiteX107" fmla="*/ 92075 w 1270000"/>
                    <a:gd name="connsiteY107" fmla="*/ 463550 h 2197135"/>
                    <a:gd name="connsiteX108" fmla="*/ 104775 w 1270000"/>
                    <a:gd name="connsiteY108" fmla="*/ 381000 h 2197135"/>
                    <a:gd name="connsiteX0" fmla="*/ 104775 w 1270000"/>
                    <a:gd name="connsiteY0" fmla="*/ 381000 h 2192406"/>
                    <a:gd name="connsiteX1" fmla="*/ 155575 w 1270000"/>
                    <a:gd name="connsiteY1" fmla="*/ 371475 h 2192406"/>
                    <a:gd name="connsiteX2" fmla="*/ 171450 w 1270000"/>
                    <a:gd name="connsiteY2" fmla="*/ 342900 h 2192406"/>
                    <a:gd name="connsiteX3" fmla="*/ 168275 w 1270000"/>
                    <a:gd name="connsiteY3" fmla="*/ 339725 h 2192406"/>
                    <a:gd name="connsiteX4" fmla="*/ 152400 w 1270000"/>
                    <a:gd name="connsiteY4" fmla="*/ 292100 h 2192406"/>
                    <a:gd name="connsiteX5" fmla="*/ 171450 w 1270000"/>
                    <a:gd name="connsiteY5" fmla="*/ 285750 h 2192406"/>
                    <a:gd name="connsiteX6" fmla="*/ 193675 w 1270000"/>
                    <a:gd name="connsiteY6" fmla="*/ 250825 h 2192406"/>
                    <a:gd name="connsiteX7" fmla="*/ 219075 w 1270000"/>
                    <a:gd name="connsiteY7" fmla="*/ 257175 h 2192406"/>
                    <a:gd name="connsiteX8" fmla="*/ 222250 w 1270000"/>
                    <a:gd name="connsiteY8" fmla="*/ 209550 h 2192406"/>
                    <a:gd name="connsiteX9" fmla="*/ 266700 w 1270000"/>
                    <a:gd name="connsiteY9" fmla="*/ 219075 h 2192406"/>
                    <a:gd name="connsiteX10" fmla="*/ 288925 w 1270000"/>
                    <a:gd name="connsiteY10" fmla="*/ 168275 h 2192406"/>
                    <a:gd name="connsiteX11" fmla="*/ 339725 w 1270000"/>
                    <a:gd name="connsiteY11" fmla="*/ 196850 h 2192406"/>
                    <a:gd name="connsiteX12" fmla="*/ 431800 w 1270000"/>
                    <a:gd name="connsiteY12" fmla="*/ 200025 h 2192406"/>
                    <a:gd name="connsiteX13" fmla="*/ 463550 w 1270000"/>
                    <a:gd name="connsiteY13" fmla="*/ 177800 h 2192406"/>
                    <a:gd name="connsiteX14" fmla="*/ 495300 w 1270000"/>
                    <a:gd name="connsiteY14" fmla="*/ 206375 h 2192406"/>
                    <a:gd name="connsiteX15" fmla="*/ 495300 w 1270000"/>
                    <a:gd name="connsiteY15" fmla="*/ 161925 h 2192406"/>
                    <a:gd name="connsiteX16" fmla="*/ 514350 w 1270000"/>
                    <a:gd name="connsiteY16" fmla="*/ 171450 h 2192406"/>
                    <a:gd name="connsiteX17" fmla="*/ 514350 w 1270000"/>
                    <a:gd name="connsiteY17" fmla="*/ 130175 h 2192406"/>
                    <a:gd name="connsiteX18" fmla="*/ 501650 w 1270000"/>
                    <a:gd name="connsiteY18" fmla="*/ 120650 h 2192406"/>
                    <a:gd name="connsiteX19" fmla="*/ 495300 w 1270000"/>
                    <a:gd name="connsiteY19" fmla="*/ 88900 h 2192406"/>
                    <a:gd name="connsiteX20" fmla="*/ 476250 w 1270000"/>
                    <a:gd name="connsiteY20" fmla="*/ 66675 h 2192406"/>
                    <a:gd name="connsiteX21" fmla="*/ 431800 w 1270000"/>
                    <a:gd name="connsiteY21" fmla="*/ 79375 h 2192406"/>
                    <a:gd name="connsiteX22" fmla="*/ 384175 w 1270000"/>
                    <a:gd name="connsiteY22" fmla="*/ 47625 h 2192406"/>
                    <a:gd name="connsiteX23" fmla="*/ 428625 w 1270000"/>
                    <a:gd name="connsiteY23" fmla="*/ 22225 h 2192406"/>
                    <a:gd name="connsiteX24" fmla="*/ 444500 w 1270000"/>
                    <a:gd name="connsiteY24" fmla="*/ 41275 h 2192406"/>
                    <a:gd name="connsiteX25" fmla="*/ 479425 w 1270000"/>
                    <a:gd name="connsiteY25" fmla="*/ 34925 h 2192406"/>
                    <a:gd name="connsiteX26" fmla="*/ 498475 w 1270000"/>
                    <a:gd name="connsiteY26" fmla="*/ 0 h 2192406"/>
                    <a:gd name="connsiteX27" fmla="*/ 517525 w 1270000"/>
                    <a:gd name="connsiteY27" fmla="*/ 41275 h 2192406"/>
                    <a:gd name="connsiteX28" fmla="*/ 514350 w 1270000"/>
                    <a:gd name="connsiteY28" fmla="*/ 66675 h 2192406"/>
                    <a:gd name="connsiteX29" fmla="*/ 527050 w 1270000"/>
                    <a:gd name="connsiteY29" fmla="*/ 76200 h 2192406"/>
                    <a:gd name="connsiteX30" fmla="*/ 555625 w 1270000"/>
                    <a:gd name="connsiteY30" fmla="*/ 53975 h 2192406"/>
                    <a:gd name="connsiteX31" fmla="*/ 574675 w 1270000"/>
                    <a:gd name="connsiteY31" fmla="*/ 76200 h 2192406"/>
                    <a:gd name="connsiteX32" fmla="*/ 574675 w 1270000"/>
                    <a:gd name="connsiteY32" fmla="*/ 107950 h 2192406"/>
                    <a:gd name="connsiteX33" fmla="*/ 625475 w 1270000"/>
                    <a:gd name="connsiteY33" fmla="*/ 111125 h 2192406"/>
                    <a:gd name="connsiteX34" fmla="*/ 631825 w 1270000"/>
                    <a:gd name="connsiteY34" fmla="*/ 79375 h 2192406"/>
                    <a:gd name="connsiteX35" fmla="*/ 641350 w 1270000"/>
                    <a:gd name="connsiteY35" fmla="*/ 130175 h 2192406"/>
                    <a:gd name="connsiteX36" fmla="*/ 682625 w 1270000"/>
                    <a:gd name="connsiteY36" fmla="*/ 111125 h 2192406"/>
                    <a:gd name="connsiteX37" fmla="*/ 708025 w 1270000"/>
                    <a:gd name="connsiteY37" fmla="*/ 142875 h 2192406"/>
                    <a:gd name="connsiteX38" fmla="*/ 739775 w 1270000"/>
                    <a:gd name="connsiteY38" fmla="*/ 142875 h 2192406"/>
                    <a:gd name="connsiteX39" fmla="*/ 752475 w 1270000"/>
                    <a:gd name="connsiteY39" fmla="*/ 165100 h 2192406"/>
                    <a:gd name="connsiteX40" fmla="*/ 825500 w 1270000"/>
                    <a:gd name="connsiteY40" fmla="*/ 142875 h 2192406"/>
                    <a:gd name="connsiteX41" fmla="*/ 882650 w 1270000"/>
                    <a:gd name="connsiteY41" fmla="*/ 212725 h 2192406"/>
                    <a:gd name="connsiteX42" fmla="*/ 914400 w 1270000"/>
                    <a:gd name="connsiteY42" fmla="*/ 200025 h 2192406"/>
                    <a:gd name="connsiteX43" fmla="*/ 917575 w 1270000"/>
                    <a:gd name="connsiteY43" fmla="*/ 165100 h 2192406"/>
                    <a:gd name="connsiteX44" fmla="*/ 968375 w 1270000"/>
                    <a:gd name="connsiteY44" fmla="*/ 146050 h 2192406"/>
                    <a:gd name="connsiteX45" fmla="*/ 981075 w 1270000"/>
                    <a:gd name="connsiteY45" fmla="*/ 161925 h 2192406"/>
                    <a:gd name="connsiteX46" fmla="*/ 962025 w 1270000"/>
                    <a:gd name="connsiteY46" fmla="*/ 193675 h 2192406"/>
                    <a:gd name="connsiteX47" fmla="*/ 993775 w 1270000"/>
                    <a:gd name="connsiteY47" fmla="*/ 187325 h 2192406"/>
                    <a:gd name="connsiteX48" fmla="*/ 1028700 w 1270000"/>
                    <a:gd name="connsiteY48" fmla="*/ 234950 h 2192406"/>
                    <a:gd name="connsiteX49" fmla="*/ 1057275 w 1270000"/>
                    <a:gd name="connsiteY49" fmla="*/ 206375 h 2192406"/>
                    <a:gd name="connsiteX50" fmla="*/ 1025525 w 1270000"/>
                    <a:gd name="connsiteY50" fmla="*/ 174625 h 2192406"/>
                    <a:gd name="connsiteX51" fmla="*/ 1060450 w 1270000"/>
                    <a:gd name="connsiteY51" fmla="*/ 149225 h 2192406"/>
                    <a:gd name="connsiteX52" fmla="*/ 1082675 w 1270000"/>
                    <a:gd name="connsiteY52" fmla="*/ 114300 h 2192406"/>
                    <a:gd name="connsiteX53" fmla="*/ 1085850 w 1270000"/>
                    <a:gd name="connsiteY53" fmla="*/ 174625 h 2192406"/>
                    <a:gd name="connsiteX54" fmla="*/ 1101725 w 1270000"/>
                    <a:gd name="connsiteY54" fmla="*/ 203200 h 2192406"/>
                    <a:gd name="connsiteX55" fmla="*/ 1120775 w 1270000"/>
                    <a:gd name="connsiteY55" fmla="*/ 184150 h 2192406"/>
                    <a:gd name="connsiteX56" fmla="*/ 1139825 w 1270000"/>
                    <a:gd name="connsiteY56" fmla="*/ 187325 h 2192406"/>
                    <a:gd name="connsiteX57" fmla="*/ 1149350 w 1270000"/>
                    <a:gd name="connsiteY57" fmla="*/ 222250 h 2192406"/>
                    <a:gd name="connsiteX58" fmla="*/ 1114425 w 1270000"/>
                    <a:gd name="connsiteY58" fmla="*/ 234950 h 2192406"/>
                    <a:gd name="connsiteX59" fmla="*/ 1076325 w 1270000"/>
                    <a:gd name="connsiteY59" fmla="*/ 282575 h 2192406"/>
                    <a:gd name="connsiteX60" fmla="*/ 1079500 w 1270000"/>
                    <a:gd name="connsiteY60" fmla="*/ 320675 h 2192406"/>
                    <a:gd name="connsiteX61" fmla="*/ 1057275 w 1270000"/>
                    <a:gd name="connsiteY61" fmla="*/ 336550 h 2192406"/>
                    <a:gd name="connsiteX62" fmla="*/ 1022350 w 1270000"/>
                    <a:gd name="connsiteY62" fmla="*/ 327025 h 2192406"/>
                    <a:gd name="connsiteX63" fmla="*/ 1006475 w 1270000"/>
                    <a:gd name="connsiteY63" fmla="*/ 336550 h 2192406"/>
                    <a:gd name="connsiteX64" fmla="*/ 1016000 w 1270000"/>
                    <a:gd name="connsiteY64" fmla="*/ 368300 h 2192406"/>
                    <a:gd name="connsiteX65" fmla="*/ 984250 w 1270000"/>
                    <a:gd name="connsiteY65" fmla="*/ 355600 h 2192406"/>
                    <a:gd name="connsiteX66" fmla="*/ 965200 w 1270000"/>
                    <a:gd name="connsiteY66" fmla="*/ 377825 h 2192406"/>
                    <a:gd name="connsiteX67" fmla="*/ 990600 w 1270000"/>
                    <a:gd name="connsiteY67" fmla="*/ 412750 h 2192406"/>
                    <a:gd name="connsiteX68" fmla="*/ 1050925 w 1270000"/>
                    <a:gd name="connsiteY68" fmla="*/ 431800 h 2192406"/>
                    <a:gd name="connsiteX69" fmla="*/ 1082675 w 1270000"/>
                    <a:gd name="connsiteY69" fmla="*/ 406400 h 2192406"/>
                    <a:gd name="connsiteX70" fmla="*/ 1120775 w 1270000"/>
                    <a:gd name="connsiteY70" fmla="*/ 419100 h 2192406"/>
                    <a:gd name="connsiteX71" fmla="*/ 1123950 w 1270000"/>
                    <a:gd name="connsiteY71" fmla="*/ 447675 h 2192406"/>
                    <a:gd name="connsiteX72" fmla="*/ 1111250 w 1270000"/>
                    <a:gd name="connsiteY72" fmla="*/ 463550 h 2192406"/>
                    <a:gd name="connsiteX73" fmla="*/ 1149350 w 1270000"/>
                    <a:gd name="connsiteY73" fmla="*/ 485775 h 2192406"/>
                    <a:gd name="connsiteX74" fmla="*/ 1123950 w 1270000"/>
                    <a:gd name="connsiteY74" fmla="*/ 504825 h 2192406"/>
                    <a:gd name="connsiteX75" fmla="*/ 1089025 w 1270000"/>
                    <a:gd name="connsiteY75" fmla="*/ 495300 h 2192406"/>
                    <a:gd name="connsiteX76" fmla="*/ 1054100 w 1270000"/>
                    <a:gd name="connsiteY76" fmla="*/ 488950 h 2192406"/>
                    <a:gd name="connsiteX77" fmla="*/ 1044575 w 1270000"/>
                    <a:gd name="connsiteY77" fmla="*/ 438150 h 2192406"/>
                    <a:gd name="connsiteX78" fmla="*/ 987425 w 1270000"/>
                    <a:gd name="connsiteY78" fmla="*/ 422275 h 2192406"/>
                    <a:gd name="connsiteX79" fmla="*/ 984250 w 1270000"/>
                    <a:gd name="connsiteY79" fmla="*/ 473075 h 2192406"/>
                    <a:gd name="connsiteX80" fmla="*/ 920750 w 1270000"/>
                    <a:gd name="connsiteY80" fmla="*/ 527050 h 2192406"/>
                    <a:gd name="connsiteX81" fmla="*/ 923925 w 1270000"/>
                    <a:gd name="connsiteY81" fmla="*/ 546100 h 2192406"/>
                    <a:gd name="connsiteX82" fmla="*/ 898525 w 1270000"/>
                    <a:gd name="connsiteY82" fmla="*/ 565150 h 2192406"/>
                    <a:gd name="connsiteX83" fmla="*/ 914400 w 1270000"/>
                    <a:gd name="connsiteY83" fmla="*/ 590550 h 2192406"/>
                    <a:gd name="connsiteX84" fmla="*/ 942975 w 1270000"/>
                    <a:gd name="connsiteY84" fmla="*/ 600075 h 2192406"/>
                    <a:gd name="connsiteX85" fmla="*/ 971550 w 1270000"/>
                    <a:gd name="connsiteY85" fmla="*/ 635000 h 2192406"/>
                    <a:gd name="connsiteX86" fmla="*/ 1000125 w 1270000"/>
                    <a:gd name="connsiteY86" fmla="*/ 628650 h 2192406"/>
                    <a:gd name="connsiteX87" fmla="*/ 1025525 w 1270000"/>
                    <a:gd name="connsiteY87" fmla="*/ 673100 h 2192406"/>
                    <a:gd name="connsiteX88" fmla="*/ 1060450 w 1270000"/>
                    <a:gd name="connsiteY88" fmla="*/ 688975 h 2192406"/>
                    <a:gd name="connsiteX89" fmla="*/ 1082675 w 1270000"/>
                    <a:gd name="connsiteY89" fmla="*/ 727075 h 2192406"/>
                    <a:gd name="connsiteX90" fmla="*/ 1104900 w 1270000"/>
                    <a:gd name="connsiteY90" fmla="*/ 746125 h 2192406"/>
                    <a:gd name="connsiteX91" fmla="*/ 1155700 w 1270000"/>
                    <a:gd name="connsiteY91" fmla="*/ 736600 h 2192406"/>
                    <a:gd name="connsiteX92" fmla="*/ 1193800 w 1270000"/>
                    <a:gd name="connsiteY92" fmla="*/ 774700 h 2192406"/>
                    <a:gd name="connsiteX93" fmla="*/ 1228725 w 1270000"/>
                    <a:gd name="connsiteY93" fmla="*/ 777875 h 2192406"/>
                    <a:gd name="connsiteX94" fmla="*/ 1270000 w 1270000"/>
                    <a:gd name="connsiteY94" fmla="*/ 844550 h 2192406"/>
                    <a:gd name="connsiteX95" fmla="*/ 1225550 w 1270000"/>
                    <a:gd name="connsiteY95" fmla="*/ 2190750 h 2192406"/>
                    <a:gd name="connsiteX96" fmla="*/ 65088 w 1270000"/>
                    <a:gd name="connsiteY96" fmla="*/ 2192406 h 2192406"/>
                    <a:gd name="connsiteX97" fmla="*/ 0 w 1270000"/>
                    <a:gd name="connsiteY97" fmla="*/ 587375 h 2192406"/>
                    <a:gd name="connsiteX98" fmla="*/ 28575 w 1270000"/>
                    <a:gd name="connsiteY98" fmla="*/ 600075 h 2192406"/>
                    <a:gd name="connsiteX99" fmla="*/ 34925 w 1270000"/>
                    <a:gd name="connsiteY99" fmla="*/ 622300 h 2192406"/>
                    <a:gd name="connsiteX100" fmla="*/ 53975 w 1270000"/>
                    <a:gd name="connsiteY100" fmla="*/ 577850 h 2192406"/>
                    <a:gd name="connsiteX101" fmla="*/ 82550 w 1270000"/>
                    <a:gd name="connsiteY101" fmla="*/ 609600 h 2192406"/>
                    <a:gd name="connsiteX102" fmla="*/ 95250 w 1270000"/>
                    <a:gd name="connsiteY102" fmla="*/ 631825 h 2192406"/>
                    <a:gd name="connsiteX103" fmla="*/ 85725 w 1270000"/>
                    <a:gd name="connsiteY103" fmla="*/ 584200 h 2192406"/>
                    <a:gd name="connsiteX104" fmla="*/ 107950 w 1270000"/>
                    <a:gd name="connsiteY104" fmla="*/ 558800 h 2192406"/>
                    <a:gd name="connsiteX105" fmla="*/ 44450 w 1270000"/>
                    <a:gd name="connsiteY105" fmla="*/ 501650 h 2192406"/>
                    <a:gd name="connsiteX106" fmla="*/ 47625 w 1270000"/>
                    <a:gd name="connsiteY106" fmla="*/ 476250 h 2192406"/>
                    <a:gd name="connsiteX107" fmla="*/ 92075 w 1270000"/>
                    <a:gd name="connsiteY107" fmla="*/ 463550 h 2192406"/>
                    <a:gd name="connsiteX108" fmla="*/ 104775 w 1270000"/>
                    <a:gd name="connsiteY108" fmla="*/ 381000 h 2192406"/>
                    <a:gd name="connsiteX0" fmla="*/ 104775 w 1270000"/>
                    <a:gd name="connsiteY0" fmla="*/ 381000 h 2190819"/>
                    <a:gd name="connsiteX1" fmla="*/ 155575 w 1270000"/>
                    <a:gd name="connsiteY1" fmla="*/ 371475 h 2190819"/>
                    <a:gd name="connsiteX2" fmla="*/ 171450 w 1270000"/>
                    <a:gd name="connsiteY2" fmla="*/ 342900 h 2190819"/>
                    <a:gd name="connsiteX3" fmla="*/ 168275 w 1270000"/>
                    <a:gd name="connsiteY3" fmla="*/ 339725 h 2190819"/>
                    <a:gd name="connsiteX4" fmla="*/ 152400 w 1270000"/>
                    <a:gd name="connsiteY4" fmla="*/ 292100 h 2190819"/>
                    <a:gd name="connsiteX5" fmla="*/ 171450 w 1270000"/>
                    <a:gd name="connsiteY5" fmla="*/ 285750 h 2190819"/>
                    <a:gd name="connsiteX6" fmla="*/ 193675 w 1270000"/>
                    <a:gd name="connsiteY6" fmla="*/ 250825 h 2190819"/>
                    <a:gd name="connsiteX7" fmla="*/ 219075 w 1270000"/>
                    <a:gd name="connsiteY7" fmla="*/ 257175 h 2190819"/>
                    <a:gd name="connsiteX8" fmla="*/ 222250 w 1270000"/>
                    <a:gd name="connsiteY8" fmla="*/ 209550 h 2190819"/>
                    <a:gd name="connsiteX9" fmla="*/ 266700 w 1270000"/>
                    <a:gd name="connsiteY9" fmla="*/ 219075 h 2190819"/>
                    <a:gd name="connsiteX10" fmla="*/ 288925 w 1270000"/>
                    <a:gd name="connsiteY10" fmla="*/ 168275 h 2190819"/>
                    <a:gd name="connsiteX11" fmla="*/ 339725 w 1270000"/>
                    <a:gd name="connsiteY11" fmla="*/ 196850 h 2190819"/>
                    <a:gd name="connsiteX12" fmla="*/ 431800 w 1270000"/>
                    <a:gd name="connsiteY12" fmla="*/ 200025 h 2190819"/>
                    <a:gd name="connsiteX13" fmla="*/ 463550 w 1270000"/>
                    <a:gd name="connsiteY13" fmla="*/ 177800 h 2190819"/>
                    <a:gd name="connsiteX14" fmla="*/ 495300 w 1270000"/>
                    <a:gd name="connsiteY14" fmla="*/ 206375 h 2190819"/>
                    <a:gd name="connsiteX15" fmla="*/ 495300 w 1270000"/>
                    <a:gd name="connsiteY15" fmla="*/ 161925 h 2190819"/>
                    <a:gd name="connsiteX16" fmla="*/ 514350 w 1270000"/>
                    <a:gd name="connsiteY16" fmla="*/ 171450 h 2190819"/>
                    <a:gd name="connsiteX17" fmla="*/ 514350 w 1270000"/>
                    <a:gd name="connsiteY17" fmla="*/ 130175 h 2190819"/>
                    <a:gd name="connsiteX18" fmla="*/ 501650 w 1270000"/>
                    <a:gd name="connsiteY18" fmla="*/ 120650 h 2190819"/>
                    <a:gd name="connsiteX19" fmla="*/ 495300 w 1270000"/>
                    <a:gd name="connsiteY19" fmla="*/ 88900 h 2190819"/>
                    <a:gd name="connsiteX20" fmla="*/ 476250 w 1270000"/>
                    <a:gd name="connsiteY20" fmla="*/ 66675 h 2190819"/>
                    <a:gd name="connsiteX21" fmla="*/ 431800 w 1270000"/>
                    <a:gd name="connsiteY21" fmla="*/ 79375 h 2190819"/>
                    <a:gd name="connsiteX22" fmla="*/ 384175 w 1270000"/>
                    <a:gd name="connsiteY22" fmla="*/ 47625 h 2190819"/>
                    <a:gd name="connsiteX23" fmla="*/ 428625 w 1270000"/>
                    <a:gd name="connsiteY23" fmla="*/ 22225 h 2190819"/>
                    <a:gd name="connsiteX24" fmla="*/ 444500 w 1270000"/>
                    <a:gd name="connsiteY24" fmla="*/ 41275 h 2190819"/>
                    <a:gd name="connsiteX25" fmla="*/ 479425 w 1270000"/>
                    <a:gd name="connsiteY25" fmla="*/ 34925 h 2190819"/>
                    <a:gd name="connsiteX26" fmla="*/ 498475 w 1270000"/>
                    <a:gd name="connsiteY26" fmla="*/ 0 h 2190819"/>
                    <a:gd name="connsiteX27" fmla="*/ 517525 w 1270000"/>
                    <a:gd name="connsiteY27" fmla="*/ 41275 h 2190819"/>
                    <a:gd name="connsiteX28" fmla="*/ 514350 w 1270000"/>
                    <a:gd name="connsiteY28" fmla="*/ 66675 h 2190819"/>
                    <a:gd name="connsiteX29" fmla="*/ 527050 w 1270000"/>
                    <a:gd name="connsiteY29" fmla="*/ 76200 h 2190819"/>
                    <a:gd name="connsiteX30" fmla="*/ 555625 w 1270000"/>
                    <a:gd name="connsiteY30" fmla="*/ 53975 h 2190819"/>
                    <a:gd name="connsiteX31" fmla="*/ 574675 w 1270000"/>
                    <a:gd name="connsiteY31" fmla="*/ 76200 h 2190819"/>
                    <a:gd name="connsiteX32" fmla="*/ 574675 w 1270000"/>
                    <a:gd name="connsiteY32" fmla="*/ 107950 h 2190819"/>
                    <a:gd name="connsiteX33" fmla="*/ 625475 w 1270000"/>
                    <a:gd name="connsiteY33" fmla="*/ 111125 h 2190819"/>
                    <a:gd name="connsiteX34" fmla="*/ 631825 w 1270000"/>
                    <a:gd name="connsiteY34" fmla="*/ 79375 h 2190819"/>
                    <a:gd name="connsiteX35" fmla="*/ 641350 w 1270000"/>
                    <a:gd name="connsiteY35" fmla="*/ 130175 h 2190819"/>
                    <a:gd name="connsiteX36" fmla="*/ 682625 w 1270000"/>
                    <a:gd name="connsiteY36" fmla="*/ 111125 h 2190819"/>
                    <a:gd name="connsiteX37" fmla="*/ 708025 w 1270000"/>
                    <a:gd name="connsiteY37" fmla="*/ 142875 h 2190819"/>
                    <a:gd name="connsiteX38" fmla="*/ 739775 w 1270000"/>
                    <a:gd name="connsiteY38" fmla="*/ 142875 h 2190819"/>
                    <a:gd name="connsiteX39" fmla="*/ 752475 w 1270000"/>
                    <a:gd name="connsiteY39" fmla="*/ 165100 h 2190819"/>
                    <a:gd name="connsiteX40" fmla="*/ 825500 w 1270000"/>
                    <a:gd name="connsiteY40" fmla="*/ 142875 h 2190819"/>
                    <a:gd name="connsiteX41" fmla="*/ 882650 w 1270000"/>
                    <a:gd name="connsiteY41" fmla="*/ 212725 h 2190819"/>
                    <a:gd name="connsiteX42" fmla="*/ 914400 w 1270000"/>
                    <a:gd name="connsiteY42" fmla="*/ 200025 h 2190819"/>
                    <a:gd name="connsiteX43" fmla="*/ 917575 w 1270000"/>
                    <a:gd name="connsiteY43" fmla="*/ 165100 h 2190819"/>
                    <a:gd name="connsiteX44" fmla="*/ 968375 w 1270000"/>
                    <a:gd name="connsiteY44" fmla="*/ 146050 h 2190819"/>
                    <a:gd name="connsiteX45" fmla="*/ 981075 w 1270000"/>
                    <a:gd name="connsiteY45" fmla="*/ 161925 h 2190819"/>
                    <a:gd name="connsiteX46" fmla="*/ 962025 w 1270000"/>
                    <a:gd name="connsiteY46" fmla="*/ 193675 h 2190819"/>
                    <a:gd name="connsiteX47" fmla="*/ 993775 w 1270000"/>
                    <a:gd name="connsiteY47" fmla="*/ 187325 h 2190819"/>
                    <a:gd name="connsiteX48" fmla="*/ 1028700 w 1270000"/>
                    <a:gd name="connsiteY48" fmla="*/ 234950 h 2190819"/>
                    <a:gd name="connsiteX49" fmla="*/ 1057275 w 1270000"/>
                    <a:gd name="connsiteY49" fmla="*/ 206375 h 2190819"/>
                    <a:gd name="connsiteX50" fmla="*/ 1025525 w 1270000"/>
                    <a:gd name="connsiteY50" fmla="*/ 174625 h 2190819"/>
                    <a:gd name="connsiteX51" fmla="*/ 1060450 w 1270000"/>
                    <a:gd name="connsiteY51" fmla="*/ 149225 h 2190819"/>
                    <a:gd name="connsiteX52" fmla="*/ 1082675 w 1270000"/>
                    <a:gd name="connsiteY52" fmla="*/ 114300 h 2190819"/>
                    <a:gd name="connsiteX53" fmla="*/ 1085850 w 1270000"/>
                    <a:gd name="connsiteY53" fmla="*/ 174625 h 2190819"/>
                    <a:gd name="connsiteX54" fmla="*/ 1101725 w 1270000"/>
                    <a:gd name="connsiteY54" fmla="*/ 203200 h 2190819"/>
                    <a:gd name="connsiteX55" fmla="*/ 1120775 w 1270000"/>
                    <a:gd name="connsiteY55" fmla="*/ 184150 h 2190819"/>
                    <a:gd name="connsiteX56" fmla="*/ 1139825 w 1270000"/>
                    <a:gd name="connsiteY56" fmla="*/ 187325 h 2190819"/>
                    <a:gd name="connsiteX57" fmla="*/ 1149350 w 1270000"/>
                    <a:gd name="connsiteY57" fmla="*/ 222250 h 2190819"/>
                    <a:gd name="connsiteX58" fmla="*/ 1114425 w 1270000"/>
                    <a:gd name="connsiteY58" fmla="*/ 234950 h 2190819"/>
                    <a:gd name="connsiteX59" fmla="*/ 1076325 w 1270000"/>
                    <a:gd name="connsiteY59" fmla="*/ 282575 h 2190819"/>
                    <a:gd name="connsiteX60" fmla="*/ 1079500 w 1270000"/>
                    <a:gd name="connsiteY60" fmla="*/ 320675 h 2190819"/>
                    <a:gd name="connsiteX61" fmla="*/ 1057275 w 1270000"/>
                    <a:gd name="connsiteY61" fmla="*/ 336550 h 2190819"/>
                    <a:gd name="connsiteX62" fmla="*/ 1022350 w 1270000"/>
                    <a:gd name="connsiteY62" fmla="*/ 327025 h 2190819"/>
                    <a:gd name="connsiteX63" fmla="*/ 1006475 w 1270000"/>
                    <a:gd name="connsiteY63" fmla="*/ 336550 h 2190819"/>
                    <a:gd name="connsiteX64" fmla="*/ 1016000 w 1270000"/>
                    <a:gd name="connsiteY64" fmla="*/ 368300 h 2190819"/>
                    <a:gd name="connsiteX65" fmla="*/ 984250 w 1270000"/>
                    <a:gd name="connsiteY65" fmla="*/ 355600 h 2190819"/>
                    <a:gd name="connsiteX66" fmla="*/ 965200 w 1270000"/>
                    <a:gd name="connsiteY66" fmla="*/ 377825 h 2190819"/>
                    <a:gd name="connsiteX67" fmla="*/ 990600 w 1270000"/>
                    <a:gd name="connsiteY67" fmla="*/ 412750 h 2190819"/>
                    <a:gd name="connsiteX68" fmla="*/ 1050925 w 1270000"/>
                    <a:gd name="connsiteY68" fmla="*/ 431800 h 2190819"/>
                    <a:gd name="connsiteX69" fmla="*/ 1082675 w 1270000"/>
                    <a:gd name="connsiteY69" fmla="*/ 406400 h 2190819"/>
                    <a:gd name="connsiteX70" fmla="*/ 1120775 w 1270000"/>
                    <a:gd name="connsiteY70" fmla="*/ 419100 h 2190819"/>
                    <a:gd name="connsiteX71" fmla="*/ 1123950 w 1270000"/>
                    <a:gd name="connsiteY71" fmla="*/ 447675 h 2190819"/>
                    <a:gd name="connsiteX72" fmla="*/ 1111250 w 1270000"/>
                    <a:gd name="connsiteY72" fmla="*/ 463550 h 2190819"/>
                    <a:gd name="connsiteX73" fmla="*/ 1149350 w 1270000"/>
                    <a:gd name="connsiteY73" fmla="*/ 485775 h 2190819"/>
                    <a:gd name="connsiteX74" fmla="*/ 1123950 w 1270000"/>
                    <a:gd name="connsiteY74" fmla="*/ 504825 h 2190819"/>
                    <a:gd name="connsiteX75" fmla="*/ 1089025 w 1270000"/>
                    <a:gd name="connsiteY75" fmla="*/ 495300 h 2190819"/>
                    <a:gd name="connsiteX76" fmla="*/ 1054100 w 1270000"/>
                    <a:gd name="connsiteY76" fmla="*/ 488950 h 2190819"/>
                    <a:gd name="connsiteX77" fmla="*/ 1044575 w 1270000"/>
                    <a:gd name="connsiteY77" fmla="*/ 438150 h 2190819"/>
                    <a:gd name="connsiteX78" fmla="*/ 987425 w 1270000"/>
                    <a:gd name="connsiteY78" fmla="*/ 422275 h 2190819"/>
                    <a:gd name="connsiteX79" fmla="*/ 984250 w 1270000"/>
                    <a:gd name="connsiteY79" fmla="*/ 473075 h 2190819"/>
                    <a:gd name="connsiteX80" fmla="*/ 920750 w 1270000"/>
                    <a:gd name="connsiteY80" fmla="*/ 527050 h 2190819"/>
                    <a:gd name="connsiteX81" fmla="*/ 923925 w 1270000"/>
                    <a:gd name="connsiteY81" fmla="*/ 546100 h 2190819"/>
                    <a:gd name="connsiteX82" fmla="*/ 898525 w 1270000"/>
                    <a:gd name="connsiteY82" fmla="*/ 565150 h 2190819"/>
                    <a:gd name="connsiteX83" fmla="*/ 914400 w 1270000"/>
                    <a:gd name="connsiteY83" fmla="*/ 590550 h 2190819"/>
                    <a:gd name="connsiteX84" fmla="*/ 942975 w 1270000"/>
                    <a:gd name="connsiteY84" fmla="*/ 600075 h 2190819"/>
                    <a:gd name="connsiteX85" fmla="*/ 971550 w 1270000"/>
                    <a:gd name="connsiteY85" fmla="*/ 635000 h 2190819"/>
                    <a:gd name="connsiteX86" fmla="*/ 1000125 w 1270000"/>
                    <a:gd name="connsiteY86" fmla="*/ 628650 h 2190819"/>
                    <a:gd name="connsiteX87" fmla="*/ 1025525 w 1270000"/>
                    <a:gd name="connsiteY87" fmla="*/ 673100 h 2190819"/>
                    <a:gd name="connsiteX88" fmla="*/ 1060450 w 1270000"/>
                    <a:gd name="connsiteY88" fmla="*/ 688975 h 2190819"/>
                    <a:gd name="connsiteX89" fmla="*/ 1082675 w 1270000"/>
                    <a:gd name="connsiteY89" fmla="*/ 727075 h 2190819"/>
                    <a:gd name="connsiteX90" fmla="*/ 1104900 w 1270000"/>
                    <a:gd name="connsiteY90" fmla="*/ 746125 h 2190819"/>
                    <a:gd name="connsiteX91" fmla="*/ 1155700 w 1270000"/>
                    <a:gd name="connsiteY91" fmla="*/ 736600 h 2190819"/>
                    <a:gd name="connsiteX92" fmla="*/ 1193800 w 1270000"/>
                    <a:gd name="connsiteY92" fmla="*/ 774700 h 2190819"/>
                    <a:gd name="connsiteX93" fmla="*/ 1228725 w 1270000"/>
                    <a:gd name="connsiteY93" fmla="*/ 777875 h 2190819"/>
                    <a:gd name="connsiteX94" fmla="*/ 1270000 w 1270000"/>
                    <a:gd name="connsiteY94" fmla="*/ 844550 h 2190819"/>
                    <a:gd name="connsiteX95" fmla="*/ 1225550 w 1270000"/>
                    <a:gd name="connsiteY95" fmla="*/ 2190750 h 2190819"/>
                    <a:gd name="connsiteX96" fmla="*/ 55563 w 1270000"/>
                    <a:gd name="connsiteY96" fmla="*/ 2190819 h 2190819"/>
                    <a:gd name="connsiteX97" fmla="*/ 0 w 1270000"/>
                    <a:gd name="connsiteY97" fmla="*/ 587375 h 2190819"/>
                    <a:gd name="connsiteX98" fmla="*/ 28575 w 1270000"/>
                    <a:gd name="connsiteY98" fmla="*/ 600075 h 2190819"/>
                    <a:gd name="connsiteX99" fmla="*/ 34925 w 1270000"/>
                    <a:gd name="connsiteY99" fmla="*/ 622300 h 2190819"/>
                    <a:gd name="connsiteX100" fmla="*/ 53975 w 1270000"/>
                    <a:gd name="connsiteY100" fmla="*/ 577850 h 2190819"/>
                    <a:gd name="connsiteX101" fmla="*/ 82550 w 1270000"/>
                    <a:gd name="connsiteY101" fmla="*/ 609600 h 2190819"/>
                    <a:gd name="connsiteX102" fmla="*/ 95250 w 1270000"/>
                    <a:gd name="connsiteY102" fmla="*/ 631825 h 2190819"/>
                    <a:gd name="connsiteX103" fmla="*/ 85725 w 1270000"/>
                    <a:gd name="connsiteY103" fmla="*/ 584200 h 2190819"/>
                    <a:gd name="connsiteX104" fmla="*/ 107950 w 1270000"/>
                    <a:gd name="connsiteY104" fmla="*/ 558800 h 2190819"/>
                    <a:gd name="connsiteX105" fmla="*/ 44450 w 1270000"/>
                    <a:gd name="connsiteY105" fmla="*/ 501650 h 2190819"/>
                    <a:gd name="connsiteX106" fmla="*/ 47625 w 1270000"/>
                    <a:gd name="connsiteY106" fmla="*/ 476250 h 2190819"/>
                    <a:gd name="connsiteX107" fmla="*/ 92075 w 1270000"/>
                    <a:gd name="connsiteY107" fmla="*/ 463550 h 2190819"/>
                    <a:gd name="connsiteX108" fmla="*/ 104775 w 1270000"/>
                    <a:gd name="connsiteY108" fmla="*/ 381000 h 219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270000" h="2190819">
                      <a:moveTo>
                        <a:pt x="104775" y="381000"/>
                      </a:moveTo>
                      <a:cubicBezTo>
                        <a:pt x="154761" y="377668"/>
                        <a:pt x="145285" y="392056"/>
                        <a:pt x="155575" y="371475"/>
                      </a:cubicBezTo>
                      <a:cubicBezTo>
                        <a:pt x="171612" y="355438"/>
                        <a:pt x="179470" y="358939"/>
                        <a:pt x="171450" y="342900"/>
                      </a:cubicBezTo>
                      <a:cubicBezTo>
                        <a:pt x="170781" y="341561"/>
                        <a:pt x="169333" y="340783"/>
                        <a:pt x="168275" y="339725"/>
                      </a:cubicBezTo>
                      <a:lnTo>
                        <a:pt x="152400" y="292100"/>
                      </a:lnTo>
                      <a:lnTo>
                        <a:pt x="171450" y="285750"/>
                      </a:lnTo>
                      <a:cubicBezTo>
                        <a:pt x="188201" y="248898"/>
                        <a:pt x="174537" y="250825"/>
                        <a:pt x="193675" y="250825"/>
                      </a:cubicBezTo>
                      <a:lnTo>
                        <a:pt x="219075" y="257175"/>
                      </a:lnTo>
                      <a:lnTo>
                        <a:pt x="222250" y="209550"/>
                      </a:lnTo>
                      <a:lnTo>
                        <a:pt x="266700" y="219075"/>
                      </a:lnTo>
                      <a:lnTo>
                        <a:pt x="288925" y="168275"/>
                      </a:lnTo>
                      <a:cubicBezTo>
                        <a:pt x="335155" y="197995"/>
                        <a:pt x="315761" y="196850"/>
                        <a:pt x="339725" y="196850"/>
                      </a:cubicBezTo>
                      <a:lnTo>
                        <a:pt x="431800" y="200025"/>
                      </a:lnTo>
                      <a:lnTo>
                        <a:pt x="463550" y="177800"/>
                      </a:lnTo>
                      <a:lnTo>
                        <a:pt x="495300" y="206375"/>
                      </a:lnTo>
                      <a:cubicBezTo>
                        <a:pt x="485110" y="158820"/>
                        <a:pt x="470622" y="161925"/>
                        <a:pt x="495300" y="161925"/>
                      </a:cubicBezTo>
                      <a:cubicBezTo>
                        <a:pt x="512083" y="171995"/>
                        <a:pt x="505004" y="171450"/>
                        <a:pt x="514350" y="171450"/>
                      </a:cubicBezTo>
                      <a:lnTo>
                        <a:pt x="514350" y="130175"/>
                      </a:lnTo>
                      <a:lnTo>
                        <a:pt x="501650" y="120650"/>
                      </a:lnTo>
                      <a:lnTo>
                        <a:pt x="495300" y="88900"/>
                      </a:lnTo>
                      <a:lnTo>
                        <a:pt x="476250" y="66675"/>
                      </a:lnTo>
                      <a:lnTo>
                        <a:pt x="431800" y="79375"/>
                      </a:lnTo>
                      <a:lnTo>
                        <a:pt x="384175" y="47625"/>
                      </a:lnTo>
                      <a:lnTo>
                        <a:pt x="428625" y="22225"/>
                      </a:lnTo>
                      <a:lnTo>
                        <a:pt x="444500" y="41275"/>
                      </a:lnTo>
                      <a:lnTo>
                        <a:pt x="479425" y="34925"/>
                      </a:lnTo>
                      <a:lnTo>
                        <a:pt x="498475" y="0"/>
                      </a:lnTo>
                      <a:lnTo>
                        <a:pt x="517525" y="41275"/>
                      </a:lnTo>
                      <a:lnTo>
                        <a:pt x="514350" y="66675"/>
                      </a:lnTo>
                      <a:lnTo>
                        <a:pt x="527050" y="76200"/>
                      </a:lnTo>
                      <a:lnTo>
                        <a:pt x="555625" y="53975"/>
                      </a:lnTo>
                      <a:cubicBezTo>
                        <a:pt x="578598" y="76948"/>
                        <a:pt x="588327" y="76200"/>
                        <a:pt x="574675" y="76200"/>
                      </a:cubicBezTo>
                      <a:lnTo>
                        <a:pt x="574675" y="107950"/>
                      </a:lnTo>
                      <a:lnTo>
                        <a:pt x="625475" y="111125"/>
                      </a:lnTo>
                      <a:lnTo>
                        <a:pt x="631825" y="79375"/>
                      </a:lnTo>
                      <a:lnTo>
                        <a:pt x="641350" y="130175"/>
                      </a:lnTo>
                      <a:lnTo>
                        <a:pt x="682625" y="111125"/>
                      </a:lnTo>
                      <a:lnTo>
                        <a:pt x="708025" y="142875"/>
                      </a:lnTo>
                      <a:lnTo>
                        <a:pt x="739775" y="142875"/>
                      </a:lnTo>
                      <a:lnTo>
                        <a:pt x="752475" y="165100"/>
                      </a:lnTo>
                      <a:cubicBezTo>
                        <a:pt x="823334" y="142554"/>
                        <a:pt x="797891" y="142875"/>
                        <a:pt x="825500" y="142875"/>
                      </a:cubicBezTo>
                      <a:lnTo>
                        <a:pt x="882650" y="212725"/>
                      </a:lnTo>
                      <a:lnTo>
                        <a:pt x="914400" y="200025"/>
                      </a:lnTo>
                      <a:lnTo>
                        <a:pt x="917575" y="165100"/>
                      </a:lnTo>
                      <a:lnTo>
                        <a:pt x="968375" y="146050"/>
                      </a:lnTo>
                      <a:lnTo>
                        <a:pt x="981075" y="161925"/>
                      </a:lnTo>
                      <a:lnTo>
                        <a:pt x="962025" y="193675"/>
                      </a:lnTo>
                      <a:lnTo>
                        <a:pt x="993775" y="187325"/>
                      </a:lnTo>
                      <a:lnTo>
                        <a:pt x="1028700" y="234950"/>
                      </a:lnTo>
                      <a:cubicBezTo>
                        <a:pt x="1058066" y="208847"/>
                        <a:pt x="1057275" y="222294"/>
                        <a:pt x="1057275" y="206375"/>
                      </a:cubicBezTo>
                      <a:lnTo>
                        <a:pt x="1025525" y="174625"/>
                      </a:lnTo>
                      <a:lnTo>
                        <a:pt x="1060450" y="149225"/>
                      </a:lnTo>
                      <a:lnTo>
                        <a:pt x="1082675" y="114300"/>
                      </a:lnTo>
                      <a:lnTo>
                        <a:pt x="1085850" y="174625"/>
                      </a:lnTo>
                      <a:cubicBezTo>
                        <a:pt x="1102198" y="207322"/>
                        <a:pt x="1101725" y="218208"/>
                        <a:pt x="1101725" y="203200"/>
                      </a:cubicBezTo>
                      <a:lnTo>
                        <a:pt x="1120775" y="184150"/>
                      </a:lnTo>
                      <a:lnTo>
                        <a:pt x="1139825" y="187325"/>
                      </a:lnTo>
                      <a:lnTo>
                        <a:pt x="1149350" y="222250"/>
                      </a:lnTo>
                      <a:cubicBezTo>
                        <a:pt x="1116617" y="235343"/>
                        <a:pt x="1128999" y="234950"/>
                        <a:pt x="1114425" y="234950"/>
                      </a:cubicBezTo>
                      <a:lnTo>
                        <a:pt x="1076325" y="282575"/>
                      </a:lnTo>
                      <a:lnTo>
                        <a:pt x="1079500" y="320675"/>
                      </a:lnTo>
                      <a:lnTo>
                        <a:pt x="1057275" y="336550"/>
                      </a:lnTo>
                      <a:lnTo>
                        <a:pt x="1022350" y="327025"/>
                      </a:lnTo>
                      <a:lnTo>
                        <a:pt x="1006475" y="336550"/>
                      </a:lnTo>
                      <a:lnTo>
                        <a:pt x="1016000" y="368300"/>
                      </a:lnTo>
                      <a:lnTo>
                        <a:pt x="984250" y="355600"/>
                      </a:lnTo>
                      <a:lnTo>
                        <a:pt x="965200" y="377825"/>
                      </a:lnTo>
                      <a:lnTo>
                        <a:pt x="990600" y="412750"/>
                      </a:lnTo>
                      <a:lnTo>
                        <a:pt x="1050925" y="431800"/>
                      </a:lnTo>
                      <a:lnTo>
                        <a:pt x="1082675" y="406400"/>
                      </a:lnTo>
                      <a:lnTo>
                        <a:pt x="1120775" y="419100"/>
                      </a:lnTo>
                      <a:lnTo>
                        <a:pt x="1123950" y="447675"/>
                      </a:lnTo>
                      <a:lnTo>
                        <a:pt x="1111250" y="463550"/>
                      </a:lnTo>
                      <a:lnTo>
                        <a:pt x="1149350" y="485775"/>
                      </a:lnTo>
                      <a:lnTo>
                        <a:pt x="1123950" y="504825"/>
                      </a:lnTo>
                      <a:lnTo>
                        <a:pt x="1089025" y="495300"/>
                      </a:lnTo>
                      <a:lnTo>
                        <a:pt x="1054100" y="488950"/>
                      </a:lnTo>
                      <a:lnTo>
                        <a:pt x="1044575" y="438150"/>
                      </a:lnTo>
                      <a:lnTo>
                        <a:pt x="987425" y="422275"/>
                      </a:lnTo>
                      <a:lnTo>
                        <a:pt x="984250" y="473075"/>
                      </a:lnTo>
                      <a:lnTo>
                        <a:pt x="920750" y="527050"/>
                      </a:lnTo>
                      <a:lnTo>
                        <a:pt x="923925" y="546100"/>
                      </a:lnTo>
                      <a:lnTo>
                        <a:pt x="898525" y="565150"/>
                      </a:lnTo>
                      <a:cubicBezTo>
                        <a:pt x="911698" y="591497"/>
                        <a:pt x="901759" y="590550"/>
                        <a:pt x="914400" y="590550"/>
                      </a:cubicBezTo>
                      <a:lnTo>
                        <a:pt x="942975" y="600075"/>
                      </a:lnTo>
                      <a:lnTo>
                        <a:pt x="971550" y="635000"/>
                      </a:lnTo>
                      <a:lnTo>
                        <a:pt x="1000125" y="628650"/>
                      </a:lnTo>
                      <a:lnTo>
                        <a:pt x="1025525" y="673100"/>
                      </a:lnTo>
                      <a:lnTo>
                        <a:pt x="1060450" y="688975"/>
                      </a:lnTo>
                      <a:lnTo>
                        <a:pt x="1082675" y="727075"/>
                      </a:lnTo>
                      <a:lnTo>
                        <a:pt x="1104900" y="746125"/>
                      </a:lnTo>
                      <a:lnTo>
                        <a:pt x="1155700" y="736600"/>
                      </a:lnTo>
                      <a:cubicBezTo>
                        <a:pt x="1188805" y="776326"/>
                        <a:pt x="1170918" y="774700"/>
                        <a:pt x="1193800" y="774700"/>
                      </a:cubicBezTo>
                      <a:cubicBezTo>
                        <a:pt x="1226603" y="777980"/>
                        <a:pt x="1214914" y="777875"/>
                        <a:pt x="1228725" y="777875"/>
                      </a:cubicBezTo>
                      <a:lnTo>
                        <a:pt x="1270000" y="844550"/>
                      </a:lnTo>
                      <a:lnTo>
                        <a:pt x="1225550" y="2190750"/>
                      </a:lnTo>
                      <a:lnTo>
                        <a:pt x="55563" y="2190819"/>
                      </a:lnTo>
                      <a:lnTo>
                        <a:pt x="0" y="587375"/>
                      </a:lnTo>
                      <a:lnTo>
                        <a:pt x="28575" y="600075"/>
                      </a:lnTo>
                      <a:cubicBezTo>
                        <a:pt x="35182" y="626502"/>
                        <a:pt x="34925" y="634202"/>
                        <a:pt x="34925" y="622300"/>
                      </a:cubicBezTo>
                      <a:lnTo>
                        <a:pt x="53975" y="577850"/>
                      </a:lnTo>
                      <a:lnTo>
                        <a:pt x="82550" y="609600"/>
                      </a:lnTo>
                      <a:lnTo>
                        <a:pt x="95250" y="631825"/>
                      </a:lnTo>
                      <a:cubicBezTo>
                        <a:pt x="85503" y="586340"/>
                        <a:pt x="85725" y="602528"/>
                        <a:pt x="85725" y="584200"/>
                      </a:cubicBezTo>
                      <a:cubicBezTo>
                        <a:pt x="113018" y="563730"/>
                        <a:pt x="115858" y="574616"/>
                        <a:pt x="107950" y="558800"/>
                      </a:cubicBezTo>
                      <a:lnTo>
                        <a:pt x="44450" y="501650"/>
                      </a:lnTo>
                      <a:lnTo>
                        <a:pt x="47625" y="476250"/>
                      </a:lnTo>
                      <a:lnTo>
                        <a:pt x="92075" y="463550"/>
                      </a:lnTo>
                      <a:lnTo>
                        <a:pt x="104775" y="381000"/>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8" name="Freeform 398">
                  <a:extLst>
                    <a:ext uri="{FF2B5EF4-FFF2-40B4-BE49-F238E27FC236}">
                      <a16:creationId xmlns:a16="http://schemas.microsoft.com/office/drawing/2014/main" id="{3F598488-D9B5-4952-B07A-9748F268ABAA}"/>
                    </a:ext>
                  </a:extLst>
                </p:cNvPr>
                <p:cNvSpPr/>
                <p:nvPr>
                  <p:custDataLst>
                    <p:tags r:id="rId11"/>
                  </p:custDataLst>
                </p:nvPr>
              </p:nvSpPr>
              <p:spPr bwMode="auto">
                <a:xfrm>
                  <a:off x="6260465" y="5206318"/>
                  <a:ext cx="908215" cy="674227"/>
                </a:xfrm>
                <a:custGeom>
                  <a:avLst/>
                  <a:gdLst>
                    <a:gd name="connsiteX0" fmla="*/ 107950 w 1022350"/>
                    <a:gd name="connsiteY0" fmla="*/ 47625 h 793750"/>
                    <a:gd name="connsiteX1" fmla="*/ 152400 w 1022350"/>
                    <a:gd name="connsiteY1" fmla="*/ 22225 h 793750"/>
                    <a:gd name="connsiteX2" fmla="*/ 225425 w 1022350"/>
                    <a:gd name="connsiteY2" fmla="*/ 79375 h 793750"/>
                    <a:gd name="connsiteX3" fmla="*/ 212725 w 1022350"/>
                    <a:gd name="connsiteY3" fmla="*/ 120650 h 793750"/>
                    <a:gd name="connsiteX4" fmla="*/ 228600 w 1022350"/>
                    <a:gd name="connsiteY4" fmla="*/ 146050 h 793750"/>
                    <a:gd name="connsiteX5" fmla="*/ 263525 w 1022350"/>
                    <a:gd name="connsiteY5" fmla="*/ 107950 h 793750"/>
                    <a:gd name="connsiteX6" fmla="*/ 288925 w 1022350"/>
                    <a:gd name="connsiteY6" fmla="*/ 142875 h 793750"/>
                    <a:gd name="connsiteX7" fmla="*/ 323850 w 1022350"/>
                    <a:gd name="connsiteY7" fmla="*/ 152400 h 793750"/>
                    <a:gd name="connsiteX8" fmla="*/ 327025 w 1022350"/>
                    <a:gd name="connsiteY8" fmla="*/ 219075 h 793750"/>
                    <a:gd name="connsiteX9" fmla="*/ 403225 w 1022350"/>
                    <a:gd name="connsiteY9" fmla="*/ 282575 h 793750"/>
                    <a:gd name="connsiteX10" fmla="*/ 447675 w 1022350"/>
                    <a:gd name="connsiteY10" fmla="*/ 352425 h 793750"/>
                    <a:gd name="connsiteX11" fmla="*/ 488950 w 1022350"/>
                    <a:gd name="connsiteY11" fmla="*/ 355600 h 793750"/>
                    <a:gd name="connsiteX12" fmla="*/ 492125 w 1022350"/>
                    <a:gd name="connsiteY12" fmla="*/ 323850 h 793750"/>
                    <a:gd name="connsiteX13" fmla="*/ 527050 w 1022350"/>
                    <a:gd name="connsiteY13" fmla="*/ 327025 h 793750"/>
                    <a:gd name="connsiteX14" fmla="*/ 558800 w 1022350"/>
                    <a:gd name="connsiteY14" fmla="*/ 349250 h 793750"/>
                    <a:gd name="connsiteX15" fmla="*/ 619125 w 1022350"/>
                    <a:gd name="connsiteY15" fmla="*/ 339725 h 793750"/>
                    <a:gd name="connsiteX16" fmla="*/ 647700 w 1022350"/>
                    <a:gd name="connsiteY16" fmla="*/ 361950 h 793750"/>
                    <a:gd name="connsiteX17" fmla="*/ 701675 w 1022350"/>
                    <a:gd name="connsiteY17" fmla="*/ 355600 h 793750"/>
                    <a:gd name="connsiteX18" fmla="*/ 774700 w 1022350"/>
                    <a:gd name="connsiteY18" fmla="*/ 365125 h 793750"/>
                    <a:gd name="connsiteX19" fmla="*/ 812800 w 1022350"/>
                    <a:gd name="connsiteY19" fmla="*/ 355600 h 793750"/>
                    <a:gd name="connsiteX20" fmla="*/ 838200 w 1022350"/>
                    <a:gd name="connsiteY20" fmla="*/ 396875 h 793750"/>
                    <a:gd name="connsiteX21" fmla="*/ 838200 w 1022350"/>
                    <a:gd name="connsiteY21" fmla="*/ 479425 h 793750"/>
                    <a:gd name="connsiteX22" fmla="*/ 911225 w 1022350"/>
                    <a:gd name="connsiteY22" fmla="*/ 536575 h 793750"/>
                    <a:gd name="connsiteX23" fmla="*/ 974725 w 1022350"/>
                    <a:gd name="connsiteY23" fmla="*/ 568325 h 793750"/>
                    <a:gd name="connsiteX24" fmla="*/ 1022350 w 1022350"/>
                    <a:gd name="connsiteY24" fmla="*/ 606425 h 793750"/>
                    <a:gd name="connsiteX25" fmla="*/ 993775 w 1022350"/>
                    <a:gd name="connsiteY25" fmla="*/ 647700 h 793750"/>
                    <a:gd name="connsiteX26" fmla="*/ 860425 w 1022350"/>
                    <a:gd name="connsiteY26" fmla="*/ 638175 h 793750"/>
                    <a:gd name="connsiteX27" fmla="*/ 815975 w 1022350"/>
                    <a:gd name="connsiteY27" fmla="*/ 625475 h 793750"/>
                    <a:gd name="connsiteX28" fmla="*/ 733425 w 1022350"/>
                    <a:gd name="connsiteY28" fmla="*/ 673100 h 793750"/>
                    <a:gd name="connsiteX29" fmla="*/ 692150 w 1022350"/>
                    <a:gd name="connsiteY29" fmla="*/ 704850 h 793750"/>
                    <a:gd name="connsiteX30" fmla="*/ 663575 w 1022350"/>
                    <a:gd name="connsiteY30" fmla="*/ 742950 h 793750"/>
                    <a:gd name="connsiteX31" fmla="*/ 631825 w 1022350"/>
                    <a:gd name="connsiteY31" fmla="*/ 746125 h 793750"/>
                    <a:gd name="connsiteX32" fmla="*/ 609600 w 1022350"/>
                    <a:gd name="connsiteY32" fmla="*/ 793750 h 793750"/>
                    <a:gd name="connsiteX33" fmla="*/ 590550 w 1022350"/>
                    <a:gd name="connsiteY33" fmla="*/ 762000 h 793750"/>
                    <a:gd name="connsiteX34" fmla="*/ 561975 w 1022350"/>
                    <a:gd name="connsiteY34" fmla="*/ 765175 h 793750"/>
                    <a:gd name="connsiteX35" fmla="*/ 536575 w 1022350"/>
                    <a:gd name="connsiteY35" fmla="*/ 727075 h 793750"/>
                    <a:gd name="connsiteX36" fmla="*/ 517525 w 1022350"/>
                    <a:gd name="connsiteY36" fmla="*/ 727075 h 793750"/>
                    <a:gd name="connsiteX37" fmla="*/ 498475 w 1022350"/>
                    <a:gd name="connsiteY37" fmla="*/ 704850 h 793750"/>
                    <a:gd name="connsiteX38" fmla="*/ 517525 w 1022350"/>
                    <a:gd name="connsiteY38" fmla="*/ 676275 h 793750"/>
                    <a:gd name="connsiteX39" fmla="*/ 508000 w 1022350"/>
                    <a:gd name="connsiteY39" fmla="*/ 669925 h 793750"/>
                    <a:gd name="connsiteX40" fmla="*/ 473075 w 1022350"/>
                    <a:gd name="connsiteY40" fmla="*/ 688975 h 793750"/>
                    <a:gd name="connsiteX41" fmla="*/ 438150 w 1022350"/>
                    <a:gd name="connsiteY41" fmla="*/ 676275 h 793750"/>
                    <a:gd name="connsiteX42" fmla="*/ 479425 w 1022350"/>
                    <a:gd name="connsiteY42" fmla="*/ 657225 h 793750"/>
                    <a:gd name="connsiteX43" fmla="*/ 476250 w 1022350"/>
                    <a:gd name="connsiteY43" fmla="*/ 628650 h 793750"/>
                    <a:gd name="connsiteX44" fmla="*/ 444500 w 1022350"/>
                    <a:gd name="connsiteY44" fmla="*/ 606425 h 793750"/>
                    <a:gd name="connsiteX45" fmla="*/ 406400 w 1022350"/>
                    <a:gd name="connsiteY45" fmla="*/ 619125 h 793750"/>
                    <a:gd name="connsiteX46" fmla="*/ 425450 w 1022350"/>
                    <a:gd name="connsiteY46" fmla="*/ 654050 h 793750"/>
                    <a:gd name="connsiteX47" fmla="*/ 396875 w 1022350"/>
                    <a:gd name="connsiteY47" fmla="*/ 663575 h 793750"/>
                    <a:gd name="connsiteX48" fmla="*/ 365125 w 1022350"/>
                    <a:gd name="connsiteY48" fmla="*/ 663575 h 793750"/>
                    <a:gd name="connsiteX49" fmla="*/ 307975 w 1022350"/>
                    <a:gd name="connsiteY49" fmla="*/ 720725 h 793750"/>
                    <a:gd name="connsiteX50" fmla="*/ 244475 w 1022350"/>
                    <a:gd name="connsiteY50" fmla="*/ 717550 h 793750"/>
                    <a:gd name="connsiteX51" fmla="*/ 190500 w 1022350"/>
                    <a:gd name="connsiteY51" fmla="*/ 660400 h 793750"/>
                    <a:gd name="connsiteX52" fmla="*/ 149225 w 1022350"/>
                    <a:gd name="connsiteY52" fmla="*/ 660400 h 793750"/>
                    <a:gd name="connsiteX53" fmla="*/ 111125 w 1022350"/>
                    <a:gd name="connsiteY53" fmla="*/ 619125 h 793750"/>
                    <a:gd name="connsiteX54" fmla="*/ 73025 w 1022350"/>
                    <a:gd name="connsiteY54" fmla="*/ 641350 h 793750"/>
                    <a:gd name="connsiteX55" fmla="*/ 38100 w 1022350"/>
                    <a:gd name="connsiteY55" fmla="*/ 641350 h 793750"/>
                    <a:gd name="connsiteX56" fmla="*/ 0 w 1022350"/>
                    <a:gd name="connsiteY56" fmla="*/ 606425 h 793750"/>
                    <a:gd name="connsiteX57" fmla="*/ 41275 w 1022350"/>
                    <a:gd name="connsiteY57" fmla="*/ 0 h 793750"/>
                    <a:gd name="connsiteX58" fmla="*/ 107950 w 1022350"/>
                    <a:gd name="connsiteY58" fmla="*/ 47625 h 793750"/>
                    <a:gd name="connsiteX0" fmla="*/ 107950 w 1022350"/>
                    <a:gd name="connsiteY0" fmla="*/ 29369 h 775494"/>
                    <a:gd name="connsiteX1" fmla="*/ 152400 w 1022350"/>
                    <a:gd name="connsiteY1" fmla="*/ 3969 h 775494"/>
                    <a:gd name="connsiteX2" fmla="*/ 225425 w 1022350"/>
                    <a:gd name="connsiteY2" fmla="*/ 61119 h 775494"/>
                    <a:gd name="connsiteX3" fmla="*/ 212725 w 1022350"/>
                    <a:gd name="connsiteY3" fmla="*/ 102394 h 775494"/>
                    <a:gd name="connsiteX4" fmla="*/ 228600 w 1022350"/>
                    <a:gd name="connsiteY4" fmla="*/ 127794 h 775494"/>
                    <a:gd name="connsiteX5" fmla="*/ 263525 w 1022350"/>
                    <a:gd name="connsiteY5" fmla="*/ 89694 h 775494"/>
                    <a:gd name="connsiteX6" fmla="*/ 288925 w 1022350"/>
                    <a:gd name="connsiteY6" fmla="*/ 124619 h 775494"/>
                    <a:gd name="connsiteX7" fmla="*/ 323850 w 1022350"/>
                    <a:gd name="connsiteY7" fmla="*/ 134144 h 775494"/>
                    <a:gd name="connsiteX8" fmla="*/ 327025 w 1022350"/>
                    <a:gd name="connsiteY8" fmla="*/ 200819 h 775494"/>
                    <a:gd name="connsiteX9" fmla="*/ 403225 w 1022350"/>
                    <a:gd name="connsiteY9" fmla="*/ 264319 h 775494"/>
                    <a:gd name="connsiteX10" fmla="*/ 447675 w 1022350"/>
                    <a:gd name="connsiteY10" fmla="*/ 334169 h 775494"/>
                    <a:gd name="connsiteX11" fmla="*/ 488950 w 1022350"/>
                    <a:gd name="connsiteY11" fmla="*/ 337344 h 775494"/>
                    <a:gd name="connsiteX12" fmla="*/ 492125 w 1022350"/>
                    <a:gd name="connsiteY12" fmla="*/ 305594 h 775494"/>
                    <a:gd name="connsiteX13" fmla="*/ 527050 w 1022350"/>
                    <a:gd name="connsiteY13" fmla="*/ 308769 h 775494"/>
                    <a:gd name="connsiteX14" fmla="*/ 558800 w 1022350"/>
                    <a:gd name="connsiteY14" fmla="*/ 330994 h 775494"/>
                    <a:gd name="connsiteX15" fmla="*/ 619125 w 1022350"/>
                    <a:gd name="connsiteY15" fmla="*/ 321469 h 775494"/>
                    <a:gd name="connsiteX16" fmla="*/ 647700 w 1022350"/>
                    <a:gd name="connsiteY16" fmla="*/ 343694 h 775494"/>
                    <a:gd name="connsiteX17" fmla="*/ 701675 w 1022350"/>
                    <a:gd name="connsiteY17" fmla="*/ 337344 h 775494"/>
                    <a:gd name="connsiteX18" fmla="*/ 774700 w 1022350"/>
                    <a:gd name="connsiteY18" fmla="*/ 346869 h 775494"/>
                    <a:gd name="connsiteX19" fmla="*/ 812800 w 1022350"/>
                    <a:gd name="connsiteY19" fmla="*/ 337344 h 775494"/>
                    <a:gd name="connsiteX20" fmla="*/ 838200 w 1022350"/>
                    <a:gd name="connsiteY20" fmla="*/ 378619 h 775494"/>
                    <a:gd name="connsiteX21" fmla="*/ 838200 w 1022350"/>
                    <a:gd name="connsiteY21" fmla="*/ 461169 h 775494"/>
                    <a:gd name="connsiteX22" fmla="*/ 911225 w 1022350"/>
                    <a:gd name="connsiteY22" fmla="*/ 518319 h 775494"/>
                    <a:gd name="connsiteX23" fmla="*/ 974725 w 1022350"/>
                    <a:gd name="connsiteY23" fmla="*/ 550069 h 775494"/>
                    <a:gd name="connsiteX24" fmla="*/ 1022350 w 1022350"/>
                    <a:gd name="connsiteY24" fmla="*/ 588169 h 775494"/>
                    <a:gd name="connsiteX25" fmla="*/ 993775 w 1022350"/>
                    <a:gd name="connsiteY25" fmla="*/ 629444 h 775494"/>
                    <a:gd name="connsiteX26" fmla="*/ 860425 w 1022350"/>
                    <a:gd name="connsiteY26" fmla="*/ 619919 h 775494"/>
                    <a:gd name="connsiteX27" fmla="*/ 815975 w 1022350"/>
                    <a:gd name="connsiteY27" fmla="*/ 607219 h 775494"/>
                    <a:gd name="connsiteX28" fmla="*/ 733425 w 1022350"/>
                    <a:gd name="connsiteY28" fmla="*/ 654844 h 775494"/>
                    <a:gd name="connsiteX29" fmla="*/ 692150 w 1022350"/>
                    <a:gd name="connsiteY29" fmla="*/ 686594 h 775494"/>
                    <a:gd name="connsiteX30" fmla="*/ 663575 w 1022350"/>
                    <a:gd name="connsiteY30" fmla="*/ 724694 h 775494"/>
                    <a:gd name="connsiteX31" fmla="*/ 631825 w 1022350"/>
                    <a:gd name="connsiteY31" fmla="*/ 727869 h 775494"/>
                    <a:gd name="connsiteX32" fmla="*/ 609600 w 1022350"/>
                    <a:gd name="connsiteY32" fmla="*/ 775494 h 775494"/>
                    <a:gd name="connsiteX33" fmla="*/ 590550 w 1022350"/>
                    <a:gd name="connsiteY33" fmla="*/ 743744 h 775494"/>
                    <a:gd name="connsiteX34" fmla="*/ 561975 w 1022350"/>
                    <a:gd name="connsiteY34" fmla="*/ 746919 h 775494"/>
                    <a:gd name="connsiteX35" fmla="*/ 536575 w 1022350"/>
                    <a:gd name="connsiteY35" fmla="*/ 708819 h 775494"/>
                    <a:gd name="connsiteX36" fmla="*/ 517525 w 1022350"/>
                    <a:gd name="connsiteY36" fmla="*/ 708819 h 775494"/>
                    <a:gd name="connsiteX37" fmla="*/ 498475 w 1022350"/>
                    <a:gd name="connsiteY37" fmla="*/ 686594 h 775494"/>
                    <a:gd name="connsiteX38" fmla="*/ 517525 w 1022350"/>
                    <a:gd name="connsiteY38" fmla="*/ 658019 h 775494"/>
                    <a:gd name="connsiteX39" fmla="*/ 508000 w 1022350"/>
                    <a:gd name="connsiteY39" fmla="*/ 651669 h 775494"/>
                    <a:gd name="connsiteX40" fmla="*/ 473075 w 1022350"/>
                    <a:gd name="connsiteY40" fmla="*/ 670719 h 775494"/>
                    <a:gd name="connsiteX41" fmla="*/ 438150 w 1022350"/>
                    <a:gd name="connsiteY41" fmla="*/ 658019 h 775494"/>
                    <a:gd name="connsiteX42" fmla="*/ 479425 w 1022350"/>
                    <a:gd name="connsiteY42" fmla="*/ 638969 h 775494"/>
                    <a:gd name="connsiteX43" fmla="*/ 476250 w 1022350"/>
                    <a:gd name="connsiteY43" fmla="*/ 610394 h 775494"/>
                    <a:gd name="connsiteX44" fmla="*/ 444500 w 1022350"/>
                    <a:gd name="connsiteY44" fmla="*/ 588169 h 775494"/>
                    <a:gd name="connsiteX45" fmla="*/ 406400 w 1022350"/>
                    <a:gd name="connsiteY45" fmla="*/ 600869 h 775494"/>
                    <a:gd name="connsiteX46" fmla="*/ 425450 w 1022350"/>
                    <a:gd name="connsiteY46" fmla="*/ 635794 h 775494"/>
                    <a:gd name="connsiteX47" fmla="*/ 396875 w 1022350"/>
                    <a:gd name="connsiteY47" fmla="*/ 645319 h 775494"/>
                    <a:gd name="connsiteX48" fmla="*/ 365125 w 1022350"/>
                    <a:gd name="connsiteY48" fmla="*/ 645319 h 775494"/>
                    <a:gd name="connsiteX49" fmla="*/ 307975 w 1022350"/>
                    <a:gd name="connsiteY49" fmla="*/ 702469 h 775494"/>
                    <a:gd name="connsiteX50" fmla="*/ 244475 w 1022350"/>
                    <a:gd name="connsiteY50" fmla="*/ 699294 h 775494"/>
                    <a:gd name="connsiteX51" fmla="*/ 190500 w 1022350"/>
                    <a:gd name="connsiteY51" fmla="*/ 642144 h 775494"/>
                    <a:gd name="connsiteX52" fmla="*/ 149225 w 1022350"/>
                    <a:gd name="connsiteY52" fmla="*/ 642144 h 775494"/>
                    <a:gd name="connsiteX53" fmla="*/ 111125 w 1022350"/>
                    <a:gd name="connsiteY53" fmla="*/ 600869 h 775494"/>
                    <a:gd name="connsiteX54" fmla="*/ 73025 w 1022350"/>
                    <a:gd name="connsiteY54" fmla="*/ 623094 h 775494"/>
                    <a:gd name="connsiteX55" fmla="*/ 38100 w 1022350"/>
                    <a:gd name="connsiteY55" fmla="*/ 623094 h 775494"/>
                    <a:gd name="connsiteX56" fmla="*/ 0 w 1022350"/>
                    <a:gd name="connsiteY56" fmla="*/ 588169 h 775494"/>
                    <a:gd name="connsiteX57" fmla="*/ 40501 w 1022350"/>
                    <a:gd name="connsiteY57" fmla="*/ 0 h 775494"/>
                    <a:gd name="connsiteX58" fmla="*/ 107950 w 1022350"/>
                    <a:gd name="connsiteY58" fmla="*/ 29369 h 775494"/>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51974 h 798099"/>
                    <a:gd name="connsiteX1" fmla="*/ 152400 w 1022350"/>
                    <a:gd name="connsiteY1" fmla="*/ 26574 h 798099"/>
                    <a:gd name="connsiteX2" fmla="*/ 225425 w 1022350"/>
                    <a:gd name="connsiteY2" fmla="*/ 83724 h 798099"/>
                    <a:gd name="connsiteX3" fmla="*/ 212725 w 1022350"/>
                    <a:gd name="connsiteY3" fmla="*/ 124999 h 798099"/>
                    <a:gd name="connsiteX4" fmla="*/ 228600 w 1022350"/>
                    <a:gd name="connsiteY4" fmla="*/ 150399 h 798099"/>
                    <a:gd name="connsiteX5" fmla="*/ 263525 w 1022350"/>
                    <a:gd name="connsiteY5" fmla="*/ 112299 h 798099"/>
                    <a:gd name="connsiteX6" fmla="*/ 288925 w 1022350"/>
                    <a:gd name="connsiteY6" fmla="*/ 147224 h 798099"/>
                    <a:gd name="connsiteX7" fmla="*/ 323850 w 1022350"/>
                    <a:gd name="connsiteY7" fmla="*/ 156749 h 798099"/>
                    <a:gd name="connsiteX8" fmla="*/ 327025 w 1022350"/>
                    <a:gd name="connsiteY8" fmla="*/ 223424 h 798099"/>
                    <a:gd name="connsiteX9" fmla="*/ 403225 w 1022350"/>
                    <a:gd name="connsiteY9" fmla="*/ 286924 h 798099"/>
                    <a:gd name="connsiteX10" fmla="*/ 447675 w 1022350"/>
                    <a:gd name="connsiteY10" fmla="*/ 356774 h 798099"/>
                    <a:gd name="connsiteX11" fmla="*/ 488950 w 1022350"/>
                    <a:gd name="connsiteY11" fmla="*/ 359949 h 798099"/>
                    <a:gd name="connsiteX12" fmla="*/ 492125 w 1022350"/>
                    <a:gd name="connsiteY12" fmla="*/ 328199 h 798099"/>
                    <a:gd name="connsiteX13" fmla="*/ 527050 w 1022350"/>
                    <a:gd name="connsiteY13" fmla="*/ 331374 h 798099"/>
                    <a:gd name="connsiteX14" fmla="*/ 558800 w 1022350"/>
                    <a:gd name="connsiteY14" fmla="*/ 353599 h 798099"/>
                    <a:gd name="connsiteX15" fmla="*/ 619125 w 1022350"/>
                    <a:gd name="connsiteY15" fmla="*/ 344074 h 798099"/>
                    <a:gd name="connsiteX16" fmla="*/ 647700 w 1022350"/>
                    <a:gd name="connsiteY16" fmla="*/ 366299 h 798099"/>
                    <a:gd name="connsiteX17" fmla="*/ 701675 w 1022350"/>
                    <a:gd name="connsiteY17" fmla="*/ 359949 h 798099"/>
                    <a:gd name="connsiteX18" fmla="*/ 774700 w 1022350"/>
                    <a:gd name="connsiteY18" fmla="*/ 369474 h 798099"/>
                    <a:gd name="connsiteX19" fmla="*/ 812800 w 1022350"/>
                    <a:gd name="connsiteY19" fmla="*/ 359949 h 798099"/>
                    <a:gd name="connsiteX20" fmla="*/ 838200 w 1022350"/>
                    <a:gd name="connsiteY20" fmla="*/ 401224 h 798099"/>
                    <a:gd name="connsiteX21" fmla="*/ 838200 w 1022350"/>
                    <a:gd name="connsiteY21" fmla="*/ 483774 h 798099"/>
                    <a:gd name="connsiteX22" fmla="*/ 911225 w 1022350"/>
                    <a:gd name="connsiteY22" fmla="*/ 540924 h 798099"/>
                    <a:gd name="connsiteX23" fmla="*/ 974725 w 1022350"/>
                    <a:gd name="connsiteY23" fmla="*/ 572674 h 798099"/>
                    <a:gd name="connsiteX24" fmla="*/ 1022350 w 1022350"/>
                    <a:gd name="connsiteY24" fmla="*/ 610774 h 798099"/>
                    <a:gd name="connsiteX25" fmla="*/ 993775 w 1022350"/>
                    <a:gd name="connsiteY25" fmla="*/ 652049 h 798099"/>
                    <a:gd name="connsiteX26" fmla="*/ 860425 w 1022350"/>
                    <a:gd name="connsiteY26" fmla="*/ 642524 h 798099"/>
                    <a:gd name="connsiteX27" fmla="*/ 815975 w 1022350"/>
                    <a:gd name="connsiteY27" fmla="*/ 629824 h 798099"/>
                    <a:gd name="connsiteX28" fmla="*/ 733425 w 1022350"/>
                    <a:gd name="connsiteY28" fmla="*/ 677449 h 798099"/>
                    <a:gd name="connsiteX29" fmla="*/ 692150 w 1022350"/>
                    <a:gd name="connsiteY29" fmla="*/ 709199 h 798099"/>
                    <a:gd name="connsiteX30" fmla="*/ 663575 w 1022350"/>
                    <a:gd name="connsiteY30" fmla="*/ 747299 h 798099"/>
                    <a:gd name="connsiteX31" fmla="*/ 631825 w 1022350"/>
                    <a:gd name="connsiteY31" fmla="*/ 750474 h 798099"/>
                    <a:gd name="connsiteX32" fmla="*/ 609600 w 1022350"/>
                    <a:gd name="connsiteY32" fmla="*/ 798099 h 798099"/>
                    <a:gd name="connsiteX33" fmla="*/ 590550 w 1022350"/>
                    <a:gd name="connsiteY33" fmla="*/ 766349 h 798099"/>
                    <a:gd name="connsiteX34" fmla="*/ 561975 w 1022350"/>
                    <a:gd name="connsiteY34" fmla="*/ 769524 h 798099"/>
                    <a:gd name="connsiteX35" fmla="*/ 536575 w 1022350"/>
                    <a:gd name="connsiteY35" fmla="*/ 731424 h 798099"/>
                    <a:gd name="connsiteX36" fmla="*/ 517525 w 1022350"/>
                    <a:gd name="connsiteY36" fmla="*/ 731424 h 798099"/>
                    <a:gd name="connsiteX37" fmla="*/ 498475 w 1022350"/>
                    <a:gd name="connsiteY37" fmla="*/ 709199 h 798099"/>
                    <a:gd name="connsiteX38" fmla="*/ 517525 w 1022350"/>
                    <a:gd name="connsiteY38" fmla="*/ 680624 h 798099"/>
                    <a:gd name="connsiteX39" fmla="*/ 508000 w 1022350"/>
                    <a:gd name="connsiteY39" fmla="*/ 674274 h 798099"/>
                    <a:gd name="connsiteX40" fmla="*/ 473075 w 1022350"/>
                    <a:gd name="connsiteY40" fmla="*/ 693324 h 798099"/>
                    <a:gd name="connsiteX41" fmla="*/ 438150 w 1022350"/>
                    <a:gd name="connsiteY41" fmla="*/ 680624 h 798099"/>
                    <a:gd name="connsiteX42" fmla="*/ 479425 w 1022350"/>
                    <a:gd name="connsiteY42" fmla="*/ 661574 h 798099"/>
                    <a:gd name="connsiteX43" fmla="*/ 476250 w 1022350"/>
                    <a:gd name="connsiteY43" fmla="*/ 632999 h 798099"/>
                    <a:gd name="connsiteX44" fmla="*/ 444500 w 1022350"/>
                    <a:gd name="connsiteY44" fmla="*/ 610774 h 798099"/>
                    <a:gd name="connsiteX45" fmla="*/ 406400 w 1022350"/>
                    <a:gd name="connsiteY45" fmla="*/ 623474 h 798099"/>
                    <a:gd name="connsiteX46" fmla="*/ 425450 w 1022350"/>
                    <a:gd name="connsiteY46" fmla="*/ 658399 h 798099"/>
                    <a:gd name="connsiteX47" fmla="*/ 396875 w 1022350"/>
                    <a:gd name="connsiteY47" fmla="*/ 667924 h 798099"/>
                    <a:gd name="connsiteX48" fmla="*/ 365125 w 1022350"/>
                    <a:gd name="connsiteY48" fmla="*/ 667924 h 798099"/>
                    <a:gd name="connsiteX49" fmla="*/ 307975 w 1022350"/>
                    <a:gd name="connsiteY49" fmla="*/ 725074 h 798099"/>
                    <a:gd name="connsiteX50" fmla="*/ 244475 w 1022350"/>
                    <a:gd name="connsiteY50" fmla="*/ 721899 h 798099"/>
                    <a:gd name="connsiteX51" fmla="*/ 190500 w 1022350"/>
                    <a:gd name="connsiteY51" fmla="*/ 664749 h 798099"/>
                    <a:gd name="connsiteX52" fmla="*/ 149225 w 1022350"/>
                    <a:gd name="connsiteY52" fmla="*/ 664749 h 798099"/>
                    <a:gd name="connsiteX53" fmla="*/ 111125 w 1022350"/>
                    <a:gd name="connsiteY53" fmla="*/ 623474 h 798099"/>
                    <a:gd name="connsiteX54" fmla="*/ 73025 w 1022350"/>
                    <a:gd name="connsiteY54" fmla="*/ 645699 h 798099"/>
                    <a:gd name="connsiteX55" fmla="*/ 38100 w 1022350"/>
                    <a:gd name="connsiteY55" fmla="*/ 645699 h 798099"/>
                    <a:gd name="connsiteX56" fmla="*/ 0 w 1022350"/>
                    <a:gd name="connsiteY56" fmla="*/ 610774 h 798099"/>
                    <a:gd name="connsiteX57" fmla="*/ 40501 w 1022350"/>
                    <a:gd name="connsiteY57" fmla="*/ 22605 h 798099"/>
                    <a:gd name="connsiteX58" fmla="*/ 107950 w 1022350"/>
                    <a:gd name="connsiteY58" fmla="*/ 51974 h 798099"/>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9713 w 1022350"/>
                    <a:gd name="connsiteY5" fmla="*/ 112712 h 785812"/>
                    <a:gd name="connsiteX6" fmla="*/ 263525 w 1022350"/>
                    <a:gd name="connsiteY6" fmla="*/ 100012 h 785812"/>
                    <a:gd name="connsiteX7" fmla="*/ 288925 w 1022350"/>
                    <a:gd name="connsiteY7" fmla="*/ 134937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88925 w 1022350"/>
                    <a:gd name="connsiteY7" fmla="*/ 134937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84985 w 1022350"/>
                    <a:gd name="connsiteY15" fmla="*/ 329393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84985 w 1022350"/>
                    <a:gd name="connsiteY15" fmla="*/ 329393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1525 w 1022350"/>
                    <a:gd name="connsiteY19" fmla="*/ 34526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8894 h 785019"/>
                    <a:gd name="connsiteX1" fmla="*/ 145250 w 1022350"/>
                    <a:gd name="connsiteY1" fmla="*/ 14287 h 785019"/>
                    <a:gd name="connsiteX2" fmla="*/ 225425 w 1022350"/>
                    <a:gd name="connsiteY2" fmla="*/ 70644 h 785019"/>
                    <a:gd name="connsiteX3" fmla="*/ 212725 w 1022350"/>
                    <a:gd name="connsiteY3" fmla="*/ 111919 h 785019"/>
                    <a:gd name="connsiteX4" fmla="*/ 228600 w 1022350"/>
                    <a:gd name="connsiteY4" fmla="*/ 137319 h 785019"/>
                    <a:gd name="connsiteX5" fmla="*/ 232563 w 1022350"/>
                    <a:gd name="connsiteY5" fmla="*/ 116670 h 785019"/>
                    <a:gd name="connsiteX6" fmla="*/ 263525 w 1022350"/>
                    <a:gd name="connsiteY6" fmla="*/ 99219 h 785019"/>
                    <a:gd name="connsiteX7" fmla="*/ 274631 w 1022350"/>
                    <a:gd name="connsiteY7" fmla="*/ 105557 h 785019"/>
                    <a:gd name="connsiteX8" fmla="*/ 340512 w 1022350"/>
                    <a:gd name="connsiteY8" fmla="*/ 155563 h 785019"/>
                    <a:gd name="connsiteX9" fmla="*/ 327025 w 1022350"/>
                    <a:gd name="connsiteY9" fmla="*/ 210344 h 785019"/>
                    <a:gd name="connsiteX10" fmla="*/ 403225 w 1022350"/>
                    <a:gd name="connsiteY10" fmla="*/ 273844 h 785019"/>
                    <a:gd name="connsiteX11" fmla="*/ 447675 w 1022350"/>
                    <a:gd name="connsiteY11" fmla="*/ 343694 h 785019"/>
                    <a:gd name="connsiteX12" fmla="*/ 481798 w 1022350"/>
                    <a:gd name="connsiteY12" fmla="*/ 315899 h 785019"/>
                    <a:gd name="connsiteX13" fmla="*/ 492125 w 1022350"/>
                    <a:gd name="connsiteY13" fmla="*/ 315119 h 785019"/>
                    <a:gd name="connsiteX14" fmla="*/ 527050 w 1022350"/>
                    <a:gd name="connsiteY14" fmla="*/ 318294 h 785019"/>
                    <a:gd name="connsiteX15" fmla="*/ 584985 w 1022350"/>
                    <a:gd name="connsiteY15" fmla="*/ 328600 h 785019"/>
                    <a:gd name="connsiteX16" fmla="*/ 619125 w 1022350"/>
                    <a:gd name="connsiteY16" fmla="*/ 330994 h 785019"/>
                    <a:gd name="connsiteX17" fmla="*/ 647700 w 1022350"/>
                    <a:gd name="connsiteY17" fmla="*/ 353219 h 785019"/>
                    <a:gd name="connsiteX18" fmla="*/ 701675 w 1022350"/>
                    <a:gd name="connsiteY18" fmla="*/ 346869 h 785019"/>
                    <a:gd name="connsiteX19" fmla="*/ 771525 w 1022350"/>
                    <a:gd name="connsiteY19" fmla="*/ 344474 h 785019"/>
                    <a:gd name="connsiteX20" fmla="*/ 812800 w 1022350"/>
                    <a:gd name="connsiteY20" fmla="*/ 346869 h 785019"/>
                    <a:gd name="connsiteX21" fmla="*/ 838200 w 1022350"/>
                    <a:gd name="connsiteY21" fmla="*/ 388144 h 785019"/>
                    <a:gd name="connsiteX22" fmla="*/ 838200 w 1022350"/>
                    <a:gd name="connsiteY22" fmla="*/ 470694 h 785019"/>
                    <a:gd name="connsiteX23" fmla="*/ 911225 w 1022350"/>
                    <a:gd name="connsiteY23" fmla="*/ 527844 h 785019"/>
                    <a:gd name="connsiteX24" fmla="*/ 974725 w 1022350"/>
                    <a:gd name="connsiteY24" fmla="*/ 559594 h 785019"/>
                    <a:gd name="connsiteX25" fmla="*/ 1022350 w 1022350"/>
                    <a:gd name="connsiteY25" fmla="*/ 597694 h 785019"/>
                    <a:gd name="connsiteX26" fmla="*/ 993775 w 1022350"/>
                    <a:gd name="connsiteY26" fmla="*/ 638969 h 785019"/>
                    <a:gd name="connsiteX27" fmla="*/ 860425 w 1022350"/>
                    <a:gd name="connsiteY27" fmla="*/ 629444 h 785019"/>
                    <a:gd name="connsiteX28" fmla="*/ 815975 w 1022350"/>
                    <a:gd name="connsiteY28" fmla="*/ 616744 h 785019"/>
                    <a:gd name="connsiteX29" fmla="*/ 733425 w 1022350"/>
                    <a:gd name="connsiteY29" fmla="*/ 664369 h 785019"/>
                    <a:gd name="connsiteX30" fmla="*/ 692150 w 1022350"/>
                    <a:gd name="connsiteY30" fmla="*/ 696119 h 785019"/>
                    <a:gd name="connsiteX31" fmla="*/ 663575 w 1022350"/>
                    <a:gd name="connsiteY31" fmla="*/ 734219 h 785019"/>
                    <a:gd name="connsiteX32" fmla="*/ 631825 w 1022350"/>
                    <a:gd name="connsiteY32" fmla="*/ 737394 h 785019"/>
                    <a:gd name="connsiteX33" fmla="*/ 609600 w 1022350"/>
                    <a:gd name="connsiteY33" fmla="*/ 785019 h 785019"/>
                    <a:gd name="connsiteX34" fmla="*/ 590550 w 1022350"/>
                    <a:gd name="connsiteY34" fmla="*/ 753269 h 785019"/>
                    <a:gd name="connsiteX35" fmla="*/ 561975 w 1022350"/>
                    <a:gd name="connsiteY35" fmla="*/ 756444 h 785019"/>
                    <a:gd name="connsiteX36" fmla="*/ 536575 w 1022350"/>
                    <a:gd name="connsiteY36" fmla="*/ 718344 h 785019"/>
                    <a:gd name="connsiteX37" fmla="*/ 517525 w 1022350"/>
                    <a:gd name="connsiteY37" fmla="*/ 718344 h 785019"/>
                    <a:gd name="connsiteX38" fmla="*/ 498475 w 1022350"/>
                    <a:gd name="connsiteY38" fmla="*/ 696119 h 785019"/>
                    <a:gd name="connsiteX39" fmla="*/ 517525 w 1022350"/>
                    <a:gd name="connsiteY39" fmla="*/ 667544 h 785019"/>
                    <a:gd name="connsiteX40" fmla="*/ 508000 w 1022350"/>
                    <a:gd name="connsiteY40" fmla="*/ 661194 h 785019"/>
                    <a:gd name="connsiteX41" fmla="*/ 473075 w 1022350"/>
                    <a:gd name="connsiteY41" fmla="*/ 680244 h 785019"/>
                    <a:gd name="connsiteX42" fmla="*/ 438150 w 1022350"/>
                    <a:gd name="connsiteY42" fmla="*/ 667544 h 785019"/>
                    <a:gd name="connsiteX43" fmla="*/ 479425 w 1022350"/>
                    <a:gd name="connsiteY43" fmla="*/ 648494 h 785019"/>
                    <a:gd name="connsiteX44" fmla="*/ 476250 w 1022350"/>
                    <a:gd name="connsiteY44" fmla="*/ 619919 h 785019"/>
                    <a:gd name="connsiteX45" fmla="*/ 444500 w 1022350"/>
                    <a:gd name="connsiteY45" fmla="*/ 597694 h 785019"/>
                    <a:gd name="connsiteX46" fmla="*/ 406400 w 1022350"/>
                    <a:gd name="connsiteY46" fmla="*/ 610394 h 785019"/>
                    <a:gd name="connsiteX47" fmla="*/ 425450 w 1022350"/>
                    <a:gd name="connsiteY47" fmla="*/ 645319 h 785019"/>
                    <a:gd name="connsiteX48" fmla="*/ 396875 w 1022350"/>
                    <a:gd name="connsiteY48" fmla="*/ 654844 h 785019"/>
                    <a:gd name="connsiteX49" fmla="*/ 365125 w 1022350"/>
                    <a:gd name="connsiteY49" fmla="*/ 654844 h 785019"/>
                    <a:gd name="connsiteX50" fmla="*/ 307975 w 1022350"/>
                    <a:gd name="connsiteY50" fmla="*/ 711994 h 785019"/>
                    <a:gd name="connsiteX51" fmla="*/ 244475 w 1022350"/>
                    <a:gd name="connsiteY51" fmla="*/ 708819 h 785019"/>
                    <a:gd name="connsiteX52" fmla="*/ 190500 w 1022350"/>
                    <a:gd name="connsiteY52" fmla="*/ 651669 h 785019"/>
                    <a:gd name="connsiteX53" fmla="*/ 149225 w 1022350"/>
                    <a:gd name="connsiteY53" fmla="*/ 651669 h 785019"/>
                    <a:gd name="connsiteX54" fmla="*/ 111125 w 1022350"/>
                    <a:gd name="connsiteY54" fmla="*/ 610394 h 785019"/>
                    <a:gd name="connsiteX55" fmla="*/ 73025 w 1022350"/>
                    <a:gd name="connsiteY55" fmla="*/ 632619 h 785019"/>
                    <a:gd name="connsiteX56" fmla="*/ 38100 w 1022350"/>
                    <a:gd name="connsiteY56" fmla="*/ 632619 h 785019"/>
                    <a:gd name="connsiteX57" fmla="*/ 0 w 1022350"/>
                    <a:gd name="connsiteY57" fmla="*/ 597694 h 785019"/>
                    <a:gd name="connsiteX58" fmla="*/ 40501 w 1022350"/>
                    <a:gd name="connsiteY58" fmla="*/ 9525 h 785019"/>
                    <a:gd name="connsiteX59" fmla="*/ 107950 w 1022350"/>
                    <a:gd name="connsiteY59" fmla="*/ 38894 h 785019"/>
                    <a:gd name="connsiteX0" fmla="*/ 107950 w 1022350"/>
                    <a:gd name="connsiteY0" fmla="*/ 29369 h 775494"/>
                    <a:gd name="connsiteX1" fmla="*/ 145250 w 1022350"/>
                    <a:gd name="connsiteY1" fmla="*/ 4762 h 775494"/>
                    <a:gd name="connsiteX2" fmla="*/ 225425 w 1022350"/>
                    <a:gd name="connsiteY2" fmla="*/ 61119 h 775494"/>
                    <a:gd name="connsiteX3" fmla="*/ 212725 w 1022350"/>
                    <a:gd name="connsiteY3" fmla="*/ 102394 h 775494"/>
                    <a:gd name="connsiteX4" fmla="*/ 228600 w 1022350"/>
                    <a:gd name="connsiteY4" fmla="*/ 127794 h 775494"/>
                    <a:gd name="connsiteX5" fmla="*/ 232563 w 1022350"/>
                    <a:gd name="connsiteY5" fmla="*/ 107145 h 775494"/>
                    <a:gd name="connsiteX6" fmla="*/ 263525 w 1022350"/>
                    <a:gd name="connsiteY6" fmla="*/ 89694 h 775494"/>
                    <a:gd name="connsiteX7" fmla="*/ 274631 w 1022350"/>
                    <a:gd name="connsiteY7" fmla="*/ 96032 h 775494"/>
                    <a:gd name="connsiteX8" fmla="*/ 340512 w 1022350"/>
                    <a:gd name="connsiteY8" fmla="*/ 146038 h 775494"/>
                    <a:gd name="connsiteX9" fmla="*/ 327025 w 1022350"/>
                    <a:gd name="connsiteY9" fmla="*/ 200819 h 775494"/>
                    <a:gd name="connsiteX10" fmla="*/ 403225 w 1022350"/>
                    <a:gd name="connsiteY10" fmla="*/ 264319 h 775494"/>
                    <a:gd name="connsiteX11" fmla="*/ 447675 w 1022350"/>
                    <a:gd name="connsiteY11" fmla="*/ 334169 h 775494"/>
                    <a:gd name="connsiteX12" fmla="*/ 481798 w 1022350"/>
                    <a:gd name="connsiteY12" fmla="*/ 306374 h 775494"/>
                    <a:gd name="connsiteX13" fmla="*/ 492125 w 1022350"/>
                    <a:gd name="connsiteY13" fmla="*/ 305594 h 775494"/>
                    <a:gd name="connsiteX14" fmla="*/ 527050 w 1022350"/>
                    <a:gd name="connsiteY14" fmla="*/ 308769 h 775494"/>
                    <a:gd name="connsiteX15" fmla="*/ 584985 w 1022350"/>
                    <a:gd name="connsiteY15" fmla="*/ 319075 h 775494"/>
                    <a:gd name="connsiteX16" fmla="*/ 619125 w 1022350"/>
                    <a:gd name="connsiteY16" fmla="*/ 321469 h 775494"/>
                    <a:gd name="connsiteX17" fmla="*/ 647700 w 1022350"/>
                    <a:gd name="connsiteY17" fmla="*/ 343694 h 775494"/>
                    <a:gd name="connsiteX18" fmla="*/ 701675 w 1022350"/>
                    <a:gd name="connsiteY18" fmla="*/ 337344 h 775494"/>
                    <a:gd name="connsiteX19" fmla="*/ 771525 w 1022350"/>
                    <a:gd name="connsiteY19" fmla="*/ 334949 h 775494"/>
                    <a:gd name="connsiteX20" fmla="*/ 812800 w 1022350"/>
                    <a:gd name="connsiteY20" fmla="*/ 337344 h 775494"/>
                    <a:gd name="connsiteX21" fmla="*/ 838200 w 1022350"/>
                    <a:gd name="connsiteY21" fmla="*/ 378619 h 775494"/>
                    <a:gd name="connsiteX22" fmla="*/ 838200 w 1022350"/>
                    <a:gd name="connsiteY22" fmla="*/ 461169 h 775494"/>
                    <a:gd name="connsiteX23" fmla="*/ 911225 w 1022350"/>
                    <a:gd name="connsiteY23" fmla="*/ 518319 h 775494"/>
                    <a:gd name="connsiteX24" fmla="*/ 974725 w 1022350"/>
                    <a:gd name="connsiteY24" fmla="*/ 550069 h 775494"/>
                    <a:gd name="connsiteX25" fmla="*/ 1022350 w 1022350"/>
                    <a:gd name="connsiteY25" fmla="*/ 588169 h 775494"/>
                    <a:gd name="connsiteX26" fmla="*/ 993775 w 1022350"/>
                    <a:gd name="connsiteY26" fmla="*/ 629444 h 775494"/>
                    <a:gd name="connsiteX27" fmla="*/ 860425 w 1022350"/>
                    <a:gd name="connsiteY27" fmla="*/ 619919 h 775494"/>
                    <a:gd name="connsiteX28" fmla="*/ 815975 w 1022350"/>
                    <a:gd name="connsiteY28" fmla="*/ 607219 h 775494"/>
                    <a:gd name="connsiteX29" fmla="*/ 733425 w 1022350"/>
                    <a:gd name="connsiteY29" fmla="*/ 654844 h 775494"/>
                    <a:gd name="connsiteX30" fmla="*/ 692150 w 1022350"/>
                    <a:gd name="connsiteY30" fmla="*/ 686594 h 775494"/>
                    <a:gd name="connsiteX31" fmla="*/ 663575 w 1022350"/>
                    <a:gd name="connsiteY31" fmla="*/ 724694 h 775494"/>
                    <a:gd name="connsiteX32" fmla="*/ 631825 w 1022350"/>
                    <a:gd name="connsiteY32" fmla="*/ 727869 h 775494"/>
                    <a:gd name="connsiteX33" fmla="*/ 609600 w 1022350"/>
                    <a:gd name="connsiteY33" fmla="*/ 775494 h 775494"/>
                    <a:gd name="connsiteX34" fmla="*/ 590550 w 1022350"/>
                    <a:gd name="connsiteY34" fmla="*/ 743744 h 775494"/>
                    <a:gd name="connsiteX35" fmla="*/ 561975 w 1022350"/>
                    <a:gd name="connsiteY35" fmla="*/ 746919 h 775494"/>
                    <a:gd name="connsiteX36" fmla="*/ 536575 w 1022350"/>
                    <a:gd name="connsiteY36" fmla="*/ 708819 h 775494"/>
                    <a:gd name="connsiteX37" fmla="*/ 517525 w 1022350"/>
                    <a:gd name="connsiteY37" fmla="*/ 708819 h 775494"/>
                    <a:gd name="connsiteX38" fmla="*/ 498475 w 1022350"/>
                    <a:gd name="connsiteY38" fmla="*/ 686594 h 775494"/>
                    <a:gd name="connsiteX39" fmla="*/ 517525 w 1022350"/>
                    <a:gd name="connsiteY39" fmla="*/ 658019 h 775494"/>
                    <a:gd name="connsiteX40" fmla="*/ 508000 w 1022350"/>
                    <a:gd name="connsiteY40" fmla="*/ 651669 h 775494"/>
                    <a:gd name="connsiteX41" fmla="*/ 473075 w 1022350"/>
                    <a:gd name="connsiteY41" fmla="*/ 670719 h 775494"/>
                    <a:gd name="connsiteX42" fmla="*/ 438150 w 1022350"/>
                    <a:gd name="connsiteY42" fmla="*/ 658019 h 775494"/>
                    <a:gd name="connsiteX43" fmla="*/ 479425 w 1022350"/>
                    <a:gd name="connsiteY43" fmla="*/ 638969 h 775494"/>
                    <a:gd name="connsiteX44" fmla="*/ 476250 w 1022350"/>
                    <a:gd name="connsiteY44" fmla="*/ 610394 h 775494"/>
                    <a:gd name="connsiteX45" fmla="*/ 444500 w 1022350"/>
                    <a:gd name="connsiteY45" fmla="*/ 588169 h 775494"/>
                    <a:gd name="connsiteX46" fmla="*/ 406400 w 1022350"/>
                    <a:gd name="connsiteY46" fmla="*/ 600869 h 775494"/>
                    <a:gd name="connsiteX47" fmla="*/ 425450 w 1022350"/>
                    <a:gd name="connsiteY47" fmla="*/ 635794 h 775494"/>
                    <a:gd name="connsiteX48" fmla="*/ 396875 w 1022350"/>
                    <a:gd name="connsiteY48" fmla="*/ 645319 h 775494"/>
                    <a:gd name="connsiteX49" fmla="*/ 365125 w 1022350"/>
                    <a:gd name="connsiteY49" fmla="*/ 645319 h 775494"/>
                    <a:gd name="connsiteX50" fmla="*/ 307975 w 1022350"/>
                    <a:gd name="connsiteY50" fmla="*/ 702469 h 775494"/>
                    <a:gd name="connsiteX51" fmla="*/ 244475 w 1022350"/>
                    <a:gd name="connsiteY51" fmla="*/ 699294 h 775494"/>
                    <a:gd name="connsiteX52" fmla="*/ 190500 w 1022350"/>
                    <a:gd name="connsiteY52" fmla="*/ 642144 h 775494"/>
                    <a:gd name="connsiteX53" fmla="*/ 149225 w 1022350"/>
                    <a:gd name="connsiteY53" fmla="*/ 642144 h 775494"/>
                    <a:gd name="connsiteX54" fmla="*/ 111125 w 1022350"/>
                    <a:gd name="connsiteY54" fmla="*/ 600869 h 775494"/>
                    <a:gd name="connsiteX55" fmla="*/ 73025 w 1022350"/>
                    <a:gd name="connsiteY55" fmla="*/ 623094 h 775494"/>
                    <a:gd name="connsiteX56" fmla="*/ 38100 w 1022350"/>
                    <a:gd name="connsiteY56" fmla="*/ 623094 h 775494"/>
                    <a:gd name="connsiteX57" fmla="*/ 0 w 1022350"/>
                    <a:gd name="connsiteY57" fmla="*/ 588169 h 775494"/>
                    <a:gd name="connsiteX58" fmla="*/ 40501 w 1022350"/>
                    <a:gd name="connsiteY58" fmla="*/ 0 h 775494"/>
                    <a:gd name="connsiteX59" fmla="*/ 107950 w 1022350"/>
                    <a:gd name="connsiteY59" fmla="*/ 29369 h 775494"/>
                    <a:gd name="connsiteX0" fmla="*/ 107950 w 1022350"/>
                    <a:gd name="connsiteY0" fmla="*/ 31751 h 777876"/>
                    <a:gd name="connsiteX1" fmla="*/ 125406 w 1022350"/>
                    <a:gd name="connsiteY1" fmla="*/ 0 h 777876"/>
                    <a:gd name="connsiteX2" fmla="*/ 225425 w 1022350"/>
                    <a:gd name="connsiteY2" fmla="*/ 63501 h 777876"/>
                    <a:gd name="connsiteX3" fmla="*/ 212725 w 1022350"/>
                    <a:gd name="connsiteY3" fmla="*/ 104776 h 777876"/>
                    <a:gd name="connsiteX4" fmla="*/ 228600 w 1022350"/>
                    <a:gd name="connsiteY4" fmla="*/ 130176 h 777876"/>
                    <a:gd name="connsiteX5" fmla="*/ 232563 w 1022350"/>
                    <a:gd name="connsiteY5" fmla="*/ 109527 h 777876"/>
                    <a:gd name="connsiteX6" fmla="*/ 263525 w 1022350"/>
                    <a:gd name="connsiteY6" fmla="*/ 92076 h 777876"/>
                    <a:gd name="connsiteX7" fmla="*/ 274631 w 1022350"/>
                    <a:gd name="connsiteY7" fmla="*/ 98414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884 h 778009"/>
                    <a:gd name="connsiteX1" fmla="*/ 125406 w 1022350"/>
                    <a:gd name="connsiteY1" fmla="*/ 133 h 778009"/>
                    <a:gd name="connsiteX2" fmla="*/ 177800 w 1022350"/>
                    <a:gd name="connsiteY2" fmla="*/ 31089 h 778009"/>
                    <a:gd name="connsiteX3" fmla="*/ 225425 w 1022350"/>
                    <a:gd name="connsiteY3" fmla="*/ 63634 h 778009"/>
                    <a:gd name="connsiteX4" fmla="*/ 212725 w 1022350"/>
                    <a:gd name="connsiteY4" fmla="*/ 104909 h 778009"/>
                    <a:gd name="connsiteX5" fmla="*/ 228600 w 1022350"/>
                    <a:gd name="connsiteY5" fmla="*/ 130309 h 778009"/>
                    <a:gd name="connsiteX6" fmla="*/ 232563 w 1022350"/>
                    <a:gd name="connsiteY6" fmla="*/ 109660 h 778009"/>
                    <a:gd name="connsiteX7" fmla="*/ 263525 w 1022350"/>
                    <a:gd name="connsiteY7" fmla="*/ 92209 h 778009"/>
                    <a:gd name="connsiteX8" fmla="*/ 274631 w 1022350"/>
                    <a:gd name="connsiteY8" fmla="*/ 98547 h 778009"/>
                    <a:gd name="connsiteX9" fmla="*/ 340512 w 1022350"/>
                    <a:gd name="connsiteY9" fmla="*/ 148553 h 778009"/>
                    <a:gd name="connsiteX10" fmla="*/ 327025 w 1022350"/>
                    <a:gd name="connsiteY10" fmla="*/ 203334 h 778009"/>
                    <a:gd name="connsiteX11" fmla="*/ 403225 w 1022350"/>
                    <a:gd name="connsiteY11" fmla="*/ 266834 h 778009"/>
                    <a:gd name="connsiteX12" fmla="*/ 447675 w 1022350"/>
                    <a:gd name="connsiteY12" fmla="*/ 336684 h 778009"/>
                    <a:gd name="connsiteX13" fmla="*/ 481798 w 1022350"/>
                    <a:gd name="connsiteY13" fmla="*/ 308889 h 778009"/>
                    <a:gd name="connsiteX14" fmla="*/ 492125 w 1022350"/>
                    <a:gd name="connsiteY14" fmla="*/ 308109 h 778009"/>
                    <a:gd name="connsiteX15" fmla="*/ 527050 w 1022350"/>
                    <a:gd name="connsiteY15" fmla="*/ 311284 h 778009"/>
                    <a:gd name="connsiteX16" fmla="*/ 584985 w 1022350"/>
                    <a:gd name="connsiteY16" fmla="*/ 321590 h 778009"/>
                    <a:gd name="connsiteX17" fmla="*/ 619125 w 1022350"/>
                    <a:gd name="connsiteY17" fmla="*/ 323984 h 778009"/>
                    <a:gd name="connsiteX18" fmla="*/ 647700 w 1022350"/>
                    <a:gd name="connsiteY18" fmla="*/ 346209 h 778009"/>
                    <a:gd name="connsiteX19" fmla="*/ 701675 w 1022350"/>
                    <a:gd name="connsiteY19" fmla="*/ 339859 h 778009"/>
                    <a:gd name="connsiteX20" fmla="*/ 771525 w 1022350"/>
                    <a:gd name="connsiteY20" fmla="*/ 337464 h 778009"/>
                    <a:gd name="connsiteX21" fmla="*/ 812800 w 1022350"/>
                    <a:gd name="connsiteY21" fmla="*/ 339859 h 778009"/>
                    <a:gd name="connsiteX22" fmla="*/ 838200 w 1022350"/>
                    <a:gd name="connsiteY22" fmla="*/ 381134 h 778009"/>
                    <a:gd name="connsiteX23" fmla="*/ 838200 w 1022350"/>
                    <a:gd name="connsiteY23" fmla="*/ 463684 h 778009"/>
                    <a:gd name="connsiteX24" fmla="*/ 911225 w 1022350"/>
                    <a:gd name="connsiteY24" fmla="*/ 520834 h 778009"/>
                    <a:gd name="connsiteX25" fmla="*/ 974725 w 1022350"/>
                    <a:gd name="connsiteY25" fmla="*/ 552584 h 778009"/>
                    <a:gd name="connsiteX26" fmla="*/ 1022350 w 1022350"/>
                    <a:gd name="connsiteY26" fmla="*/ 590684 h 778009"/>
                    <a:gd name="connsiteX27" fmla="*/ 993775 w 1022350"/>
                    <a:gd name="connsiteY27" fmla="*/ 631959 h 778009"/>
                    <a:gd name="connsiteX28" fmla="*/ 860425 w 1022350"/>
                    <a:gd name="connsiteY28" fmla="*/ 622434 h 778009"/>
                    <a:gd name="connsiteX29" fmla="*/ 815975 w 1022350"/>
                    <a:gd name="connsiteY29" fmla="*/ 609734 h 778009"/>
                    <a:gd name="connsiteX30" fmla="*/ 733425 w 1022350"/>
                    <a:gd name="connsiteY30" fmla="*/ 657359 h 778009"/>
                    <a:gd name="connsiteX31" fmla="*/ 692150 w 1022350"/>
                    <a:gd name="connsiteY31" fmla="*/ 689109 h 778009"/>
                    <a:gd name="connsiteX32" fmla="*/ 663575 w 1022350"/>
                    <a:gd name="connsiteY32" fmla="*/ 727209 h 778009"/>
                    <a:gd name="connsiteX33" fmla="*/ 631825 w 1022350"/>
                    <a:gd name="connsiteY33" fmla="*/ 730384 h 778009"/>
                    <a:gd name="connsiteX34" fmla="*/ 609600 w 1022350"/>
                    <a:gd name="connsiteY34" fmla="*/ 778009 h 778009"/>
                    <a:gd name="connsiteX35" fmla="*/ 590550 w 1022350"/>
                    <a:gd name="connsiteY35" fmla="*/ 746259 h 778009"/>
                    <a:gd name="connsiteX36" fmla="*/ 561975 w 1022350"/>
                    <a:gd name="connsiteY36" fmla="*/ 749434 h 778009"/>
                    <a:gd name="connsiteX37" fmla="*/ 536575 w 1022350"/>
                    <a:gd name="connsiteY37" fmla="*/ 711334 h 778009"/>
                    <a:gd name="connsiteX38" fmla="*/ 517525 w 1022350"/>
                    <a:gd name="connsiteY38" fmla="*/ 711334 h 778009"/>
                    <a:gd name="connsiteX39" fmla="*/ 498475 w 1022350"/>
                    <a:gd name="connsiteY39" fmla="*/ 689109 h 778009"/>
                    <a:gd name="connsiteX40" fmla="*/ 517525 w 1022350"/>
                    <a:gd name="connsiteY40" fmla="*/ 660534 h 778009"/>
                    <a:gd name="connsiteX41" fmla="*/ 508000 w 1022350"/>
                    <a:gd name="connsiteY41" fmla="*/ 654184 h 778009"/>
                    <a:gd name="connsiteX42" fmla="*/ 473075 w 1022350"/>
                    <a:gd name="connsiteY42" fmla="*/ 673234 h 778009"/>
                    <a:gd name="connsiteX43" fmla="*/ 438150 w 1022350"/>
                    <a:gd name="connsiteY43" fmla="*/ 660534 h 778009"/>
                    <a:gd name="connsiteX44" fmla="*/ 479425 w 1022350"/>
                    <a:gd name="connsiteY44" fmla="*/ 641484 h 778009"/>
                    <a:gd name="connsiteX45" fmla="*/ 476250 w 1022350"/>
                    <a:gd name="connsiteY45" fmla="*/ 612909 h 778009"/>
                    <a:gd name="connsiteX46" fmla="*/ 444500 w 1022350"/>
                    <a:gd name="connsiteY46" fmla="*/ 590684 h 778009"/>
                    <a:gd name="connsiteX47" fmla="*/ 406400 w 1022350"/>
                    <a:gd name="connsiteY47" fmla="*/ 603384 h 778009"/>
                    <a:gd name="connsiteX48" fmla="*/ 425450 w 1022350"/>
                    <a:gd name="connsiteY48" fmla="*/ 638309 h 778009"/>
                    <a:gd name="connsiteX49" fmla="*/ 396875 w 1022350"/>
                    <a:gd name="connsiteY49" fmla="*/ 647834 h 778009"/>
                    <a:gd name="connsiteX50" fmla="*/ 365125 w 1022350"/>
                    <a:gd name="connsiteY50" fmla="*/ 647834 h 778009"/>
                    <a:gd name="connsiteX51" fmla="*/ 307975 w 1022350"/>
                    <a:gd name="connsiteY51" fmla="*/ 704984 h 778009"/>
                    <a:gd name="connsiteX52" fmla="*/ 244475 w 1022350"/>
                    <a:gd name="connsiteY52" fmla="*/ 701809 h 778009"/>
                    <a:gd name="connsiteX53" fmla="*/ 190500 w 1022350"/>
                    <a:gd name="connsiteY53" fmla="*/ 644659 h 778009"/>
                    <a:gd name="connsiteX54" fmla="*/ 149225 w 1022350"/>
                    <a:gd name="connsiteY54" fmla="*/ 644659 h 778009"/>
                    <a:gd name="connsiteX55" fmla="*/ 111125 w 1022350"/>
                    <a:gd name="connsiteY55" fmla="*/ 603384 h 778009"/>
                    <a:gd name="connsiteX56" fmla="*/ 73025 w 1022350"/>
                    <a:gd name="connsiteY56" fmla="*/ 625609 h 778009"/>
                    <a:gd name="connsiteX57" fmla="*/ 38100 w 1022350"/>
                    <a:gd name="connsiteY57" fmla="*/ 625609 h 778009"/>
                    <a:gd name="connsiteX58" fmla="*/ 0 w 1022350"/>
                    <a:gd name="connsiteY58" fmla="*/ 590684 h 778009"/>
                    <a:gd name="connsiteX59" fmla="*/ 40501 w 1022350"/>
                    <a:gd name="connsiteY59" fmla="*/ 2515 h 778009"/>
                    <a:gd name="connsiteX60" fmla="*/ 107950 w 1022350"/>
                    <a:gd name="connsiteY60" fmla="*/ 31884 h 778009"/>
                    <a:gd name="connsiteX0" fmla="*/ 107950 w 1022350"/>
                    <a:gd name="connsiteY0" fmla="*/ 31884 h 778009"/>
                    <a:gd name="connsiteX1" fmla="*/ 125406 w 1022350"/>
                    <a:gd name="connsiteY1" fmla="*/ 133 h 778009"/>
                    <a:gd name="connsiteX2" fmla="*/ 192082 w 1022350"/>
                    <a:gd name="connsiteY2" fmla="*/ 21553 h 778009"/>
                    <a:gd name="connsiteX3" fmla="*/ 225425 w 1022350"/>
                    <a:gd name="connsiteY3" fmla="*/ 63634 h 778009"/>
                    <a:gd name="connsiteX4" fmla="*/ 212725 w 1022350"/>
                    <a:gd name="connsiteY4" fmla="*/ 104909 h 778009"/>
                    <a:gd name="connsiteX5" fmla="*/ 228600 w 1022350"/>
                    <a:gd name="connsiteY5" fmla="*/ 130309 h 778009"/>
                    <a:gd name="connsiteX6" fmla="*/ 232563 w 1022350"/>
                    <a:gd name="connsiteY6" fmla="*/ 109660 h 778009"/>
                    <a:gd name="connsiteX7" fmla="*/ 263525 w 1022350"/>
                    <a:gd name="connsiteY7" fmla="*/ 92209 h 778009"/>
                    <a:gd name="connsiteX8" fmla="*/ 274631 w 1022350"/>
                    <a:gd name="connsiteY8" fmla="*/ 98547 h 778009"/>
                    <a:gd name="connsiteX9" fmla="*/ 340512 w 1022350"/>
                    <a:gd name="connsiteY9" fmla="*/ 148553 h 778009"/>
                    <a:gd name="connsiteX10" fmla="*/ 327025 w 1022350"/>
                    <a:gd name="connsiteY10" fmla="*/ 203334 h 778009"/>
                    <a:gd name="connsiteX11" fmla="*/ 403225 w 1022350"/>
                    <a:gd name="connsiteY11" fmla="*/ 266834 h 778009"/>
                    <a:gd name="connsiteX12" fmla="*/ 447675 w 1022350"/>
                    <a:gd name="connsiteY12" fmla="*/ 336684 h 778009"/>
                    <a:gd name="connsiteX13" fmla="*/ 481798 w 1022350"/>
                    <a:gd name="connsiteY13" fmla="*/ 308889 h 778009"/>
                    <a:gd name="connsiteX14" fmla="*/ 492125 w 1022350"/>
                    <a:gd name="connsiteY14" fmla="*/ 308109 h 778009"/>
                    <a:gd name="connsiteX15" fmla="*/ 527050 w 1022350"/>
                    <a:gd name="connsiteY15" fmla="*/ 311284 h 778009"/>
                    <a:gd name="connsiteX16" fmla="*/ 584985 w 1022350"/>
                    <a:gd name="connsiteY16" fmla="*/ 321590 h 778009"/>
                    <a:gd name="connsiteX17" fmla="*/ 619125 w 1022350"/>
                    <a:gd name="connsiteY17" fmla="*/ 323984 h 778009"/>
                    <a:gd name="connsiteX18" fmla="*/ 647700 w 1022350"/>
                    <a:gd name="connsiteY18" fmla="*/ 346209 h 778009"/>
                    <a:gd name="connsiteX19" fmla="*/ 701675 w 1022350"/>
                    <a:gd name="connsiteY19" fmla="*/ 339859 h 778009"/>
                    <a:gd name="connsiteX20" fmla="*/ 771525 w 1022350"/>
                    <a:gd name="connsiteY20" fmla="*/ 337464 h 778009"/>
                    <a:gd name="connsiteX21" fmla="*/ 812800 w 1022350"/>
                    <a:gd name="connsiteY21" fmla="*/ 339859 h 778009"/>
                    <a:gd name="connsiteX22" fmla="*/ 838200 w 1022350"/>
                    <a:gd name="connsiteY22" fmla="*/ 381134 h 778009"/>
                    <a:gd name="connsiteX23" fmla="*/ 838200 w 1022350"/>
                    <a:gd name="connsiteY23" fmla="*/ 463684 h 778009"/>
                    <a:gd name="connsiteX24" fmla="*/ 911225 w 1022350"/>
                    <a:gd name="connsiteY24" fmla="*/ 520834 h 778009"/>
                    <a:gd name="connsiteX25" fmla="*/ 974725 w 1022350"/>
                    <a:gd name="connsiteY25" fmla="*/ 552584 h 778009"/>
                    <a:gd name="connsiteX26" fmla="*/ 1022350 w 1022350"/>
                    <a:gd name="connsiteY26" fmla="*/ 590684 h 778009"/>
                    <a:gd name="connsiteX27" fmla="*/ 993775 w 1022350"/>
                    <a:gd name="connsiteY27" fmla="*/ 631959 h 778009"/>
                    <a:gd name="connsiteX28" fmla="*/ 860425 w 1022350"/>
                    <a:gd name="connsiteY28" fmla="*/ 622434 h 778009"/>
                    <a:gd name="connsiteX29" fmla="*/ 815975 w 1022350"/>
                    <a:gd name="connsiteY29" fmla="*/ 609734 h 778009"/>
                    <a:gd name="connsiteX30" fmla="*/ 733425 w 1022350"/>
                    <a:gd name="connsiteY30" fmla="*/ 657359 h 778009"/>
                    <a:gd name="connsiteX31" fmla="*/ 692150 w 1022350"/>
                    <a:gd name="connsiteY31" fmla="*/ 689109 h 778009"/>
                    <a:gd name="connsiteX32" fmla="*/ 663575 w 1022350"/>
                    <a:gd name="connsiteY32" fmla="*/ 727209 h 778009"/>
                    <a:gd name="connsiteX33" fmla="*/ 631825 w 1022350"/>
                    <a:gd name="connsiteY33" fmla="*/ 730384 h 778009"/>
                    <a:gd name="connsiteX34" fmla="*/ 609600 w 1022350"/>
                    <a:gd name="connsiteY34" fmla="*/ 778009 h 778009"/>
                    <a:gd name="connsiteX35" fmla="*/ 590550 w 1022350"/>
                    <a:gd name="connsiteY35" fmla="*/ 746259 h 778009"/>
                    <a:gd name="connsiteX36" fmla="*/ 561975 w 1022350"/>
                    <a:gd name="connsiteY36" fmla="*/ 749434 h 778009"/>
                    <a:gd name="connsiteX37" fmla="*/ 536575 w 1022350"/>
                    <a:gd name="connsiteY37" fmla="*/ 711334 h 778009"/>
                    <a:gd name="connsiteX38" fmla="*/ 517525 w 1022350"/>
                    <a:gd name="connsiteY38" fmla="*/ 711334 h 778009"/>
                    <a:gd name="connsiteX39" fmla="*/ 498475 w 1022350"/>
                    <a:gd name="connsiteY39" fmla="*/ 689109 h 778009"/>
                    <a:gd name="connsiteX40" fmla="*/ 517525 w 1022350"/>
                    <a:gd name="connsiteY40" fmla="*/ 660534 h 778009"/>
                    <a:gd name="connsiteX41" fmla="*/ 508000 w 1022350"/>
                    <a:gd name="connsiteY41" fmla="*/ 654184 h 778009"/>
                    <a:gd name="connsiteX42" fmla="*/ 473075 w 1022350"/>
                    <a:gd name="connsiteY42" fmla="*/ 673234 h 778009"/>
                    <a:gd name="connsiteX43" fmla="*/ 438150 w 1022350"/>
                    <a:gd name="connsiteY43" fmla="*/ 660534 h 778009"/>
                    <a:gd name="connsiteX44" fmla="*/ 479425 w 1022350"/>
                    <a:gd name="connsiteY44" fmla="*/ 641484 h 778009"/>
                    <a:gd name="connsiteX45" fmla="*/ 476250 w 1022350"/>
                    <a:gd name="connsiteY45" fmla="*/ 612909 h 778009"/>
                    <a:gd name="connsiteX46" fmla="*/ 444500 w 1022350"/>
                    <a:gd name="connsiteY46" fmla="*/ 590684 h 778009"/>
                    <a:gd name="connsiteX47" fmla="*/ 406400 w 1022350"/>
                    <a:gd name="connsiteY47" fmla="*/ 603384 h 778009"/>
                    <a:gd name="connsiteX48" fmla="*/ 425450 w 1022350"/>
                    <a:gd name="connsiteY48" fmla="*/ 638309 h 778009"/>
                    <a:gd name="connsiteX49" fmla="*/ 396875 w 1022350"/>
                    <a:gd name="connsiteY49" fmla="*/ 647834 h 778009"/>
                    <a:gd name="connsiteX50" fmla="*/ 365125 w 1022350"/>
                    <a:gd name="connsiteY50" fmla="*/ 647834 h 778009"/>
                    <a:gd name="connsiteX51" fmla="*/ 307975 w 1022350"/>
                    <a:gd name="connsiteY51" fmla="*/ 704984 h 778009"/>
                    <a:gd name="connsiteX52" fmla="*/ 244475 w 1022350"/>
                    <a:gd name="connsiteY52" fmla="*/ 701809 h 778009"/>
                    <a:gd name="connsiteX53" fmla="*/ 190500 w 1022350"/>
                    <a:gd name="connsiteY53" fmla="*/ 644659 h 778009"/>
                    <a:gd name="connsiteX54" fmla="*/ 149225 w 1022350"/>
                    <a:gd name="connsiteY54" fmla="*/ 644659 h 778009"/>
                    <a:gd name="connsiteX55" fmla="*/ 111125 w 1022350"/>
                    <a:gd name="connsiteY55" fmla="*/ 603384 h 778009"/>
                    <a:gd name="connsiteX56" fmla="*/ 73025 w 1022350"/>
                    <a:gd name="connsiteY56" fmla="*/ 625609 h 778009"/>
                    <a:gd name="connsiteX57" fmla="*/ 38100 w 1022350"/>
                    <a:gd name="connsiteY57" fmla="*/ 625609 h 778009"/>
                    <a:gd name="connsiteX58" fmla="*/ 0 w 1022350"/>
                    <a:gd name="connsiteY58" fmla="*/ 590684 h 778009"/>
                    <a:gd name="connsiteX59" fmla="*/ 40501 w 1022350"/>
                    <a:gd name="connsiteY59" fmla="*/ 2515 h 778009"/>
                    <a:gd name="connsiteX60" fmla="*/ 107950 w 1022350"/>
                    <a:gd name="connsiteY60" fmla="*/ 31884 h 778009"/>
                    <a:gd name="connsiteX0" fmla="*/ 107950 w 1022350"/>
                    <a:gd name="connsiteY0" fmla="*/ 31751 h 777876"/>
                    <a:gd name="connsiteX1" fmla="*/ 125406 w 1022350"/>
                    <a:gd name="connsiteY1" fmla="*/ 0 h 777876"/>
                    <a:gd name="connsiteX2" fmla="*/ 192082 w 1022350"/>
                    <a:gd name="connsiteY2" fmla="*/ 21420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92082 w 1022350"/>
                    <a:gd name="connsiteY2" fmla="*/ 21420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19 w 1022350"/>
                    <a:gd name="connsiteY7" fmla="*/ 99208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80194 w 1022350"/>
                    <a:gd name="connsiteY8" fmla="*/ 111919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299244 w 1022350"/>
                    <a:gd name="connsiteY9" fmla="*/ 133350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58775 w 1022350"/>
                    <a:gd name="connsiteY12" fmla="*/ 230981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4386 w 1022350"/>
                    <a:gd name="connsiteY12" fmla="*/ 219074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68313 w 1022350"/>
                    <a:gd name="connsiteY15" fmla="*/ 31670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38166 w 1022350"/>
                    <a:gd name="connsiteY19" fmla="*/ 346063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38948 w 1022350"/>
                    <a:gd name="connsiteY17" fmla="*/ 323044 h 777876"/>
                    <a:gd name="connsiteX18" fmla="*/ 584985 w 1022350"/>
                    <a:gd name="connsiteY18" fmla="*/ 321457 h 777876"/>
                    <a:gd name="connsiteX19" fmla="*/ 638166 w 1022350"/>
                    <a:gd name="connsiteY19" fmla="*/ 346063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11175 w 1022350"/>
                    <a:gd name="connsiteY17" fmla="*/ 311944 h 777876"/>
                    <a:gd name="connsiteX18" fmla="*/ 538948 w 1022350"/>
                    <a:gd name="connsiteY18" fmla="*/ 323044 h 777876"/>
                    <a:gd name="connsiteX19" fmla="*/ 584985 w 1022350"/>
                    <a:gd name="connsiteY19" fmla="*/ 321457 h 777876"/>
                    <a:gd name="connsiteX20" fmla="*/ 638166 w 1022350"/>
                    <a:gd name="connsiteY20" fmla="*/ 346063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13548 w 1022350"/>
                    <a:gd name="connsiteY17" fmla="*/ 311931 h 777876"/>
                    <a:gd name="connsiteX18" fmla="*/ 538948 w 1022350"/>
                    <a:gd name="connsiteY18" fmla="*/ 323044 h 777876"/>
                    <a:gd name="connsiteX19" fmla="*/ 584985 w 1022350"/>
                    <a:gd name="connsiteY19" fmla="*/ 321457 h 777876"/>
                    <a:gd name="connsiteX20" fmla="*/ 638166 w 1022350"/>
                    <a:gd name="connsiteY20" fmla="*/ 346063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1046956 w 1046956"/>
                    <a:gd name="connsiteY28" fmla="*/ 588170 h 777876"/>
                    <a:gd name="connsiteX29" fmla="*/ 993775 w 1046956"/>
                    <a:gd name="connsiteY29" fmla="*/ 631826 h 777876"/>
                    <a:gd name="connsiteX30" fmla="*/ 860425 w 1046956"/>
                    <a:gd name="connsiteY30" fmla="*/ 622301 h 777876"/>
                    <a:gd name="connsiteX31" fmla="*/ 815975 w 1046956"/>
                    <a:gd name="connsiteY31" fmla="*/ 609601 h 777876"/>
                    <a:gd name="connsiteX32" fmla="*/ 733425 w 1046956"/>
                    <a:gd name="connsiteY32" fmla="*/ 657226 h 777876"/>
                    <a:gd name="connsiteX33" fmla="*/ 692150 w 1046956"/>
                    <a:gd name="connsiteY33" fmla="*/ 688976 h 777876"/>
                    <a:gd name="connsiteX34" fmla="*/ 663575 w 1046956"/>
                    <a:gd name="connsiteY34" fmla="*/ 727076 h 777876"/>
                    <a:gd name="connsiteX35" fmla="*/ 631825 w 1046956"/>
                    <a:gd name="connsiteY35" fmla="*/ 730251 h 777876"/>
                    <a:gd name="connsiteX36" fmla="*/ 609600 w 1046956"/>
                    <a:gd name="connsiteY36" fmla="*/ 777876 h 777876"/>
                    <a:gd name="connsiteX37" fmla="*/ 590550 w 1046956"/>
                    <a:gd name="connsiteY37" fmla="*/ 746126 h 777876"/>
                    <a:gd name="connsiteX38" fmla="*/ 561975 w 1046956"/>
                    <a:gd name="connsiteY38" fmla="*/ 749301 h 777876"/>
                    <a:gd name="connsiteX39" fmla="*/ 536575 w 1046956"/>
                    <a:gd name="connsiteY39" fmla="*/ 711201 h 777876"/>
                    <a:gd name="connsiteX40" fmla="*/ 517525 w 1046956"/>
                    <a:gd name="connsiteY40" fmla="*/ 711201 h 777876"/>
                    <a:gd name="connsiteX41" fmla="*/ 498475 w 1046956"/>
                    <a:gd name="connsiteY41" fmla="*/ 688976 h 777876"/>
                    <a:gd name="connsiteX42" fmla="*/ 517525 w 1046956"/>
                    <a:gd name="connsiteY42" fmla="*/ 660401 h 777876"/>
                    <a:gd name="connsiteX43" fmla="*/ 508000 w 1046956"/>
                    <a:gd name="connsiteY43" fmla="*/ 654051 h 777876"/>
                    <a:gd name="connsiteX44" fmla="*/ 473075 w 1046956"/>
                    <a:gd name="connsiteY44" fmla="*/ 673101 h 777876"/>
                    <a:gd name="connsiteX45" fmla="*/ 438150 w 1046956"/>
                    <a:gd name="connsiteY45" fmla="*/ 660401 h 777876"/>
                    <a:gd name="connsiteX46" fmla="*/ 479425 w 1046956"/>
                    <a:gd name="connsiteY46" fmla="*/ 641351 h 777876"/>
                    <a:gd name="connsiteX47" fmla="*/ 476250 w 1046956"/>
                    <a:gd name="connsiteY47" fmla="*/ 612776 h 777876"/>
                    <a:gd name="connsiteX48" fmla="*/ 444500 w 1046956"/>
                    <a:gd name="connsiteY48" fmla="*/ 590551 h 777876"/>
                    <a:gd name="connsiteX49" fmla="*/ 406400 w 1046956"/>
                    <a:gd name="connsiteY49" fmla="*/ 603251 h 777876"/>
                    <a:gd name="connsiteX50" fmla="*/ 425450 w 1046956"/>
                    <a:gd name="connsiteY50" fmla="*/ 638176 h 777876"/>
                    <a:gd name="connsiteX51" fmla="*/ 396875 w 1046956"/>
                    <a:gd name="connsiteY51" fmla="*/ 647701 h 777876"/>
                    <a:gd name="connsiteX52" fmla="*/ 365125 w 1046956"/>
                    <a:gd name="connsiteY52" fmla="*/ 647701 h 777876"/>
                    <a:gd name="connsiteX53" fmla="*/ 307975 w 1046956"/>
                    <a:gd name="connsiteY53" fmla="*/ 704851 h 777876"/>
                    <a:gd name="connsiteX54" fmla="*/ 244475 w 1046956"/>
                    <a:gd name="connsiteY54" fmla="*/ 701676 h 777876"/>
                    <a:gd name="connsiteX55" fmla="*/ 190500 w 1046956"/>
                    <a:gd name="connsiteY55" fmla="*/ 644526 h 777876"/>
                    <a:gd name="connsiteX56" fmla="*/ 149225 w 1046956"/>
                    <a:gd name="connsiteY56" fmla="*/ 644526 h 777876"/>
                    <a:gd name="connsiteX57" fmla="*/ 111125 w 1046956"/>
                    <a:gd name="connsiteY57" fmla="*/ 603251 h 777876"/>
                    <a:gd name="connsiteX58" fmla="*/ 73025 w 1046956"/>
                    <a:gd name="connsiteY58" fmla="*/ 625476 h 777876"/>
                    <a:gd name="connsiteX59" fmla="*/ 38100 w 1046956"/>
                    <a:gd name="connsiteY59" fmla="*/ 625476 h 777876"/>
                    <a:gd name="connsiteX60" fmla="*/ 0 w 1046956"/>
                    <a:gd name="connsiteY60" fmla="*/ 590551 h 777876"/>
                    <a:gd name="connsiteX61" fmla="*/ 40501 w 1046956"/>
                    <a:gd name="connsiteY61" fmla="*/ 2382 h 777876"/>
                    <a:gd name="connsiteX62" fmla="*/ 107950 w 1046956"/>
                    <a:gd name="connsiteY62"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1006475 w 1046956"/>
                    <a:gd name="connsiteY28" fmla="*/ 566738 h 777876"/>
                    <a:gd name="connsiteX29" fmla="*/ 1046956 w 1046956"/>
                    <a:gd name="connsiteY29" fmla="*/ 588170 h 777876"/>
                    <a:gd name="connsiteX30" fmla="*/ 993775 w 1046956"/>
                    <a:gd name="connsiteY30" fmla="*/ 631826 h 777876"/>
                    <a:gd name="connsiteX31" fmla="*/ 860425 w 1046956"/>
                    <a:gd name="connsiteY31" fmla="*/ 622301 h 777876"/>
                    <a:gd name="connsiteX32" fmla="*/ 815975 w 1046956"/>
                    <a:gd name="connsiteY32" fmla="*/ 609601 h 777876"/>
                    <a:gd name="connsiteX33" fmla="*/ 733425 w 1046956"/>
                    <a:gd name="connsiteY33" fmla="*/ 657226 h 777876"/>
                    <a:gd name="connsiteX34" fmla="*/ 692150 w 1046956"/>
                    <a:gd name="connsiteY34" fmla="*/ 688976 h 777876"/>
                    <a:gd name="connsiteX35" fmla="*/ 663575 w 1046956"/>
                    <a:gd name="connsiteY35" fmla="*/ 727076 h 777876"/>
                    <a:gd name="connsiteX36" fmla="*/ 631825 w 1046956"/>
                    <a:gd name="connsiteY36" fmla="*/ 730251 h 777876"/>
                    <a:gd name="connsiteX37" fmla="*/ 609600 w 1046956"/>
                    <a:gd name="connsiteY37" fmla="*/ 777876 h 777876"/>
                    <a:gd name="connsiteX38" fmla="*/ 590550 w 1046956"/>
                    <a:gd name="connsiteY38" fmla="*/ 746126 h 777876"/>
                    <a:gd name="connsiteX39" fmla="*/ 561975 w 1046956"/>
                    <a:gd name="connsiteY39" fmla="*/ 749301 h 777876"/>
                    <a:gd name="connsiteX40" fmla="*/ 536575 w 1046956"/>
                    <a:gd name="connsiteY40" fmla="*/ 711201 h 777876"/>
                    <a:gd name="connsiteX41" fmla="*/ 517525 w 1046956"/>
                    <a:gd name="connsiteY41" fmla="*/ 711201 h 777876"/>
                    <a:gd name="connsiteX42" fmla="*/ 498475 w 1046956"/>
                    <a:gd name="connsiteY42" fmla="*/ 688976 h 777876"/>
                    <a:gd name="connsiteX43" fmla="*/ 517525 w 1046956"/>
                    <a:gd name="connsiteY43" fmla="*/ 660401 h 777876"/>
                    <a:gd name="connsiteX44" fmla="*/ 508000 w 1046956"/>
                    <a:gd name="connsiteY44" fmla="*/ 654051 h 777876"/>
                    <a:gd name="connsiteX45" fmla="*/ 473075 w 1046956"/>
                    <a:gd name="connsiteY45" fmla="*/ 673101 h 777876"/>
                    <a:gd name="connsiteX46" fmla="*/ 438150 w 1046956"/>
                    <a:gd name="connsiteY46" fmla="*/ 660401 h 777876"/>
                    <a:gd name="connsiteX47" fmla="*/ 479425 w 1046956"/>
                    <a:gd name="connsiteY47" fmla="*/ 641351 h 777876"/>
                    <a:gd name="connsiteX48" fmla="*/ 476250 w 1046956"/>
                    <a:gd name="connsiteY48" fmla="*/ 612776 h 777876"/>
                    <a:gd name="connsiteX49" fmla="*/ 444500 w 1046956"/>
                    <a:gd name="connsiteY49" fmla="*/ 590551 h 777876"/>
                    <a:gd name="connsiteX50" fmla="*/ 406400 w 1046956"/>
                    <a:gd name="connsiteY50" fmla="*/ 603251 h 777876"/>
                    <a:gd name="connsiteX51" fmla="*/ 425450 w 1046956"/>
                    <a:gd name="connsiteY51" fmla="*/ 638176 h 777876"/>
                    <a:gd name="connsiteX52" fmla="*/ 396875 w 1046956"/>
                    <a:gd name="connsiteY52" fmla="*/ 647701 h 777876"/>
                    <a:gd name="connsiteX53" fmla="*/ 365125 w 1046956"/>
                    <a:gd name="connsiteY53" fmla="*/ 647701 h 777876"/>
                    <a:gd name="connsiteX54" fmla="*/ 307975 w 1046956"/>
                    <a:gd name="connsiteY54" fmla="*/ 704851 h 777876"/>
                    <a:gd name="connsiteX55" fmla="*/ 244475 w 1046956"/>
                    <a:gd name="connsiteY55" fmla="*/ 701676 h 777876"/>
                    <a:gd name="connsiteX56" fmla="*/ 190500 w 1046956"/>
                    <a:gd name="connsiteY56" fmla="*/ 644526 h 777876"/>
                    <a:gd name="connsiteX57" fmla="*/ 149225 w 1046956"/>
                    <a:gd name="connsiteY57" fmla="*/ 644526 h 777876"/>
                    <a:gd name="connsiteX58" fmla="*/ 111125 w 1046956"/>
                    <a:gd name="connsiteY58" fmla="*/ 603251 h 777876"/>
                    <a:gd name="connsiteX59" fmla="*/ 73025 w 1046956"/>
                    <a:gd name="connsiteY59" fmla="*/ 625476 h 777876"/>
                    <a:gd name="connsiteX60" fmla="*/ 38100 w 1046956"/>
                    <a:gd name="connsiteY60" fmla="*/ 625476 h 777876"/>
                    <a:gd name="connsiteX61" fmla="*/ 0 w 1046956"/>
                    <a:gd name="connsiteY61" fmla="*/ 590551 h 777876"/>
                    <a:gd name="connsiteX62" fmla="*/ 40501 w 1046956"/>
                    <a:gd name="connsiteY62" fmla="*/ 2382 h 777876"/>
                    <a:gd name="connsiteX63" fmla="*/ 107950 w 1046956"/>
                    <a:gd name="connsiteY63"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999319 w 1046956"/>
                    <a:gd name="connsiteY28" fmla="*/ 578644 h 777876"/>
                    <a:gd name="connsiteX29" fmla="*/ 1046956 w 1046956"/>
                    <a:gd name="connsiteY29" fmla="*/ 588170 h 777876"/>
                    <a:gd name="connsiteX30" fmla="*/ 993775 w 1046956"/>
                    <a:gd name="connsiteY30" fmla="*/ 631826 h 777876"/>
                    <a:gd name="connsiteX31" fmla="*/ 860425 w 1046956"/>
                    <a:gd name="connsiteY31" fmla="*/ 622301 h 777876"/>
                    <a:gd name="connsiteX32" fmla="*/ 815975 w 1046956"/>
                    <a:gd name="connsiteY32" fmla="*/ 609601 h 777876"/>
                    <a:gd name="connsiteX33" fmla="*/ 733425 w 1046956"/>
                    <a:gd name="connsiteY33" fmla="*/ 657226 h 777876"/>
                    <a:gd name="connsiteX34" fmla="*/ 692150 w 1046956"/>
                    <a:gd name="connsiteY34" fmla="*/ 688976 h 777876"/>
                    <a:gd name="connsiteX35" fmla="*/ 663575 w 1046956"/>
                    <a:gd name="connsiteY35" fmla="*/ 727076 h 777876"/>
                    <a:gd name="connsiteX36" fmla="*/ 631825 w 1046956"/>
                    <a:gd name="connsiteY36" fmla="*/ 730251 h 777876"/>
                    <a:gd name="connsiteX37" fmla="*/ 609600 w 1046956"/>
                    <a:gd name="connsiteY37" fmla="*/ 777876 h 777876"/>
                    <a:gd name="connsiteX38" fmla="*/ 590550 w 1046956"/>
                    <a:gd name="connsiteY38" fmla="*/ 746126 h 777876"/>
                    <a:gd name="connsiteX39" fmla="*/ 561975 w 1046956"/>
                    <a:gd name="connsiteY39" fmla="*/ 749301 h 777876"/>
                    <a:gd name="connsiteX40" fmla="*/ 536575 w 1046956"/>
                    <a:gd name="connsiteY40" fmla="*/ 711201 h 777876"/>
                    <a:gd name="connsiteX41" fmla="*/ 517525 w 1046956"/>
                    <a:gd name="connsiteY41" fmla="*/ 711201 h 777876"/>
                    <a:gd name="connsiteX42" fmla="*/ 498475 w 1046956"/>
                    <a:gd name="connsiteY42" fmla="*/ 688976 h 777876"/>
                    <a:gd name="connsiteX43" fmla="*/ 517525 w 1046956"/>
                    <a:gd name="connsiteY43" fmla="*/ 660401 h 777876"/>
                    <a:gd name="connsiteX44" fmla="*/ 508000 w 1046956"/>
                    <a:gd name="connsiteY44" fmla="*/ 654051 h 777876"/>
                    <a:gd name="connsiteX45" fmla="*/ 473075 w 1046956"/>
                    <a:gd name="connsiteY45" fmla="*/ 673101 h 777876"/>
                    <a:gd name="connsiteX46" fmla="*/ 438150 w 1046956"/>
                    <a:gd name="connsiteY46" fmla="*/ 660401 h 777876"/>
                    <a:gd name="connsiteX47" fmla="*/ 479425 w 1046956"/>
                    <a:gd name="connsiteY47" fmla="*/ 641351 h 777876"/>
                    <a:gd name="connsiteX48" fmla="*/ 476250 w 1046956"/>
                    <a:gd name="connsiteY48" fmla="*/ 612776 h 777876"/>
                    <a:gd name="connsiteX49" fmla="*/ 444500 w 1046956"/>
                    <a:gd name="connsiteY49" fmla="*/ 590551 h 777876"/>
                    <a:gd name="connsiteX50" fmla="*/ 406400 w 1046956"/>
                    <a:gd name="connsiteY50" fmla="*/ 603251 h 777876"/>
                    <a:gd name="connsiteX51" fmla="*/ 425450 w 1046956"/>
                    <a:gd name="connsiteY51" fmla="*/ 638176 h 777876"/>
                    <a:gd name="connsiteX52" fmla="*/ 396875 w 1046956"/>
                    <a:gd name="connsiteY52" fmla="*/ 647701 h 777876"/>
                    <a:gd name="connsiteX53" fmla="*/ 365125 w 1046956"/>
                    <a:gd name="connsiteY53" fmla="*/ 647701 h 777876"/>
                    <a:gd name="connsiteX54" fmla="*/ 307975 w 1046956"/>
                    <a:gd name="connsiteY54" fmla="*/ 704851 h 777876"/>
                    <a:gd name="connsiteX55" fmla="*/ 244475 w 1046956"/>
                    <a:gd name="connsiteY55" fmla="*/ 701676 h 777876"/>
                    <a:gd name="connsiteX56" fmla="*/ 190500 w 1046956"/>
                    <a:gd name="connsiteY56" fmla="*/ 644526 h 777876"/>
                    <a:gd name="connsiteX57" fmla="*/ 149225 w 1046956"/>
                    <a:gd name="connsiteY57" fmla="*/ 644526 h 777876"/>
                    <a:gd name="connsiteX58" fmla="*/ 111125 w 1046956"/>
                    <a:gd name="connsiteY58" fmla="*/ 603251 h 777876"/>
                    <a:gd name="connsiteX59" fmla="*/ 73025 w 1046956"/>
                    <a:gd name="connsiteY59" fmla="*/ 625476 h 777876"/>
                    <a:gd name="connsiteX60" fmla="*/ 38100 w 1046956"/>
                    <a:gd name="connsiteY60" fmla="*/ 625476 h 777876"/>
                    <a:gd name="connsiteX61" fmla="*/ 0 w 1046956"/>
                    <a:gd name="connsiteY61" fmla="*/ 590551 h 777876"/>
                    <a:gd name="connsiteX62" fmla="*/ 40501 w 1046956"/>
                    <a:gd name="connsiteY62" fmla="*/ 2382 h 777876"/>
                    <a:gd name="connsiteX63" fmla="*/ 107950 w 1046956"/>
                    <a:gd name="connsiteY63" fmla="*/ 31751 h 777876"/>
                    <a:gd name="connsiteX0" fmla="*/ 107950 w 1054100"/>
                    <a:gd name="connsiteY0" fmla="*/ 31751 h 777876"/>
                    <a:gd name="connsiteX1" fmla="*/ 125406 w 1054100"/>
                    <a:gd name="connsiteY1" fmla="*/ 0 h 777876"/>
                    <a:gd name="connsiteX2" fmla="*/ 187314 w 1054100"/>
                    <a:gd name="connsiteY2" fmla="*/ 14276 h 777876"/>
                    <a:gd name="connsiteX3" fmla="*/ 225425 w 1054100"/>
                    <a:gd name="connsiteY3" fmla="*/ 63501 h 777876"/>
                    <a:gd name="connsiteX4" fmla="*/ 212725 w 1054100"/>
                    <a:gd name="connsiteY4" fmla="*/ 104776 h 777876"/>
                    <a:gd name="connsiteX5" fmla="*/ 228600 w 1054100"/>
                    <a:gd name="connsiteY5" fmla="*/ 130176 h 777876"/>
                    <a:gd name="connsiteX6" fmla="*/ 230175 w 1054100"/>
                    <a:gd name="connsiteY6" fmla="*/ 102372 h 777876"/>
                    <a:gd name="connsiteX7" fmla="*/ 261131 w 1054100"/>
                    <a:gd name="connsiteY7" fmla="*/ 99197 h 777876"/>
                    <a:gd name="connsiteX8" fmla="*/ 277806 w 1054100"/>
                    <a:gd name="connsiteY8" fmla="*/ 123814 h 777876"/>
                    <a:gd name="connsiteX9" fmla="*/ 301618 w 1054100"/>
                    <a:gd name="connsiteY9" fmla="*/ 116669 h 777876"/>
                    <a:gd name="connsiteX10" fmla="*/ 340512 w 1054100"/>
                    <a:gd name="connsiteY10" fmla="*/ 148420 h 777876"/>
                    <a:gd name="connsiteX11" fmla="*/ 315112 w 1054100"/>
                    <a:gd name="connsiteY11" fmla="*/ 195264 h 777876"/>
                    <a:gd name="connsiteX12" fmla="*/ 373328 w 1054100"/>
                    <a:gd name="connsiteY12" fmla="*/ 227805 h 777876"/>
                    <a:gd name="connsiteX13" fmla="*/ 403225 w 1054100"/>
                    <a:gd name="connsiteY13" fmla="*/ 266701 h 777876"/>
                    <a:gd name="connsiteX14" fmla="*/ 445286 w 1054100"/>
                    <a:gd name="connsiteY14" fmla="*/ 324631 h 777876"/>
                    <a:gd name="connsiteX15" fmla="*/ 473068 w 1054100"/>
                    <a:gd name="connsiteY15" fmla="*/ 333362 h 777876"/>
                    <a:gd name="connsiteX16" fmla="*/ 482592 w 1054100"/>
                    <a:gd name="connsiteY16" fmla="*/ 307963 h 777876"/>
                    <a:gd name="connsiteX17" fmla="*/ 513548 w 1054100"/>
                    <a:gd name="connsiteY17" fmla="*/ 311931 h 777876"/>
                    <a:gd name="connsiteX18" fmla="*/ 538948 w 1054100"/>
                    <a:gd name="connsiteY18" fmla="*/ 323044 h 777876"/>
                    <a:gd name="connsiteX19" fmla="*/ 584985 w 1054100"/>
                    <a:gd name="connsiteY19" fmla="*/ 321457 h 777876"/>
                    <a:gd name="connsiteX20" fmla="*/ 638166 w 1054100"/>
                    <a:gd name="connsiteY20" fmla="*/ 346063 h 777876"/>
                    <a:gd name="connsiteX21" fmla="*/ 701675 w 1054100"/>
                    <a:gd name="connsiteY21" fmla="*/ 339726 h 777876"/>
                    <a:gd name="connsiteX22" fmla="*/ 771525 w 1054100"/>
                    <a:gd name="connsiteY22" fmla="*/ 337331 h 777876"/>
                    <a:gd name="connsiteX23" fmla="*/ 812800 w 1054100"/>
                    <a:gd name="connsiteY23" fmla="*/ 339726 h 777876"/>
                    <a:gd name="connsiteX24" fmla="*/ 838200 w 1054100"/>
                    <a:gd name="connsiteY24" fmla="*/ 381001 h 777876"/>
                    <a:gd name="connsiteX25" fmla="*/ 838200 w 1054100"/>
                    <a:gd name="connsiteY25" fmla="*/ 463551 h 777876"/>
                    <a:gd name="connsiteX26" fmla="*/ 911225 w 1054100"/>
                    <a:gd name="connsiteY26" fmla="*/ 520701 h 777876"/>
                    <a:gd name="connsiteX27" fmla="*/ 974725 w 1054100"/>
                    <a:gd name="connsiteY27" fmla="*/ 552451 h 777876"/>
                    <a:gd name="connsiteX28" fmla="*/ 999319 w 1054100"/>
                    <a:gd name="connsiteY28" fmla="*/ 578644 h 777876"/>
                    <a:gd name="connsiteX29" fmla="*/ 1054100 w 1054100"/>
                    <a:gd name="connsiteY29" fmla="*/ 578645 h 777876"/>
                    <a:gd name="connsiteX30" fmla="*/ 993775 w 1054100"/>
                    <a:gd name="connsiteY30" fmla="*/ 631826 h 777876"/>
                    <a:gd name="connsiteX31" fmla="*/ 860425 w 1054100"/>
                    <a:gd name="connsiteY31" fmla="*/ 622301 h 777876"/>
                    <a:gd name="connsiteX32" fmla="*/ 815975 w 1054100"/>
                    <a:gd name="connsiteY32" fmla="*/ 609601 h 777876"/>
                    <a:gd name="connsiteX33" fmla="*/ 733425 w 1054100"/>
                    <a:gd name="connsiteY33" fmla="*/ 657226 h 777876"/>
                    <a:gd name="connsiteX34" fmla="*/ 692150 w 1054100"/>
                    <a:gd name="connsiteY34" fmla="*/ 688976 h 777876"/>
                    <a:gd name="connsiteX35" fmla="*/ 663575 w 1054100"/>
                    <a:gd name="connsiteY35" fmla="*/ 727076 h 777876"/>
                    <a:gd name="connsiteX36" fmla="*/ 631825 w 1054100"/>
                    <a:gd name="connsiteY36" fmla="*/ 730251 h 777876"/>
                    <a:gd name="connsiteX37" fmla="*/ 609600 w 1054100"/>
                    <a:gd name="connsiteY37" fmla="*/ 777876 h 777876"/>
                    <a:gd name="connsiteX38" fmla="*/ 590550 w 1054100"/>
                    <a:gd name="connsiteY38" fmla="*/ 746126 h 777876"/>
                    <a:gd name="connsiteX39" fmla="*/ 561975 w 1054100"/>
                    <a:gd name="connsiteY39" fmla="*/ 749301 h 777876"/>
                    <a:gd name="connsiteX40" fmla="*/ 536575 w 1054100"/>
                    <a:gd name="connsiteY40" fmla="*/ 711201 h 777876"/>
                    <a:gd name="connsiteX41" fmla="*/ 517525 w 1054100"/>
                    <a:gd name="connsiteY41" fmla="*/ 711201 h 777876"/>
                    <a:gd name="connsiteX42" fmla="*/ 498475 w 1054100"/>
                    <a:gd name="connsiteY42" fmla="*/ 688976 h 777876"/>
                    <a:gd name="connsiteX43" fmla="*/ 517525 w 1054100"/>
                    <a:gd name="connsiteY43" fmla="*/ 660401 h 777876"/>
                    <a:gd name="connsiteX44" fmla="*/ 508000 w 1054100"/>
                    <a:gd name="connsiteY44" fmla="*/ 654051 h 777876"/>
                    <a:gd name="connsiteX45" fmla="*/ 473075 w 1054100"/>
                    <a:gd name="connsiteY45" fmla="*/ 673101 h 777876"/>
                    <a:gd name="connsiteX46" fmla="*/ 438150 w 1054100"/>
                    <a:gd name="connsiteY46" fmla="*/ 660401 h 777876"/>
                    <a:gd name="connsiteX47" fmla="*/ 479425 w 1054100"/>
                    <a:gd name="connsiteY47" fmla="*/ 641351 h 777876"/>
                    <a:gd name="connsiteX48" fmla="*/ 476250 w 1054100"/>
                    <a:gd name="connsiteY48" fmla="*/ 612776 h 777876"/>
                    <a:gd name="connsiteX49" fmla="*/ 444500 w 1054100"/>
                    <a:gd name="connsiteY49" fmla="*/ 590551 h 777876"/>
                    <a:gd name="connsiteX50" fmla="*/ 406400 w 1054100"/>
                    <a:gd name="connsiteY50" fmla="*/ 603251 h 777876"/>
                    <a:gd name="connsiteX51" fmla="*/ 425450 w 1054100"/>
                    <a:gd name="connsiteY51" fmla="*/ 638176 h 777876"/>
                    <a:gd name="connsiteX52" fmla="*/ 396875 w 1054100"/>
                    <a:gd name="connsiteY52" fmla="*/ 647701 h 777876"/>
                    <a:gd name="connsiteX53" fmla="*/ 365125 w 1054100"/>
                    <a:gd name="connsiteY53" fmla="*/ 647701 h 777876"/>
                    <a:gd name="connsiteX54" fmla="*/ 307975 w 1054100"/>
                    <a:gd name="connsiteY54" fmla="*/ 704851 h 777876"/>
                    <a:gd name="connsiteX55" fmla="*/ 244475 w 1054100"/>
                    <a:gd name="connsiteY55" fmla="*/ 701676 h 777876"/>
                    <a:gd name="connsiteX56" fmla="*/ 190500 w 1054100"/>
                    <a:gd name="connsiteY56" fmla="*/ 644526 h 777876"/>
                    <a:gd name="connsiteX57" fmla="*/ 149225 w 1054100"/>
                    <a:gd name="connsiteY57" fmla="*/ 644526 h 777876"/>
                    <a:gd name="connsiteX58" fmla="*/ 111125 w 1054100"/>
                    <a:gd name="connsiteY58" fmla="*/ 603251 h 777876"/>
                    <a:gd name="connsiteX59" fmla="*/ 73025 w 1054100"/>
                    <a:gd name="connsiteY59" fmla="*/ 625476 h 777876"/>
                    <a:gd name="connsiteX60" fmla="*/ 38100 w 1054100"/>
                    <a:gd name="connsiteY60" fmla="*/ 625476 h 777876"/>
                    <a:gd name="connsiteX61" fmla="*/ 0 w 1054100"/>
                    <a:gd name="connsiteY61" fmla="*/ 590551 h 777876"/>
                    <a:gd name="connsiteX62" fmla="*/ 40501 w 1054100"/>
                    <a:gd name="connsiteY62" fmla="*/ 2382 h 777876"/>
                    <a:gd name="connsiteX63" fmla="*/ 107950 w 1054100"/>
                    <a:gd name="connsiteY63" fmla="*/ 31751 h 777876"/>
                    <a:gd name="connsiteX0" fmla="*/ 107950 w 1056481"/>
                    <a:gd name="connsiteY0" fmla="*/ 31751 h 777876"/>
                    <a:gd name="connsiteX1" fmla="*/ 125406 w 1056481"/>
                    <a:gd name="connsiteY1" fmla="*/ 0 h 777876"/>
                    <a:gd name="connsiteX2" fmla="*/ 187314 w 1056481"/>
                    <a:gd name="connsiteY2" fmla="*/ 14276 h 777876"/>
                    <a:gd name="connsiteX3" fmla="*/ 225425 w 1056481"/>
                    <a:gd name="connsiteY3" fmla="*/ 63501 h 777876"/>
                    <a:gd name="connsiteX4" fmla="*/ 212725 w 1056481"/>
                    <a:gd name="connsiteY4" fmla="*/ 104776 h 777876"/>
                    <a:gd name="connsiteX5" fmla="*/ 228600 w 1056481"/>
                    <a:gd name="connsiteY5" fmla="*/ 130176 h 777876"/>
                    <a:gd name="connsiteX6" fmla="*/ 230175 w 1056481"/>
                    <a:gd name="connsiteY6" fmla="*/ 102372 h 777876"/>
                    <a:gd name="connsiteX7" fmla="*/ 261131 w 1056481"/>
                    <a:gd name="connsiteY7" fmla="*/ 99197 h 777876"/>
                    <a:gd name="connsiteX8" fmla="*/ 277806 w 1056481"/>
                    <a:gd name="connsiteY8" fmla="*/ 123814 h 777876"/>
                    <a:gd name="connsiteX9" fmla="*/ 301618 w 1056481"/>
                    <a:gd name="connsiteY9" fmla="*/ 116669 h 777876"/>
                    <a:gd name="connsiteX10" fmla="*/ 340512 w 1056481"/>
                    <a:gd name="connsiteY10" fmla="*/ 148420 h 777876"/>
                    <a:gd name="connsiteX11" fmla="*/ 315112 w 1056481"/>
                    <a:gd name="connsiteY11" fmla="*/ 195264 h 777876"/>
                    <a:gd name="connsiteX12" fmla="*/ 373328 w 1056481"/>
                    <a:gd name="connsiteY12" fmla="*/ 227805 h 777876"/>
                    <a:gd name="connsiteX13" fmla="*/ 403225 w 1056481"/>
                    <a:gd name="connsiteY13" fmla="*/ 266701 h 777876"/>
                    <a:gd name="connsiteX14" fmla="*/ 445286 w 1056481"/>
                    <a:gd name="connsiteY14" fmla="*/ 324631 h 777876"/>
                    <a:gd name="connsiteX15" fmla="*/ 473068 w 1056481"/>
                    <a:gd name="connsiteY15" fmla="*/ 333362 h 777876"/>
                    <a:gd name="connsiteX16" fmla="*/ 482592 w 1056481"/>
                    <a:gd name="connsiteY16" fmla="*/ 307963 h 777876"/>
                    <a:gd name="connsiteX17" fmla="*/ 513548 w 1056481"/>
                    <a:gd name="connsiteY17" fmla="*/ 311931 h 777876"/>
                    <a:gd name="connsiteX18" fmla="*/ 538948 w 1056481"/>
                    <a:gd name="connsiteY18" fmla="*/ 323044 h 777876"/>
                    <a:gd name="connsiteX19" fmla="*/ 584985 w 1056481"/>
                    <a:gd name="connsiteY19" fmla="*/ 321457 h 777876"/>
                    <a:gd name="connsiteX20" fmla="*/ 638166 w 1056481"/>
                    <a:gd name="connsiteY20" fmla="*/ 346063 h 777876"/>
                    <a:gd name="connsiteX21" fmla="*/ 701675 w 1056481"/>
                    <a:gd name="connsiteY21" fmla="*/ 339726 h 777876"/>
                    <a:gd name="connsiteX22" fmla="*/ 771525 w 1056481"/>
                    <a:gd name="connsiteY22" fmla="*/ 337331 h 777876"/>
                    <a:gd name="connsiteX23" fmla="*/ 812800 w 1056481"/>
                    <a:gd name="connsiteY23" fmla="*/ 339726 h 777876"/>
                    <a:gd name="connsiteX24" fmla="*/ 838200 w 1056481"/>
                    <a:gd name="connsiteY24" fmla="*/ 381001 h 777876"/>
                    <a:gd name="connsiteX25" fmla="*/ 838200 w 1056481"/>
                    <a:gd name="connsiteY25" fmla="*/ 463551 h 777876"/>
                    <a:gd name="connsiteX26" fmla="*/ 911225 w 1056481"/>
                    <a:gd name="connsiteY26" fmla="*/ 520701 h 777876"/>
                    <a:gd name="connsiteX27" fmla="*/ 974725 w 1056481"/>
                    <a:gd name="connsiteY27" fmla="*/ 552451 h 777876"/>
                    <a:gd name="connsiteX28" fmla="*/ 999319 w 1056481"/>
                    <a:gd name="connsiteY28" fmla="*/ 578644 h 777876"/>
                    <a:gd name="connsiteX29" fmla="*/ 1056481 w 1056481"/>
                    <a:gd name="connsiteY29" fmla="*/ 578645 h 777876"/>
                    <a:gd name="connsiteX30" fmla="*/ 993775 w 1056481"/>
                    <a:gd name="connsiteY30" fmla="*/ 631826 h 777876"/>
                    <a:gd name="connsiteX31" fmla="*/ 860425 w 1056481"/>
                    <a:gd name="connsiteY31" fmla="*/ 622301 h 777876"/>
                    <a:gd name="connsiteX32" fmla="*/ 815975 w 1056481"/>
                    <a:gd name="connsiteY32" fmla="*/ 609601 h 777876"/>
                    <a:gd name="connsiteX33" fmla="*/ 733425 w 1056481"/>
                    <a:gd name="connsiteY33" fmla="*/ 657226 h 777876"/>
                    <a:gd name="connsiteX34" fmla="*/ 692150 w 1056481"/>
                    <a:gd name="connsiteY34" fmla="*/ 688976 h 777876"/>
                    <a:gd name="connsiteX35" fmla="*/ 663575 w 1056481"/>
                    <a:gd name="connsiteY35" fmla="*/ 727076 h 777876"/>
                    <a:gd name="connsiteX36" fmla="*/ 631825 w 1056481"/>
                    <a:gd name="connsiteY36" fmla="*/ 730251 h 777876"/>
                    <a:gd name="connsiteX37" fmla="*/ 609600 w 1056481"/>
                    <a:gd name="connsiteY37" fmla="*/ 777876 h 777876"/>
                    <a:gd name="connsiteX38" fmla="*/ 590550 w 1056481"/>
                    <a:gd name="connsiteY38" fmla="*/ 746126 h 777876"/>
                    <a:gd name="connsiteX39" fmla="*/ 561975 w 1056481"/>
                    <a:gd name="connsiteY39" fmla="*/ 749301 h 777876"/>
                    <a:gd name="connsiteX40" fmla="*/ 536575 w 1056481"/>
                    <a:gd name="connsiteY40" fmla="*/ 711201 h 777876"/>
                    <a:gd name="connsiteX41" fmla="*/ 517525 w 1056481"/>
                    <a:gd name="connsiteY41" fmla="*/ 711201 h 777876"/>
                    <a:gd name="connsiteX42" fmla="*/ 498475 w 1056481"/>
                    <a:gd name="connsiteY42" fmla="*/ 688976 h 777876"/>
                    <a:gd name="connsiteX43" fmla="*/ 517525 w 1056481"/>
                    <a:gd name="connsiteY43" fmla="*/ 660401 h 777876"/>
                    <a:gd name="connsiteX44" fmla="*/ 508000 w 1056481"/>
                    <a:gd name="connsiteY44" fmla="*/ 654051 h 777876"/>
                    <a:gd name="connsiteX45" fmla="*/ 473075 w 1056481"/>
                    <a:gd name="connsiteY45" fmla="*/ 673101 h 777876"/>
                    <a:gd name="connsiteX46" fmla="*/ 438150 w 1056481"/>
                    <a:gd name="connsiteY46" fmla="*/ 660401 h 777876"/>
                    <a:gd name="connsiteX47" fmla="*/ 479425 w 1056481"/>
                    <a:gd name="connsiteY47" fmla="*/ 641351 h 777876"/>
                    <a:gd name="connsiteX48" fmla="*/ 476250 w 1056481"/>
                    <a:gd name="connsiteY48" fmla="*/ 612776 h 777876"/>
                    <a:gd name="connsiteX49" fmla="*/ 444500 w 1056481"/>
                    <a:gd name="connsiteY49" fmla="*/ 590551 h 777876"/>
                    <a:gd name="connsiteX50" fmla="*/ 406400 w 1056481"/>
                    <a:gd name="connsiteY50" fmla="*/ 603251 h 777876"/>
                    <a:gd name="connsiteX51" fmla="*/ 425450 w 1056481"/>
                    <a:gd name="connsiteY51" fmla="*/ 638176 h 777876"/>
                    <a:gd name="connsiteX52" fmla="*/ 396875 w 1056481"/>
                    <a:gd name="connsiteY52" fmla="*/ 647701 h 777876"/>
                    <a:gd name="connsiteX53" fmla="*/ 365125 w 1056481"/>
                    <a:gd name="connsiteY53" fmla="*/ 647701 h 777876"/>
                    <a:gd name="connsiteX54" fmla="*/ 307975 w 1056481"/>
                    <a:gd name="connsiteY54" fmla="*/ 704851 h 777876"/>
                    <a:gd name="connsiteX55" fmla="*/ 244475 w 1056481"/>
                    <a:gd name="connsiteY55" fmla="*/ 701676 h 777876"/>
                    <a:gd name="connsiteX56" fmla="*/ 190500 w 1056481"/>
                    <a:gd name="connsiteY56" fmla="*/ 644526 h 777876"/>
                    <a:gd name="connsiteX57" fmla="*/ 149225 w 1056481"/>
                    <a:gd name="connsiteY57" fmla="*/ 644526 h 777876"/>
                    <a:gd name="connsiteX58" fmla="*/ 111125 w 1056481"/>
                    <a:gd name="connsiteY58" fmla="*/ 603251 h 777876"/>
                    <a:gd name="connsiteX59" fmla="*/ 73025 w 1056481"/>
                    <a:gd name="connsiteY59" fmla="*/ 625476 h 777876"/>
                    <a:gd name="connsiteX60" fmla="*/ 38100 w 1056481"/>
                    <a:gd name="connsiteY60" fmla="*/ 625476 h 777876"/>
                    <a:gd name="connsiteX61" fmla="*/ 0 w 1056481"/>
                    <a:gd name="connsiteY61" fmla="*/ 590551 h 777876"/>
                    <a:gd name="connsiteX62" fmla="*/ 40501 w 1056481"/>
                    <a:gd name="connsiteY62" fmla="*/ 2382 h 777876"/>
                    <a:gd name="connsiteX63" fmla="*/ 107950 w 1056481"/>
                    <a:gd name="connsiteY63"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107950 w 1051719"/>
                    <a:gd name="connsiteY63"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73025 w 1051719"/>
                    <a:gd name="connsiteY63" fmla="*/ 19050 h 777876"/>
                    <a:gd name="connsiteX64" fmla="*/ 107950 w 1051719"/>
                    <a:gd name="connsiteY64"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70638 w 1051719"/>
                    <a:gd name="connsiteY63" fmla="*/ 21431 h 777876"/>
                    <a:gd name="connsiteX64" fmla="*/ 107950 w 1051719"/>
                    <a:gd name="connsiteY64" fmla="*/ 31751 h 777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51719" h="777876">
                      <a:moveTo>
                        <a:pt x="107950" y="31751"/>
                      </a:moveTo>
                      <a:lnTo>
                        <a:pt x="125406" y="0"/>
                      </a:lnTo>
                      <a:lnTo>
                        <a:pt x="187314" y="14276"/>
                      </a:lnTo>
                      <a:lnTo>
                        <a:pt x="225425" y="63501"/>
                      </a:lnTo>
                      <a:lnTo>
                        <a:pt x="212725" y="104776"/>
                      </a:lnTo>
                      <a:lnTo>
                        <a:pt x="228600" y="130176"/>
                      </a:lnTo>
                      <a:cubicBezTo>
                        <a:pt x="233098" y="130176"/>
                        <a:pt x="224354" y="108722"/>
                        <a:pt x="230175" y="102372"/>
                      </a:cubicBezTo>
                      <a:lnTo>
                        <a:pt x="261131" y="99197"/>
                      </a:lnTo>
                      <a:lnTo>
                        <a:pt x="277806" y="123814"/>
                      </a:lnTo>
                      <a:lnTo>
                        <a:pt x="301618" y="116669"/>
                      </a:lnTo>
                      <a:lnTo>
                        <a:pt x="340512" y="148420"/>
                      </a:lnTo>
                      <a:lnTo>
                        <a:pt x="315112" y="195264"/>
                      </a:lnTo>
                      <a:lnTo>
                        <a:pt x="373328" y="227805"/>
                      </a:lnTo>
                      <a:lnTo>
                        <a:pt x="403225" y="266701"/>
                      </a:lnTo>
                      <a:lnTo>
                        <a:pt x="445286" y="324631"/>
                      </a:lnTo>
                      <a:lnTo>
                        <a:pt x="473068" y="333362"/>
                      </a:lnTo>
                      <a:lnTo>
                        <a:pt x="482592" y="307963"/>
                      </a:lnTo>
                      <a:cubicBezTo>
                        <a:pt x="488943" y="304393"/>
                        <a:pt x="504155" y="309417"/>
                        <a:pt x="513548" y="311931"/>
                      </a:cubicBezTo>
                      <a:cubicBezTo>
                        <a:pt x="522941" y="314445"/>
                        <a:pt x="526646" y="321459"/>
                        <a:pt x="538948" y="323044"/>
                      </a:cubicBezTo>
                      <a:lnTo>
                        <a:pt x="584985" y="321457"/>
                      </a:lnTo>
                      <a:cubicBezTo>
                        <a:pt x="603110" y="325296"/>
                        <a:pt x="618718" y="343018"/>
                        <a:pt x="638166" y="346063"/>
                      </a:cubicBezTo>
                      <a:lnTo>
                        <a:pt x="701675" y="339726"/>
                      </a:lnTo>
                      <a:lnTo>
                        <a:pt x="771525" y="337331"/>
                      </a:lnTo>
                      <a:lnTo>
                        <a:pt x="812800" y="339726"/>
                      </a:lnTo>
                      <a:lnTo>
                        <a:pt x="838200" y="381001"/>
                      </a:lnTo>
                      <a:lnTo>
                        <a:pt x="838200" y="463551"/>
                      </a:lnTo>
                      <a:lnTo>
                        <a:pt x="911225" y="520701"/>
                      </a:lnTo>
                      <a:lnTo>
                        <a:pt x="974725" y="552451"/>
                      </a:lnTo>
                      <a:lnTo>
                        <a:pt x="999319" y="578644"/>
                      </a:lnTo>
                      <a:lnTo>
                        <a:pt x="1051719" y="578645"/>
                      </a:lnTo>
                      <a:lnTo>
                        <a:pt x="993775" y="631826"/>
                      </a:lnTo>
                      <a:lnTo>
                        <a:pt x="860425" y="622301"/>
                      </a:lnTo>
                      <a:lnTo>
                        <a:pt x="815975" y="609601"/>
                      </a:lnTo>
                      <a:lnTo>
                        <a:pt x="733425" y="657226"/>
                      </a:lnTo>
                      <a:lnTo>
                        <a:pt x="692150" y="688976"/>
                      </a:lnTo>
                      <a:lnTo>
                        <a:pt x="663575" y="727076"/>
                      </a:lnTo>
                      <a:lnTo>
                        <a:pt x="631825" y="730251"/>
                      </a:lnTo>
                      <a:lnTo>
                        <a:pt x="609600" y="777876"/>
                      </a:lnTo>
                      <a:lnTo>
                        <a:pt x="590550" y="746126"/>
                      </a:lnTo>
                      <a:cubicBezTo>
                        <a:pt x="564100" y="749432"/>
                        <a:pt x="573683" y="749301"/>
                        <a:pt x="561975" y="749301"/>
                      </a:cubicBezTo>
                      <a:lnTo>
                        <a:pt x="536575" y="711201"/>
                      </a:lnTo>
                      <a:lnTo>
                        <a:pt x="517525" y="711201"/>
                      </a:lnTo>
                      <a:lnTo>
                        <a:pt x="498475" y="688976"/>
                      </a:lnTo>
                      <a:lnTo>
                        <a:pt x="517525" y="660401"/>
                      </a:lnTo>
                      <a:lnTo>
                        <a:pt x="508000" y="654051"/>
                      </a:lnTo>
                      <a:lnTo>
                        <a:pt x="473075" y="673101"/>
                      </a:lnTo>
                      <a:lnTo>
                        <a:pt x="438150" y="660401"/>
                      </a:lnTo>
                      <a:lnTo>
                        <a:pt x="479425" y="641351"/>
                      </a:lnTo>
                      <a:lnTo>
                        <a:pt x="476250" y="612776"/>
                      </a:lnTo>
                      <a:lnTo>
                        <a:pt x="444500" y="590551"/>
                      </a:lnTo>
                      <a:lnTo>
                        <a:pt x="406400" y="603251"/>
                      </a:lnTo>
                      <a:lnTo>
                        <a:pt x="425450" y="638176"/>
                      </a:lnTo>
                      <a:lnTo>
                        <a:pt x="396875" y="647701"/>
                      </a:lnTo>
                      <a:lnTo>
                        <a:pt x="365125" y="647701"/>
                      </a:lnTo>
                      <a:lnTo>
                        <a:pt x="307975" y="704851"/>
                      </a:lnTo>
                      <a:lnTo>
                        <a:pt x="244475" y="701676"/>
                      </a:lnTo>
                      <a:lnTo>
                        <a:pt x="190500" y="644526"/>
                      </a:lnTo>
                      <a:lnTo>
                        <a:pt x="149225" y="644526"/>
                      </a:lnTo>
                      <a:lnTo>
                        <a:pt x="111125" y="603251"/>
                      </a:lnTo>
                      <a:lnTo>
                        <a:pt x="73025" y="625476"/>
                      </a:lnTo>
                      <a:lnTo>
                        <a:pt x="38100" y="625476"/>
                      </a:lnTo>
                      <a:lnTo>
                        <a:pt x="0" y="590551"/>
                      </a:lnTo>
                      <a:lnTo>
                        <a:pt x="40501" y="2382"/>
                      </a:lnTo>
                      <a:lnTo>
                        <a:pt x="70638" y="21431"/>
                      </a:lnTo>
                      <a:lnTo>
                        <a:pt x="107950" y="31751"/>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9" name="Freeform 399">
                  <a:extLst>
                    <a:ext uri="{FF2B5EF4-FFF2-40B4-BE49-F238E27FC236}">
                      <a16:creationId xmlns:a16="http://schemas.microsoft.com/office/drawing/2014/main" id="{ED8E731C-8912-432B-B673-CB247FE25077}"/>
                    </a:ext>
                  </a:extLst>
                </p:cNvPr>
                <p:cNvSpPr/>
                <p:nvPr>
                  <p:custDataLst>
                    <p:tags r:id="rId12"/>
                  </p:custDataLst>
                </p:nvPr>
              </p:nvSpPr>
              <p:spPr bwMode="auto">
                <a:xfrm>
                  <a:off x="6587862" y="6034654"/>
                  <a:ext cx="354793" cy="429303"/>
                </a:xfrm>
                <a:custGeom>
                  <a:avLst/>
                  <a:gdLst>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60590 w 411692"/>
                    <a:gd name="connsiteY4" fmla="*/ 50006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32809 w 411692"/>
                    <a:gd name="connsiteY2" fmla="*/ 39670 h 514350"/>
                    <a:gd name="connsiteX3" fmla="*/ 49742 w 411692"/>
                    <a:gd name="connsiteY3" fmla="*/ 0 h 514350"/>
                    <a:gd name="connsiteX4" fmla="*/ 60590 w 411692"/>
                    <a:gd name="connsiteY4" fmla="*/ 50006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32809 w 411692"/>
                    <a:gd name="connsiteY2" fmla="*/ 39670 h 514350"/>
                    <a:gd name="connsiteX3" fmla="*/ 49742 w 411692"/>
                    <a:gd name="connsiteY3" fmla="*/ 0 h 514350"/>
                    <a:gd name="connsiteX4" fmla="*/ 32007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72244 h 496094"/>
                    <a:gd name="connsiteX1" fmla="*/ 11642 w 411692"/>
                    <a:gd name="connsiteY1" fmla="*/ 80169 h 496094"/>
                    <a:gd name="connsiteX2" fmla="*/ 32809 w 411692"/>
                    <a:gd name="connsiteY2" fmla="*/ 21414 h 496094"/>
                    <a:gd name="connsiteX3" fmla="*/ 42590 w 411692"/>
                    <a:gd name="connsiteY3" fmla="*/ 0 h 496094"/>
                    <a:gd name="connsiteX4" fmla="*/ 32007 w 411692"/>
                    <a:gd name="connsiteY4" fmla="*/ 38894 h 496094"/>
                    <a:gd name="connsiteX5" fmla="*/ 56092 w 411692"/>
                    <a:gd name="connsiteY5" fmla="*/ 64294 h 496094"/>
                    <a:gd name="connsiteX6" fmla="*/ 97367 w 411692"/>
                    <a:gd name="connsiteY6" fmla="*/ 73819 h 496094"/>
                    <a:gd name="connsiteX7" fmla="*/ 113242 w 411692"/>
                    <a:gd name="connsiteY7" fmla="*/ 92869 h 496094"/>
                    <a:gd name="connsiteX8" fmla="*/ 148167 w 411692"/>
                    <a:gd name="connsiteY8" fmla="*/ 96044 h 496094"/>
                    <a:gd name="connsiteX9" fmla="*/ 195792 w 411692"/>
                    <a:gd name="connsiteY9" fmla="*/ 153194 h 496094"/>
                    <a:gd name="connsiteX10" fmla="*/ 230717 w 411692"/>
                    <a:gd name="connsiteY10" fmla="*/ 121444 h 496094"/>
                    <a:gd name="connsiteX11" fmla="*/ 271992 w 411692"/>
                    <a:gd name="connsiteY11" fmla="*/ 108744 h 496094"/>
                    <a:gd name="connsiteX12" fmla="*/ 319617 w 411692"/>
                    <a:gd name="connsiteY12" fmla="*/ 111919 h 496094"/>
                    <a:gd name="connsiteX13" fmla="*/ 392642 w 411692"/>
                    <a:gd name="connsiteY13" fmla="*/ 92869 h 496094"/>
                    <a:gd name="connsiteX14" fmla="*/ 408517 w 411692"/>
                    <a:gd name="connsiteY14" fmla="*/ 124619 h 496094"/>
                    <a:gd name="connsiteX15" fmla="*/ 411692 w 411692"/>
                    <a:gd name="connsiteY15" fmla="*/ 245269 h 496094"/>
                    <a:gd name="connsiteX16" fmla="*/ 383117 w 411692"/>
                    <a:gd name="connsiteY16" fmla="*/ 280194 h 496094"/>
                    <a:gd name="connsiteX17" fmla="*/ 389467 w 411692"/>
                    <a:gd name="connsiteY17" fmla="*/ 315119 h 496094"/>
                    <a:gd name="connsiteX18" fmla="*/ 367242 w 411692"/>
                    <a:gd name="connsiteY18" fmla="*/ 289719 h 496094"/>
                    <a:gd name="connsiteX19" fmla="*/ 335492 w 411692"/>
                    <a:gd name="connsiteY19" fmla="*/ 327819 h 496094"/>
                    <a:gd name="connsiteX20" fmla="*/ 367242 w 411692"/>
                    <a:gd name="connsiteY20" fmla="*/ 362744 h 496094"/>
                    <a:gd name="connsiteX21" fmla="*/ 338667 w 411692"/>
                    <a:gd name="connsiteY21" fmla="*/ 400844 h 496094"/>
                    <a:gd name="connsiteX22" fmla="*/ 338667 w 411692"/>
                    <a:gd name="connsiteY22" fmla="*/ 448469 h 496094"/>
                    <a:gd name="connsiteX23" fmla="*/ 316442 w 411692"/>
                    <a:gd name="connsiteY23" fmla="*/ 454819 h 496094"/>
                    <a:gd name="connsiteX24" fmla="*/ 287867 w 411692"/>
                    <a:gd name="connsiteY24" fmla="*/ 388144 h 496094"/>
                    <a:gd name="connsiteX25" fmla="*/ 268817 w 411692"/>
                    <a:gd name="connsiteY25" fmla="*/ 423069 h 496094"/>
                    <a:gd name="connsiteX26" fmla="*/ 259292 w 411692"/>
                    <a:gd name="connsiteY26" fmla="*/ 467519 h 496094"/>
                    <a:gd name="connsiteX27" fmla="*/ 246592 w 411692"/>
                    <a:gd name="connsiteY27" fmla="*/ 423069 h 496094"/>
                    <a:gd name="connsiteX28" fmla="*/ 227542 w 411692"/>
                    <a:gd name="connsiteY28" fmla="*/ 435769 h 496094"/>
                    <a:gd name="connsiteX29" fmla="*/ 214842 w 411692"/>
                    <a:gd name="connsiteY29" fmla="*/ 496094 h 496094"/>
                    <a:gd name="connsiteX30" fmla="*/ 189442 w 411692"/>
                    <a:gd name="connsiteY30" fmla="*/ 496094 h 496094"/>
                    <a:gd name="connsiteX31" fmla="*/ 144992 w 411692"/>
                    <a:gd name="connsiteY31" fmla="*/ 464344 h 496094"/>
                    <a:gd name="connsiteX32" fmla="*/ 141817 w 411692"/>
                    <a:gd name="connsiteY32" fmla="*/ 467519 h 496094"/>
                    <a:gd name="connsiteX33" fmla="*/ 119592 w 411692"/>
                    <a:gd name="connsiteY33" fmla="*/ 480219 h 496094"/>
                    <a:gd name="connsiteX34" fmla="*/ 119592 w 411692"/>
                    <a:gd name="connsiteY34" fmla="*/ 432594 h 496094"/>
                    <a:gd name="connsiteX35" fmla="*/ 81492 w 411692"/>
                    <a:gd name="connsiteY35" fmla="*/ 407194 h 496094"/>
                    <a:gd name="connsiteX36" fmla="*/ 62442 w 411692"/>
                    <a:gd name="connsiteY36" fmla="*/ 346869 h 496094"/>
                    <a:gd name="connsiteX37" fmla="*/ 40217 w 411692"/>
                    <a:gd name="connsiteY37" fmla="*/ 334169 h 496094"/>
                    <a:gd name="connsiteX38" fmla="*/ 62442 w 411692"/>
                    <a:gd name="connsiteY38" fmla="*/ 267494 h 496094"/>
                    <a:gd name="connsiteX39" fmla="*/ 8467 w 411692"/>
                    <a:gd name="connsiteY39" fmla="*/ 172244 h 4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1692" h="496094">
                      <a:moveTo>
                        <a:pt x="8467" y="172244"/>
                      </a:moveTo>
                      <a:cubicBezTo>
                        <a:pt x="0" y="141023"/>
                        <a:pt x="10584" y="110861"/>
                        <a:pt x="11642" y="80169"/>
                      </a:cubicBezTo>
                      <a:cubicBezTo>
                        <a:pt x="25587" y="34848"/>
                        <a:pt x="32809" y="48509"/>
                        <a:pt x="32809" y="21414"/>
                      </a:cubicBezTo>
                      <a:lnTo>
                        <a:pt x="42590" y="0"/>
                      </a:lnTo>
                      <a:lnTo>
                        <a:pt x="32007" y="38894"/>
                      </a:lnTo>
                      <a:lnTo>
                        <a:pt x="56092" y="64294"/>
                      </a:lnTo>
                      <a:lnTo>
                        <a:pt x="97367" y="73819"/>
                      </a:lnTo>
                      <a:lnTo>
                        <a:pt x="113242" y="92869"/>
                      </a:lnTo>
                      <a:lnTo>
                        <a:pt x="148167" y="96044"/>
                      </a:lnTo>
                      <a:lnTo>
                        <a:pt x="195792" y="153194"/>
                      </a:lnTo>
                      <a:lnTo>
                        <a:pt x="230717" y="121444"/>
                      </a:lnTo>
                      <a:cubicBezTo>
                        <a:pt x="269821" y="108409"/>
                        <a:pt x="255430" y="108744"/>
                        <a:pt x="271992" y="108744"/>
                      </a:cubicBezTo>
                      <a:lnTo>
                        <a:pt x="319617" y="111919"/>
                      </a:lnTo>
                      <a:lnTo>
                        <a:pt x="392642" y="92869"/>
                      </a:lnTo>
                      <a:lnTo>
                        <a:pt x="408517" y="124619"/>
                      </a:lnTo>
                      <a:cubicBezTo>
                        <a:pt x="409575" y="164836"/>
                        <a:pt x="410634" y="205052"/>
                        <a:pt x="411692" y="245269"/>
                      </a:cubicBezTo>
                      <a:lnTo>
                        <a:pt x="383117" y="280194"/>
                      </a:lnTo>
                      <a:cubicBezTo>
                        <a:pt x="396540" y="317108"/>
                        <a:pt x="408204" y="315119"/>
                        <a:pt x="389467" y="315119"/>
                      </a:cubicBezTo>
                      <a:lnTo>
                        <a:pt x="367242" y="289719"/>
                      </a:lnTo>
                      <a:lnTo>
                        <a:pt x="335492" y="327819"/>
                      </a:lnTo>
                      <a:lnTo>
                        <a:pt x="367242" y="362744"/>
                      </a:lnTo>
                      <a:lnTo>
                        <a:pt x="338667" y="400844"/>
                      </a:lnTo>
                      <a:lnTo>
                        <a:pt x="338667" y="448469"/>
                      </a:lnTo>
                      <a:lnTo>
                        <a:pt x="316442" y="454819"/>
                      </a:lnTo>
                      <a:cubicBezTo>
                        <a:pt x="287466" y="383989"/>
                        <a:pt x="287867" y="359813"/>
                        <a:pt x="287867" y="388144"/>
                      </a:cubicBezTo>
                      <a:lnTo>
                        <a:pt x="268817" y="423069"/>
                      </a:lnTo>
                      <a:lnTo>
                        <a:pt x="259292" y="467519"/>
                      </a:lnTo>
                      <a:lnTo>
                        <a:pt x="246592" y="423069"/>
                      </a:lnTo>
                      <a:lnTo>
                        <a:pt x="227542" y="435769"/>
                      </a:lnTo>
                      <a:lnTo>
                        <a:pt x="214842" y="496094"/>
                      </a:lnTo>
                      <a:lnTo>
                        <a:pt x="189442" y="496094"/>
                      </a:lnTo>
                      <a:cubicBezTo>
                        <a:pt x="156542" y="453324"/>
                        <a:pt x="170945" y="443581"/>
                        <a:pt x="144992" y="464344"/>
                      </a:cubicBezTo>
                      <a:cubicBezTo>
                        <a:pt x="143823" y="465279"/>
                        <a:pt x="142875" y="466461"/>
                        <a:pt x="141817" y="467519"/>
                      </a:cubicBezTo>
                      <a:lnTo>
                        <a:pt x="119592" y="480219"/>
                      </a:lnTo>
                      <a:lnTo>
                        <a:pt x="119592" y="432594"/>
                      </a:lnTo>
                      <a:cubicBezTo>
                        <a:pt x="82589" y="412411"/>
                        <a:pt x="90597" y="425405"/>
                        <a:pt x="81492" y="407194"/>
                      </a:cubicBezTo>
                      <a:lnTo>
                        <a:pt x="62442" y="346869"/>
                      </a:lnTo>
                      <a:cubicBezTo>
                        <a:pt x="75928" y="332277"/>
                        <a:pt x="40217" y="347398"/>
                        <a:pt x="40217" y="334169"/>
                      </a:cubicBezTo>
                      <a:cubicBezTo>
                        <a:pt x="40217" y="320940"/>
                        <a:pt x="39151" y="323038"/>
                        <a:pt x="62442" y="267494"/>
                      </a:cubicBezTo>
                      <a:cubicBezTo>
                        <a:pt x="20500" y="215873"/>
                        <a:pt x="16934" y="203465"/>
                        <a:pt x="8467" y="172244"/>
                      </a:cubicBez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40" name="Freeform 403">
                  <a:extLst>
                    <a:ext uri="{FF2B5EF4-FFF2-40B4-BE49-F238E27FC236}">
                      <a16:creationId xmlns:a16="http://schemas.microsoft.com/office/drawing/2014/main" id="{F8C2BCA0-B0D9-4FA1-9637-ACE22430DAB8}"/>
                    </a:ext>
                  </a:extLst>
                </p:cNvPr>
                <p:cNvSpPr/>
                <p:nvPr>
                  <p:custDataLst>
                    <p:tags r:id="rId13"/>
                  </p:custDataLst>
                </p:nvPr>
              </p:nvSpPr>
              <p:spPr bwMode="auto">
                <a:xfrm>
                  <a:off x="6294712" y="4573370"/>
                  <a:ext cx="1404102" cy="1136553"/>
                </a:xfrm>
                <a:custGeom>
                  <a:avLst/>
                  <a:gdLst>
                    <a:gd name="connsiteX0" fmla="*/ 45263 w 1626413"/>
                    <a:gd name="connsiteY0" fmla="*/ 0 h 1311275"/>
                    <a:gd name="connsiteX1" fmla="*/ 1058088 w 1626413"/>
                    <a:gd name="connsiteY1" fmla="*/ 101600 h 1311275"/>
                    <a:gd name="connsiteX2" fmla="*/ 1086663 w 1626413"/>
                    <a:gd name="connsiteY2" fmla="*/ 69850 h 1311275"/>
                    <a:gd name="connsiteX3" fmla="*/ 1131113 w 1626413"/>
                    <a:gd name="connsiteY3" fmla="*/ 4762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32738 w 1626413"/>
                    <a:gd name="connsiteY11" fmla="*/ 120650 h 1311275"/>
                    <a:gd name="connsiteX12" fmla="*/ 1429563 w 1626413"/>
                    <a:gd name="connsiteY12" fmla="*/ 92075 h 1311275"/>
                    <a:gd name="connsiteX13" fmla="*/ 1486713 w 1626413"/>
                    <a:gd name="connsiteY13" fmla="*/ 57150 h 1311275"/>
                    <a:gd name="connsiteX14" fmla="*/ 1534338 w 1626413"/>
                    <a:gd name="connsiteY14" fmla="*/ 79375 h 1311275"/>
                    <a:gd name="connsiteX15" fmla="*/ 1613713 w 1626413"/>
                    <a:gd name="connsiteY15" fmla="*/ 69850 h 1311275"/>
                    <a:gd name="connsiteX16" fmla="*/ 1626413 w 1626413"/>
                    <a:gd name="connsiteY16" fmla="*/ 98425 h 1311275"/>
                    <a:gd name="connsiteX17" fmla="*/ 1613713 w 1626413"/>
                    <a:gd name="connsiteY17" fmla="*/ 161925 h 1311275"/>
                    <a:gd name="connsiteX18" fmla="*/ 1620063 w 1626413"/>
                    <a:gd name="connsiteY18" fmla="*/ 190500 h 1311275"/>
                    <a:gd name="connsiteX19" fmla="*/ 1604188 w 1626413"/>
                    <a:gd name="connsiteY19" fmla="*/ 212725 h 1311275"/>
                    <a:gd name="connsiteX20" fmla="*/ 1578788 w 1626413"/>
                    <a:gd name="connsiteY20" fmla="*/ 219075 h 1311275"/>
                    <a:gd name="connsiteX21" fmla="*/ 1508938 w 1626413"/>
                    <a:gd name="connsiteY21" fmla="*/ 377825 h 1311275"/>
                    <a:gd name="connsiteX22" fmla="*/ 1502588 w 1626413"/>
                    <a:gd name="connsiteY22" fmla="*/ 431800 h 1311275"/>
                    <a:gd name="connsiteX23" fmla="*/ 1527988 w 1626413"/>
                    <a:gd name="connsiteY23" fmla="*/ 447675 h 1311275"/>
                    <a:gd name="connsiteX24" fmla="*/ 1518463 w 1626413"/>
                    <a:gd name="connsiteY24" fmla="*/ 473075 h 1311275"/>
                    <a:gd name="connsiteX25" fmla="*/ 1474013 w 1626413"/>
                    <a:gd name="connsiteY25" fmla="*/ 476250 h 1311275"/>
                    <a:gd name="connsiteX26" fmla="*/ 1474013 w 1626413"/>
                    <a:gd name="connsiteY26" fmla="*/ 514350 h 1311275"/>
                    <a:gd name="connsiteX27" fmla="*/ 1480363 w 1626413"/>
                    <a:gd name="connsiteY27" fmla="*/ 533400 h 1311275"/>
                    <a:gd name="connsiteX28" fmla="*/ 1407338 w 1626413"/>
                    <a:gd name="connsiteY28" fmla="*/ 596900 h 1311275"/>
                    <a:gd name="connsiteX29" fmla="*/ 1388288 w 1626413"/>
                    <a:gd name="connsiteY29" fmla="*/ 654050 h 1311275"/>
                    <a:gd name="connsiteX30" fmla="*/ 1350188 w 1626413"/>
                    <a:gd name="connsiteY30" fmla="*/ 673100 h 1311275"/>
                    <a:gd name="connsiteX31" fmla="*/ 1324788 w 1626413"/>
                    <a:gd name="connsiteY31" fmla="*/ 701675 h 1311275"/>
                    <a:gd name="connsiteX32" fmla="*/ 1293038 w 1626413"/>
                    <a:gd name="connsiteY32" fmla="*/ 695325 h 1311275"/>
                    <a:gd name="connsiteX33" fmla="*/ 1264463 w 1626413"/>
                    <a:gd name="connsiteY33" fmla="*/ 736600 h 1311275"/>
                    <a:gd name="connsiteX34" fmla="*/ 1251763 w 1626413"/>
                    <a:gd name="connsiteY34" fmla="*/ 777875 h 1311275"/>
                    <a:gd name="connsiteX35" fmla="*/ 1216838 w 1626413"/>
                    <a:gd name="connsiteY35" fmla="*/ 806450 h 1311275"/>
                    <a:gd name="connsiteX36" fmla="*/ 1223188 w 1626413"/>
                    <a:gd name="connsiteY36" fmla="*/ 850900 h 1311275"/>
                    <a:gd name="connsiteX37" fmla="*/ 1156513 w 1626413"/>
                    <a:gd name="connsiteY37" fmla="*/ 889000 h 1311275"/>
                    <a:gd name="connsiteX38" fmla="*/ 1140638 w 1626413"/>
                    <a:gd name="connsiteY38" fmla="*/ 933450 h 1311275"/>
                    <a:gd name="connsiteX39" fmla="*/ 1162863 w 1626413"/>
                    <a:gd name="connsiteY39" fmla="*/ 946150 h 1311275"/>
                    <a:gd name="connsiteX40" fmla="*/ 1137463 w 1626413"/>
                    <a:gd name="connsiteY40" fmla="*/ 974725 h 1311275"/>
                    <a:gd name="connsiteX41" fmla="*/ 1146988 w 1626413"/>
                    <a:gd name="connsiteY41" fmla="*/ 1009650 h 1311275"/>
                    <a:gd name="connsiteX42" fmla="*/ 1096188 w 1626413"/>
                    <a:gd name="connsiteY42" fmla="*/ 1019175 h 1311275"/>
                    <a:gd name="connsiteX43" fmla="*/ 1039038 w 1626413"/>
                    <a:gd name="connsiteY43" fmla="*/ 1095375 h 1311275"/>
                    <a:gd name="connsiteX44" fmla="*/ 1048563 w 1626413"/>
                    <a:gd name="connsiteY44" fmla="*/ 1168400 h 1311275"/>
                    <a:gd name="connsiteX45" fmla="*/ 1004113 w 1626413"/>
                    <a:gd name="connsiteY45" fmla="*/ 1222375 h 1311275"/>
                    <a:gd name="connsiteX46" fmla="*/ 994588 w 1626413"/>
                    <a:gd name="connsiteY46" fmla="*/ 1266825 h 1311275"/>
                    <a:gd name="connsiteX47" fmla="*/ 1007288 w 1626413"/>
                    <a:gd name="connsiteY47" fmla="*/ 1311275 h 1311275"/>
                    <a:gd name="connsiteX48" fmla="*/ 962838 w 1626413"/>
                    <a:gd name="connsiteY48" fmla="*/ 1308100 h 1311275"/>
                    <a:gd name="connsiteX49" fmla="*/ 921563 w 1626413"/>
                    <a:gd name="connsiteY49" fmla="*/ 1276350 h 1311275"/>
                    <a:gd name="connsiteX50" fmla="*/ 877113 w 1626413"/>
                    <a:gd name="connsiteY50" fmla="*/ 1260475 h 1311275"/>
                    <a:gd name="connsiteX51" fmla="*/ 797738 w 1626413"/>
                    <a:gd name="connsiteY51" fmla="*/ 1196975 h 1311275"/>
                    <a:gd name="connsiteX52" fmla="*/ 797738 w 1626413"/>
                    <a:gd name="connsiteY52" fmla="*/ 1117600 h 1311275"/>
                    <a:gd name="connsiteX53" fmla="*/ 775513 w 1626413"/>
                    <a:gd name="connsiteY53" fmla="*/ 1069975 h 1311275"/>
                    <a:gd name="connsiteX54" fmla="*/ 680263 w 1626413"/>
                    <a:gd name="connsiteY54" fmla="*/ 1073150 h 1311275"/>
                    <a:gd name="connsiteX55" fmla="*/ 578663 w 1626413"/>
                    <a:gd name="connsiteY55" fmla="*/ 1073150 h 1311275"/>
                    <a:gd name="connsiteX56" fmla="*/ 556438 w 1626413"/>
                    <a:gd name="connsiteY56" fmla="*/ 1050925 h 1311275"/>
                    <a:gd name="connsiteX57" fmla="*/ 502463 w 1626413"/>
                    <a:gd name="connsiteY57" fmla="*/ 1050925 h 1311275"/>
                    <a:gd name="connsiteX58" fmla="*/ 470713 w 1626413"/>
                    <a:gd name="connsiteY58" fmla="*/ 1038225 h 1311275"/>
                    <a:gd name="connsiteX59" fmla="*/ 442138 w 1626413"/>
                    <a:gd name="connsiteY59" fmla="*/ 1044575 h 1311275"/>
                    <a:gd name="connsiteX60" fmla="*/ 429438 w 1626413"/>
                    <a:gd name="connsiteY60" fmla="*/ 1063625 h 1311275"/>
                    <a:gd name="connsiteX61" fmla="*/ 404038 w 1626413"/>
                    <a:gd name="connsiteY61" fmla="*/ 1050925 h 1311275"/>
                    <a:gd name="connsiteX62" fmla="*/ 327838 w 1626413"/>
                    <a:gd name="connsiteY62" fmla="*/ 952500 h 1311275"/>
                    <a:gd name="connsiteX63" fmla="*/ 280213 w 1626413"/>
                    <a:gd name="connsiteY63" fmla="*/ 920750 h 1311275"/>
                    <a:gd name="connsiteX64" fmla="*/ 286563 w 1626413"/>
                    <a:gd name="connsiteY64" fmla="*/ 873125 h 1311275"/>
                    <a:gd name="connsiteX65" fmla="*/ 261163 w 1626413"/>
                    <a:gd name="connsiteY65" fmla="*/ 847725 h 1311275"/>
                    <a:gd name="connsiteX66" fmla="*/ 238938 w 1626413"/>
                    <a:gd name="connsiteY66" fmla="*/ 850900 h 1311275"/>
                    <a:gd name="connsiteX67" fmla="*/ 213538 w 1626413"/>
                    <a:gd name="connsiteY67" fmla="*/ 825500 h 1311275"/>
                    <a:gd name="connsiteX68" fmla="*/ 188138 w 1626413"/>
                    <a:gd name="connsiteY68" fmla="*/ 838200 h 1311275"/>
                    <a:gd name="connsiteX69" fmla="*/ 188138 w 1626413"/>
                    <a:gd name="connsiteY69" fmla="*/ 857250 h 1311275"/>
                    <a:gd name="connsiteX70" fmla="*/ 169088 w 1626413"/>
                    <a:gd name="connsiteY70" fmla="*/ 828675 h 1311275"/>
                    <a:gd name="connsiteX71" fmla="*/ 181788 w 1626413"/>
                    <a:gd name="connsiteY71" fmla="*/ 790575 h 1311275"/>
                    <a:gd name="connsiteX72" fmla="*/ 130988 w 1626413"/>
                    <a:gd name="connsiteY72" fmla="*/ 742950 h 1311275"/>
                    <a:gd name="connsiteX73" fmla="*/ 86538 w 1626413"/>
                    <a:gd name="connsiteY73" fmla="*/ 733425 h 1311275"/>
                    <a:gd name="connsiteX74" fmla="*/ 64313 w 1626413"/>
                    <a:gd name="connsiteY74" fmla="*/ 762000 h 1311275"/>
                    <a:gd name="connsiteX75" fmla="*/ 38913 w 1626413"/>
                    <a:gd name="connsiteY75" fmla="*/ 755650 h 1311275"/>
                    <a:gd name="connsiteX76" fmla="*/ 813 w 1626413"/>
                    <a:gd name="connsiteY76" fmla="*/ 720725 h 1311275"/>
                    <a:gd name="connsiteX77" fmla="*/ 45263 w 1626413"/>
                    <a:gd name="connsiteY77"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31113 w 1626413"/>
                    <a:gd name="connsiteY3" fmla="*/ 4762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2717 w 1626413"/>
                    <a:gd name="connsiteY9" fmla="*/ 124612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2717 w 1626413"/>
                    <a:gd name="connsiteY9" fmla="*/ 124612 h 1311275"/>
                    <a:gd name="connsiteX10" fmla="*/ 1410498 w 1626413"/>
                    <a:gd name="connsiteY10" fmla="*/ 127793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3030 w 1626413"/>
                    <a:gd name="connsiteY8" fmla="*/ 151605 h 1311275"/>
                    <a:gd name="connsiteX9" fmla="*/ 1382717 w 1626413"/>
                    <a:gd name="connsiteY9" fmla="*/ 124612 h 1311275"/>
                    <a:gd name="connsiteX10" fmla="*/ 1410498 w 1626413"/>
                    <a:gd name="connsiteY10" fmla="*/ 127793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626413" h="1311275">
                      <a:moveTo>
                        <a:pt x="45263" y="0"/>
                      </a:moveTo>
                      <a:lnTo>
                        <a:pt x="1058088" y="101600"/>
                      </a:lnTo>
                      <a:lnTo>
                        <a:pt x="1086663" y="69850"/>
                      </a:lnTo>
                      <a:lnTo>
                        <a:pt x="1123956" y="40475"/>
                      </a:lnTo>
                      <a:lnTo>
                        <a:pt x="1158088" y="69050"/>
                      </a:lnTo>
                      <a:lnTo>
                        <a:pt x="1207300" y="50000"/>
                      </a:lnTo>
                      <a:cubicBezTo>
                        <a:pt x="1226937" y="79456"/>
                        <a:pt x="1214915" y="85725"/>
                        <a:pt x="1229538" y="85725"/>
                      </a:cubicBezTo>
                      <a:cubicBezTo>
                        <a:pt x="1290899" y="72807"/>
                        <a:pt x="1269314" y="73025"/>
                        <a:pt x="1293038" y="73025"/>
                      </a:cubicBezTo>
                      <a:lnTo>
                        <a:pt x="1343030" y="151605"/>
                      </a:lnTo>
                      <a:cubicBezTo>
                        <a:pt x="1385144" y="119210"/>
                        <a:pt x="1362184" y="124612"/>
                        <a:pt x="1382717" y="124612"/>
                      </a:cubicBezTo>
                      <a:lnTo>
                        <a:pt x="1410498" y="127793"/>
                      </a:lnTo>
                      <a:cubicBezTo>
                        <a:pt x="1417906" y="121972"/>
                        <a:pt x="1416863" y="107421"/>
                        <a:pt x="1429563" y="92075"/>
                      </a:cubicBezTo>
                      <a:lnTo>
                        <a:pt x="1486713" y="57150"/>
                      </a:lnTo>
                      <a:lnTo>
                        <a:pt x="1534338" y="79375"/>
                      </a:lnTo>
                      <a:cubicBezTo>
                        <a:pt x="1611588" y="69719"/>
                        <a:pt x="1584940" y="69850"/>
                        <a:pt x="1613713" y="69850"/>
                      </a:cubicBezTo>
                      <a:lnTo>
                        <a:pt x="1626413" y="98425"/>
                      </a:lnTo>
                      <a:lnTo>
                        <a:pt x="1613713" y="161925"/>
                      </a:lnTo>
                      <a:lnTo>
                        <a:pt x="1620063" y="190500"/>
                      </a:lnTo>
                      <a:lnTo>
                        <a:pt x="1604188" y="212725"/>
                      </a:lnTo>
                      <a:lnTo>
                        <a:pt x="1578788" y="219075"/>
                      </a:lnTo>
                      <a:lnTo>
                        <a:pt x="1508938" y="377825"/>
                      </a:lnTo>
                      <a:lnTo>
                        <a:pt x="1502588" y="431800"/>
                      </a:lnTo>
                      <a:lnTo>
                        <a:pt x="1527988" y="447675"/>
                      </a:lnTo>
                      <a:cubicBezTo>
                        <a:pt x="1521381" y="474102"/>
                        <a:pt x="1530365" y="473075"/>
                        <a:pt x="1518463" y="473075"/>
                      </a:cubicBezTo>
                      <a:lnTo>
                        <a:pt x="1474013" y="476250"/>
                      </a:lnTo>
                      <a:lnTo>
                        <a:pt x="1474013" y="514350"/>
                      </a:lnTo>
                      <a:lnTo>
                        <a:pt x="1480363" y="533400"/>
                      </a:lnTo>
                      <a:lnTo>
                        <a:pt x="1407338" y="596900"/>
                      </a:lnTo>
                      <a:cubicBezTo>
                        <a:pt x="1394150" y="659541"/>
                        <a:pt x="1413018" y="666415"/>
                        <a:pt x="1388288" y="654050"/>
                      </a:cubicBezTo>
                      <a:lnTo>
                        <a:pt x="1350188" y="673100"/>
                      </a:lnTo>
                      <a:lnTo>
                        <a:pt x="1324788" y="701675"/>
                      </a:lnTo>
                      <a:lnTo>
                        <a:pt x="1293038" y="695325"/>
                      </a:lnTo>
                      <a:lnTo>
                        <a:pt x="1264463" y="736600"/>
                      </a:lnTo>
                      <a:lnTo>
                        <a:pt x="1251763" y="777875"/>
                      </a:lnTo>
                      <a:lnTo>
                        <a:pt x="1216838" y="806450"/>
                      </a:lnTo>
                      <a:lnTo>
                        <a:pt x="1223188" y="850900"/>
                      </a:lnTo>
                      <a:lnTo>
                        <a:pt x="1156513" y="889000"/>
                      </a:lnTo>
                      <a:lnTo>
                        <a:pt x="1140638" y="933450"/>
                      </a:lnTo>
                      <a:lnTo>
                        <a:pt x="1162863" y="946150"/>
                      </a:lnTo>
                      <a:lnTo>
                        <a:pt x="1137463" y="974725"/>
                      </a:lnTo>
                      <a:lnTo>
                        <a:pt x="1146988" y="1009650"/>
                      </a:lnTo>
                      <a:lnTo>
                        <a:pt x="1096188" y="1019175"/>
                      </a:lnTo>
                      <a:lnTo>
                        <a:pt x="1039038" y="1095375"/>
                      </a:lnTo>
                      <a:lnTo>
                        <a:pt x="1048563" y="1168400"/>
                      </a:lnTo>
                      <a:lnTo>
                        <a:pt x="1004113" y="1222375"/>
                      </a:lnTo>
                      <a:lnTo>
                        <a:pt x="994588" y="1266825"/>
                      </a:lnTo>
                      <a:lnTo>
                        <a:pt x="1007288" y="1311275"/>
                      </a:lnTo>
                      <a:lnTo>
                        <a:pt x="962838" y="1308100"/>
                      </a:lnTo>
                      <a:lnTo>
                        <a:pt x="921563" y="1276350"/>
                      </a:lnTo>
                      <a:lnTo>
                        <a:pt x="877113" y="1260475"/>
                      </a:lnTo>
                      <a:lnTo>
                        <a:pt x="797738" y="1196975"/>
                      </a:lnTo>
                      <a:lnTo>
                        <a:pt x="797738" y="1117600"/>
                      </a:lnTo>
                      <a:lnTo>
                        <a:pt x="775513" y="1069975"/>
                      </a:lnTo>
                      <a:lnTo>
                        <a:pt x="680263" y="1073150"/>
                      </a:lnTo>
                      <a:lnTo>
                        <a:pt x="578663" y="1073150"/>
                      </a:lnTo>
                      <a:lnTo>
                        <a:pt x="556438" y="1050925"/>
                      </a:lnTo>
                      <a:lnTo>
                        <a:pt x="502463" y="1050925"/>
                      </a:lnTo>
                      <a:lnTo>
                        <a:pt x="470713" y="1038225"/>
                      </a:lnTo>
                      <a:lnTo>
                        <a:pt x="442138" y="1044575"/>
                      </a:lnTo>
                      <a:lnTo>
                        <a:pt x="429438" y="1063625"/>
                      </a:lnTo>
                      <a:lnTo>
                        <a:pt x="404038" y="1050925"/>
                      </a:lnTo>
                      <a:lnTo>
                        <a:pt x="327838" y="952500"/>
                      </a:lnTo>
                      <a:cubicBezTo>
                        <a:pt x="278345" y="926104"/>
                        <a:pt x="280213" y="945092"/>
                        <a:pt x="280213" y="920750"/>
                      </a:cubicBezTo>
                      <a:cubicBezTo>
                        <a:pt x="293563" y="874025"/>
                        <a:pt x="306696" y="883191"/>
                        <a:pt x="286563" y="873125"/>
                      </a:cubicBezTo>
                      <a:lnTo>
                        <a:pt x="261163" y="847725"/>
                      </a:lnTo>
                      <a:cubicBezTo>
                        <a:pt x="241069" y="851074"/>
                        <a:pt x="248551" y="850900"/>
                        <a:pt x="238938" y="850900"/>
                      </a:cubicBezTo>
                      <a:lnTo>
                        <a:pt x="213538" y="825500"/>
                      </a:lnTo>
                      <a:cubicBezTo>
                        <a:pt x="187147" y="835397"/>
                        <a:pt x="188138" y="825983"/>
                        <a:pt x="188138" y="838200"/>
                      </a:cubicBezTo>
                      <a:lnTo>
                        <a:pt x="188138" y="857250"/>
                      </a:lnTo>
                      <a:lnTo>
                        <a:pt x="169088" y="828675"/>
                      </a:lnTo>
                      <a:lnTo>
                        <a:pt x="181788" y="790575"/>
                      </a:lnTo>
                      <a:cubicBezTo>
                        <a:pt x="133415" y="742202"/>
                        <a:pt x="156614" y="742950"/>
                        <a:pt x="130988" y="742950"/>
                      </a:cubicBezTo>
                      <a:lnTo>
                        <a:pt x="86538" y="733425"/>
                      </a:lnTo>
                      <a:lnTo>
                        <a:pt x="64313" y="762000"/>
                      </a:lnTo>
                      <a:lnTo>
                        <a:pt x="38913" y="755650"/>
                      </a:lnTo>
                      <a:cubicBezTo>
                        <a:pt x="0" y="723222"/>
                        <a:pt x="813" y="740432"/>
                        <a:pt x="813" y="720725"/>
                      </a:cubicBezTo>
                      <a:lnTo>
                        <a:pt x="45263" y="0"/>
                      </a:lnTo>
                      <a:close/>
                    </a:path>
                  </a:pathLst>
                </a:custGeom>
                <a:solidFill>
                  <a:srgbClr val="DDDCDB"/>
                </a:solidFill>
                <a:ln w="12700">
                  <a:solidFill>
                    <a:srgbClr val="FFFFFF"/>
                  </a:solidFill>
                  <a:prstDash val="solid"/>
                  <a:miter lim="800000"/>
                  <a:headEnd/>
                  <a:tailEnd/>
                </a:ln>
                <a:effectLst/>
              </p:spPr>
              <p:txBody>
                <a:bodyPr/>
                <a:lstStyle/>
                <a:p>
                  <a:pPr defTabSz="829178">
                    <a:defRPr/>
                  </a:pPr>
                  <a:endParaRPr lang="en-AU" sz="1632" kern="0" dirty="0">
                    <a:latin typeface="Arial"/>
                  </a:endParaRPr>
                </a:p>
              </p:txBody>
            </p:sp>
            <p:sp>
              <p:nvSpPr>
                <p:cNvPr id="1441" name="Freeform 5"/>
                <p:cNvSpPr/>
                <p:nvPr>
                  <p:custDataLst>
                    <p:tags r:id="rId14"/>
                  </p:custDataLst>
                </p:nvPr>
              </p:nvSpPr>
              <p:spPr>
                <a:xfrm>
                  <a:off x="8537583" y="6249449"/>
                  <a:ext cx="540983" cy="612050"/>
                </a:xfrm>
                <a:custGeom>
                  <a:avLst/>
                  <a:gdLst>
                    <a:gd name="T0" fmla="*/ 80 w 432"/>
                    <a:gd name="T1" fmla="*/ 280 h 456"/>
                    <a:gd name="T2" fmla="*/ 72 w 432"/>
                    <a:gd name="T3" fmla="*/ 296 h 456"/>
                    <a:gd name="T4" fmla="*/ 56 w 432"/>
                    <a:gd name="T5" fmla="*/ 320 h 456"/>
                    <a:gd name="T6" fmla="*/ 24 w 432"/>
                    <a:gd name="T7" fmla="*/ 336 h 456"/>
                    <a:gd name="T8" fmla="*/ 24 w 432"/>
                    <a:gd name="T9" fmla="*/ 352 h 456"/>
                    <a:gd name="T10" fmla="*/ 16 w 432"/>
                    <a:gd name="T11" fmla="*/ 352 h 456"/>
                    <a:gd name="T12" fmla="*/ 16 w 432"/>
                    <a:gd name="T13" fmla="*/ 376 h 456"/>
                    <a:gd name="T14" fmla="*/ 8 w 432"/>
                    <a:gd name="T15" fmla="*/ 376 h 456"/>
                    <a:gd name="T16" fmla="*/ 8 w 432"/>
                    <a:gd name="T17" fmla="*/ 384 h 456"/>
                    <a:gd name="T18" fmla="*/ 0 w 432"/>
                    <a:gd name="T19" fmla="*/ 392 h 456"/>
                    <a:gd name="T20" fmla="*/ 0 w 432"/>
                    <a:gd name="T21" fmla="*/ 400 h 456"/>
                    <a:gd name="T22" fmla="*/ 16 w 432"/>
                    <a:gd name="T23" fmla="*/ 400 h 456"/>
                    <a:gd name="T24" fmla="*/ 16 w 432"/>
                    <a:gd name="T25" fmla="*/ 408 h 456"/>
                    <a:gd name="T26" fmla="*/ 32 w 432"/>
                    <a:gd name="T27" fmla="*/ 424 h 456"/>
                    <a:gd name="T28" fmla="*/ 56 w 432"/>
                    <a:gd name="T29" fmla="*/ 416 h 456"/>
                    <a:gd name="T30" fmla="*/ 72 w 432"/>
                    <a:gd name="T31" fmla="*/ 424 h 456"/>
                    <a:gd name="T32" fmla="*/ 80 w 432"/>
                    <a:gd name="T33" fmla="*/ 432 h 456"/>
                    <a:gd name="T34" fmla="*/ 88 w 432"/>
                    <a:gd name="T35" fmla="*/ 432 h 456"/>
                    <a:gd name="T36" fmla="*/ 104 w 432"/>
                    <a:gd name="T37" fmla="*/ 456 h 456"/>
                    <a:gd name="T38" fmla="*/ 128 w 432"/>
                    <a:gd name="T39" fmla="*/ 448 h 456"/>
                    <a:gd name="T40" fmla="*/ 160 w 432"/>
                    <a:gd name="T41" fmla="*/ 456 h 456"/>
                    <a:gd name="T42" fmla="*/ 208 w 432"/>
                    <a:gd name="T43" fmla="*/ 400 h 456"/>
                    <a:gd name="T44" fmla="*/ 232 w 432"/>
                    <a:gd name="T45" fmla="*/ 384 h 456"/>
                    <a:gd name="T46" fmla="*/ 240 w 432"/>
                    <a:gd name="T47" fmla="*/ 344 h 456"/>
                    <a:gd name="T48" fmla="*/ 256 w 432"/>
                    <a:gd name="T49" fmla="*/ 320 h 456"/>
                    <a:gd name="T50" fmla="*/ 256 w 432"/>
                    <a:gd name="T51" fmla="*/ 288 h 456"/>
                    <a:gd name="T52" fmla="*/ 304 w 432"/>
                    <a:gd name="T53" fmla="*/ 240 h 456"/>
                    <a:gd name="T54" fmla="*/ 344 w 432"/>
                    <a:gd name="T55" fmla="*/ 240 h 456"/>
                    <a:gd name="T56" fmla="*/ 360 w 432"/>
                    <a:gd name="T57" fmla="*/ 232 h 456"/>
                    <a:gd name="T58" fmla="*/ 360 w 432"/>
                    <a:gd name="T59" fmla="*/ 232 h 456"/>
                    <a:gd name="T60" fmla="*/ 336 w 432"/>
                    <a:gd name="T61" fmla="*/ 200 h 456"/>
                    <a:gd name="T62" fmla="*/ 368 w 432"/>
                    <a:gd name="T63" fmla="*/ 176 h 456"/>
                    <a:gd name="T64" fmla="*/ 400 w 432"/>
                    <a:gd name="T65" fmla="*/ 112 h 456"/>
                    <a:gd name="T66" fmla="*/ 424 w 432"/>
                    <a:gd name="T67" fmla="*/ 88 h 456"/>
                    <a:gd name="T68" fmla="*/ 408 w 432"/>
                    <a:gd name="T69" fmla="*/ 64 h 456"/>
                    <a:gd name="T70" fmla="*/ 432 w 432"/>
                    <a:gd name="T71" fmla="*/ 40 h 456"/>
                    <a:gd name="T72" fmla="*/ 408 w 432"/>
                    <a:gd name="T73" fmla="*/ 32 h 456"/>
                    <a:gd name="T74" fmla="*/ 400 w 432"/>
                    <a:gd name="T75" fmla="*/ 16 h 456"/>
                    <a:gd name="T76" fmla="*/ 400 w 432"/>
                    <a:gd name="T77" fmla="*/ 24 h 456"/>
                    <a:gd name="T78" fmla="*/ 360 w 432"/>
                    <a:gd name="T79" fmla="*/ 56 h 456"/>
                    <a:gd name="T80" fmla="*/ 360 w 432"/>
                    <a:gd name="T81" fmla="*/ 48 h 456"/>
                    <a:gd name="T82" fmla="*/ 360 w 432"/>
                    <a:gd name="T83" fmla="*/ 24 h 456"/>
                    <a:gd name="T84" fmla="*/ 336 w 432"/>
                    <a:gd name="T85" fmla="*/ 0 h 456"/>
                    <a:gd name="T86" fmla="*/ 328 w 432"/>
                    <a:gd name="T87" fmla="*/ 8 h 456"/>
                    <a:gd name="T88" fmla="*/ 304 w 432"/>
                    <a:gd name="T89" fmla="*/ 32 h 456"/>
                    <a:gd name="T90" fmla="*/ 304 w 432"/>
                    <a:gd name="T91" fmla="*/ 64 h 456"/>
                    <a:gd name="T92" fmla="*/ 296 w 432"/>
                    <a:gd name="T93" fmla="*/ 88 h 456"/>
                    <a:gd name="T94" fmla="*/ 280 w 432"/>
                    <a:gd name="T95" fmla="*/ 88 h 456"/>
                    <a:gd name="T96" fmla="*/ 264 w 432"/>
                    <a:gd name="T97" fmla="*/ 120 h 456"/>
                    <a:gd name="T98" fmla="*/ 224 w 432"/>
                    <a:gd name="T99" fmla="*/ 176 h 456"/>
                    <a:gd name="T100" fmla="*/ 208 w 432"/>
                    <a:gd name="T101" fmla="*/ 184 h 456"/>
                    <a:gd name="T102" fmla="*/ 192 w 432"/>
                    <a:gd name="T103" fmla="*/ 216 h 456"/>
                    <a:gd name="T104" fmla="*/ 152 w 432"/>
                    <a:gd name="T105" fmla="*/ 232 h 456"/>
                    <a:gd name="T106" fmla="*/ 152 w 432"/>
                    <a:gd name="T107" fmla="*/ 232 h 456"/>
                    <a:gd name="T108" fmla="*/ 152 w 432"/>
                    <a:gd name="T109" fmla="*/ 232 h 45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32"/>
                    <a:gd name="T166" fmla="*/ 0 h 456"/>
                    <a:gd name="T167" fmla="*/ 432 w 432"/>
                    <a:gd name="T168" fmla="*/ 456 h 45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32" h="456">
                      <a:moveTo>
                        <a:pt x="112" y="256"/>
                      </a:moveTo>
                      <a:lnTo>
                        <a:pt x="80" y="280"/>
                      </a:lnTo>
                      <a:lnTo>
                        <a:pt x="72" y="296"/>
                      </a:lnTo>
                      <a:lnTo>
                        <a:pt x="64" y="296"/>
                      </a:lnTo>
                      <a:lnTo>
                        <a:pt x="56" y="320"/>
                      </a:lnTo>
                      <a:lnTo>
                        <a:pt x="40" y="320"/>
                      </a:lnTo>
                      <a:lnTo>
                        <a:pt x="24" y="336"/>
                      </a:lnTo>
                      <a:lnTo>
                        <a:pt x="24" y="344"/>
                      </a:lnTo>
                      <a:lnTo>
                        <a:pt x="24" y="352"/>
                      </a:lnTo>
                      <a:lnTo>
                        <a:pt x="16" y="352"/>
                      </a:lnTo>
                      <a:lnTo>
                        <a:pt x="16" y="376"/>
                      </a:lnTo>
                      <a:lnTo>
                        <a:pt x="8" y="376"/>
                      </a:lnTo>
                      <a:lnTo>
                        <a:pt x="8" y="384"/>
                      </a:lnTo>
                      <a:lnTo>
                        <a:pt x="0" y="392"/>
                      </a:lnTo>
                      <a:lnTo>
                        <a:pt x="0" y="400"/>
                      </a:lnTo>
                      <a:lnTo>
                        <a:pt x="8" y="400"/>
                      </a:lnTo>
                      <a:lnTo>
                        <a:pt x="16" y="400"/>
                      </a:lnTo>
                      <a:lnTo>
                        <a:pt x="16" y="408"/>
                      </a:lnTo>
                      <a:lnTo>
                        <a:pt x="8" y="416"/>
                      </a:lnTo>
                      <a:lnTo>
                        <a:pt x="32" y="424"/>
                      </a:lnTo>
                      <a:lnTo>
                        <a:pt x="40" y="424"/>
                      </a:lnTo>
                      <a:lnTo>
                        <a:pt x="56" y="416"/>
                      </a:lnTo>
                      <a:lnTo>
                        <a:pt x="64" y="416"/>
                      </a:lnTo>
                      <a:lnTo>
                        <a:pt x="72" y="424"/>
                      </a:lnTo>
                      <a:lnTo>
                        <a:pt x="72" y="432"/>
                      </a:lnTo>
                      <a:lnTo>
                        <a:pt x="80" y="432"/>
                      </a:lnTo>
                      <a:lnTo>
                        <a:pt x="88" y="432"/>
                      </a:lnTo>
                      <a:lnTo>
                        <a:pt x="96" y="432"/>
                      </a:lnTo>
                      <a:lnTo>
                        <a:pt x="104" y="456"/>
                      </a:lnTo>
                      <a:lnTo>
                        <a:pt x="120" y="448"/>
                      </a:lnTo>
                      <a:lnTo>
                        <a:pt x="128" y="448"/>
                      </a:lnTo>
                      <a:lnTo>
                        <a:pt x="136" y="456"/>
                      </a:lnTo>
                      <a:lnTo>
                        <a:pt x="160" y="456"/>
                      </a:lnTo>
                      <a:lnTo>
                        <a:pt x="192" y="424"/>
                      </a:lnTo>
                      <a:lnTo>
                        <a:pt x="208" y="400"/>
                      </a:lnTo>
                      <a:lnTo>
                        <a:pt x="224" y="392"/>
                      </a:lnTo>
                      <a:lnTo>
                        <a:pt x="232" y="384"/>
                      </a:lnTo>
                      <a:lnTo>
                        <a:pt x="240" y="360"/>
                      </a:lnTo>
                      <a:lnTo>
                        <a:pt x="240" y="344"/>
                      </a:lnTo>
                      <a:lnTo>
                        <a:pt x="248" y="328"/>
                      </a:lnTo>
                      <a:lnTo>
                        <a:pt x="256" y="320"/>
                      </a:lnTo>
                      <a:lnTo>
                        <a:pt x="256" y="304"/>
                      </a:lnTo>
                      <a:lnTo>
                        <a:pt x="256" y="288"/>
                      </a:lnTo>
                      <a:lnTo>
                        <a:pt x="264" y="272"/>
                      </a:lnTo>
                      <a:lnTo>
                        <a:pt x="304" y="240"/>
                      </a:lnTo>
                      <a:lnTo>
                        <a:pt x="336" y="240"/>
                      </a:lnTo>
                      <a:lnTo>
                        <a:pt x="344" y="240"/>
                      </a:lnTo>
                      <a:lnTo>
                        <a:pt x="360" y="232"/>
                      </a:lnTo>
                      <a:lnTo>
                        <a:pt x="336" y="216"/>
                      </a:lnTo>
                      <a:lnTo>
                        <a:pt x="336" y="200"/>
                      </a:lnTo>
                      <a:lnTo>
                        <a:pt x="352" y="192"/>
                      </a:lnTo>
                      <a:lnTo>
                        <a:pt x="368" y="176"/>
                      </a:lnTo>
                      <a:lnTo>
                        <a:pt x="392" y="128"/>
                      </a:lnTo>
                      <a:lnTo>
                        <a:pt x="400" y="112"/>
                      </a:lnTo>
                      <a:lnTo>
                        <a:pt x="424" y="96"/>
                      </a:lnTo>
                      <a:lnTo>
                        <a:pt x="424" y="88"/>
                      </a:lnTo>
                      <a:lnTo>
                        <a:pt x="408" y="72"/>
                      </a:lnTo>
                      <a:lnTo>
                        <a:pt x="408" y="64"/>
                      </a:lnTo>
                      <a:lnTo>
                        <a:pt x="432" y="48"/>
                      </a:lnTo>
                      <a:lnTo>
                        <a:pt x="432" y="40"/>
                      </a:lnTo>
                      <a:lnTo>
                        <a:pt x="416" y="40"/>
                      </a:lnTo>
                      <a:lnTo>
                        <a:pt x="408" y="32"/>
                      </a:lnTo>
                      <a:lnTo>
                        <a:pt x="400" y="24"/>
                      </a:lnTo>
                      <a:lnTo>
                        <a:pt x="400" y="16"/>
                      </a:lnTo>
                      <a:lnTo>
                        <a:pt x="400" y="24"/>
                      </a:lnTo>
                      <a:lnTo>
                        <a:pt x="376" y="56"/>
                      </a:lnTo>
                      <a:lnTo>
                        <a:pt x="360" y="56"/>
                      </a:lnTo>
                      <a:lnTo>
                        <a:pt x="360" y="48"/>
                      </a:lnTo>
                      <a:lnTo>
                        <a:pt x="360" y="32"/>
                      </a:lnTo>
                      <a:lnTo>
                        <a:pt x="360" y="24"/>
                      </a:lnTo>
                      <a:lnTo>
                        <a:pt x="344" y="8"/>
                      </a:lnTo>
                      <a:lnTo>
                        <a:pt x="336" y="0"/>
                      </a:lnTo>
                      <a:lnTo>
                        <a:pt x="328" y="8"/>
                      </a:lnTo>
                      <a:lnTo>
                        <a:pt x="312" y="16"/>
                      </a:lnTo>
                      <a:lnTo>
                        <a:pt x="304" y="32"/>
                      </a:lnTo>
                      <a:lnTo>
                        <a:pt x="304" y="48"/>
                      </a:lnTo>
                      <a:lnTo>
                        <a:pt x="304" y="64"/>
                      </a:lnTo>
                      <a:lnTo>
                        <a:pt x="296" y="80"/>
                      </a:lnTo>
                      <a:lnTo>
                        <a:pt x="296" y="88"/>
                      </a:lnTo>
                      <a:lnTo>
                        <a:pt x="280" y="88"/>
                      </a:lnTo>
                      <a:lnTo>
                        <a:pt x="272" y="96"/>
                      </a:lnTo>
                      <a:lnTo>
                        <a:pt x="264" y="120"/>
                      </a:lnTo>
                      <a:lnTo>
                        <a:pt x="256" y="152"/>
                      </a:lnTo>
                      <a:lnTo>
                        <a:pt x="224" y="176"/>
                      </a:lnTo>
                      <a:lnTo>
                        <a:pt x="208" y="184"/>
                      </a:lnTo>
                      <a:lnTo>
                        <a:pt x="200" y="192"/>
                      </a:lnTo>
                      <a:lnTo>
                        <a:pt x="192" y="216"/>
                      </a:lnTo>
                      <a:lnTo>
                        <a:pt x="176" y="224"/>
                      </a:lnTo>
                      <a:lnTo>
                        <a:pt x="152" y="232"/>
                      </a:lnTo>
                      <a:lnTo>
                        <a:pt x="112" y="256"/>
                      </a:lnTo>
                      <a:close/>
                    </a:path>
                  </a:pathLst>
                </a:custGeom>
                <a:solidFill>
                  <a:srgbClr val="DDDCDB"/>
                </a:solidFill>
                <a:ln w="12700">
                  <a:solidFill>
                    <a:srgbClr val="FFFFFF">
                      <a:lumMod val="85000"/>
                    </a:srgbClr>
                  </a:solidFill>
                  <a:round/>
                </a:ln>
                <a:effectLst/>
              </p:spPr>
              <p:txBody>
                <a:bodyPr/>
                <a:lstStyle/>
                <a:p>
                  <a:pPr algn="ctr" defTabSz="763922">
                    <a:defRPr/>
                  </a:pPr>
                  <a:endParaRPr lang="en-US" sz="1503" kern="0">
                    <a:latin typeface="Arial"/>
                  </a:endParaRPr>
                </a:p>
              </p:txBody>
            </p:sp>
            <p:sp>
              <p:nvSpPr>
                <p:cNvPr id="1442" name="Freeform 6"/>
                <p:cNvSpPr/>
                <p:nvPr>
                  <p:custDataLst>
                    <p:tags r:id="rId15"/>
                  </p:custDataLst>
                </p:nvPr>
              </p:nvSpPr>
              <p:spPr>
                <a:xfrm>
                  <a:off x="8969035" y="5701346"/>
                  <a:ext cx="380691" cy="655113"/>
                </a:xfrm>
                <a:custGeom>
                  <a:avLst/>
                  <a:gdLst>
                    <a:gd name="T0" fmla="*/ 72 w 304"/>
                    <a:gd name="T1" fmla="*/ 56 h 488"/>
                    <a:gd name="T2" fmla="*/ 64 w 304"/>
                    <a:gd name="T3" fmla="*/ 40 h 488"/>
                    <a:gd name="T4" fmla="*/ 16 w 304"/>
                    <a:gd name="T5" fmla="*/ 24 h 488"/>
                    <a:gd name="T6" fmla="*/ 16 w 304"/>
                    <a:gd name="T7" fmla="*/ 0 h 488"/>
                    <a:gd name="T8" fmla="*/ 0 w 304"/>
                    <a:gd name="T9" fmla="*/ 0 h 488"/>
                    <a:gd name="T10" fmla="*/ 8 w 304"/>
                    <a:gd name="T11" fmla="*/ 16 h 488"/>
                    <a:gd name="T12" fmla="*/ 24 w 304"/>
                    <a:gd name="T13" fmla="*/ 64 h 488"/>
                    <a:gd name="T14" fmla="*/ 64 w 304"/>
                    <a:gd name="T15" fmla="*/ 128 h 488"/>
                    <a:gd name="T16" fmla="*/ 80 w 304"/>
                    <a:gd name="T17" fmla="*/ 120 h 488"/>
                    <a:gd name="T18" fmla="*/ 80 w 304"/>
                    <a:gd name="T19" fmla="*/ 120 h 488"/>
                    <a:gd name="T20" fmla="*/ 88 w 304"/>
                    <a:gd name="T21" fmla="*/ 128 h 488"/>
                    <a:gd name="T22" fmla="*/ 80 w 304"/>
                    <a:gd name="T23" fmla="*/ 136 h 488"/>
                    <a:gd name="T24" fmla="*/ 88 w 304"/>
                    <a:gd name="T25" fmla="*/ 168 h 488"/>
                    <a:gd name="T26" fmla="*/ 96 w 304"/>
                    <a:gd name="T27" fmla="*/ 184 h 488"/>
                    <a:gd name="T28" fmla="*/ 104 w 304"/>
                    <a:gd name="T29" fmla="*/ 232 h 488"/>
                    <a:gd name="T30" fmla="*/ 112 w 304"/>
                    <a:gd name="T31" fmla="*/ 248 h 488"/>
                    <a:gd name="T32" fmla="*/ 104 w 304"/>
                    <a:gd name="T33" fmla="*/ 248 h 488"/>
                    <a:gd name="T34" fmla="*/ 88 w 304"/>
                    <a:gd name="T35" fmla="*/ 296 h 488"/>
                    <a:gd name="T36" fmla="*/ 48 w 304"/>
                    <a:gd name="T37" fmla="*/ 336 h 488"/>
                    <a:gd name="T38" fmla="*/ 80 w 304"/>
                    <a:gd name="T39" fmla="*/ 344 h 488"/>
                    <a:gd name="T40" fmla="*/ 112 w 304"/>
                    <a:gd name="T41" fmla="*/ 368 h 488"/>
                    <a:gd name="T42" fmla="*/ 136 w 304"/>
                    <a:gd name="T43" fmla="*/ 416 h 488"/>
                    <a:gd name="T44" fmla="*/ 104 w 304"/>
                    <a:gd name="T45" fmla="*/ 472 h 488"/>
                    <a:gd name="T46" fmla="*/ 128 w 304"/>
                    <a:gd name="T47" fmla="*/ 472 h 488"/>
                    <a:gd name="T48" fmla="*/ 128 w 304"/>
                    <a:gd name="T49" fmla="*/ 488 h 488"/>
                    <a:gd name="T50" fmla="*/ 176 w 304"/>
                    <a:gd name="T51" fmla="*/ 440 h 488"/>
                    <a:gd name="T52" fmla="*/ 224 w 304"/>
                    <a:gd name="T53" fmla="*/ 376 h 488"/>
                    <a:gd name="T54" fmla="*/ 232 w 304"/>
                    <a:gd name="T55" fmla="*/ 352 h 488"/>
                    <a:gd name="T56" fmla="*/ 224 w 304"/>
                    <a:gd name="T57" fmla="*/ 328 h 488"/>
                    <a:gd name="T58" fmla="*/ 256 w 304"/>
                    <a:gd name="T59" fmla="*/ 312 h 488"/>
                    <a:gd name="T60" fmla="*/ 272 w 304"/>
                    <a:gd name="T61" fmla="*/ 320 h 488"/>
                    <a:gd name="T62" fmla="*/ 280 w 304"/>
                    <a:gd name="T63" fmla="*/ 320 h 488"/>
                    <a:gd name="T64" fmla="*/ 280 w 304"/>
                    <a:gd name="T65" fmla="*/ 296 h 488"/>
                    <a:gd name="T66" fmla="*/ 304 w 304"/>
                    <a:gd name="T67" fmla="*/ 256 h 488"/>
                    <a:gd name="T68" fmla="*/ 296 w 304"/>
                    <a:gd name="T69" fmla="*/ 232 h 488"/>
                    <a:gd name="T70" fmla="*/ 304 w 304"/>
                    <a:gd name="T71" fmla="*/ 208 h 488"/>
                    <a:gd name="T72" fmla="*/ 304 w 304"/>
                    <a:gd name="T73" fmla="*/ 208 h 488"/>
                    <a:gd name="T74" fmla="*/ 288 w 304"/>
                    <a:gd name="T75" fmla="*/ 208 h 488"/>
                    <a:gd name="T76" fmla="*/ 248 w 304"/>
                    <a:gd name="T77" fmla="*/ 232 h 488"/>
                    <a:gd name="T78" fmla="*/ 240 w 304"/>
                    <a:gd name="T79" fmla="*/ 232 h 488"/>
                    <a:gd name="T80" fmla="*/ 208 w 304"/>
                    <a:gd name="T81" fmla="*/ 224 h 488"/>
                    <a:gd name="T82" fmla="*/ 168 w 304"/>
                    <a:gd name="T83" fmla="*/ 184 h 488"/>
                    <a:gd name="T84" fmla="*/ 144 w 304"/>
                    <a:gd name="T85" fmla="*/ 136 h 488"/>
                    <a:gd name="T86" fmla="*/ 144 w 304"/>
                    <a:gd name="T87" fmla="*/ 144 h 488"/>
                    <a:gd name="T88" fmla="*/ 144 w 304"/>
                    <a:gd name="T89" fmla="*/ 184 h 488"/>
                    <a:gd name="T90" fmla="*/ 136 w 304"/>
                    <a:gd name="T91" fmla="*/ 184 h 488"/>
                    <a:gd name="T92" fmla="*/ 104 w 304"/>
                    <a:gd name="T93" fmla="*/ 144 h 488"/>
                    <a:gd name="T94" fmla="*/ 104 w 304"/>
                    <a:gd name="T95" fmla="*/ 112 h 488"/>
                    <a:gd name="T96" fmla="*/ 88 w 304"/>
                    <a:gd name="T97" fmla="*/ 96 h 488"/>
                    <a:gd name="T98" fmla="*/ 88 w 304"/>
                    <a:gd name="T99" fmla="*/ 72 h 488"/>
                    <a:gd name="T100" fmla="*/ 80 w 304"/>
                    <a:gd name="T101" fmla="*/ 56 h 488"/>
                    <a:gd name="T102" fmla="*/ 72 w 304"/>
                    <a:gd name="T103" fmla="*/ 56 h 488"/>
                    <a:gd name="T104" fmla="*/ 80 w 304"/>
                    <a:gd name="T105" fmla="*/ 48 h 488"/>
                    <a:gd name="T106" fmla="*/ 72 w 304"/>
                    <a:gd name="T107" fmla="*/ 56 h 48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04"/>
                    <a:gd name="T163" fmla="*/ 0 h 488"/>
                    <a:gd name="T164" fmla="*/ 304 w 304"/>
                    <a:gd name="T165" fmla="*/ 488 h 48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04" h="488">
                      <a:moveTo>
                        <a:pt x="72" y="56"/>
                      </a:moveTo>
                      <a:lnTo>
                        <a:pt x="72" y="56"/>
                      </a:lnTo>
                      <a:lnTo>
                        <a:pt x="64" y="40"/>
                      </a:lnTo>
                      <a:lnTo>
                        <a:pt x="40" y="32"/>
                      </a:lnTo>
                      <a:lnTo>
                        <a:pt x="16" y="24"/>
                      </a:lnTo>
                      <a:lnTo>
                        <a:pt x="16" y="0"/>
                      </a:lnTo>
                      <a:lnTo>
                        <a:pt x="0" y="0"/>
                      </a:lnTo>
                      <a:lnTo>
                        <a:pt x="0" y="8"/>
                      </a:lnTo>
                      <a:lnTo>
                        <a:pt x="8" y="16"/>
                      </a:lnTo>
                      <a:lnTo>
                        <a:pt x="16" y="24"/>
                      </a:lnTo>
                      <a:lnTo>
                        <a:pt x="24" y="64"/>
                      </a:lnTo>
                      <a:lnTo>
                        <a:pt x="40" y="80"/>
                      </a:lnTo>
                      <a:lnTo>
                        <a:pt x="64" y="128"/>
                      </a:lnTo>
                      <a:lnTo>
                        <a:pt x="72" y="128"/>
                      </a:lnTo>
                      <a:lnTo>
                        <a:pt x="80" y="120"/>
                      </a:lnTo>
                      <a:lnTo>
                        <a:pt x="80" y="128"/>
                      </a:lnTo>
                      <a:lnTo>
                        <a:pt x="88" y="128"/>
                      </a:lnTo>
                      <a:lnTo>
                        <a:pt x="88" y="136"/>
                      </a:lnTo>
                      <a:lnTo>
                        <a:pt x="80" y="136"/>
                      </a:lnTo>
                      <a:lnTo>
                        <a:pt x="80" y="152"/>
                      </a:lnTo>
                      <a:lnTo>
                        <a:pt x="88" y="168"/>
                      </a:lnTo>
                      <a:lnTo>
                        <a:pt x="96" y="176"/>
                      </a:lnTo>
                      <a:lnTo>
                        <a:pt x="96" y="184"/>
                      </a:lnTo>
                      <a:lnTo>
                        <a:pt x="112" y="216"/>
                      </a:lnTo>
                      <a:lnTo>
                        <a:pt x="104" y="232"/>
                      </a:lnTo>
                      <a:lnTo>
                        <a:pt x="104" y="248"/>
                      </a:lnTo>
                      <a:lnTo>
                        <a:pt x="112" y="248"/>
                      </a:lnTo>
                      <a:lnTo>
                        <a:pt x="104" y="248"/>
                      </a:lnTo>
                      <a:lnTo>
                        <a:pt x="96" y="296"/>
                      </a:lnTo>
                      <a:lnTo>
                        <a:pt x="88" y="296"/>
                      </a:lnTo>
                      <a:lnTo>
                        <a:pt x="48" y="312"/>
                      </a:lnTo>
                      <a:lnTo>
                        <a:pt x="48" y="336"/>
                      </a:lnTo>
                      <a:lnTo>
                        <a:pt x="72" y="344"/>
                      </a:lnTo>
                      <a:lnTo>
                        <a:pt x="80" y="344"/>
                      </a:lnTo>
                      <a:lnTo>
                        <a:pt x="88" y="360"/>
                      </a:lnTo>
                      <a:lnTo>
                        <a:pt x="112" y="368"/>
                      </a:lnTo>
                      <a:lnTo>
                        <a:pt x="136" y="384"/>
                      </a:lnTo>
                      <a:lnTo>
                        <a:pt x="136" y="416"/>
                      </a:lnTo>
                      <a:lnTo>
                        <a:pt x="104" y="448"/>
                      </a:lnTo>
                      <a:lnTo>
                        <a:pt x="104" y="472"/>
                      </a:lnTo>
                      <a:lnTo>
                        <a:pt x="120" y="472"/>
                      </a:lnTo>
                      <a:lnTo>
                        <a:pt x="128" y="472"/>
                      </a:lnTo>
                      <a:lnTo>
                        <a:pt x="128" y="488"/>
                      </a:lnTo>
                      <a:lnTo>
                        <a:pt x="152" y="488"/>
                      </a:lnTo>
                      <a:lnTo>
                        <a:pt x="176" y="440"/>
                      </a:lnTo>
                      <a:lnTo>
                        <a:pt x="192" y="416"/>
                      </a:lnTo>
                      <a:lnTo>
                        <a:pt x="224" y="376"/>
                      </a:lnTo>
                      <a:lnTo>
                        <a:pt x="232" y="352"/>
                      </a:lnTo>
                      <a:lnTo>
                        <a:pt x="224" y="352"/>
                      </a:lnTo>
                      <a:lnTo>
                        <a:pt x="224" y="328"/>
                      </a:lnTo>
                      <a:lnTo>
                        <a:pt x="240" y="312"/>
                      </a:lnTo>
                      <a:lnTo>
                        <a:pt x="256" y="312"/>
                      </a:lnTo>
                      <a:lnTo>
                        <a:pt x="264" y="320"/>
                      </a:lnTo>
                      <a:lnTo>
                        <a:pt x="272" y="320"/>
                      </a:lnTo>
                      <a:lnTo>
                        <a:pt x="280" y="320"/>
                      </a:lnTo>
                      <a:lnTo>
                        <a:pt x="280" y="312"/>
                      </a:lnTo>
                      <a:lnTo>
                        <a:pt x="280" y="296"/>
                      </a:lnTo>
                      <a:lnTo>
                        <a:pt x="280" y="288"/>
                      </a:lnTo>
                      <a:lnTo>
                        <a:pt x="304" y="256"/>
                      </a:lnTo>
                      <a:lnTo>
                        <a:pt x="304" y="240"/>
                      </a:lnTo>
                      <a:lnTo>
                        <a:pt x="296" y="232"/>
                      </a:lnTo>
                      <a:lnTo>
                        <a:pt x="296" y="224"/>
                      </a:lnTo>
                      <a:lnTo>
                        <a:pt x="304" y="208"/>
                      </a:lnTo>
                      <a:lnTo>
                        <a:pt x="288" y="208"/>
                      </a:lnTo>
                      <a:lnTo>
                        <a:pt x="264" y="224"/>
                      </a:lnTo>
                      <a:lnTo>
                        <a:pt x="248" y="232"/>
                      </a:lnTo>
                      <a:lnTo>
                        <a:pt x="240" y="232"/>
                      </a:lnTo>
                      <a:lnTo>
                        <a:pt x="224" y="232"/>
                      </a:lnTo>
                      <a:lnTo>
                        <a:pt x="208" y="224"/>
                      </a:lnTo>
                      <a:lnTo>
                        <a:pt x="176" y="208"/>
                      </a:lnTo>
                      <a:lnTo>
                        <a:pt x="168" y="184"/>
                      </a:lnTo>
                      <a:lnTo>
                        <a:pt x="160" y="144"/>
                      </a:lnTo>
                      <a:lnTo>
                        <a:pt x="144" y="136"/>
                      </a:lnTo>
                      <a:lnTo>
                        <a:pt x="144" y="144"/>
                      </a:lnTo>
                      <a:lnTo>
                        <a:pt x="144" y="152"/>
                      </a:lnTo>
                      <a:lnTo>
                        <a:pt x="144" y="184"/>
                      </a:lnTo>
                      <a:lnTo>
                        <a:pt x="136" y="184"/>
                      </a:lnTo>
                      <a:lnTo>
                        <a:pt x="104" y="152"/>
                      </a:lnTo>
                      <a:lnTo>
                        <a:pt x="104" y="144"/>
                      </a:lnTo>
                      <a:lnTo>
                        <a:pt x="104" y="120"/>
                      </a:lnTo>
                      <a:lnTo>
                        <a:pt x="104" y="112"/>
                      </a:lnTo>
                      <a:lnTo>
                        <a:pt x="88" y="96"/>
                      </a:lnTo>
                      <a:lnTo>
                        <a:pt x="88" y="72"/>
                      </a:lnTo>
                      <a:lnTo>
                        <a:pt x="80" y="56"/>
                      </a:lnTo>
                      <a:lnTo>
                        <a:pt x="72" y="56"/>
                      </a:lnTo>
                      <a:lnTo>
                        <a:pt x="80" y="48"/>
                      </a:lnTo>
                      <a:lnTo>
                        <a:pt x="72" y="56"/>
                      </a:lnTo>
                      <a:close/>
                    </a:path>
                  </a:pathLst>
                </a:custGeom>
                <a:solidFill>
                  <a:srgbClr val="DDDCDB"/>
                </a:solidFill>
                <a:ln w="12700">
                  <a:solidFill>
                    <a:srgbClr val="FFFFFF">
                      <a:lumMod val="85000"/>
                    </a:srgbClr>
                  </a:solidFill>
                  <a:round/>
                </a:ln>
                <a:effectLst/>
              </p:spPr>
              <p:txBody>
                <a:bodyPr/>
                <a:lstStyle/>
                <a:p>
                  <a:pPr algn="ctr" defTabSz="763922">
                    <a:defRPr/>
                  </a:pPr>
                  <a:endParaRPr lang="en-US" sz="1503" kern="0">
                    <a:latin typeface="Arial"/>
                  </a:endParaRPr>
                </a:p>
              </p:txBody>
            </p:sp>
          </p:grpSp>
          <p:grpSp>
            <p:nvGrpSpPr>
              <p:cNvPr id="1359" name="Group 1358"/>
              <p:cNvGrpSpPr/>
              <p:nvPr/>
            </p:nvGrpSpPr>
            <p:grpSpPr>
              <a:xfrm>
                <a:off x="3436926" y="2195275"/>
                <a:ext cx="5835191" cy="4326396"/>
                <a:chOff x="3436926" y="2195275"/>
                <a:chExt cx="5835191" cy="4326396"/>
              </a:xfrm>
            </p:grpSpPr>
            <p:grpSp>
              <p:nvGrpSpPr>
                <p:cNvPr id="1360" name="Group 1359"/>
                <p:cNvGrpSpPr/>
                <p:nvPr/>
              </p:nvGrpSpPr>
              <p:grpSpPr>
                <a:xfrm>
                  <a:off x="3799294" y="2199441"/>
                  <a:ext cx="5472823" cy="4322230"/>
                  <a:chOff x="3694279" y="2513978"/>
                  <a:chExt cx="5472823" cy="4322230"/>
                </a:xfrm>
              </p:grpSpPr>
              <p:sp>
                <p:nvSpPr>
                  <p:cNvPr id="1424" name="Freeform 1423"/>
                  <p:cNvSpPr/>
                  <p:nvPr/>
                </p:nvSpPr>
                <p:spPr>
                  <a:xfrm>
                    <a:off x="6626549" y="5283806"/>
                    <a:ext cx="695581" cy="420704"/>
                  </a:xfrm>
                  <a:custGeom>
                    <a:avLst/>
                    <a:gdLst>
                      <a:gd name="connsiteX0" fmla="*/ 1060450 w 1060450"/>
                      <a:gd name="connsiteY0" fmla="*/ 0 h 641386"/>
                      <a:gd name="connsiteX1" fmla="*/ 1028700 w 1060450"/>
                      <a:gd name="connsiteY1" fmla="*/ 12700 h 641386"/>
                      <a:gd name="connsiteX2" fmla="*/ 1009650 w 1060450"/>
                      <a:gd name="connsiteY2" fmla="*/ 19050 h 641386"/>
                      <a:gd name="connsiteX3" fmla="*/ 977900 w 1060450"/>
                      <a:gd name="connsiteY3" fmla="*/ 31750 h 641386"/>
                      <a:gd name="connsiteX4" fmla="*/ 939800 w 1060450"/>
                      <a:gd name="connsiteY4" fmla="*/ 38100 h 641386"/>
                      <a:gd name="connsiteX5" fmla="*/ 895350 w 1060450"/>
                      <a:gd name="connsiteY5" fmla="*/ 50800 h 641386"/>
                      <a:gd name="connsiteX6" fmla="*/ 876300 w 1060450"/>
                      <a:gd name="connsiteY6" fmla="*/ 63500 h 641386"/>
                      <a:gd name="connsiteX7" fmla="*/ 857250 w 1060450"/>
                      <a:gd name="connsiteY7" fmla="*/ 69850 h 641386"/>
                      <a:gd name="connsiteX8" fmla="*/ 800100 w 1060450"/>
                      <a:gd name="connsiteY8" fmla="*/ 101600 h 641386"/>
                      <a:gd name="connsiteX9" fmla="*/ 749300 w 1060450"/>
                      <a:gd name="connsiteY9" fmla="*/ 114300 h 641386"/>
                      <a:gd name="connsiteX10" fmla="*/ 704850 w 1060450"/>
                      <a:gd name="connsiteY10" fmla="*/ 133350 h 641386"/>
                      <a:gd name="connsiteX11" fmla="*/ 685800 w 1060450"/>
                      <a:gd name="connsiteY11" fmla="*/ 146050 h 641386"/>
                      <a:gd name="connsiteX12" fmla="*/ 647700 w 1060450"/>
                      <a:gd name="connsiteY12" fmla="*/ 158750 h 641386"/>
                      <a:gd name="connsiteX13" fmla="*/ 609600 w 1060450"/>
                      <a:gd name="connsiteY13" fmla="*/ 171450 h 641386"/>
                      <a:gd name="connsiteX14" fmla="*/ 590550 w 1060450"/>
                      <a:gd name="connsiteY14" fmla="*/ 177800 h 641386"/>
                      <a:gd name="connsiteX15" fmla="*/ 539750 w 1060450"/>
                      <a:gd name="connsiteY15" fmla="*/ 190500 h 641386"/>
                      <a:gd name="connsiteX16" fmla="*/ 527050 w 1060450"/>
                      <a:gd name="connsiteY16" fmla="*/ 209550 h 641386"/>
                      <a:gd name="connsiteX17" fmla="*/ 488950 w 1060450"/>
                      <a:gd name="connsiteY17" fmla="*/ 234950 h 641386"/>
                      <a:gd name="connsiteX18" fmla="*/ 463550 w 1060450"/>
                      <a:gd name="connsiteY18" fmla="*/ 266700 h 641386"/>
                      <a:gd name="connsiteX19" fmla="*/ 425450 w 1060450"/>
                      <a:gd name="connsiteY19" fmla="*/ 279400 h 641386"/>
                      <a:gd name="connsiteX20" fmla="*/ 406400 w 1060450"/>
                      <a:gd name="connsiteY20" fmla="*/ 292100 h 641386"/>
                      <a:gd name="connsiteX21" fmla="*/ 387350 w 1060450"/>
                      <a:gd name="connsiteY21" fmla="*/ 298450 h 641386"/>
                      <a:gd name="connsiteX22" fmla="*/ 349250 w 1060450"/>
                      <a:gd name="connsiteY22" fmla="*/ 323850 h 641386"/>
                      <a:gd name="connsiteX23" fmla="*/ 336550 w 1060450"/>
                      <a:gd name="connsiteY23" fmla="*/ 342900 h 641386"/>
                      <a:gd name="connsiteX24" fmla="*/ 298450 w 1060450"/>
                      <a:gd name="connsiteY24" fmla="*/ 374650 h 641386"/>
                      <a:gd name="connsiteX25" fmla="*/ 266700 w 1060450"/>
                      <a:gd name="connsiteY25" fmla="*/ 400050 h 641386"/>
                      <a:gd name="connsiteX26" fmla="*/ 254000 w 1060450"/>
                      <a:gd name="connsiteY26" fmla="*/ 419100 h 641386"/>
                      <a:gd name="connsiteX27" fmla="*/ 215900 w 1060450"/>
                      <a:gd name="connsiteY27" fmla="*/ 444500 h 641386"/>
                      <a:gd name="connsiteX28" fmla="*/ 190500 w 1060450"/>
                      <a:gd name="connsiteY28" fmla="*/ 476250 h 641386"/>
                      <a:gd name="connsiteX29" fmla="*/ 177800 w 1060450"/>
                      <a:gd name="connsiteY29" fmla="*/ 495300 h 641386"/>
                      <a:gd name="connsiteX30" fmla="*/ 158750 w 1060450"/>
                      <a:gd name="connsiteY30" fmla="*/ 508000 h 641386"/>
                      <a:gd name="connsiteX31" fmla="*/ 120650 w 1060450"/>
                      <a:gd name="connsiteY31" fmla="*/ 533400 h 641386"/>
                      <a:gd name="connsiteX32" fmla="*/ 63500 w 1060450"/>
                      <a:gd name="connsiteY32" fmla="*/ 571500 h 641386"/>
                      <a:gd name="connsiteX33" fmla="*/ 44450 w 1060450"/>
                      <a:gd name="connsiteY33" fmla="*/ 584200 h 641386"/>
                      <a:gd name="connsiteX34" fmla="*/ 19050 w 1060450"/>
                      <a:gd name="connsiteY34" fmla="*/ 622300 h 641386"/>
                      <a:gd name="connsiteX35" fmla="*/ 0 w 1060450"/>
                      <a:gd name="connsiteY35" fmla="*/ 641350 h 64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60450" h="641386">
                        <a:moveTo>
                          <a:pt x="1060450" y="0"/>
                        </a:moveTo>
                        <a:cubicBezTo>
                          <a:pt x="1049867" y="4233"/>
                          <a:pt x="1039373" y="8698"/>
                          <a:pt x="1028700" y="12700"/>
                        </a:cubicBezTo>
                        <a:cubicBezTo>
                          <a:pt x="1022433" y="15050"/>
                          <a:pt x="1015917" y="16700"/>
                          <a:pt x="1009650" y="19050"/>
                        </a:cubicBezTo>
                        <a:cubicBezTo>
                          <a:pt x="998977" y="23052"/>
                          <a:pt x="988897" y="28751"/>
                          <a:pt x="977900" y="31750"/>
                        </a:cubicBezTo>
                        <a:cubicBezTo>
                          <a:pt x="965478" y="35138"/>
                          <a:pt x="952425" y="35575"/>
                          <a:pt x="939800" y="38100"/>
                        </a:cubicBezTo>
                        <a:cubicBezTo>
                          <a:pt x="919866" y="42087"/>
                          <a:pt x="913506" y="44748"/>
                          <a:pt x="895350" y="50800"/>
                        </a:cubicBezTo>
                        <a:cubicBezTo>
                          <a:pt x="889000" y="55033"/>
                          <a:pt x="883126" y="60087"/>
                          <a:pt x="876300" y="63500"/>
                        </a:cubicBezTo>
                        <a:cubicBezTo>
                          <a:pt x="870313" y="66493"/>
                          <a:pt x="863101" y="66599"/>
                          <a:pt x="857250" y="69850"/>
                        </a:cubicBezTo>
                        <a:cubicBezTo>
                          <a:pt x="812809" y="94539"/>
                          <a:pt x="833968" y="92363"/>
                          <a:pt x="800100" y="101600"/>
                        </a:cubicBezTo>
                        <a:cubicBezTo>
                          <a:pt x="783261" y="106193"/>
                          <a:pt x="749300" y="114300"/>
                          <a:pt x="749300" y="114300"/>
                        </a:cubicBezTo>
                        <a:cubicBezTo>
                          <a:pt x="701474" y="146184"/>
                          <a:pt x="762257" y="108747"/>
                          <a:pt x="704850" y="133350"/>
                        </a:cubicBezTo>
                        <a:cubicBezTo>
                          <a:pt x="697835" y="136356"/>
                          <a:pt x="692774" y="142950"/>
                          <a:pt x="685800" y="146050"/>
                        </a:cubicBezTo>
                        <a:cubicBezTo>
                          <a:pt x="673567" y="151487"/>
                          <a:pt x="660400" y="154517"/>
                          <a:pt x="647700" y="158750"/>
                        </a:cubicBezTo>
                        <a:lnTo>
                          <a:pt x="609600" y="171450"/>
                        </a:lnTo>
                        <a:lnTo>
                          <a:pt x="590550" y="177800"/>
                        </a:lnTo>
                        <a:cubicBezTo>
                          <a:pt x="573991" y="183320"/>
                          <a:pt x="539750" y="190500"/>
                          <a:pt x="539750" y="190500"/>
                        </a:cubicBezTo>
                        <a:cubicBezTo>
                          <a:pt x="535517" y="196850"/>
                          <a:pt x="532793" y="204524"/>
                          <a:pt x="527050" y="209550"/>
                        </a:cubicBezTo>
                        <a:cubicBezTo>
                          <a:pt x="515563" y="219601"/>
                          <a:pt x="488950" y="234950"/>
                          <a:pt x="488950" y="234950"/>
                        </a:cubicBezTo>
                        <a:cubicBezTo>
                          <a:pt x="482064" y="255607"/>
                          <a:pt x="486029" y="256710"/>
                          <a:pt x="463550" y="266700"/>
                        </a:cubicBezTo>
                        <a:cubicBezTo>
                          <a:pt x="451317" y="272137"/>
                          <a:pt x="425450" y="279400"/>
                          <a:pt x="425450" y="279400"/>
                        </a:cubicBezTo>
                        <a:cubicBezTo>
                          <a:pt x="419100" y="283633"/>
                          <a:pt x="413226" y="288687"/>
                          <a:pt x="406400" y="292100"/>
                        </a:cubicBezTo>
                        <a:cubicBezTo>
                          <a:pt x="400413" y="295093"/>
                          <a:pt x="393201" y="295199"/>
                          <a:pt x="387350" y="298450"/>
                        </a:cubicBezTo>
                        <a:cubicBezTo>
                          <a:pt x="374007" y="305863"/>
                          <a:pt x="349250" y="323850"/>
                          <a:pt x="349250" y="323850"/>
                        </a:cubicBezTo>
                        <a:cubicBezTo>
                          <a:pt x="345017" y="330200"/>
                          <a:pt x="341436" y="337037"/>
                          <a:pt x="336550" y="342900"/>
                        </a:cubicBezTo>
                        <a:cubicBezTo>
                          <a:pt x="321271" y="361235"/>
                          <a:pt x="317181" y="362163"/>
                          <a:pt x="298450" y="374650"/>
                        </a:cubicBezTo>
                        <a:cubicBezTo>
                          <a:pt x="262054" y="429245"/>
                          <a:pt x="310517" y="364997"/>
                          <a:pt x="266700" y="400050"/>
                        </a:cubicBezTo>
                        <a:cubicBezTo>
                          <a:pt x="260741" y="404818"/>
                          <a:pt x="259743" y="414074"/>
                          <a:pt x="254000" y="419100"/>
                        </a:cubicBezTo>
                        <a:cubicBezTo>
                          <a:pt x="242513" y="429151"/>
                          <a:pt x="215900" y="444500"/>
                          <a:pt x="215900" y="444500"/>
                        </a:cubicBezTo>
                        <a:cubicBezTo>
                          <a:pt x="203538" y="481586"/>
                          <a:pt x="219223" y="447527"/>
                          <a:pt x="190500" y="476250"/>
                        </a:cubicBezTo>
                        <a:cubicBezTo>
                          <a:pt x="185104" y="481646"/>
                          <a:pt x="183196" y="489904"/>
                          <a:pt x="177800" y="495300"/>
                        </a:cubicBezTo>
                        <a:cubicBezTo>
                          <a:pt x="172404" y="500696"/>
                          <a:pt x="164613" y="503114"/>
                          <a:pt x="158750" y="508000"/>
                        </a:cubicBezTo>
                        <a:cubicBezTo>
                          <a:pt x="127039" y="534426"/>
                          <a:pt x="154128" y="522241"/>
                          <a:pt x="120650" y="533400"/>
                        </a:cubicBezTo>
                        <a:lnTo>
                          <a:pt x="63500" y="571500"/>
                        </a:lnTo>
                        <a:lnTo>
                          <a:pt x="44450" y="584200"/>
                        </a:lnTo>
                        <a:lnTo>
                          <a:pt x="19050" y="622300"/>
                        </a:lnTo>
                        <a:cubicBezTo>
                          <a:pt x="5176" y="643111"/>
                          <a:pt x="13982" y="641350"/>
                          <a:pt x="0" y="64135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25" name="Freeform 1424"/>
                  <p:cNvSpPr/>
                  <p:nvPr/>
                </p:nvSpPr>
                <p:spPr>
                  <a:xfrm>
                    <a:off x="6043426" y="5363640"/>
                    <a:ext cx="587287" cy="332515"/>
                  </a:xfrm>
                  <a:custGeom>
                    <a:avLst/>
                    <a:gdLst>
                      <a:gd name="connsiteX0" fmla="*/ 895350 w 895350"/>
                      <a:gd name="connsiteY0" fmla="*/ 506938 h 506938"/>
                      <a:gd name="connsiteX1" fmla="*/ 838200 w 895350"/>
                      <a:gd name="connsiteY1" fmla="*/ 494238 h 506938"/>
                      <a:gd name="connsiteX2" fmla="*/ 781050 w 895350"/>
                      <a:gd name="connsiteY2" fmla="*/ 475188 h 506938"/>
                      <a:gd name="connsiteX3" fmla="*/ 755650 w 895350"/>
                      <a:gd name="connsiteY3" fmla="*/ 468838 h 506938"/>
                      <a:gd name="connsiteX4" fmla="*/ 736600 w 895350"/>
                      <a:gd name="connsiteY4" fmla="*/ 462488 h 506938"/>
                      <a:gd name="connsiteX5" fmla="*/ 692150 w 895350"/>
                      <a:gd name="connsiteY5" fmla="*/ 443438 h 506938"/>
                      <a:gd name="connsiteX6" fmla="*/ 647700 w 895350"/>
                      <a:gd name="connsiteY6" fmla="*/ 418038 h 506938"/>
                      <a:gd name="connsiteX7" fmla="*/ 628650 w 895350"/>
                      <a:gd name="connsiteY7" fmla="*/ 411688 h 506938"/>
                      <a:gd name="connsiteX8" fmla="*/ 590550 w 895350"/>
                      <a:gd name="connsiteY8" fmla="*/ 392638 h 506938"/>
                      <a:gd name="connsiteX9" fmla="*/ 552450 w 895350"/>
                      <a:gd name="connsiteY9" fmla="*/ 360888 h 506938"/>
                      <a:gd name="connsiteX10" fmla="*/ 533400 w 895350"/>
                      <a:gd name="connsiteY10" fmla="*/ 348188 h 506938"/>
                      <a:gd name="connsiteX11" fmla="*/ 520700 w 895350"/>
                      <a:gd name="connsiteY11" fmla="*/ 329138 h 506938"/>
                      <a:gd name="connsiteX12" fmla="*/ 514350 w 895350"/>
                      <a:gd name="connsiteY12" fmla="*/ 310088 h 506938"/>
                      <a:gd name="connsiteX13" fmla="*/ 476250 w 895350"/>
                      <a:gd name="connsiteY13" fmla="*/ 233888 h 506938"/>
                      <a:gd name="connsiteX14" fmla="*/ 450850 w 895350"/>
                      <a:gd name="connsiteY14" fmla="*/ 195788 h 506938"/>
                      <a:gd name="connsiteX15" fmla="*/ 444500 w 895350"/>
                      <a:gd name="connsiteY15" fmla="*/ 176738 h 506938"/>
                      <a:gd name="connsiteX16" fmla="*/ 400050 w 895350"/>
                      <a:gd name="connsiteY16" fmla="*/ 119588 h 506938"/>
                      <a:gd name="connsiteX17" fmla="*/ 355600 w 895350"/>
                      <a:gd name="connsiteY17" fmla="*/ 75138 h 506938"/>
                      <a:gd name="connsiteX18" fmla="*/ 317500 w 895350"/>
                      <a:gd name="connsiteY18" fmla="*/ 62438 h 506938"/>
                      <a:gd name="connsiteX19" fmla="*/ 260350 w 895350"/>
                      <a:gd name="connsiteY19" fmla="*/ 37038 h 506938"/>
                      <a:gd name="connsiteX20" fmla="*/ 222250 w 895350"/>
                      <a:gd name="connsiteY20" fmla="*/ 24338 h 506938"/>
                      <a:gd name="connsiteX21" fmla="*/ 203200 w 895350"/>
                      <a:gd name="connsiteY21" fmla="*/ 17988 h 506938"/>
                      <a:gd name="connsiteX22" fmla="*/ 165100 w 895350"/>
                      <a:gd name="connsiteY22" fmla="*/ 11638 h 506938"/>
                      <a:gd name="connsiteX23" fmla="*/ 0 w 895350"/>
                      <a:gd name="connsiteY23" fmla="*/ 5288 h 506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5350" h="506938">
                        <a:moveTo>
                          <a:pt x="895350" y="506938"/>
                        </a:moveTo>
                        <a:cubicBezTo>
                          <a:pt x="877223" y="503313"/>
                          <a:pt x="856135" y="499619"/>
                          <a:pt x="838200" y="494238"/>
                        </a:cubicBezTo>
                        <a:cubicBezTo>
                          <a:pt x="818966" y="488468"/>
                          <a:pt x="800100" y="481538"/>
                          <a:pt x="781050" y="475188"/>
                        </a:cubicBezTo>
                        <a:cubicBezTo>
                          <a:pt x="772771" y="472428"/>
                          <a:pt x="764041" y="471236"/>
                          <a:pt x="755650" y="468838"/>
                        </a:cubicBezTo>
                        <a:cubicBezTo>
                          <a:pt x="749214" y="466999"/>
                          <a:pt x="742950" y="464605"/>
                          <a:pt x="736600" y="462488"/>
                        </a:cubicBezTo>
                        <a:cubicBezTo>
                          <a:pt x="697994" y="436751"/>
                          <a:pt x="739013" y="461012"/>
                          <a:pt x="692150" y="443438"/>
                        </a:cubicBezTo>
                        <a:cubicBezTo>
                          <a:pt x="647620" y="426739"/>
                          <a:pt x="684546" y="436461"/>
                          <a:pt x="647700" y="418038"/>
                        </a:cubicBezTo>
                        <a:cubicBezTo>
                          <a:pt x="641713" y="415045"/>
                          <a:pt x="635000" y="413805"/>
                          <a:pt x="628650" y="411688"/>
                        </a:cubicBezTo>
                        <a:cubicBezTo>
                          <a:pt x="574055" y="375292"/>
                          <a:pt x="643130" y="418928"/>
                          <a:pt x="590550" y="392638"/>
                        </a:cubicBezTo>
                        <a:cubicBezTo>
                          <a:pt x="566901" y="380814"/>
                          <a:pt x="573516" y="378443"/>
                          <a:pt x="552450" y="360888"/>
                        </a:cubicBezTo>
                        <a:cubicBezTo>
                          <a:pt x="546587" y="356002"/>
                          <a:pt x="539750" y="352421"/>
                          <a:pt x="533400" y="348188"/>
                        </a:cubicBezTo>
                        <a:cubicBezTo>
                          <a:pt x="529167" y="341838"/>
                          <a:pt x="524113" y="335964"/>
                          <a:pt x="520700" y="329138"/>
                        </a:cubicBezTo>
                        <a:cubicBezTo>
                          <a:pt x="517707" y="323151"/>
                          <a:pt x="517601" y="315939"/>
                          <a:pt x="514350" y="310088"/>
                        </a:cubicBezTo>
                        <a:cubicBezTo>
                          <a:pt x="473318" y="236230"/>
                          <a:pt x="500974" y="308061"/>
                          <a:pt x="476250" y="233888"/>
                        </a:cubicBezTo>
                        <a:cubicBezTo>
                          <a:pt x="471423" y="219408"/>
                          <a:pt x="455677" y="210268"/>
                          <a:pt x="450850" y="195788"/>
                        </a:cubicBezTo>
                        <a:cubicBezTo>
                          <a:pt x="448733" y="189438"/>
                          <a:pt x="447751" y="182589"/>
                          <a:pt x="444500" y="176738"/>
                        </a:cubicBezTo>
                        <a:cubicBezTo>
                          <a:pt x="425512" y="142559"/>
                          <a:pt x="423190" y="142728"/>
                          <a:pt x="400050" y="119588"/>
                        </a:cubicBezTo>
                        <a:cubicBezTo>
                          <a:pt x="391267" y="93239"/>
                          <a:pt x="393811" y="87875"/>
                          <a:pt x="355600" y="75138"/>
                        </a:cubicBezTo>
                        <a:lnTo>
                          <a:pt x="317500" y="62438"/>
                        </a:lnTo>
                        <a:cubicBezTo>
                          <a:pt x="287311" y="42312"/>
                          <a:pt x="305690" y="52151"/>
                          <a:pt x="260350" y="37038"/>
                        </a:cubicBezTo>
                        <a:lnTo>
                          <a:pt x="222250" y="24338"/>
                        </a:lnTo>
                        <a:cubicBezTo>
                          <a:pt x="215900" y="22221"/>
                          <a:pt x="209802" y="19088"/>
                          <a:pt x="203200" y="17988"/>
                        </a:cubicBezTo>
                        <a:lnTo>
                          <a:pt x="165100" y="11638"/>
                        </a:lnTo>
                        <a:cubicBezTo>
                          <a:pt x="99865" y="-10107"/>
                          <a:pt x="152743" y="5288"/>
                          <a:pt x="0" y="5288"/>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26" name="Freeform 1425"/>
                  <p:cNvSpPr/>
                  <p:nvPr/>
                </p:nvSpPr>
                <p:spPr>
                  <a:xfrm>
                    <a:off x="3694279" y="4775657"/>
                    <a:ext cx="2361770" cy="587287"/>
                  </a:xfrm>
                  <a:custGeom>
                    <a:avLst/>
                    <a:gdLst>
                      <a:gd name="connsiteX0" fmla="*/ 3594100 w 3600644"/>
                      <a:gd name="connsiteY0" fmla="*/ 895350 h 895350"/>
                      <a:gd name="connsiteX1" fmla="*/ 3594100 w 3600644"/>
                      <a:gd name="connsiteY1" fmla="*/ 374650 h 895350"/>
                      <a:gd name="connsiteX2" fmla="*/ 3587750 w 3600644"/>
                      <a:gd name="connsiteY2" fmla="*/ 342900 h 895350"/>
                      <a:gd name="connsiteX3" fmla="*/ 3568700 w 3600644"/>
                      <a:gd name="connsiteY3" fmla="*/ 298450 h 895350"/>
                      <a:gd name="connsiteX4" fmla="*/ 3530600 w 3600644"/>
                      <a:gd name="connsiteY4" fmla="*/ 273050 h 895350"/>
                      <a:gd name="connsiteX5" fmla="*/ 3517900 w 3600644"/>
                      <a:gd name="connsiteY5" fmla="*/ 254000 h 895350"/>
                      <a:gd name="connsiteX6" fmla="*/ 3492500 w 3600644"/>
                      <a:gd name="connsiteY6" fmla="*/ 241300 h 895350"/>
                      <a:gd name="connsiteX7" fmla="*/ 3467100 w 3600644"/>
                      <a:gd name="connsiteY7" fmla="*/ 222250 h 895350"/>
                      <a:gd name="connsiteX8" fmla="*/ 3429000 w 3600644"/>
                      <a:gd name="connsiteY8" fmla="*/ 190500 h 895350"/>
                      <a:gd name="connsiteX9" fmla="*/ 3384550 w 3600644"/>
                      <a:gd name="connsiteY9" fmla="*/ 165100 h 895350"/>
                      <a:gd name="connsiteX10" fmla="*/ 3359150 w 3600644"/>
                      <a:gd name="connsiteY10" fmla="*/ 158750 h 895350"/>
                      <a:gd name="connsiteX11" fmla="*/ 3321050 w 3600644"/>
                      <a:gd name="connsiteY11" fmla="*/ 133350 h 895350"/>
                      <a:gd name="connsiteX12" fmla="*/ 3276600 w 3600644"/>
                      <a:gd name="connsiteY12" fmla="*/ 107950 h 895350"/>
                      <a:gd name="connsiteX13" fmla="*/ 3251200 w 3600644"/>
                      <a:gd name="connsiteY13" fmla="*/ 101600 h 895350"/>
                      <a:gd name="connsiteX14" fmla="*/ 3213100 w 3600644"/>
                      <a:gd name="connsiteY14" fmla="*/ 88900 h 895350"/>
                      <a:gd name="connsiteX15" fmla="*/ 3175000 w 3600644"/>
                      <a:gd name="connsiteY15" fmla="*/ 76200 h 895350"/>
                      <a:gd name="connsiteX16" fmla="*/ 3143250 w 3600644"/>
                      <a:gd name="connsiteY16" fmla="*/ 69850 h 895350"/>
                      <a:gd name="connsiteX17" fmla="*/ 3098800 w 3600644"/>
                      <a:gd name="connsiteY17" fmla="*/ 57150 h 895350"/>
                      <a:gd name="connsiteX18" fmla="*/ 3067050 w 3600644"/>
                      <a:gd name="connsiteY18" fmla="*/ 50800 h 895350"/>
                      <a:gd name="connsiteX19" fmla="*/ 3048000 w 3600644"/>
                      <a:gd name="connsiteY19" fmla="*/ 44450 h 895350"/>
                      <a:gd name="connsiteX20" fmla="*/ 2984500 w 3600644"/>
                      <a:gd name="connsiteY20" fmla="*/ 38100 h 895350"/>
                      <a:gd name="connsiteX21" fmla="*/ 2921000 w 3600644"/>
                      <a:gd name="connsiteY21" fmla="*/ 25400 h 895350"/>
                      <a:gd name="connsiteX22" fmla="*/ 2698750 w 3600644"/>
                      <a:gd name="connsiteY22" fmla="*/ 19050 h 895350"/>
                      <a:gd name="connsiteX23" fmla="*/ 2070100 w 3600644"/>
                      <a:gd name="connsiteY23" fmla="*/ 6350 h 895350"/>
                      <a:gd name="connsiteX24" fmla="*/ 1866900 w 3600644"/>
                      <a:gd name="connsiteY24" fmla="*/ 0 h 895350"/>
                      <a:gd name="connsiteX25" fmla="*/ 1473200 w 3600644"/>
                      <a:gd name="connsiteY25" fmla="*/ 6350 h 895350"/>
                      <a:gd name="connsiteX26" fmla="*/ 1301750 w 3600644"/>
                      <a:gd name="connsiteY26" fmla="*/ 19050 h 895350"/>
                      <a:gd name="connsiteX27" fmla="*/ 1250950 w 3600644"/>
                      <a:gd name="connsiteY27" fmla="*/ 25400 h 895350"/>
                      <a:gd name="connsiteX28" fmla="*/ 1123950 w 3600644"/>
                      <a:gd name="connsiteY28" fmla="*/ 31750 h 895350"/>
                      <a:gd name="connsiteX29" fmla="*/ 1035050 w 3600644"/>
                      <a:gd name="connsiteY29" fmla="*/ 38100 h 895350"/>
                      <a:gd name="connsiteX30" fmla="*/ 971550 w 3600644"/>
                      <a:gd name="connsiteY30" fmla="*/ 57150 h 895350"/>
                      <a:gd name="connsiteX31" fmla="*/ 952500 w 3600644"/>
                      <a:gd name="connsiteY31" fmla="*/ 63500 h 895350"/>
                      <a:gd name="connsiteX32" fmla="*/ 927100 w 3600644"/>
                      <a:gd name="connsiteY32" fmla="*/ 69850 h 895350"/>
                      <a:gd name="connsiteX33" fmla="*/ 869950 w 3600644"/>
                      <a:gd name="connsiteY33" fmla="*/ 88900 h 895350"/>
                      <a:gd name="connsiteX34" fmla="*/ 844550 w 3600644"/>
                      <a:gd name="connsiteY34" fmla="*/ 101600 h 895350"/>
                      <a:gd name="connsiteX35" fmla="*/ 806450 w 3600644"/>
                      <a:gd name="connsiteY35" fmla="*/ 114300 h 895350"/>
                      <a:gd name="connsiteX36" fmla="*/ 762000 w 3600644"/>
                      <a:gd name="connsiteY36" fmla="*/ 127000 h 895350"/>
                      <a:gd name="connsiteX37" fmla="*/ 717550 w 3600644"/>
                      <a:gd name="connsiteY37" fmla="*/ 146050 h 895350"/>
                      <a:gd name="connsiteX38" fmla="*/ 679450 w 3600644"/>
                      <a:gd name="connsiteY38" fmla="*/ 158750 h 895350"/>
                      <a:gd name="connsiteX39" fmla="*/ 628650 w 3600644"/>
                      <a:gd name="connsiteY39" fmla="*/ 171450 h 895350"/>
                      <a:gd name="connsiteX40" fmla="*/ 603250 w 3600644"/>
                      <a:gd name="connsiteY40" fmla="*/ 177800 h 895350"/>
                      <a:gd name="connsiteX41" fmla="*/ 584200 w 3600644"/>
                      <a:gd name="connsiteY41" fmla="*/ 184150 h 895350"/>
                      <a:gd name="connsiteX42" fmla="*/ 565150 w 3600644"/>
                      <a:gd name="connsiteY42" fmla="*/ 196850 h 895350"/>
                      <a:gd name="connsiteX43" fmla="*/ 482600 w 3600644"/>
                      <a:gd name="connsiteY43" fmla="*/ 215900 h 895350"/>
                      <a:gd name="connsiteX44" fmla="*/ 450850 w 3600644"/>
                      <a:gd name="connsiteY44" fmla="*/ 228600 h 895350"/>
                      <a:gd name="connsiteX45" fmla="*/ 412750 w 3600644"/>
                      <a:gd name="connsiteY45" fmla="*/ 241300 h 895350"/>
                      <a:gd name="connsiteX46" fmla="*/ 342900 w 3600644"/>
                      <a:gd name="connsiteY46" fmla="*/ 273050 h 895350"/>
                      <a:gd name="connsiteX47" fmla="*/ 323850 w 3600644"/>
                      <a:gd name="connsiteY47" fmla="*/ 285750 h 895350"/>
                      <a:gd name="connsiteX48" fmla="*/ 304800 w 3600644"/>
                      <a:gd name="connsiteY48" fmla="*/ 292100 h 895350"/>
                      <a:gd name="connsiteX49" fmla="*/ 247650 w 3600644"/>
                      <a:gd name="connsiteY49" fmla="*/ 330200 h 895350"/>
                      <a:gd name="connsiteX50" fmla="*/ 222250 w 3600644"/>
                      <a:gd name="connsiteY50" fmla="*/ 336550 h 895350"/>
                      <a:gd name="connsiteX51" fmla="*/ 184150 w 3600644"/>
                      <a:gd name="connsiteY51" fmla="*/ 368300 h 895350"/>
                      <a:gd name="connsiteX52" fmla="*/ 165100 w 3600644"/>
                      <a:gd name="connsiteY52" fmla="*/ 374650 h 895350"/>
                      <a:gd name="connsiteX53" fmla="*/ 146050 w 3600644"/>
                      <a:gd name="connsiteY53" fmla="*/ 393700 h 895350"/>
                      <a:gd name="connsiteX54" fmla="*/ 133350 w 3600644"/>
                      <a:gd name="connsiteY54" fmla="*/ 412750 h 895350"/>
                      <a:gd name="connsiteX55" fmla="*/ 95250 w 3600644"/>
                      <a:gd name="connsiteY55" fmla="*/ 425450 h 895350"/>
                      <a:gd name="connsiteX56" fmla="*/ 76200 w 3600644"/>
                      <a:gd name="connsiteY56" fmla="*/ 438150 h 895350"/>
                      <a:gd name="connsiteX57" fmla="*/ 63500 w 3600644"/>
                      <a:gd name="connsiteY57" fmla="*/ 457200 h 895350"/>
                      <a:gd name="connsiteX58" fmla="*/ 44450 w 3600644"/>
                      <a:gd name="connsiteY58" fmla="*/ 463550 h 895350"/>
                      <a:gd name="connsiteX59" fmla="*/ 0 w 3600644"/>
                      <a:gd name="connsiteY59" fmla="*/ 482600 h 89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00644" h="895350">
                        <a:moveTo>
                          <a:pt x="3594100" y="895350"/>
                        </a:moveTo>
                        <a:cubicBezTo>
                          <a:pt x="3600521" y="644915"/>
                          <a:pt x="3604864" y="632985"/>
                          <a:pt x="3594100" y="374650"/>
                        </a:cubicBezTo>
                        <a:cubicBezTo>
                          <a:pt x="3593651" y="363866"/>
                          <a:pt x="3590091" y="353436"/>
                          <a:pt x="3587750" y="342900"/>
                        </a:cubicBezTo>
                        <a:cubicBezTo>
                          <a:pt x="3584139" y="326649"/>
                          <a:pt x="3582228" y="310287"/>
                          <a:pt x="3568700" y="298450"/>
                        </a:cubicBezTo>
                        <a:cubicBezTo>
                          <a:pt x="3557213" y="288399"/>
                          <a:pt x="3530600" y="273050"/>
                          <a:pt x="3530600" y="273050"/>
                        </a:cubicBezTo>
                        <a:cubicBezTo>
                          <a:pt x="3526367" y="266700"/>
                          <a:pt x="3523763" y="258886"/>
                          <a:pt x="3517900" y="254000"/>
                        </a:cubicBezTo>
                        <a:cubicBezTo>
                          <a:pt x="3510628" y="247940"/>
                          <a:pt x="3500527" y="246317"/>
                          <a:pt x="3492500" y="241300"/>
                        </a:cubicBezTo>
                        <a:cubicBezTo>
                          <a:pt x="3483525" y="235691"/>
                          <a:pt x="3475712" y="228401"/>
                          <a:pt x="3467100" y="222250"/>
                        </a:cubicBezTo>
                        <a:cubicBezTo>
                          <a:pt x="3400883" y="174952"/>
                          <a:pt x="3500155" y="249796"/>
                          <a:pt x="3429000" y="190500"/>
                        </a:cubicBezTo>
                        <a:cubicBezTo>
                          <a:pt x="3418951" y="182126"/>
                          <a:pt x="3395842" y="169335"/>
                          <a:pt x="3384550" y="165100"/>
                        </a:cubicBezTo>
                        <a:cubicBezTo>
                          <a:pt x="3376378" y="162036"/>
                          <a:pt x="3367617" y="160867"/>
                          <a:pt x="3359150" y="158750"/>
                        </a:cubicBezTo>
                        <a:lnTo>
                          <a:pt x="3321050" y="133350"/>
                        </a:lnTo>
                        <a:cubicBezTo>
                          <a:pt x="3305259" y="122822"/>
                          <a:pt x="3295015" y="114856"/>
                          <a:pt x="3276600" y="107950"/>
                        </a:cubicBezTo>
                        <a:cubicBezTo>
                          <a:pt x="3268428" y="104886"/>
                          <a:pt x="3259559" y="104108"/>
                          <a:pt x="3251200" y="101600"/>
                        </a:cubicBezTo>
                        <a:cubicBezTo>
                          <a:pt x="3238378" y="97753"/>
                          <a:pt x="3225800" y="93133"/>
                          <a:pt x="3213100" y="88900"/>
                        </a:cubicBezTo>
                        <a:cubicBezTo>
                          <a:pt x="3200400" y="84667"/>
                          <a:pt x="3188127" y="78825"/>
                          <a:pt x="3175000" y="76200"/>
                        </a:cubicBezTo>
                        <a:cubicBezTo>
                          <a:pt x="3164417" y="74083"/>
                          <a:pt x="3153786" y="72191"/>
                          <a:pt x="3143250" y="69850"/>
                        </a:cubicBezTo>
                        <a:cubicBezTo>
                          <a:pt x="3036351" y="46095"/>
                          <a:pt x="3183656" y="78364"/>
                          <a:pt x="3098800" y="57150"/>
                        </a:cubicBezTo>
                        <a:cubicBezTo>
                          <a:pt x="3088329" y="54532"/>
                          <a:pt x="3077521" y="53418"/>
                          <a:pt x="3067050" y="50800"/>
                        </a:cubicBezTo>
                        <a:cubicBezTo>
                          <a:pt x="3060556" y="49177"/>
                          <a:pt x="3054616" y="45468"/>
                          <a:pt x="3048000" y="44450"/>
                        </a:cubicBezTo>
                        <a:cubicBezTo>
                          <a:pt x="3026975" y="41215"/>
                          <a:pt x="3005537" y="41256"/>
                          <a:pt x="2984500" y="38100"/>
                        </a:cubicBezTo>
                        <a:cubicBezTo>
                          <a:pt x="2963153" y="34898"/>
                          <a:pt x="2942577" y="26016"/>
                          <a:pt x="2921000" y="25400"/>
                        </a:cubicBezTo>
                        <a:lnTo>
                          <a:pt x="2698750" y="19050"/>
                        </a:lnTo>
                        <a:lnTo>
                          <a:pt x="2070100" y="6350"/>
                        </a:lnTo>
                        <a:lnTo>
                          <a:pt x="1866900" y="0"/>
                        </a:lnTo>
                        <a:lnTo>
                          <a:pt x="1473200" y="6350"/>
                        </a:lnTo>
                        <a:cubicBezTo>
                          <a:pt x="1433220" y="7375"/>
                          <a:pt x="1346861" y="14301"/>
                          <a:pt x="1301750" y="19050"/>
                        </a:cubicBezTo>
                        <a:cubicBezTo>
                          <a:pt x="1284779" y="20836"/>
                          <a:pt x="1267972" y="24184"/>
                          <a:pt x="1250950" y="25400"/>
                        </a:cubicBezTo>
                        <a:cubicBezTo>
                          <a:pt x="1208671" y="28420"/>
                          <a:pt x="1166263" y="29261"/>
                          <a:pt x="1123950" y="31750"/>
                        </a:cubicBezTo>
                        <a:cubicBezTo>
                          <a:pt x="1094292" y="33495"/>
                          <a:pt x="1064683" y="35983"/>
                          <a:pt x="1035050" y="38100"/>
                        </a:cubicBezTo>
                        <a:cubicBezTo>
                          <a:pt x="944508" y="68281"/>
                          <a:pt x="1038728" y="37956"/>
                          <a:pt x="971550" y="57150"/>
                        </a:cubicBezTo>
                        <a:cubicBezTo>
                          <a:pt x="965114" y="58989"/>
                          <a:pt x="958936" y="61661"/>
                          <a:pt x="952500" y="63500"/>
                        </a:cubicBezTo>
                        <a:cubicBezTo>
                          <a:pt x="944109" y="65898"/>
                          <a:pt x="935459" y="67342"/>
                          <a:pt x="927100" y="69850"/>
                        </a:cubicBezTo>
                        <a:cubicBezTo>
                          <a:pt x="907866" y="75620"/>
                          <a:pt x="889000" y="82550"/>
                          <a:pt x="869950" y="88900"/>
                        </a:cubicBezTo>
                        <a:cubicBezTo>
                          <a:pt x="860970" y="91893"/>
                          <a:pt x="853339" y="98084"/>
                          <a:pt x="844550" y="101600"/>
                        </a:cubicBezTo>
                        <a:cubicBezTo>
                          <a:pt x="832121" y="106572"/>
                          <a:pt x="819150" y="110067"/>
                          <a:pt x="806450" y="114300"/>
                        </a:cubicBezTo>
                        <a:cubicBezTo>
                          <a:pt x="779121" y="123410"/>
                          <a:pt x="793894" y="119027"/>
                          <a:pt x="762000" y="127000"/>
                        </a:cubicBezTo>
                        <a:cubicBezTo>
                          <a:pt x="731777" y="147149"/>
                          <a:pt x="754827" y="134867"/>
                          <a:pt x="717550" y="146050"/>
                        </a:cubicBezTo>
                        <a:cubicBezTo>
                          <a:pt x="704728" y="149897"/>
                          <a:pt x="692437" y="155503"/>
                          <a:pt x="679450" y="158750"/>
                        </a:cubicBezTo>
                        <a:lnTo>
                          <a:pt x="628650" y="171450"/>
                        </a:lnTo>
                        <a:cubicBezTo>
                          <a:pt x="620183" y="173567"/>
                          <a:pt x="611529" y="175040"/>
                          <a:pt x="603250" y="177800"/>
                        </a:cubicBezTo>
                        <a:lnTo>
                          <a:pt x="584200" y="184150"/>
                        </a:lnTo>
                        <a:cubicBezTo>
                          <a:pt x="577850" y="188383"/>
                          <a:pt x="572124" y="193750"/>
                          <a:pt x="565150" y="196850"/>
                        </a:cubicBezTo>
                        <a:cubicBezTo>
                          <a:pt x="532119" y="211530"/>
                          <a:pt x="518760" y="210734"/>
                          <a:pt x="482600" y="215900"/>
                        </a:cubicBezTo>
                        <a:cubicBezTo>
                          <a:pt x="472017" y="220133"/>
                          <a:pt x="461562" y="224705"/>
                          <a:pt x="450850" y="228600"/>
                        </a:cubicBezTo>
                        <a:cubicBezTo>
                          <a:pt x="438269" y="233175"/>
                          <a:pt x="424724" y="235313"/>
                          <a:pt x="412750" y="241300"/>
                        </a:cubicBezTo>
                        <a:cubicBezTo>
                          <a:pt x="355963" y="269693"/>
                          <a:pt x="379911" y="260713"/>
                          <a:pt x="342900" y="273050"/>
                        </a:cubicBezTo>
                        <a:cubicBezTo>
                          <a:pt x="336550" y="277283"/>
                          <a:pt x="330676" y="282337"/>
                          <a:pt x="323850" y="285750"/>
                        </a:cubicBezTo>
                        <a:cubicBezTo>
                          <a:pt x="317863" y="288743"/>
                          <a:pt x="310651" y="288849"/>
                          <a:pt x="304800" y="292100"/>
                        </a:cubicBezTo>
                        <a:lnTo>
                          <a:pt x="247650" y="330200"/>
                        </a:lnTo>
                        <a:cubicBezTo>
                          <a:pt x="240388" y="335041"/>
                          <a:pt x="230717" y="334433"/>
                          <a:pt x="222250" y="336550"/>
                        </a:cubicBezTo>
                        <a:cubicBezTo>
                          <a:pt x="208206" y="350594"/>
                          <a:pt x="201831" y="359459"/>
                          <a:pt x="184150" y="368300"/>
                        </a:cubicBezTo>
                        <a:cubicBezTo>
                          <a:pt x="178163" y="371293"/>
                          <a:pt x="171450" y="372533"/>
                          <a:pt x="165100" y="374650"/>
                        </a:cubicBezTo>
                        <a:cubicBezTo>
                          <a:pt x="158750" y="381000"/>
                          <a:pt x="151799" y="386801"/>
                          <a:pt x="146050" y="393700"/>
                        </a:cubicBezTo>
                        <a:cubicBezTo>
                          <a:pt x="141164" y="399563"/>
                          <a:pt x="139822" y="408705"/>
                          <a:pt x="133350" y="412750"/>
                        </a:cubicBezTo>
                        <a:cubicBezTo>
                          <a:pt x="121998" y="419845"/>
                          <a:pt x="95250" y="425450"/>
                          <a:pt x="95250" y="425450"/>
                        </a:cubicBezTo>
                        <a:cubicBezTo>
                          <a:pt x="88900" y="429683"/>
                          <a:pt x="81596" y="432754"/>
                          <a:pt x="76200" y="438150"/>
                        </a:cubicBezTo>
                        <a:cubicBezTo>
                          <a:pt x="70804" y="443546"/>
                          <a:pt x="69459" y="452432"/>
                          <a:pt x="63500" y="457200"/>
                        </a:cubicBezTo>
                        <a:cubicBezTo>
                          <a:pt x="58273" y="461381"/>
                          <a:pt x="50800" y="461433"/>
                          <a:pt x="44450" y="463550"/>
                        </a:cubicBezTo>
                        <a:cubicBezTo>
                          <a:pt x="25879" y="491406"/>
                          <a:pt x="39382" y="482600"/>
                          <a:pt x="0" y="48260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27" name="Freeform 1426"/>
                  <p:cNvSpPr/>
                  <p:nvPr/>
                </p:nvSpPr>
                <p:spPr>
                  <a:xfrm>
                    <a:off x="6055923" y="4963088"/>
                    <a:ext cx="1282869" cy="299892"/>
                  </a:xfrm>
                  <a:custGeom>
                    <a:avLst/>
                    <a:gdLst>
                      <a:gd name="connsiteX0" fmla="*/ 0 w 1955800"/>
                      <a:gd name="connsiteY0" fmla="*/ 158750 h 457200"/>
                      <a:gd name="connsiteX1" fmla="*/ 25400 w 1955800"/>
                      <a:gd name="connsiteY1" fmla="*/ 127000 h 457200"/>
                      <a:gd name="connsiteX2" fmla="*/ 38100 w 1955800"/>
                      <a:gd name="connsiteY2" fmla="*/ 107950 h 457200"/>
                      <a:gd name="connsiteX3" fmla="*/ 57150 w 1955800"/>
                      <a:gd name="connsiteY3" fmla="*/ 101600 h 457200"/>
                      <a:gd name="connsiteX4" fmla="*/ 76200 w 1955800"/>
                      <a:gd name="connsiteY4" fmla="*/ 82550 h 457200"/>
                      <a:gd name="connsiteX5" fmla="*/ 114300 w 1955800"/>
                      <a:gd name="connsiteY5" fmla="*/ 69850 h 457200"/>
                      <a:gd name="connsiteX6" fmla="*/ 158750 w 1955800"/>
                      <a:gd name="connsiteY6" fmla="*/ 57150 h 457200"/>
                      <a:gd name="connsiteX7" fmla="*/ 196850 w 1955800"/>
                      <a:gd name="connsiteY7" fmla="*/ 50800 h 457200"/>
                      <a:gd name="connsiteX8" fmla="*/ 254000 w 1955800"/>
                      <a:gd name="connsiteY8" fmla="*/ 31750 h 457200"/>
                      <a:gd name="connsiteX9" fmla="*/ 273050 w 1955800"/>
                      <a:gd name="connsiteY9" fmla="*/ 25400 h 457200"/>
                      <a:gd name="connsiteX10" fmla="*/ 292100 w 1955800"/>
                      <a:gd name="connsiteY10" fmla="*/ 19050 h 457200"/>
                      <a:gd name="connsiteX11" fmla="*/ 311150 w 1955800"/>
                      <a:gd name="connsiteY11" fmla="*/ 6350 h 457200"/>
                      <a:gd name="connsiteX12" fmla="*/ 336550 w 1955800"/>
                      <a:gd name="connsiteY12" fmla="*/ 0 h 457200"/>
                      <a:gd name="connsiteX13" fmla="*/ 609600 w 1955800"/>
                      <a:gd name="connsiteY13" fmla="*/ 6350 h 457200"/>
                      <a:gd name="connsiteX14" fmla="*/ 666750 w 1955800"/>
                      <a:gd name="connsiteY14" fmla="*/ 12700 h 457200"/>
                      <a:gd name="connsiteX15" fmla="*/ 704850 w 1955800"/>
                      <a:gd name="connsiteY15" fmla="*/ 19050 h 457200"/>
                      <a:gd name="connsiteX16" fmla="*/ 755650 w 1955800"/>
                      <a:gd name="connsiteY16" fmla="*/ 25400 h 457200"/>
                      <a:gd name="connsiteX17" fmla="*/ 793750 w 1955800"/>
                      <a:gd name="connsiteY17" fmla="*/ 38100 h 457200"/>
                      <a:gd name="connsiteX18" fmla="*/ 812800 w 1955800"/>
                      <a:gd name="connsiteY18" fmla="*/ 44450 h 457200"/>
                      <a:gd name="connsiteX19" fmla="*/ 831850 w 1955800"/>
                      <a:gd name="connsiteY19" fmla="*/ 57150 h 457200"/>
                      <a:gd name="connsiteX20" fmla="*/ 869950 w 1955800"/>
                      <a:gd name="connsiteY20" fmla="*/ 69850 h 457200"/>
                      <a:gd name="connsiteX21" fmla="*/ 914400 w 1955800"/>
                      <a:gd name="connsiteY21" fmla="*/ 88900 h 457200"/>
                      <a:gd name="connsiteX22" fmla="*/ 933450 w 1955800"/>
                      <a:gd name="connsiteY22" fmla="*/ 101600 h 457200"/>
                      <a:gd name="connsiteX23" fmla="*/ 952500 w 1955800"/>
                      <a:gd name="connsiteY23" fmla="*/ 107950 h 457200"/>
                      <a:gd name="connsiteX24" fmla="*/ 971550 w 1955800"/>
                      <a:gd name="connsiteY24" fmla="*/ 120650 h 457200"/>
                      <a:gd name="connsiteX25" fmla="*/ 1009650 w 1955800"/>
                      <a:gd name="connsiteY25" fmla="*/ 127000 h 457200"/>
                      <a:gd name="connsiteX26" fmla="*/ 1028700 w 1955800"/>
                      <a:gd name="connsiteY26" fmla="*/ 133350 h 457200"/>
                      <a:gd name="connsiteX27" fmla="*/ 1054100 w 1955800"/>
                      <a:gd name="connsiteY27" fmla="*/ 139700 h 457200"/>
                      <a:gd name="connsiteX28" fmla="*/ 1092200 w 1955800"/>
                      <a:gd name="connsiteY28" fmla="*/ 152400 h 457200"/>
                      <a:gd name="connsiteX29" fmla="*/ 1187450 w 1955800"/>
                      <a:gd name="connsiteY29" fmla="*/ 184150 h 457200"/>
                      <a:gd name="connsiteX30" fmla="*/ 1231900 w 1955800"/>
                      <a:gd name="connsiteY30" fmla="*/ 190500 h 457200"/>
                      <a:gd name="connsiteX31" fmla="*/ 1314450 w 1955800"/>
                      <a:gd name="connsiteY31" fmla="*/ 209550 h 457200"/>
                      <a:gd name="connsiteX32" fmla="*/ 1333500 w 1955800"/>
                      <a:gd name="connsiteY32" fmla="*/ 222250 h 457200"/>
                      <a:gd name="connsiteX33" fmla="*/ 1403350 w 1955800"/>
                      <a:gd name="connsiteY33" fmla="*/ 241300 h 457200"/>
                      <a:gd name="connsiteX34" fmla="*/ 1422400 w 1955800"/>
                      <a:gd name="connsiteY34" fmla="*/ 254000 h 457200"/>
                      <a:gd name="connsiteX35" fmla="*/ 1441450 w 1955800"/>
                      <a:gd name="connsiteY35" fmla="*/ 260350 h 457200"/>
                      <a:gd name="connsiteX36" fmla="*/ 1485900 w 1955800"/>
                      <a:gd name="connsiteY36" fmla="*/ 292100 h 457200"/>
                      <a:gd name="connsiteX37" fmla="*/ 1504950 w 1955800"/>
                      <a:gd name="connsiteY37" fmla="*/ 304800 h 457200"/>
                      <a:gd name="connsiteX38" fmla="*/ 1530350 w 1955800"/>
                      <a:gd name="connsiteY38" fmla="*/ 311150 h 457200"/>
                      <a:gd name="connsiteX39" fmla="*/ 1587500 w 1955800"/>
                      <a:gd name="connsiteY39" fmla="*/ 330200 h 457200"/>
                      <a:gd name="connsiteX40" fmla="*/ 1606550 w 1955800"/>
                      <a:gd name="connsiteY40" fmla="*/ 336550 h 457200"/>
                      <a:gd name="connsiteX41" fmla="*/ 1625600 w 1955800"/>
                      <a:gd name="connsiteY41" fmla="*/ 342900 h 457200"/>
                      <a:gd name="connsiteX42" fmla="*/ 1644650 w 1955800"/>
                      <a:gd name="connsiteY42" fmla="*/ 355600 h 457200"/>
                      <a:gd name="connsiteX43" fmla="*/ 1682750 w 1955800"/>
                      <a:gd name="connsiteY43" fmla="*/ 368300 h 457200"/>
                      <a:gd name="connsiteX44" fmla="*/ 1720850 w 1955800"/>
                      <a:gd name="connsiteY44" fmla="*/ 381000 h 457200"/>
                      <a:gd name="connsiteX45" fmla="*/ 1809750 w 1955800"/>
                      <a:gd name="connsiteY45" fmla="*/ 387350 h 457200"/>
                      <a:gd name="connsiteX46" fmla="*/ 1828800 w 1955800"/>
                      <a:gd name="connsiteY46" fmla="*/ 393700 h 457200"/>
                      <a:gd name="connsiteX47" fmla="*/ 1847850 w 1955800"/>
                      <a:gd name="connsiteY47" fmla="*/ 406400 h 457200"/>
                      <a:gd name="connsiteX48" fmla="*/ 1885950 w 1955800"/>
                      <a:gd name="connsiteY48" fmla="*/ 419100 h 457200"/>
                      <a:gd name="connsiteX49" fmla="*/ 1924050 w 1955800"/>
                      <a:gd name="connsiteY49" fmla="*/ 438150 h 457200"/>
                      <a:gd name="connsiteX50" fmla="*/ 1943100 w 1955800"/>
                      <a:gd name="connsiteY50" fmla="*/ 450850 h 457200"/>
                      <a:gd name="connsiteX51" fmla="*/ 1955800 w 1955800"/>
                      <a:gd name="connsiteY5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55800" h="457200">
                        <a:moveTo>
                          <a:pt x="0" y="158750"/>
                        </a:moveTo>
                        <a:cubicBezTo>
                          <a:pt x="8467" y="148167"/>
                          <a:pt x="17268" y="137843"/>
                          <a:pt x="25400" y="127000"/>
                        </a:cubicBezTo>
                        <a:cubicBezTo>
                          <a:pt x="29979" y="120895"/>
                          <a:pt x="32141" y="112718"/>
                          <a:pt x="38100" y="107950"/>
                        </a:cubicBezTo>
                        <a:cubicBezTo>
                          <a:pt x="43327" y="103769"/>
                          <a:pt x="50800" y="103717"/>
                          <a:pt x="57150" y="101600"/>
                        </a:cubicBezTo>
                        <a:cubicBezTo>
                          <a:pt x="63500" y="95250"/>
                          <a:pt x="68350" y="86911"/>
                          <a:pt x="76200" y="82550"/>
                        </a:cubicBezTo>
                        <a:cubicBezTo>
                          <a:pt x="87902" y="76049"/>
                          <a:pt x="101600" y="74083"/>
                          <a:pt x="114300" y="69850"/>
                        </a:cubicBezTo>
                        <a:cubicBezTo>
                          <a:pt x="132456" y="63798"/>
                          <a:pt x="138816" y="61137"/>
                          <a:pt x="158750" y="57150"/>
                        </a:cubicBezTo>
                        <a:cubicBezTo>
                          <a:pt x="171375" y="54625"/>
                          <a:pt x="184150" y="52917"/>
                          <a:pt x="196850" y="50800"/>
                        </a:cubicBezTo>
                        <a:lnTo>
                          <a:pt x="254000" y="31750"/>
                        </a:lnTo>
                        <a:lnTo>
                          <a:pt x="273050" y="25400"/>
                        </a:lnTo>
                        <a:lnTo>
                          <a:pt x="292100" y="19050"/>
                        </a:lnTo>
                        <a:cubicBezTo>
                          <a:pt x="298450" y="14817"/>
                          <a:pt x="304135" y="9356"/>
                          <a:pt x="311150" y="6350"/>
                        </a:cubicBezTo>
                        <a:cubicBezTo>
                          <a:pt x="319172" y="2912"/>
                          <a:pt x="327823" y="0"/>
                          <a:pt x="336550" y="0"/>
                        </a:cubicBezTo>
                        <a:cubicBezTo>
                          <a:pt x="427591" y="0"/>
                          <a:pt x="518583" y="4233"/>
                          <a:pt x="609600" y="6350"/>
                        </a:cubicBezTo>
                        <a:cubicBezTo>
                          <a:pt x="628650" y="8467"/>
                          <a:pt x="647751" y="10167"/>
                          <a:pt x="666750" y="12700"/>
                        </a:cubicBezTo>
                        <a:cubicBezTo>
                          <a:pt x="679512" y="14402"/>
                          <a:pt x="692104" y="17229"/>
                          <a:pt x="704850" y="19050"/>
                        </a:cubicBezTo>
                        <a:cubicBezTo>
                          <a:pt x="721744" y="21463"/>
                          <a:pt x="738717" y="23283"/>
                          <a:pt x="755650" y="25400"/>
                        </a:cubicBezTo>
                        <a:lnTo>
                          <a:pt x="793750" y="38100"/>
                        </a:lnTo>
                        <a:lnTo>
                          <a:pt x="812800" y="44450"/>
                        </a:lnTo>
                        <a:cubicBezTo>
                          <a:pt x="819150" y="48683"/>
                          <a:pt x="824876" y="54050"/>
                          <a:pt x="831850" y="57150"/>
                        </a:cubicBezTo>
                        <a:cubicBezTo>
                          <a:pt x="844083" y="62587"/>
                          <a:pt x="869950" y="69850"/>
                          <a:pt x="869950" y="69850"/>
                        </a:cubicBezTo>
                        <a:cubicBezTo>
                          <a:pt x="917776" y="101734"/>
                          <a:pt x="856993" y="64297"/>
                          <a:pt x="914400" y="88900"/>
                        </a:cubicBezTo>
                        <a:cubicBezTo>
                          <a:pt x="921415" y="91906"/>
                          <a:pt x="926624" y="98187"/>
                          <a:pt x="933450" y="101600"/>
                        </a:cubicBezTo>
                        <a:cubicBezTo>
                          <a:pt x="939437" y="104593"/>
                          <a:pt x="946150" y="105833"/>
                          <a:pt x="952500" y="107950"/>
                        </a:cubicBezTo>
                        <a:cubicBezTo>
                          <a:pt x="958850" y="112183"/>
                          <a:pt x="964310" y="118237"/>
                          <a:pt x="971550" y="120650"/>
                        </a:cubicBezTo>
                        <a:cubicBezTo>
                          <a:pt x="983764" y="124721"/>
                          <a:pt x="997081" y="124207"/>
                          <a:pt x="1009650" y="127000"/>
                        </a:cubicBezTo>
                        <a:cubicBezTo>
                          <a:pt x="1016184" y="128452"/>
                          <a:pt x="1022264" y="131511"/>
                          <a:pt x="1028700" y="133350"/>
                        </a:cubicBezTo>
                        <a:cubicBezTo>
                          <a:pt x="1037091" y="135748"/>
                          <a:pt x="1045741" y="137192"/>
                          <a:pt x="1054100" y="139700"/>
                        </a:cubicBezTo>
                        <a:cubicBezTo>
                          <a:pt x="1066922" y="143547"/>
                          <a:pt x="1079500" y="148167"/>
                          <a:pt x="1092200" y="152400"/>
                        </a:cubicBezTo>
                        <a:lnTo>
                          <a:pt x="1187450" y="184150"/>
                        </a:lnTo>
                        <a:cubicBezTo>
                          <a:pt x="1201649" y="188883"/>
                          <a:pt x="1217083" y="188383"/>
                          <a:pt x="1231900" y="190500"/>
                        </a:cubicBezTo>
                        <a:cubicBezTo>
                          <a:pt x="1284199" y="207933"/>
                          <a:pt x="1256748" y="201307"/>
                          <a:pt x="1314450" y="209550"/>
                        </a:cubicBezTo>
                        <a:cubicBezTo>
                          <a:pt x="1320800" y="213783"/>
                          <a:pt x="1326526" y="219150"/>
                          <a:pt x="1333500" y="222250"/>
                        </a:cubicBezTo>
                        <a:cubicBezTo>
                          <a:pt x="1359867" y="233969"/>
                          <a:pt x="1376188" y="235868"/>
                          <a:pt x="1403350" y="241300"/>
                        </a:cubicBezTo>
                        <a:cubicBezTo>
                          <a:pt x="1409700" y="245533"/>
                          <a:pt x="1415574" y="250587"/>
                          <a:pt x="1422400" y="254000"/>
                        </a:cubicBezTo>
                        <a:cubicBezTo>
                          <a:pt x="1428387" y="256993"/>
                          <a:pt x="1436003" y="256459"/>
                          <a:pt x="1441450" y="260350"/>
                        </a:cubicBezTo>
                        <a:cubicBezTo>
                          <a:pt x="1494183" y="298016"/>
                          <a:pt x="1442857" y="277752"/>
                          <a:pt x="1485900" y="292100"/>
                        </a:cubicBezTo>
                        <a:cubicBezTo>
                          <a:pt x="1492250" y="296333"/>
                          <a:pt x="1497935" y="301794"/>
                          <a:pt x="1504950" y="304800"/>
                        </a:cubicBezTo>
                        <a:cubicBezTo>
                          <a:pt x="1512972" y="308238"/>
                          <a:pt x="1521991" y="308642"/>
                          <a:pt x="1530350" y="311150"/>
                        </a:cubicBezTo>
                        <a:cubicBezTo>
                          <a:pt x="1549584" y="316920"/>
                          <a:pt x="1568450" y="323850"/>
                          <a:pt x="1587500" y="330200"/>
                        </a:cubicBezTo>
                        <a:lnTo>
                          <a:pt x="1606550" y="336550"/>
                        </a:lnTo>
                        <a:lnTo>
                          <a:pt x="1625600" y="342900"/>
                        </a:lnTo>
                        <a:cubicBezTo>
                          <a:pt x="1631950" y="347133"/>
                          <a:pt x="1637676" y="352500"/>
                          <a:pt x="1644650" y="355600"/>
                        </a:cubicBezTo>
                        <a:cubicBezTo>
                          <a:pt x="1656883" y="361037"/>
                          <a:pt x="1670050" y="364067"/>
                          <a:pt x="1682750" y="368300"/>
                        </a:cubicBezTo>
                        <a:lnTo>
                          <a:pt x="1720850" y="381000"/>
                        </a:lnTo>
                        <a:cubicBezTo>
                          <a:pt x="1749034" y="390395"/>
                          <a:pt x="1780117" y="385233"/>
                          <a:pt x="1809750" y="387350"/>
                        </a:cubicBezTo>
                        <a:cubicBezTo>
                          <a:pt x="1816100" y="389467"/>
                          <a:pt x="1822813" y="390707"/>
                          <a:pt x="1828800" y="393700"/>
                        </a:cubicBezTo>
                        <a:cubicBezTo>
                          <a:pt x="1835626" y="397113"/>
                          <a:pt x="1840876" y="403300"/>
                          <a:pt x="1847850" y="406400"/>
                        </a:cubicBezTo>
                        <a:cubicBezTo>
                          <a:pt x="1860083" y="411837"/>
                          <a:pt x="1885950" y="419100"/>
                          <a:pt x="1885950" y="419100"/>
                        </a:cubicBezTo>
                        <a:cubicBezTo>
                          <a:pt x="1940545" y="455496"/>
                          <a:pt x="1871470" y="411860"/>
                          <a:pt x="1924050" y="438150"/>
                        </a:cubicBezTo>
                        <a:cubicBezTo>
                          <a:pt x="1930876" y="441563"/>
                          <a:pt x="1936556" y="446923"/>
                          <a:pt x="1943100" y="450850"/>
                        </a:cubicBezTo>
                        <a:cubicBezTo>
                          <a:pt x="1947159" y="453285"/>
                          <a:pt x="1951567" y="455083"/>
                          <a:pt x="1955800" y="45720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28" name="Freeform 1427"/>
                  <p:cNvSpPr/>
                  <p:nvPr/>
                </p:nvSpPr>
                <p:spPr>
                  <a:xfrm>
                    <a:off x="7322129" y="4542408"/>
                    <a:ext cx="331193" cy="745562"/>
                  </a:xfrm>
                  <a:custGeom>
                    <a:avLst/>
                    <a:gdLst>
                      <a:gd name="connsiteX0" fmla="*/ 0 w 504922"/>
                      <a:gd name="connsiteY0" fmla="*/ 1136650 h 1136650"/>
                      <a:gd name="connsiteX1" fmla="*/ 12700 w 504922"/>
                      <a:gd name="connsiteY1" fmla="*/ 1104900 h 1136650"/>
                      <a:gd name="connsiteX2" fmla="*/ 25400 w 504922"/>
                      <a:gd name="connsiteY2" fmla="*/ 1066800 h 1136650"/>
                      <a:gd name="connsiteX3" fmla="*/ 50800 w 504922"/>
                      <a:gd name="connsiteY3" fmla="*/ 990600 h 1136650"/>
                      <a:gd name="connsiteX4" fmla="*/ 57150 w 504922"/>
                      <a:gd name="connsiteY4" fmla="*/ 958850 h 1136650"/>
                      <a:gd name="connsiteX5" fmla="*/ 76200 w 504922"/>
                      <a:gd name="connsiteY5" fmla="*/ 920750 h 1136650"/>
                      <a:gd name="connsiteX6" fmla="*/ 114300 w 504922"/>
                      <a:gd name="connsiteY6" fmla="*/ 908050 h 1136650"/>
                      <a:gd name="connsiteX7" fmla="*/ 133350 w 504922"/>
                      <a:gd name="connsiteY7" fmla="*/ 889000 h 1136650"/>
                      <a:gd name="connsiteX8" fmla="*/ 152400 w 504922"/>
                      <a:gd name="connsiteY8" fmla="*/ 882650 h 1136650"/>
                      <a:gd name="connsiteX9" fmla="*/ 158750 w 504922"/>
                      <a:gd name="connsiteY9" fmla="*/ 863600 h 1136650"/>
                      <a:gd name="connsiteX10" fmla="*/ 184150 w 504922"/>
                      <a:gd name="connsiteY10" fmla="*/ 825500 h 1136650"/>
                      <a:gd name="connsiteX11" fmla="*/ 190500 w 504922"/>
                      <a:gd name="connsiteY11" fmla="*/ 806450 h 1136650"/>
                      <a:gd name="connsiteX12" fmla="*/ 209550 w 504922"/>
                      <a:gd name="connsiteY12" fmla="*/ 781050 h 1136650"/>
                      <a:gd name="connsiteX13" fmla="*/ 222250 w 504922"/>
                      <a:gd name="connsiteY13" fmla="*/ 762000 h 1136650"/>
                      <a:gd name="connsiteX14" fmla="*/ 241300 w 504922"/>
                      <a:gd name="connsiteY14" fmla="*/ 749300 h 1136650"/>
                      <a:gd name="connsiteX15" fmla="*/ 247650 w 504922"/>
                      <a:gd name="connsiteY15" fmla="*/ 730250 h 1136650"/>
                      <a:gd name="connsiteX16" fmla="*/ 279400 w 504922"/>
                      <a:gd name="connsiteY16" fmla="*/ 692150 h 1136650"/>
                      <a:gd name="connsiteX17" fmla="*/ 304800 w 504922"/>
                      <a:gd name="connsiteY17" fmla="*/ 647700 h 1136650"/>
                      <a:gd name="connsiteX18" fmla="*/ 311150 w 504922"/>
                      <a:gd name="connsiteY18" fmla="*/ 609600 h 1136650"/>
                      <a:gd name="connsiteX19" fmla="*/ 317500 w 504922"/>
                      <a:gd name="connsiteY19" fmla="*/ 565150 h 1136650"/>
                      <a:gd name="connsiteX20" fmla="*/ 330200 w 504922"/>
                      <a:gd name="connsiteY20" fmla="*/ 501650 h 1136650"/>
                      <a:gd name="connsiteX21" fmla="*/ 355600 w 504922"/>
                      <a:gd name="connsiteY21" fmla="*/ 457200 h 1136650"/>
                      <a:gd name="connsiteX22" fmla="*/ 381000 w 504922"/>
                      <a:gd name="connsiteY22" fmla="*/ 412750 h 1136650"/>
                      <a:gd name="connsiteX23" fmla="*/ 393700 w 504922"/>
                      <a:gd name="connsiteY23" fmla="*/ 374650 h 1136650"/>
                      <a:gd name="connsiteX24" fmla="*/ 400050 w 504922"/>
                      <a:gd name="connsiteY24" fmla="*/ 355600 h 1136650"/>
                      <a:gd name="connsiteX25" fmla="*/ 406400 w 504922"/>
                      <a:gd name="connsiteY25" fmla="*/ 336550 h 1136650"/>
                      <a:gd name="connsiteX26" fmla="*/ 419100 w 504922"/>
                      <a:gd name="connsiteY26" fmla="*/ 285750 h 1136650"/>
                      <a:gd name="connsiteX27" fmla="*/ 425450 w 504922"/>
                      <a:gd name="connsiteY27" fmla="*/ 266700 h 1136650"/>
                      <a:gd name="connsiteX28" fmla="*/ 431800 w 504922"/>
                      <a:gd name="connsiteY28" fmla="*/ 241300 h 1136650"/>
                      <a:gd name="connsiteX29" fmla="*/ 444500 w 504922"/>
                      <a:gd name="connsiteY29" fmla="*/ 203200 h 1136650"/>
                      <a:gd name="connsiteX30" fmla="*/ 457200 w 504922"/>
                      <a:gd name="connsiteY30" fmla="*/ 165100 h 1136650"/>
                      <a:gd name="connsiteX31" fmla="*/ 463550 w 504922"/>
                      <a:gd name="connsiteY31" fmla="*/ 146050 h 1136650"/>
                      <a:gd name="connsiteX32" fmla="*/ 501650 w 504922"/>
                      <a:gd name="connsiteY32" fmla="*/ 69850 h 1136650"/>
                      <a:gd name="connsiteX33" fmla="*/ 501650 w 504922"/>
                      <a:gd name="connsiteY33" fmla="*/ 0 h 113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22" h="1136650">
                        <a:moveTo>
                          <a:pt x="0" y="1136650"/>
                        </a:moveTo>
                        <a:cubicBezTo>
                          <a:pt x="4233" y="1126067"/>
                          <a:pt x="8805" y="1115612"/>
                          <a:pt x="12700" y="1104900"/>
                        </a:cubicBezTo>
                        <a:cubicBezTo>
                          <a:pt x="17275" y="1092319"/>
                          <a:pt x="21167" y="1079500"/>
                          <a:pt x="25400" y="1066800"/>
                        </a:cubicBezTo>
                        <a:lnTo>
                          <a:pt x="50800" y="990600"/>
                        </a:lnTo>
                        <a:cubicBezTo>
                          <a:pt x="54213" y="980361"/>
                          <a:pt x="54532" y="969321"/>
                          <a:pt x="57150" y="958850"/>
                        </a:cubicBezTo>
                        <a:cubicBezTo>
                          <a:pt x="59585" y="949111"/>
                          <a:pt x="67003" y="926498"/>
                          <a:pt x="76200" y="920750"/>
                        </a:cubicBezTo>
                        <a:cubicBezTo>
                          <a:pt x="87552" y="913655"/>
                          <a:pt x="114300" y="908050"/>
                          <a:pt x="114300" y="908050"/>
                        </a:cubicBezTo>
                        <a:cubicBezTo>
                          <a:pt x="120650" y="901700"/>
                          <a:pt x="125878" y="893981"/>
                          <a:pt x="133350" y="889000"/>
                        </a:cubicBezTo>
                        <a:cubicBezTo>
                          <a:pt x="138919" y="885287"/>
                          <a:pt x="147667" y="887383"/>
                          <a:pt x="152400" y="882650"/>
                        </a:cubicBezTo>
                        <a:cubicBezTo>
                          <a:pt x="157133" y="877917"/>
                          <a:pt x="155499" y="869451"/>
                          <a:pt x="158750" y="863600"/>
                        </a:cubicBezTo>
                        <a:cubicBezTo>
                          <a:pt x="166163" y="850257"/>
                          <a:pt x="175683" y="838200"/>
                          <a:pt x="184150" y="825500"/>
                        </a:cubicBezTo>
                        <a:cubicBezTo>
                          <a:pt x="187863" y="819931"/>
                          <a:pt x="187179" y="812262"/>
                          <a:pt x="190500" y="806450"/>
                        </a:cubicBezTo>
                        <a:cubicBezTo>
                          <a:pt x="195751" y="797261"/>
                          <a:pt x="203399" y="789662"/>
                          <a:pt x="209550" y="781050"/>
                        </a:cubicBezTo>
                        <a:cubicBezTo>
                          <a:pt x="213986" y="774840"/>
                          <a:pt x="216854" y="767396"/>
                          <a:pt x="222250" y="762000"/>
                        </a:cubicBezTo>
                        <a:cubicBezTo>
                          <a:pt x="227646" y="756604"/>
                          <a:pt x="234950" y="753533"/>
                          <a:pt x="241300" y="749300"/>
                        </a:cubicBezTo>
                        <a:cubicBezTo>
                          <a:pt x="243417" y="742950"/>
                          <a:pt x="243937" y="735819"/>
                          <a:pt x="247650" y="730250"/>
                        </a:cubicBezTo>
                        <a:cubicBezTo>
                          <a:pt x="275737" y="688119"/>
                          <a:pt x="258625" y="733701"/>
                          <a:pt x="279400" y="692150"/>
                        </a:cubicBezTo>
                        <a:cubicBezTo>
                          <a:pt x="303642" y="643666"/>
                          <a:pt x="258736" y="709119"/>
                          <a:pt x="304800" y="647700"/>
                        </a:cubicBezTo>
                        <a:cubicBezTo>
                          <a:pt x="306917" y="635000"/>
                          <a:pt x="309192" y="622325"/>
                          <a:pt x="311150" y="609600"/>
                        </a:cubicBezTo>
                        <a:cubicBezTo>
                          <a:pt x="313426" y="594807"/>
                          <a:pt x="314899" y="579889"/>
                          <a:pt x="317500" y="565150"/>
                        </a:cubicBezTo>
                        <a:cubicBezTo>
                          <a:pt x="321251" y="543893"/>
                          <a:pt x="325967" y="522817"/>
                          <a:pt x="330200" y="501650"/>
                        </a:cubicBezTo>
                        <a:cubicBezTo>
                          <a:pt x="332502" y="490141"/>
                          <a:pt x="348784" y="467424"/>
                          <a:pt x="355600" y="457200"/>
                        </a:cubicBezTo>
                        <a:cubicBezTo>
                          <a:pt x="373041" y="387436"/>
                          <a:pt x="346608" y="474656"/>
                          <a:pt x="381000" y="412750"/>
                        </a:cubicBezTo>
                        <a:cubicBezTo>
                          <a:pt x="387501" y="401048"/>
                          <a:pt x="389467" y="387350"/>
                          <a:pt x="393700" y="374650"/>
                        </a:cubicBezTo>
                        <a:lnTo>
                          <a:pt x="400050" y="355600"/>
                        </a:lnTo>
                        <a:cubicBezTo>
                          <a:pt x="402167" y="349250"/>
                          <a:pt x="404777" y="343044"/>
                          <a:pt x="406400" y="336550"/>
                        </a:cubicBezTo>
                        <a:cubicBezTo>
                          <a:pt x="410633" y="319617"/>
                          <a:pt x="413580" y="302309"/>
                          <a:pt x="419100" y="285750"/>
                        </a:cubicBezTo>
                        <a:cubicBezTo>
                          <a:pt x="421217" y="279400"/>
                          <a:pt x="423611" y="273136"/>
                          <a:pt x="425450" y="266700"/>
                        </a:cubicBezTo>
                        <a:cubicBezTo>
                          <a:pt x="427848" y="258309"/>
                          <a:pt x="429292" y="249659"/>
                          <a:pt x="431800" y="241300"/>
                        </a:cubicBezTo>
                        <a:cubicBezTo>
                          <a:pt x="435647" y="228478"/>
                          <a:pt x="440267" y="215900"/>
                          <a:pt x="444500" y="203200"/>
                        </a:cubicBezTo>
                        <a:lnTo>
                          <a:pt x="457200" y="165100"/>
                        </a:lnTo>
                        <a:cubicBezTo>
                          <a:pt x="459317" y="158750"/>
                          <a:pt x="459837" y="151619"/>
                          <a:pt x="463550" y="146050"/>
                        </a:cubicBezTo>
                        <a:cubicBezTo>
                          <a:pt x="496376" y="96811"/>
                          <a:pt x="484123" y="122430"/>
                          <a:pt x="501650" y="69850"/>
                        </a:cubicBezTo>
                        <a:cubicBezTo>
                          <a:pt x="509013" y="47761"/>
                          <a:pt x="501650" y="23283"/>
                          <a:pt x="501650" y="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dirty="0">
                      <a:latin typeface="Arial"/>
                    </a:endParaRPr>
                  </a:p>
                </p:txBody>
              </p:sp>
              <p:sp>
                <p:nvSpPr>
                  <p:cNvPr id="1429" name="Freeform 1428"/>
                  <p:cNvSpPr/>
                  <p:nvPr/>
                </p:nvSpPr>
                <p:spPr>
                  <a:xfrm>
                    <a:off x="5152084" y="2513978"/>
                    <a:ext cx="583138" cy="2311661"/>
                  </a:xfrm>
                  <a:custGeom>
                    <a:avLst/>
                    <a:gdLst>
                      <a:gd name="connsiteX0" fmla="*/ 0 w 889024"/>
                      <a:gd name="connsiteY0" fmla="*/ 0 h 3524250"/>
                      <a:gd name="connsiteX1" fmla="*/ 31750 w 889024"/>
                      <a:gd name="connsiteY1" fmla="*/ 25400 h 3524250"/>
                      <a:gd name="connsiteX2" fmla="*/ 38100 w 889024"/>
                      <a:gd name="connsiteY2" fmla="*/ 44450 h 3524250"/>
                      <a:gd name="connsiteX3" fmla="*/ 57150 w 889024"/>
                      <a:gd name="connsiteY3" fmla="*/ 57150 h 3524250"/>
                      <a:gd name="connsiteX4" fmla="*/ 95250 w 889024"/>
                      <a:gd name="connsiteY4" fmla="*/ 95250 h 3524250"/>
                      <a:gd name="connsiteX5" fmla="*/ 114300 w 889024"/>
                      <a:gd name="connsiteY5" fmla="*/ 114300 h 3524250"/>
                      <a:gd name="connsiteX6" fmla="*/ 133350 w 889024"/>
                      <a:gd name="connsiteY6" fmla="*/ 120650 h 3524250"/>
                      <a:gd name="connsiteX7" fmla="*/ 165100 w 889024"/>
                      <a:gd name="connsiteY7" fmla="*/ 146050 h 3524250"/>
                      <a:gd name="connsiteX8" fmla="*/ 222250 w 889024"/>
                      <a:gd name="connsiteY8" fmla="*/ 203200 h 3524250"/>
                      <a:gd name="connsiteX9" fmla="*/ 241300 w 889024"/>
                      <a:gd name="connsiteY9" fmla="*/ 215900 h 3524250"/>
                      <a:gd name="connsiteX10" fmla="*/ 260350 w 889024"/>
                      <a:gd name="connsiteY10" fmla="*/ 260350 h 3524250"/>
                      <a:gd name="connsiteX11" fmla="*/ 279400 w 889024"/>
                      <a:gd name="connsiteY11" fmla="*/ 266700 h 3524250"/>
                      <a:gd name="connsiteX12" fmla="*/ 285750 w 889024"/>
                      <a:gd name="connsiteY12" fmla="*/ 285750 h 3524250"/>
                      <a:gd name="connsiteX13" fmla="*/ 317500 w 889024"/>
                      <a:gd name="connsiteY13" fmla="*/ 323850 h 3524250"/>
                      <a:gd name="connsiteX14" fmla="*/ 342900 w 889024"/>
                      <a:gd name="connsiteY14" fmla="*/ 400050 h 3524250"/>
                      <a:gd name="connsiteX15" fmla="*/ 349250 w 889024"/>
                      <a:gd name="connsiteY15" fmla="*/ 419100 h 3524250"/>
                      <a:gd name="connsiteX16" fmla="*/ 355600 w 889024"/>
                      <a:gd name="connsiteY16" fmla="*/ 438150 h 3524250"/>
                      <a:gd name="connsiteX17" fmla="*/ 368300 w 889024"/>
                      <a:gd name="connsiteY17" fmla="*/ 482600 h 3524250"/>
                      <a:gd name="connsiteX18" fmla="*/ 374650 w 889024"/>
                      <a:gd name="connsiteY18" fmla="*/ 546100 h 3524250"/>
                      <a:gd name="connsiteX19" fmla="*/ 381000 w 889024"/>
                      <a:gd name="connsiteY19" fmla="*/ 596900 h 3524250"/>
                      <a:gd name="connsiteX20" fmla="*/ 393700 w 889024"/>
                      <a:gd name="connsiteY20" fmla="*/ 723900 h 3524250"/>
                      <a:gd name="connsiteX21" fmla="*/ 406400 w 889024"/>
                      <a:gd name="connsiteY21" fmla="*/ 812800 h 3524250"/>
                      <a:gd name="connsiteX22" fmla="*/ 419100 w 889024"/>
                      <a:gd name="connsiteY22" fmla="*/ 838200 h 3524250"/>
                      <a:gd name="connsiteX23" fmla="*/ 431800 w 889024"/>
                      <a:gd name="connsiteY23" fmla="*/ 889000 h 3524250"/>
                      <a:gd name="connsiteX24" fmla="*/ 444500 w 889024"/>
                      <a:gd name="connsiteY24" fmla="*/ 927100 h 3524250"/>
                      <a:gd name="connsiteX25" fmla="*/ 450850 w 889024"/>
                      <a:gd name="connsiteY25" fmla="*/ 946150 h 3524250"/>
                      <a:gd name="connsiteX26" fmla="*/ 457200 w 889024"/>
                      <a:gd name="connsiteY26" fmla="*/ 965200 h 3524250"/>
                      <a:gd name="connsiteX27" fmla="*/ 463550 w 889024"/>
                      <a:gd name="connsiteY27" fmla="*/ 996950 h 3524250"/>
                      <a:gd name="connsiteX28" fmla="*/ 488950 w 889024"/>
                      <a:gd name="connsiteY28" fmla="*/ 1035050 h 3524250"/>
                      <a:gd name="connsiteX29" fmla="*/ 501650 w 889024"/>
                      <a:gd name="connsiteY29" fmla="*/ 1098550 h 3524250"/>
                      <a:gd name="connsiteX30" fmla="*/ 508000 w 889024"/>
                      <a:gd name="connsiteY30" fmla="*/ 1117600 h 3524250"/>
                      <a:gd name="connsiteX31" fmla="*/ 520700 w 889024"/>
                      <a:gd name="connsiteY31" fmla="*/ 1174750 h 3524250"/>
                      <a:gd name="connsiteX32" fmla="*/ 533400 w 889024"/>
                      <a:gd name="connsiteY32" fmla="*/ 1212850 h 3524250"/>
                      <a:gd name="connsiteX33" fmla="*/ 539750 w 889024"/>
                      <a:gd name="connsiteY33" fmla="*/ 1250950 h 3524250"/>
                      <a:gd name="connsiteX34" fmla="*/ 552450 w 889024"/>
                      <a:gd name="connsiteY34" fmla="*/ 1301750 h 3524250"/>
                      <a:gd name="connsiteX35" fmla="*/ 558800 w 889024"/>
                      <a:gd name="connsiteY35" fmla="*/ 1339850 h 3524250"/>
                      <a:gd name="connsiteX36" fmla="*/ 565150 w 889024"/>
                      <a:gd name="connsiteY36" fmla="*/ 1365250 h 3524250"/>
                      <a:gd name="connsiteX37" fmla="*/ 577850 w 889024"/>
                      <a:gd name="connsiteY37" fmla="*/ 1441450 h 3524250"/>
                      <a:gd name="connsiteX38" fmla="*/ 590550 w 889024"/>
                      <a:gd name="connsiteY38" fmla="*/ 1631950 h 3524250"/>
                      <a:gd name="connsiteX39" fmla="*/ 596900 w 889024"/>
                      <a:gd name="connsiteY39" fmla="*/ 1809750 h 3524250"/>
                      <a:gd name="connsiteX40" fmla="*/ 603250 w 889024"/>
                      <a:gd name="connsiteY40" fmla="*/ 1841500 h 3524250"/>
                      <a:gd name="connsiteX41" fmla="*/ 615950 w 889024"/>
                      <a:gd name="connsiteY41" fmla="*/ 1905000 h 3524250"/>
                      <a:gd name="connsiteX42" fmla="*/ 622300 w 889024"/>
                      <a:gd name="connsiteY42" fmla="*/ 1981200 h 3524250"/>
                      <a:gd name="connsiteX43" fmla="*/ 628650 w 889024"/>
                      <a:gd name="connsiteY43" fmla="*/ 2000250 h 3524250"/>
                      <a:gd name="connsiteX44" fmla="*/ 641350 w 889024"/>
                      <a:gd name="connsiteY44" fmla="*/ 2197100 h 3524250"/>
                      <a:gd name="connsiteX45" fmla="*/ 635000 w 889024"/>
                      <a:gd name="connsiteY45" fmla="*/ 2730500 h 3524250"/>
                      <a:gd name="connsiteX46" fmla="*/ 628650 w 889024"/>
                      <a:gd name="connsiteY46" fmla="*/ 2787650 h 3524250"/>
                      <a:gd name="connsiteX47" fmla="*/ 635000 w 889024"/>
                      <a:gd name="connsiteY47" fmla="*/ 2851150 h 3524250"/>
                      <a:gd name="connsiteX48" fmla="*/ 654050 w 889024"/>
                      <a:gd name="connsiteY48" fmla="*/ 2978150 h 3524250"/>
                      <a:gd name="connsiteX49" fmla="*/ 660400 w 889024"/>
                      <a:gd name="connsiteY49" fmla="*/ 3016250 h 3524250"/>
                      <a:gd name="connsiteX50" fmla="*/ 666750 w 889024"/>
                      <a:gd name="connsiteY50" fmla="*/ 3067050 h 3524250"/>
                      <a:gd name="connsiteX51" fmla="*/ 673100 w 889024"/>
                      <a:gd name="connsiteY51" fmla="*/ 3086100 h 3524250"/>
                      <a:gd name="connsiteX52" fmla="*/ 685800 w 889024"/>
                      <a:gd name="connsiteY52" fmla="*/ 3130550 h 3524250"/>
                      <a:gd name="connsiteX53" fmla="*/ 698500 w 889024"/>
                      <a:gd name="connsiteY53" fmla="*/ 3149600 h 3524250"/>
                      <a:gd name="connsiteX54" fmla="*/ 723900 w 889024"/>
                      <a:gd name="connsiteY54" fmla="*/ 3181350 h 3524250"/>
                      <a:gd name="connsiteX55" fmla="*/ 736600 w 889024"/>
                      <a:gd name="connsiteY55" fmla="*/ 3219450 h 3524250"/>
                      <a:gd name="connsiteX56" fmla="*/ 755650 w 889024"/>
                      <a:gd name="connsiteY56" fmla="*/ 3257550 h 3524250"/>
                      <a:gd name="connsiteX57" fmla="*/ 762000 w 889024"/>
                      <a:gd name="connsiteY57" fmla="*/ 3295650 h 3524250"/>
                      <a:gd name="connsiteX58" fmla="*/ 774700 w 889024"/>
                      <a:gd name="connsiteY58" fmla="*/ 3333750 h 3524250"/>
                      <a:gd name="connsiteX59" fmla="*/ 787400 w 889024"/>
                      <a:gd name="connsiteY59" fmla="*/ 3378200 h 3524250"/>
                      <a:gd name="connsiteX60" fmla="*/ 793750 w 889024"/>
                      <a:gd name="connsiteY60" fmla="*/ 3397250 h 3524250"/>
                      <a:gd name="connsiteX61" fmla="*/ 812800 w 889024"/>
                      <a:gd name="connsiteY61" fmla="*/ 3409950 h 3524250"/>
                      <a:gd name="connsiteX62" fmla="*/ 838200 w 889024"/>
                      <a:gd name="connsiteY62" fmla="*/ 3441700 h 3524250"/>
                      <a:gd name="connsiteX63" fmla="*/ 850900 w 889024"/>
                      <a:gd name="connsiteY63" fmla="*/ 3460750 h 3524250"/>
                      <a:gd name="connsiteX64" fmla="*/ 869950 w 889024"/>
                      <a:gd name="connsiteY64" fmla="*/ 3479800 h 3524250"/>
                      <a:gd name="connsiteX65" fmla="*/ 876300 w 889024"/>
                      <a:gd name="connsiteY65" fmla="*/ 3498850 h 3524250"/>
                      <a:gd name="connsiteX66" fmla="*/ 889000 w 889024"/>
                      <a:gd name="connsiteY66" fmla="*/ 3524250 h 35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889024" h="3524250">
                        <a:moveTo>
                          <a:pt x="0" y="0"/>
                        </a:moveTo>
                        <a:cubicBezTo>
                          <a:pt x="10583" y="8467"/>
                          <a:pt x="22930" y="15110"/>
                          <a:pt x="31750" y="25400"/>
                        </a:cubicBezTo>
                        <a:cubicBezTo>
                          <a:pt x="36106" y="30482"/>
                          <a:pt x="33919" y="39223"/>
                          <a:pt x="38100" y="44450"/>
                        </a:cubicBezTo>
                        <a:cubicBezTo>
                          <a:pt x="42868" y="50409"/>
                          <a:pt x="51446" y="52080"/>
                          <a:pt x="57150" y="57150"/>
                        </a:cubicBezTo>
                        <a:cubicBezTo>
                          <a:pt x="70574" y="69082"/>
                          <a:pt x="82550" y="82550"/>
                          <a:pt x="95250" y="95250"/>
                        </a:cubicBezTo>
                        <a:cubicBezTo>
                          <a:pt x="101600" y="101600"/>
                          <a:pt x="105781" y="111460"/>
                          <a:pt x="114300" y="114300"/>
                        </a:cubicBezTo>
                        <a:lnTo>
                          <a:pt x="133350" y="120650"/>
                        </a:lnTo>
                        <a:cubicBezTo>
                          <a:pt x="168209" y="172939"/>
                          <a:pt x="122631" y="113019"/>
                          <a:pt x="165100" y="146050"/>
                        </a:cubicBezTo>
                        <a:lnTo>
                          <a:pt x="222250" y="203200"/>
                        </a:lnTo>
                        <a:cubicBezTo>
                          <a:pt x="227646" y="208596"/>
                          <a:pt x="234950" y="211667"/>
                          <a:pt x="241300" y="215900"/>
                        </a:cubicBezTo>
                        <a:cubicBezTo>
                          <a:pt x="245095" y="227285"/>
                          <a:pt x="252503" y="252503"/>
                          <a:pt x="260350" y="260350"/>
                        </a:cubicBezTo>
                        <a:cubicBezTo>
                          <a:pt x="265083" y="265083"/>
                          <a:pt x="273050" y="264583"/>
                          <a:pt x="279400" y="266700"/>
                        </a:cubicBezTo>
                        <a:cubicBezTo>
                          <a:pt x="281517" y="273050"/>
                          <a:pt x="282757" y="279763"/>
                          <a:pt x="285750" y="285750"/>
                        </a:cubicBezTo>
                        <a:cubicBezTo>
                          <a:pt x="294591" y="303431"/>
                          <a:pt x="303456" y="309806"/>
                          <a:pt x="317500" y="323850"/>
                        </a:cubicBezTo>
                        <a:lnTo>
                          <a:pt x="342900" y="400050"/>
                        </a:lnTo>
                        <a:lnTo>
                          <a:pt x="349250" y="419100"/>
                        </a:lnTo>
                        <a:cubicBezTo>
                          <a:pt x="351367" y="425450"/>
                          <a:pt x="353977" y="431656"/>
                          <a:pt x="355600" y="438150"/>
                        </a:cubicBezTo>
                        <a:cubicBezTo>
                          <a:pt x="363573" y="470044"/>
                          <a:pt x="359190" y="455271"/>
                          <a:pt x="368300" y="482600"/>
                        </a:cubicBezTo>
                        <a:cubicBezTo>
                          <a:pt x="370417" y="503767"/>
                          <a:pt x="372301" y="524958"/>
                          <a:pt x="374650" y="546100"/>
                        </a:cubicBezTo>
                        <a:cubicBezTo>
                          <a:pt x="376535" y="563061"/>
                          <a:pt x="379639" y="579889"/>
                          <a:pt x="381000" y="596900"/>
                        </a:cubicBezTo>
                        <a:cubicBezTo>
                          <a:pt x="390937" y="721114"/>
                          <a:pt x="375358" y="668875"/>
                          <a:pt x="393700" y="723900"/>
                        </a:cubicBezTo>
                        <a:cubicBezTo>
                          <a:pt x="395258" y="737919"/>
                          <a:pt x="399661" y="792582"/>
                          <a:pt x="406400" y="812800"/>
                        </a:cubicBezTo>
                        <a:cubicBezTo>
                          <a:pt x="409393" y="821780"/>
                          <a:pt x="416107" y="829220"/>
                          <a:pt x="419100" y="838200"/>
                        </a:cubicBezTo>
                        <a:cubicBezTo>
                          <a:pt x="424620" y="854759"/>
                          <a:pt x="427567" y="872067"/>
                          <a:pt x="431800" y="889000"/>
                        </a:cubicBezTo>
                        <a:cubicBezTo>
                          <a:pt x="435047" y="901987"/>
                          <a:pt x="440267" y="914400"/>
                          <a:pt x="444500" y="927100"/>
                        </a:cubicBezTo>
                        <a:lnTo>
                          <a:pt x="450850" y="946150"/>
                        </a:lnTo>
                        <a:cubicBezTo>
                          <a:pt x="452967" y="952500"/>
                          <a:pt x="455887" y="958636"/>
                          <a:pt x="457200" y="965200"/>
                        </a:cubicBezTo>
                        <a:cubicBezTo>
                          <a:pt x="459317" y="975783"/>
                          <a:pt x="459084" y="987124"/>
                          <a:pt x="463550" y="996950"/>
                        </a:cubicBezTo>
                        <a:cubicBezTo>
                          <a:pt x="469866" y="1010845"/>
                          <a:pt x="488950" y="1035050"/>
                          <a:pt x="488950" y="1035050"/>
                        </a:cubicBezTo>
                        <a:cubicBezTo>
                          <a:pt x="493183" y="1056217"/>
                          <a:pt x="494824" y="1078072"/>
                          <a:pt x="501650" y="1098550"/>
                        </a:cubicBezTo>
                        <a:cubicBezTo>
                          <a:pt x="503767" y="1104900"/>
                          <a:pt x="506377" y="1111106"/>
                          <a:pt x="508000" y="1117600"/>
                        </a:cubicBezTo>
                        <a:cubicBezTo>
                          <a:pt x="517064" y="1153854"/>
                          <a:pt x="510922" y="1142157"/>
                          <a:pt x="520700" y="1174750"/>
                        </a:cubicBezTo>
                        <a:cubicBezTo>
                          <a:pt x="524547" y="1187572"/>
                          <a:pt x="529167" y="1200150"/>
                          <a:pt x="533400" y="1212850"/>
                        </a:cubicBezTo>
                        <a:cubicBezTo>
                          <a:pt x="537471" y="1225064"/>
                          <a:pt x="537052" y="1238361"/>
                          <a:pt x="539750" y="1250950"/>
                        </a:cubicBezTo>
                        <a:cubicBezTo>
                          <a:pt x="543407" y="1268017"/>
                          <a:pt x="549581" y="1284533"/>
                          <a:pt x="552450" y="1301750"/>
                        </a:cubicBezTo>
                        <a:cubicBezTo>
                          <a:pt x="554567" y="1314450"/>
                          <a:pt x="556275" y="1327225"/>
                          <a:pt x="558800" y="1339850"/>
                        </a:cubicBezTo>
                        <a:cubicBezTo>
                          <a:pt x="560512" y="1348408"/>
                          <a:pt x="563715" y="1356642"/>
                          <a:pt x="565150" y="1365250"/>
                        </a:cubicBezTo>
                        <a:cubicBezTo>
                          <a:pt x="580015" y="1454440"/>
                          <a:pt x="563560" y="1384290"/>
                          <a:pt x="577850" y="1441450"/>
                        </a:cubicBezTo>
                        <a:lnTo>
                          <a:pt x="590550" y="1631950"/>
                        </a:lnTo>
                        <a:cubicBezTo>
                          <a:pt x="594495" y="1691123"/>
                          <a:pt x="593312" y="1750554"/>
                          <a:pt x="596900" y="1809750"/>
                        </a:cubicBezTo>
                        <a:cubicBezTo>
                          <a:pt x="597553" y="1820523"/>
                          <a:pt x="601476" y="1830854"/>
                          <a:pt x="603250" y="1841500"/>
                        </a:cubicBezTo>
                        <a:cubicBezTo>
                          <a:pt x="612979" y="1899873"/>
                          <a:pt x="603779" y="1868488"/>
                          <a:pt x="615950" y="1905000"/>
                        </a:cubicBezTo>
                        <a:cubicBezTo>
                          <a:pt x="618067" y="1930400"/>
                          <a:pt x="618931" y="1955936"/>
                          <a:pt x="622300" y="1981200"/>
                        </a:cubicBezTo>
                        <a:cubicBezTo>
                          <a:pt x="623185" y="1987835"/>
                          <a:pt x="627868" y="1993602"/>
                          <a:pt x="628650" y="2000250"/>
                        </a:cubicBezTo>
                        <a:cubicBezTo>
                          <a:pt x="631798" y="2027004"/>
                          <a:pt x="640257" y="2178516"/>
                          <a:pt x="641350" y="2197100"/>
                        </a:cubicBezTo>
                        <a:cubicBezTo>
                          <a:pt x="639233" y="2374900"/>
                          <a:pt x="638823" y="2552729"/>
                          <a:pt x="635000" y="2730500"/>
                        </a:cubicBezTo>
                        <a:cubicBezTo>
                          <a:pt x="634588" y="2749663"/>
                          <a:pt x="628650" y="2768483"/>
                          <a:pt x="628650" y="2787650"/>
                        </a:cubicBezTo>
                        <a:cubicBezTo>
                          <a:pt x="628650" y="2808922"/>
                          <a:pt x="633304" y="2829946"/>
                          <a:pt x="635000" y="2851150"/>
                        </a:cubicBezTo>
                        <a:cubicBezTo>
                          <a:pt x="643885" y="2962216"/>
                          <a:pt x="628896" y="2915264"/>
                          <a:pt x="654050" y="2978150"/>
                        </a:cubicBezTo>
                        <a:cubicBezTo>
                          <a:pt x="656167" y="2990850"/>
                          <a:pt x="658579" y="3003504"/>
                          <a:pt x="660400" y="3016250"/>
                        </a:cubicBezTo>
                        <a:cubicBezTo>
                          <a:pt x="662813" y="3033144"/>
                          <a:pt x="663697" y="3050260"/>
                          <a:pt x="666750" y="3067050"/>
                        </a:cubicBezTo>
                        <a:cubicBezTo>
                          <a:pt x="667947" y="3073636"/>
                          <a:pt x="671261" y="3079664"/>
                          <a:pt x="673100" y="3086100"/>
                        </a:cubicBezTo>
                        <a:cubicBezTo>
                          <a:pt x="675813" y="3095595"/>
                          <a:pt x="680725" y="3120400"/>
                          <a:pt x="685800" y="3130550"/>
                        </a:cubicBezTo>
                        <a:cubicBezTo>
                          <a:pt x="689213" y="3137376"/>
                          <a:pt x="695087" y="3142774"/>
                          <a:pt x="698500" y="3149600"/>
                        </a:cubicBezTo>
                        <a:cubicBezTo>
                          <a:pt x="713836" y="3180272"/>
                          <a:pt x="691787" y="3159941"/>
                          <a:pt x="723900" y="3181350"/>
                        </a:cubicBezTo>
                        <a:cubicBezTo>
                          <a:pt x="728133" y="3194050"/>
                          <a:pt x="729174" y="3208311"/>
                          <a:pt x="736600" y="3219450"/>
                        </a:cubicBezTo>
                        <a:cubicBezTo>
                          <a:pt x="748017" y="3236575"/>
                          <a:pt x="751268" y="3237832"/>
                          <a:pt x="755650" y="3257550"/>
                        </a:cubicBezTo>
                        <a:cubicBezTo>
                          <a:pt x="758443" y="3270119"/>
                          <a:pt x="758877" y="3283159"/>
                          <a:pt x="762000" y="3295650"/>
                        </a:cubicBezTo>
                        <a:cubicBezTo>
                          <a:pt x="765247" y="3308637"/>
                          <a:pt x="771022" y="3320878"/>
                          <a:pt x="774700" y="3333750"/>
                        </a:cubicBezTo>
                        <a:cubicBezTo>
                          <a:pt x="778933" y="3348567"/>
                          <a:pt x="782972" y="3363440"/>
                          <a:pt x="787400" y="3378200"/>
                        </a:cubicBezTo>
                        <a:cubicBezTo>
                          <a:pt x="789323" y="3384611"/>
                          <a:pt x="789569" y="3392023"/>
                          <a:pt x="793750" y="3397250"/>
                        </a:cubicBezTo>
                        <a:cubicBezTo>
                          <a:pt x="798518" y="3403209"/>
                          <a:pt x="806450" y="3405717"/>
                          <a:pt x="812800" y="3409950"/>
                        </a:cubicBezTo>
                        <a:cubicBezTo>
                          <a:pt x="825162" y="3447036"/>
                          <a:pt x="809477" y="3412977"/>
                          <a:pt x="838200" y="3441700"/>
                        </a:cubicBezTo>
                        <a:cubicBezTo>
                          <a:pt x="843596" y="3447096"/>
                          <a:pt x="846014" y="3454887"/>
                          <a:pt x="850900" y="3460750"/>
                        </a:cubicBezTo>
                        <a:cubicBezTo>
                          <a:pt x="856649" y="3467649"/>
                          <a:pt x="863600" y="3473450"/>
                          <a:pt x="869950" y="3479800"/>
                        </a:cubicBezTo>
                        <a:cubicBezTo>
                          <a:pt x="872067" y="3486150"/>
                          <a:pt x="873307" y="3492863"/>
                          <a:pt x="876300" y="3498850"/>
                        </a:cubicBezTo>
                        <a:cubicBezTo>
                          <a:pt x="890174" y="3526598"/>
                          <a:pt x="889000" y="3508344"/>
                          <a:pt x="889000" y="352425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30" name="Freeform 1429"/>
                  <p:cNvSpPr/>
                  <p:nvPr/>
                </p:nvSpPr>
                <p:spPr>
                  <a:xfrm>
                    <a:off x="6934769" y="3088769"/>
                    <a:ext cx="745562" cy="1441144"/>
                  </a:xfrm>
                  <a:custGeom>
                    <a:avLst/>
                    <a:gdLst>
                      <a:gd name="connsiteX0" fmla="*/ 0 w 1136650"/>
                      <a:gd name="connsiteY0" fmla="*/ 0 h 2197100"/>
                      <a:gd name="connsiteX1" fmla="*/ 19050 w 1136650"/>
                      <a:gd name="connsiteY1" fmla="*/ 31750 h 2197100"/>
                      <a:gd name="connsiteX2" fmla="*/ 31750 w 1136650"/>
                      <a:gd name="connsiteY2" fmla="*/ 76200 h 2197100"/>
                      <a:gd name="connsiteX3" fmla="*/ 44450 w 1136650"/>
                      <a:gd name="connsiteY3" fmla="*/ 95250 h 2197100"/>
                      <a:gd name="connsiteX4" fmla="*/ 69850 w 1136650"/>
                      <a:gd name="connsiteY4" fmla="*/ 152400 h 2197100"/>
                      <a:gd name="connsiteX5" fmla="*/ 76200 w 1136650"/>
                      <a:gd name="connsiteY5" fmla="*/ 292100 h 2197100"/>
                      <a:gd name="connsiteX6" fmla="*/ 82550 w 1136650"/>
                      <a:gd name="connsiteY6" fmla="*/ 323850 h 2197100"/>
                      <a:gd name="connsiteX7" fmla="*/ 95250 w 1136650"/>
                      <a:gd name="connsiteY7" fmla="*/ 342900 h 2197100"/>
                      <a:gd name="connsiteX8" fmla="*/ 101600 w 1136650"/>
                      <a:gd name="connsiteY8" fmla="*/ 361950 h 2197100"/>
                      <a:gd name="connsiteX9" fmla="*/ 120650 w 1136650"/>
                      <a:gd name="connsiteY9" fmla="*/ 374650 h 2197100"/>
                      <a:gd name="connsiteX10" fmla="*/ 133350 w 1136650"/>
                      <a:gd name="connsiteY10" fmla="*/ 393700 h 2197100"/>
                      <a:gd name="connsiteX11" fmla="*/ 146050 w 1136650"/>
                      <a:gd name="connsiteY11" fmla="*/ 520700 h 2197100"/>
                      <a:gd name="connsiteX12" fmla="*/ 177800 w 1136650"/>
                      <a:gd name="connsiteY12" fmla="*/ 577850 h 2197100"/>
                      <a:gd name="connsiteX13" fmla="*/ 203200 w 1136650"/>
                      <a:gd name="connsiteY13" fmla="*/ 596900 h 2197100"/>
                      <a:gd name="connsiteX14" fmla="*/ 234950 w 1136650"/>
                      <a:gd name="connsiteY14" fmla="*/ 622300 h 2197100"/>
                      <a:gd name="connsiteX15" fmla="*/ 254000 w 1136650"/>
                      <a:gd name="connsiteY15" fmla="*/ 641350 h 2197100"/>
                      <a:gd name="connsiteX16" fmla="*/ 273050 w 1136650"/>
                      <a:gd name="connsiteY16" fmla="*/ 647700 h 2197100"/>
                      <a:gd name="connsiteX17" fmla="*/ 292100 w 1136650"/>
                      <a:gd name="connsiteY17" fmla="*/ 660400 h 2197100"/>
                      <a:gd name="connsiteX18" fmla="*/ 336550 w 1136650"/>
                      <a:gd name="connsiteY18" fmla="*/ 711200 h 2197100"/>
                      <a:gd name="connsiteX19" fmla="*/ 349250 w 1136650"/>
                      <a:gd name="connsiteY19" fmla="*/ 736600 h 2197100"/>
                      <a:gd name="connsiteX20" fmla="*/ 387350 w 1136650"/>
                      <a:gd name="connsiteY20" fmla="*/ 762000 h 2197100"/>
                      <a:gd name="connsiteX21" fmla="*/ 419100 w 1136650"/>
                      <a:gd name="connsiteY21" fmla="*/ 819150 h 2197100"/>
                      <a:gd name="connsiteX22" fmla="*/ 457200 w 1136650"/>
                      <a:gd name="connsiteY22" fmla="*/ 844550 h 2197100"/>
                      <a:gd name="connsiteX23" fmla="*/ 476250 w 1136650"/>
                      <a:gd name="connsiteY23" fmla="*/ 882650 h 2197100"/>
                      <a:gd name="connsiteX24" fmla="*/ 495300 w 1136650"/>
                      <a:gd name="connsiteY24" fmla="*/ 889000 h 2197100"/>
                      <a:gd name="connsiteX25" fmla="*/ 558800 w 1136650"/>
                      <a:gd name="connsiteY25" fmla="*/ 927100 h 2197100"/>
                      <a:gd name="connsiteX26" fmla="*/ 571500 w 1136650"/>
                      <a:gd name="connsiteY26" fmla="*/ 971550 h 2197100"/>
                      <a:gd name="connsiteX27" fmla="*/ 584200 w 1136650"/>
                      <a:gd name="connsiteY27" fmla="*/ 1009650 h 2197100"/>
                      <a:gd name="connsiteX28" fmla="*/ 590550 w 1136650"/>
                      <a:gd name="connsiteY28" fmla="*/ 1047750 h 2197100"/>
                      <a:gd name="connsiteX29" fmla="*/ 609600 w 1136650"/>
                      <a:gd name="connsiteY29" fmla="*/ 1111250 h 2197100"/>
                      <a:gd name="connsiteX30" fmla="*/ 615950 w 1136650"/>
                      <a:gd name="connsiteY30" fmla="*/ 1149350 h 2197100"/>
                      <a:gd name="connsiteX31" fmla="*/ 622300 w 1136650"/>
                      <a:gd name="connsiteY31" fmla="*/ 1168400 h 2197100"/>
                      <a:gd name="connsiteX32" fmla="*/ 635000 w 1136650"/>
                      <a:gd name="connsiteY32" fmla="*/ 1219200 h 2197100"/>
                      <a:gd name="connsiteX33" fmla="*/ 685800 w 1136650"/>
                      <a:gd name="connsiteY33" fmla="*/ 1276350 h 2197100"/>
                      <a:gd name="connsiteX34" fmla="*/ 717550 w 1136650"/>
                      <a:gd name="connsiteY34" fmla="*/ 1308100 h 2197100"/>
                      <a:gd name="connsiteX35" fmla="*/ 742950 w 1136650"/>
                      <a:gd name="connsiteY35" fmla="*/ 1346200 h 2197100"/>
                      <a:gd name="connsiteX36" fmla="*/ 755650 w 1136650"/>
                      <a:gd name="connsiteY36" fmla="*/ 1365250 h 2197100"/>
                      <a:gd name="connsiteX37" fmla="*/ 812800 w 1136650"/>
                      <a:gd name="connsiteY37" fmla="*/ 1397000 h 2197100"/>
                      <a:gd name="connsiteX38" fmla="*/ 838200 w 1136650"/>
                      <a:gd name="connsiteY38" fmla="*/ 1435100 h 2197100"/>
                      <a:gd name="connsiteX39" fmla="*/ 850900 w 1136650"/>
                      <a:gd name="connsiteY39" fmla="*/ 1454150 h 2197100"/>
                      <a:gd name="connsiteX40" fmla="*/ 863600 w 1136650"/>
                      <a:gd name="connsiteY40" fmla="*/ 1498600 h 2197100"/>
                      <a:gd name="connsiteX41" fmla="*/ 869950 w 1136650"/>
                      <a:gd name="connsiteY41" fmla="*/ 1517650 h 2197100"/>
                      <a:gd name="connsiteX42" fmla="*/ 889000 w 1136650"/>
                      <a:gd name="connsiteY42" fmla="*/ 1530350 h 2197100"/>
                      <a:gd name="connsiteX43" fmla="*/ 901700 w 1136650"/>
                      <a:gd name="connsiteY43" fmla="*/ 1549400 h 2197100"/>
                      <a:gd name="connsiteX44" fmla="*/ 908050 w 1136650"/>
                      <a:gd name="connsiteY44" fmla="*/ 1568450 h 2197100"/>
                      <a:gd name="connsiteX45" fmla="*/ 933450 w 1136650"/>
                      <a:gd name="connsiteY45" fmla="*/ 1606550 h 2197100"/>
                      <a:gd name="connsiteX46" fmla="*/ 965200 w 1136650"/>
                      <a:gd name="connsiteY46" fmla="*/ 1682750 h 2197100"/>
                      <a:gd name="connsiteX47" fmla="*/ 971550 w 1136650"/>
                      <a:gd name="connsiteY47" fmla="*/ 1701800 h 2197100"/>
                      <a:gd name="connsiteX48" fmla="*/ 1003300 w 1136650"/>
                      <a:gd name="connsiteY48" fmla="*/ 1752600 h 2197100"/>
                      <a:gd name="connsiteX49" fmla="*/ 1035050 w 1136650"/>
                      <a:gd name="connsiteY49" fmla="*/ 1822450 h 2197100"/>
                      <a:gd name="connsiteX50" fmla="*/ 1054100 w 1136650"/>
                      <a:gd name="connsiteY50" fmla="*/ 1828800 h 2197100"/>
                      <a:gd name="connsiteX51" fmla="*/ 1060450 w 1136650"/>
                      <a:gd name="connsiteY51" fmla="*/ 1854200 h 2197100"/>
                      <a:gd name="connsiteX52" fmla="*/ 1073150 w 1136650"/>
                      <a:gd name="connsiteY52" fmla="*/ 1873250 h 2197100"/>
                      <a:gd name="connsiteX53" fmla="*/ 1085850 w 1136650"/>
                      <a:gd name="connsiteY53" fmla="*/ 1924050 h 2197100"/>
                      <a:gd name="connsiteX54" fmla="*/ 1098550 w 1136650"/>
                      <a:gd name="connsiteY54" fmla="*/ 2063750 h 2197100"/>
                      <a:gd name="connsiteX55" fmla="*/ 1111250 w 1136650"/>
                      <a:gd name="connsiteY55" fmla="*/ 2101850 h 2197100"/>
                      <a:gd name="connsiteX56" fmla="*/ 1123950 w 1136650"/>
                      <a:gd name="connsiteY56" fmla="*/ 2178050 h 2197100"/>
                      <a:gd name="connsiteX57" fmla="*/ 1136650 w 1136650"/>
                      <a:gd name="connsiteY57" fmla="*/ 2197100 h 219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136650" h="2197100">
                        <a:moveTo>
                          <a:pt x="0" y="0"/>
                        </a:moveTo>
                        <a:cubicBezTo>
                          <a:pt x="6350" y="10583"/>
                          <a:pt x="13530" y="20711"/>
                          <a:pt x="19050" y="31750"/>
                        </a:cubicBezTo>
                        <a:cubicBezTo>
                          <a:pt x="31407" y="56464"/>
                          <a:pt x="19543" y="47716"/>
                          <a:pt x="31750" y="76200"/>
                        </a:cubicBezTo>
                        <a:cubicBezTo>
                          <a:pt x="34756" y="83215"/>
                          <a:pt x="41350" y="88276"/>
                          <a:pt x="44450" y="95250"/>
                        </a:cubicBezTo>
                        <a:cubicBezTo>
                          <a:pt x="74677" y="163260"/>
                          <a:pt x="41108" y="109287"/>
                          <a:pt x="69850" y="152400"/>
                        </a:cubicBezTo>
                        <a:cubicBezTo>
                          <a:pt x="71967" y="198967"/>
                          <a:pt x="72756" y="245613"/>
                          <a:pt x="76200" y="292100"/>
                        </a:cubicBezTo>
                        <a:cubicBezTo>
                          <a:pt x="76997" y="302863"/>
                          <a:pt x="78760" y="313744"/>
                          <a:pt x="82550" y="323850"/>
                        </a:cubicBezTo>
                        <a:cubicBezTo>
                          <a:pt x="85230" y="330996"/>
                          <a:pt x="91837" y="336074"/>
                          <a:pt x="95250" y="342900"/>
                        </a:cubicBezTo>
                        <a:cubicBezTo>
                          <a:pt x="98243" y="348887"/>
                          <a:pt x="97419" y="356723"/>
                          <a:pt x="101600" y="361950"/>
                        </a:cubicBezTo>
                        <a:cubicBezTo>
                          <a:pt x="106368" y="367909"/>
                          <a:pt x="114300" y="370417"/>
                          <a:pt x="120650" y="374650"/>
                        </a:cubicBezTo>
                        <a:cubicBezTo>
                          <a:pt x="124883" y="381000"/>
                          <a:pt x="129937" y="386874"/>
                          <a:pt x="133350" y="393700"/>
                        </a:cubicBezTo>
                        <a:cubicBezTo>
                          <a:pt x="149976" y="426951"/>
                          <a:pt x="145354" y="513742"/>
                          <a:pt x="146050" y="520700"/>
                        </a:cubicBezTo>
                        <a:cubicBezTo>
                          <a:pt x="148022" y="540424"/>
                          <a:pt x="169676" y="565664"/>
                          <a:pt x="177800" y="577850"/>
                        </a:cubicBezTo>
                        <a:cubicBezTo>
                          <a:pt x="183671" y="586656"/>
                          <a:pt x="195716" y="589416"/>
                          <a:pt x="203200" y="596900"/>
                        </a:cubicBezTo>
                        <a:cubicBezTo>
                          <a:pt x="231923" y="625623"/>
                          <a:pt x="197864" y="609938"/>
                          <a:pt x="234950" y="622300"/>
                        </a:cubicBezTo>
                        <a:cubicBezTo>
                          <a:pt x="241300" y="628650"/>
                          <a:pt x="246528" y="636369"/>
                          <a:pt x="254000" y="641350"/>
                        </a:cubicBezTo>
                        <a:cubicBezTo>
                          <a:pt x="259569" y="645063"/>
                          <a:pt x="267063" y="644707"/>
                          <a:pt x="273050" y="647700"/>
                        </a:cubicBezTo>
                        <a:cubicBezTo>
                          <a:pt x="279876" y="651113"/>
                          <a:pt x="285750" y="656167"/>
                          <a:pt x="292100" y="660400"/>
                        </a:cubicBezTo>
                        <a:cubicBezTo>
                          <a:pt x="321733" y="704850"/>
                          <a:pt x="304800" y="690033"/>
                          <a:pt x="336550" y="711200"/>
                        </a:cubicBezTo>
                        <a:cubicBezTo>
                          <a:pt x="340783" y="719667"/>
                          <a:pt x="342557" y="729907"/>
                          <a:pt x="349250" y="736600"/>
                        </a:cubicBezTo>
                        <a:cubicBezTo>
                          <a:pt x="360043" y="747393"/>
                          <a:pt x="387350" y="762000"/>
                          <a:pt x="387350" y="762000"/>
                        </a:cubicBezTo>
                        <a:cubicBezTo>
                          <a:pt x="398639" y="795867"/>
                          <a:pt x="393436" y="799189"/>
                          <a:pt x="419100" y="819150"/>
                        </a:cubicBezTo>
                        <a:cubicBezTo>
                          <a:pt x="431148" y="828521"/>
                          <a:pt x="457200" y="844550"/>
                          <a:pt x="457200" y="844550"/>
                        </a:cubicBezTo>
                        <a:cubicBezTo>
                          <a:pt x="461383" y="857099"/>
                          <a:pt x="465059" y="873698"/>
                          <a:pt x="476250" y="882650"/>
                        </a:cubicBezTo>
                        <a:cubicBezTo>
                          <a:pt x="481477" y="886831"/>
                          <a:pt x="488950" y="886883"/>
                          <a:pt x="495300" y="889000"/>
                        </a:cubicBezTo>
                        <a:cubicBezTo>
                          <a:pt x="541276" y="919651"/>
                          <a:pt x="519748" y="907574"/>
                          <a:pt x="558800" y="927100"/>
                        </a:cubicBezTo>
                        <a:cubicBezTo>
                          <a:pt x="580140" y="991121"/>
                          <a:pt x="547580" y="891816"/>
                          <a:pt x="571500" y="971550"/>
                        </a:cubicBezTo>
                        <a:cubicBezTo>
                          <a:pt x="575347" y="984372"/>
                          <a:pt x="581999" y="996445"/>
                          <a:pt x="584200" y="1009650"/>
                        </a:cubicBezTo>
                        <a:cubicBezTo>
                          <a:pt x="586317" y="1022350"/>
                          <a:pt x="587427" y="1035259"/>
                          <a:pt x="590550" y="1047750"/>
                        </a:cubicBezTo>
                        <a:cubicBezTo>
                          <a:pt x="606749" y="1112545"/>
                          <a:pt x="599521" y="1060857"/>
                          <a:pt x="609600" y="1111250"/>
                        </a:cubicBezTo>
                        <a:cubicBezTo>
                          <a:pt x="612125" y="1123875"/>
                          <a:pt x="613157" y="1136781"/>
                          <a:pt x="615950" y="1149350"/>
                        </a:cubicBezTo>
                        <a:cubicBezTo>
                          <a:pt x="617402" y="1155884"/>
                          <a:pt x="620677" y="1161906"/>
                          <a:pt x="622300" y="1168400"/>
                        </a:cubicBezTo>
                        <a:cubicBezTo>
                          <a:pt x="625923" y="1182891"/>
                          <a:pt x="627742" y="1204685"/>
                          <a:pt x="635000" y="1219200"/>
                        </a:cubicBezTo>
                        <a:cubicBezTo>
                          <a:pt x="653482" y="1256165"/>
                          <a:pt x="652141" y="1225862"/>
                          <a:pt x="685800" y="1276350"/>
                        </a:cubicBezTo>
                        <a:cubicBezTo>
                          <a:pt x="702733" y="1301750"/>
                          <a:pt x="692150" y="1291167"/>
                          <a:pt x="717550" y="1308100"/>
                        </a:cubicBezTo>
                        <a:lnTo>
                          <a:pt x="742950" y="1346200"/>
                        </a:lnTo>
                        <a:cubicBezTo>
                          <a:pt x="747183" y="1352550"/>
                          <a:pt x="749300" y="1361017"/>
                          <a:pt x="755650" y="1365250"/>
                        </a:cubicBezTo>
                        <a:cubicBezTo>
                          <a:pt x="799319" y="1394363"/>
                          <a:pt x="779270" y="1385823"/>
                          <a:pt x="812800" y="1397000"/>
                        </a:cubicBezTo>
                        <a:cubicBezTo>
                          <a:pt x="848912" y="1433112"/>
                          <a:pt x="819820" y="1398341"/>
                          <a:pt x="838200" y="1435100"/>
                        </a:cubicBezTo>
                        <a:cubicBezTo>
                          <a:pt x="841613" y="1441926"/>
                          <a:pt x="847487" y="1447324"/>
                          <a:pt x="850900" y="1454150"/>
                        </a:cubicBezTo>
                        <a:cubicBezTo>
                          <a:pt x="855975" y="1464300"/>
                          <a:pt x="860887" y="1489105"/>
                          <a:pt x="863600" y="1498600"/>
                        </a:cubicBezTo>
                        <a:cubicBezTo>
                          <a:pt x="865439" y="1505036"/>
                          <a:pt x="865769" y="1512423"/>
                          <a:pt x="869950" y="1517650"/>
                        </a:cubicBezTo>
                        <a:cubicBezTo>
                          <a:pt x="874718" y="1523609"/>
                          <a:pt x="882650" y="1526117"/>
                          <a:pt x="889000" y="1530350"/>
                        </a:cubicBezTo>
                        <a:cubicBezTo>
                          <a:pt x="893233" y="1536700"/>
                          <a:pt x="898287" y="1542574"/>
                          <a:pt x="901700" y="1549400"/>
                        </a:cubicBezTo>
                        <a:cubicBezTo>
                          <a:pt x="904693" y="1555387"/>
                          <a:pt x="904799" y="1562599"/>
                          <a:pt x="908050" y="1568450"/>
                        </a:cubicBezTo>
                        <a:cubicBezTo>
                          <a:pt x="915463" y="1581793"/>
                          <a:pt x="928623" y="1592070"/>
                          <a:pt x="933450" y="1606550"/>
                        </a:cubicBezTo>
                        <a:cubicBezTo>
                          <a:pt x="958508" y="1681725"/>
                          <a:pt x="931818" y="1607639"/>
                          <a:pt x="965200" y="1682750"/>
                        </a:cubicBezTo>
                        <a:cubicBezTo>
                          <a:pt x="967918" y="1688867"/>
                          <a:pt x="968557" y="1695813"/>
                          <a:pt x="971550" y="1701800"/>
                        </a:cubicBezTo>
                        <a:cubicBezTo>
                          <a:pt x="979209" y="1717118"/>
                          <a:pt x="993225" y="1737488"/>
                          <a:pt x="1003300" y="1752600"/>
                        </a:cubicBezTo>
                        <a:cubicBezTo>
                          <a:pt x="1012643" y="1799317"/>
                          <a:pt x="1003663" y="1775370"/>
                          <a:pt x="1035050" y="1822450"/>
                        </a:cubicBezTo>
                        <a:cubicBezTo>
                          <a:pt x="1038763" y="1828019"/>
                          <a:pt x="1047750" y="1826683"/>
                          <a:pt x="1054100" y="1828800"/>
                        </a:cubicBezTo>
                        <a:cubicBezTo>
                          <a:pt x="1056217" y="1837267"/>
                          <a:pt x="1057012" y="1846178"/>
                          <a:pt x="1060450" y="1854200"/>
                        </a:cubicBezTo>
                        <a:cubicBezTo>
                          <a:pt x="1063456" y="1861215"/>
                          <a:pt x="1070542" y="1866078"/>
                          <a:pt x="1073150" y="1873250"/>
                        </a:cubicBezTo>
                        <a:cubicBezTo>
                          <a:pt x="1079115" y="1889654"/>
                          <a:pt x="1085850" y="1924050"/>
                          <a:pt x="1085850" y="1924050"/>
                        </a:cubicBezTo>
                        <a:cubicBezTo>
                          <a:pt x="1087429" y="1947730"/>
                          <a:pt x="1090412" y="2028487"/>
                          <a:pt x="1098550" y="2063750"/>
                        </a:cubicBezTo>
                        <a:cubicBezTo>
                          <a:pt x="1101560" y="2076794"/>
                          <a:pt x="1107017" y="2089150"/>
                          <a:pt x="1111250" y="2101850"/>
                        </a:cubicBezTo>
                        <a:cubicBezTo>
                          <a:pt x="1119393" y="2126279"/>
                          <a:pt x="1119717" y="2152650"/>
                          <a:pt x="1123950" y="2178050"/>
                        </a:cubicBezTo>
                        <a:cubicBezTo>
                          <a:pt x="1125205" y="2185578"/>
                          <a:pt x="1136650" y="2197100"/>
                          <a:pt x="1136650" y="219710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31" name="Freeform 1430"/>
                  <p:cNvSpPr/>
                  <p:nvPr/>
                </p:nvSpPr>
                <p:spPr>
                  <a:xfrm>
                    <a:off x="6709851" y="6133498"/>
                    <a:ext cx="137450" cy="229083"/>
                  </a:xfrm>
                  <a:custGeom>
                    <a:avLst/>
                    <a:gdLst>
                      <a:gd name="connsiteX0" fmla="*/ 0 w 209550"/>
                      <a:gd name="connsiteY0" fmla="*/ 0 h 349250"/>
                      <a:gd name="connsiteX1" fmla="*/ 25400 w 209550"/>
                      <a:gd name="connsiteY1" fmla="*/ 31750 h 349250"/>
                      <a:gd name="connsiteX2" fmla="*/ 57150 w 209550"/>
                      <a:gd name="connsiteY2" fmla="*/ 38100 h 349250"/>
                      <a:gd name="connsiteX3" fmla="*/ 158750 w 209550"/>
                      <a:gd name="connsiteY3" fmla="*/ 57150 h 349250"/>
                      <a:gd name="connsiteX4" fmla="*/ 165100 w 209550"/>
                      <a:gd name="connsiteY4" fmla="*/ 76200 h 349250"/>
                      <a:gd name="connsiteX5" fmla="*/ 177800 w 209550"/>
                      <a:gd name="connsiteY5" fmla="*/ 95250 h 349250"/>
                      <a:gd name="connsiteX6" fmla="*/ 184150 w 209550"/>
                      <a:gd name="connsiteY6" fmla="*/ 139700 h 349250"/>
                      <a:gd name="connsiteX7" fmla="*/ 190500 w 209550"/>
                      <a:gd name="connsiteY7" fmla="*/ 158750 h 349250"/>
                      <a:gd name="connsiteX8" fmla="*/ 196850 w 209550"/>
                      <a:gd name="connsiteY8" fmla="*/ 190500 h 349250"/>
                      <a:gd name="connsiteX9" fmla="*/ 209550 w 209550"/>
                      <a:gd name="connsiteY9" fmla="*/ 266700 h 349250"/>
                      <a:gd name="connsiteX10" fmla="*/ 203200 w 209550"/>
                      <a:gd name="connsiteY10" fmla="*/ 349250 h 34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9550" h="349250">
                        <a:moveTo>
                          <a:pt x="0" y="0"/>
                        </a:moveTo>
                        <a:cubicBezTo>
                          <a:pt x="8467" y="10583"/>
                          <a:pt x="14123" y="24232"/>
                          <a:pt x="25400" y="31750"/>
                        </a:cubicBezTo>
                        <a:cubicBezTo>
                          <a:pt x="34380" y="37737"/>
                          <a:pt x="46737" y="35260"/>
                          <a:pt x="57150" y="38100"/>
                        </a:cubicBezTo>
                        <a:cubicBezTo>
                          <a:pt x="135880" y="59572"/>
                          <a:pt x="49435" y="46218"/>
                          <a:pt x="158750" y="57150"/>
                        </a:cubicBezTo>
                        <a:cubicBezTo>
                          <a:pt x="160867" y="63500"/>
                          <a:pt x="162107" y="70213"/>
                          <a:pt x="165100" y="76200"/>
                        </a:cubicBezTo>
                        <a:cubicBezTo>
                          <a:pt x="168513" y="83026"/>
                          <a:pt x="175607" y="87940"/>
                          <a:pt x="177800" y="95250"/>
                        </a:cubicBezTo>
                        <a:cubicBezTo>
                          <a:pt x="182101" y="109586"/>
                          <a:pt x="181215" y="125024"/>
                          <a:pt x="184150" y="139700"/>
                        </a:cubicBezTo>
                        <a:cubicBezTo>
                          <a:pt x="185463" y="146264"/>
                          <a:pt x="188877" y="152256"/>
                          <a:pt x="190500" y="158750"/>
                        </a:cubicBezTo>
                        <a:cubicBezTo>
                          <a:pt x="193118" y="169221"/>
                          <a:pt x="195324" y="179816"/>
                          <a:pt x="196850" y="190500"/>
                        </a:cubicBezTo>
                        <a:cubicBezTo>
                          <a:pt x="207484" y="264936"/>
                          <a:pt x="195901" y="225753"/>
                          <a:pt x="209550" y="266700"/>
                        </a:cubicBezTo>
                        <a:cubicBezTo>
                          <a:pt x="202265" y="332265"/>
                          <a:pt x="203200" y="304683"/>
                          <a:pt x="203200" y="349250"/>
                        </a:cubicBezTo>
                      </a:path>
                    </a:pathLst>
                  </a:custGeom>
                  <a:noFill/>
                  <a:ln w="12700" cap="flat" cmpd="sng" algn="ctr">
                    <a:solidFill>
                      <a:schemeClr val="accent5"/>
                    </a:solidFill>
                    <a:prstDash val="solid"/>
                  </a:ln>
                  <a:effectLst/>
                </p:spPr>
                <p:txBody>
                  <a:bodyPr rtlCol="0" anchor="ctr"/>
                  <a:lstStyle/>
                  <a:p>
                    <a:pPr algn="ctr" defTabSz="829178">
                      <a:defRPr/>
                    </a:pPr>
                    <a:endParaRPr lang="en-AU" sz="1632" kern="0">
                      <a:latin typeface="Arial"/>
                    </a:endParaRPr>
                  </a:p>
                </p:txBody>
              </p:sp>
              <p:sp>
                <p:nvSpPr>
                  <p:cNvPr id="1432" name="Freeform 1431"/>
                  <p:cNvSpPr/>
                  <p:nvPr/>
                </p:nvSpPr>
                <p:spPr>
                  <a:xfrm>
                    <a:off x="9050944" y="5772170"/>
                    <a:ext cx="116158" cy="562296"/>
                  </a:xfrm>
                  <a:custGeom>
                    <a:avLst/>
                    <a:gdLst>
                      <a:gd name="connsiteX0" fmla="*/ 0 w 177089"/>
                      <a:gd name="connsiteY0" fmla="*/ 0 h 857250"/>
                      <a:gd name="connsiteX1" fmla="*/ 14288 w 177089"/>
                      <a:gd name="connsiteY1" fmla="*/ 52387 h 857250"/>
                      <a:gd name="connsiteX2" fmla="*/ 19050 w 177089"/>
                      <a:gd name="connsiteY2" fmla="*/ 66675 h 857250"/>
                      <a:gd name="connsiteX3" fmla="*/ 28575 w 177089"/>
                      <a:gd name="connsiteY3" fmla="*/ 80962 h 857250"/>
                      <a:gd name="connsiteX4" fmla="*/ 38100 w 177089"/>
                      <a:gd name="connsiteY4" fmla="*/ 109537 h 857250"/>
                      <a:gd name="connsiteX5" fmla="*/ 57150 w 177089"/>
                      <a:gd name="connsiteY5" fmla="*/ 138112 h 857250"/>
                      <a:gd name="connsiteX6" fmla="*/ 66675 w 177089"/>
                      <a:gd name="connsiteY6" fmla="*/ 176212 h 857250"/>
                      <a:gd name="connsiteX7" fmla="*/ 85725 w 177089"/>
                      <a:gd name="connsiteY7" fmla="*/ 219075 h 857250"/>
                      <a:gd name="connsiteX8" fmla="*/ 114300 w 177089"/>
                      <a:gd name="connsiteY8" fmla="*/ 242887 h 857250"/>
                      <a:gd name="connsiteX9" fmla="*/ 123825 w 177089"/>
                      <a:gd name="connsiteY9" fmla="*/ 257175 h 857250"/>
                      <a:gd name="connsiteX10" fmla="*/ 138113 w 177089"/>
                      <a:gd name="connsiteY10" fmla="*/ 285750 h 857250"/>
                      <a:gd name="connsiteX11" fmla="*/ 142875 w 177089"/>
                      <a:gd name="connsiteY11" fmla="*/ 300037 h 857250"/>
                      <a:gd name="connsiteX12" fmla="*/ 152400 w 177089"/>
                      <a:gd name="connsiteY12" fmla="*/ 314325 h 857250"/>
                      <a:gd name="connsiteX13" fmla="*/ 147638 w 177089"/>
                      <a:gd name="connsiteY13" fmla="*/ 366712 h 857250"/>
                      <a:gd name="connsiteX14" fmla="*/ 133350 w 177089"/>
                      <a:gd name="connsiteY14" fmla="*/ 409575 h 857250"/>
                      <a:gd name="connsiteX15" fmla="*/ 123825 w 177089"/>
                      <a:gd name="connsiteY15" fmla="*/ 423862 h 857250"/>
                      <a:gd name="connsiteX16" fmla="*/ 109538 w 177089"/>
                      <a:gd name="connsiteY16" fmla="*/ 452437 h 857250"/>
                      <a:gd name="connsiteX17" fmla="*/ 100013 w 177089"/>
                      <a:gd name="connsiteY17" fmla="*/ 481012 h 857250"/>
                      <a:gd name="connsiteX18" fmla="*/ 90488 w 177089"/>
                      <a:gd name="connsiteY18" fmla="*/ 495300 h 857250"/>
                      <a:gd name="connsiteX19" fmla="*/ 80963 w 177089"/>
                      <a:gd name="connsiteY19" fmla="*/ 523875 h 857250"/>
                      <a:gd name="connsiteX20" fmla="*/ 85725 w 177089"/>
                      <a:gd name="connsiteY20" fmla="*/ 557212 h 857250"/>
                      <a:gd name="connsiteX21" fmla="*/ 114300 w 177089"/>
                      <a:gd name="connsiteY21" fmla="*/ 604837 h 857250"/>
                      <a:gd name="connsiteX22" fmla="*/ 133350 w 177089"/>
                      <a:gd name="connsiteY22" fmla="*/ 633412 h 857250"/>
                      <a:gd name="connsiteX23" fmla="*/ 147638 w 177089"/>
                      <a:gd name="connsiteY23" fmla="*/ 647700 h 857250"/>
                      <a:gd name="connsiteX24" fmla="*/ 166688 w 177089"/>
                      <a:gd name="connsiteY24" fmla="*/ 690562 h 857250"/>
                      <a:gd name="connsiteX25" fmla="*/ 171450 w 177089"/>
                      <a:gd name="connsiteY25" fmla="*/ 771525 h 857250"/>
                      <a:gd name="connsiteX26" fmla="*/ 128588 w 177089"/>
                      <a:gd name="connsiteY26" fmla="*/ 809625 h 857250"/>
                      <a:gd name="connsiteX27" fmla="*/ 114300 w 177089"/>
                      <a:gd name="connsiteY27" fmla="*/ 823912 h 857250"/>
                      <a:gd name="connsiteX28" fmla="*/ 109538 w 177089"/>
                      <a:gd name="connsiteY28" fmla="*/ 842962 h 857250"/>
                      <a:gd name="connsiteX29" fmla="*/ 100013 w 177089"/>
                      <a:gd name="connsiteY29"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7089" h="857250">
                        <a:moveTo>
                          <a:pt x="0" y="0"/>
                        </a:moveTo>
                        <a:cubicBezTo>
                          <a:pt x="6733" y="33661"/>
                          <a:pt x="2202" y="16129"/>
                          <a:pt x="14288" y="52387"/>
                        </a:cubicBezTo>
                        <a:cubicBezTo>
                          <a:pt x="15875" y="57150"/>
                          <a:pt x="16265" y="62498"/>
                          <a:pt x="19050" y="66675"/>
                        </a:cubicBezTo>
                        <a:cubicBezTo>
                          <a:pt x="22225" y="71437"/>
                          <a:pt x="26250" y="75732"/>
                          <a:pt x="28575" y="80962"/>
                        </a:cubicBezTo>
                        <a:cubicBezTo>
                          <a:pt x="32653" y="90137"/>
                          <a:pt x="34925" y="100012"/>
                          <a:pt x="38100" y="109537"/>
                        </a:cubicBezTo>
                        <a:cubicBezTo>
                          <a:pt x="41720" y="120397"/>
                          <a:pt x="57150" y="138112"/>
                          <a:pt x="57150" y="138112"/>
                        </a:cubicBezTo>
                        <a:cubicBezTo>
                          <a:pt x="60325" y="150812"/>
                          <a:pt x="62535" y="163793"/>
                          <a:pt x="66675" y="176212"/>
                        </a:cubicBezTo>
                        <a:cubicBezTo>
                          <a:pt x="73596" y="196976"/>
                          <a:pt x="73147" y="203982"/>
                          <a:pt x="85725" y="219075"/>
                        </a:cubicBezTo>
                        <a:cubicBezTo>
                          <a:pt x="97182" y="232824"/>
                          <a:pt x="100254" y="233523"/>
                          <a:pt x="114300" y="242887"/>
                        </a:cubicBezTo>
                        <a:cubicBezTo>
                          <a:pt x="117475" y="247650"/>
                          <a:pt x="121265" y="252055"/>
                          <a:pt x="123825" y="257175"/>
                        </a:cubicBezTo>
                        <a:cubicBezTo>
                          <a:pt x="143544" y="296611"/>
                          <a:pt x="110815" y="244801"/>
                          <a:pt x="138113" y="285750"/>
                        </a:cubicBezTo>
                        <a:cubicBezTo>
                          <a:pt x="139700" y="290512"/>
                          <a:pt x="140630" y="295547"/>
                          <a:pt x="142875" y="300037"/>
                        </a:cubicBezTo>
                        <a:cubicBezTo>
                          <a:pt x="145435" y="305157"/>
                          <a:pt x="151992" y="308616"/>
                          <a:pt x="152400" y="314325"/>
                        </a:cubicBezTo>
                        <a:cubicBezTo>
                          <a:pt x="153649" y="331815"/>
                          <a:pt x="150685" y="349444"/>
                          <a:pt x="147638" y="366712"/>
                        </a:cubicBezTo>
                        <a:cubicBezTo>
                          <a:pt x="147637" y="366717"/>
                          <a:pt x="135732" y="402429"/>
                          <a:pt x="133350" y="409575"/>
                        </a:cubicBezTo>
                        <a:cubicBezTo>
                          <a:pt x="131540" y="415005"/>
                          <a:pt x="127000" y="419100"/>
                          <a:pt x="123825" y="423862"/>
                        </a:cubicBezTo>
                        <a:cubicBezTo>
                          <a:pt x="106462" y="475957"/>
                          <a:pt x="134151" y="397059"/>
                          <a:pt x="109538" y="452437"/>
                        </a:cubicBezTo>
                        <a:cubicBezTo>
                          <a:pt x="105460" y="461612"/>
                          <a:pt x="103188" y="471487"/>
                          <a:pt x="100013" y="481012"/>
                        </a:cubicBezTo>
                        <a:cubicBezTo>
                          <a:pt x="98203" y="486442"/>
                          <a:pt x="92813" y="490069"/>
                          <a:pt x="90488" y="495300"/>
                        </a:cubicBezTo>
                        <a:cubicBezTo>
                          <a:pt x="86410" y="504475"/>
                          <a:pt x="80963" y="523875"/>
                          <a:pt x="80963" y="523875"/>
                        </a:cubicBezTo>
                        <a:cubicBezTo>
                          <a:pt x="82550" y="534987"/>
                          <a:pt x="82772" y="546382"/>
                          <a:pt x="85725" y="557212"/>
                        </a:cubicBezTo>
                        <a:cubicBezTo>
                          <a:pt x="89104" y="569603"/>
                          <a:pt x="109476" y="597602"/>
                          <a:pt x="114300" y="604837"/>
                        </a:cubicBezTo>
                        <a:lnTo>
                          <a:pt x="133350" y="633412"/>
                        </a:lnTo>
                        <a:lnTo>
                          <a:pt x="147638" y="647700"/>
                        </a:lnTo>
                        <a:cubicBezTo>
                          <a:pt x="158973" y="681705"/>
                          <a:pt x="151594" y="667921"/>
                          <a:pt x="166688" y="690562"/>
                        </a:cubicBezTo>
                        <a:cubicBezTo>
                          <a:pt x="175216" y="724675"/>
                          <a:pt x="182582" y="735345"/>
                          <a:pt x="171450" y="771525"/>
                        </a:cubicBezTo>
                        <a:cubicBezTo>
                          <a:pt x="164702" y="793456"/>
                          <a:pt x="142988" y="795226"/>
                          <a:pt x="128588" y="809625"/>
                        </a:cubicBezTo>
                        <a:lnTo>
                          <a:pt x="114300" y="823912"/>
                        </a:lnTo>
                        <a:cubicBezTo>
                          <a:pt x="112713" y="830262"/>
                          <a:pt x="112116" y="836946"/>
                          <a:pt x="109538" y="842962"/>
                        </a:cubicBezTo>
                        <a:cubicBezTo>
                          <a:pt x="107283" y="848223"/>
                          <a:pt x="100013" y="857250"/>
                          <a:pt x="100013" y="85725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33" name="Freeform 1432"/>
                  <p:cNvSpPr/>
                  <p:nvPr/>
                </p:nvSpPr>
                <p:spPr>
                  <a:xfrm>
                    <a:off x="8688642" y="6361373"/>
                    <a:ext cx="352998" cy="474835"/>
                  </a:xfrm>
                  <a:custGeom>
                    <a:avLst/>
                    <a:gdLst>
                      <a:gd name="connsiteX0" fmla="*/ 538163 w 538163"/>
                      <a:gd name="connsiteY0" fmla="*/ 0 h 723912"/>
                      <a:gd name="connsiteX1" fmla="*/ 523875 w 538163"/>
                      <a:gd name="connsiteY1" fmla="*/ 23813 h 723912"/>
                      <a:gd name="connsiteX2" fmla="*/ 514350 w 538163"/>
                      <a:gd name="connsiteY2" fmla="*/ 38100 h 723912"/>
                      <a:gd name="connsiteX3" fmla="*/ 485775 w 538163"/>
                      <a:gd name="connsiteY3" fmla="*/ 95250 h 723912"/>
                      <a:gd name="connsiteX4" fmla="*/ 476250 w 538163"/>
                      <a:gd name="connsiteY4" fmla="*/ 109538 h 723912"/>
                      <a:gd name="connsiteX5" fmla="*/ 466725 w 538163"/>
                      <a:gd name="connsiteY5" fmla="*/ 123825 h 723912"/>
                      <a:gd name="connsiteX6" fmla="*/ 447675 w 538163"/>
                      <a:gd name="connsiteY6" fmla="*/ 147638 h 723912"/>
                      <a:gd name="connsiteX7" fmla="*/ 438150 w 538163"/>
                      <a:gd name="connsiteY7" fmla="*/ 161925 h 723912"/>
                      <a:gd name="connsiteX8" fmla="*/ 423863 w 538163"/>
                      <a:gd name="connsiteY8" fmla="*/ 176213 h 723912"/>
                      <a:gd name="connsiteX9" fmla="*/ 419100 w 538163"/>
                      <a:gd name="connsiteY9" fmla="*/ 190500 h 723912"/>
                      <a:gd name="connsiteX10" fmla="*/ 414338 w 538163"/>
                      <a:gd name="connsiteY10" fmla="*/ 228600 h 723912"/>
                      <a:gd name="connsiteX11" fmla="*/ 400050 w 538163"/>
                      <a:gd name="connsiteY11" fmla="*/ 242888 h 723912"/>
                      <a:gd name="connsiteX12" fmla="*/ 381000 w 538163"/>
                      <a:gd name="connsiteY12" fmla="*/ 271463 h 723912"/>
                      <a:gd name="connsiteX13" fmla="*/ 371475 w 538163"/>
                      <a:gd name="connsiteY13" fmla="*/ 285750 h 723912"/>
                      <a:gd name="connsiteX14" fmla="*/ 361950 w 538163"/>
                      <a:gd name="connsiteY14" fmla="*/ 300038 h 723912"/>
                      <a:gd name="connsiteX15" fmla="*/ 357188 w 538163"/>
                      <a:gd name="connsiteY15" fmla="*/ 314325 h 723912"/>
                      <a:gd name="connsiteX16" fmla="*/ 342900 w 538163"/>
                      <a:gd name="connsiteY16" fmla="*/ 319088 h 723912"/>
                      <a:gd name="connsiteX17" fmla="*/ 309563 w 538163"/>
                      <a:gd name="connsiteY17" fmla="*/ 323850 h 723912"/>
                      <a:gd name="connsiteX18" fmla="*/ 295275 w 538163"/>
                      <a:gd name="connsiteY18" fmla="*/ 352425 h 723912"/>
                      <a:gd name="connsiteX19" fmla="*/ 285750 w 538163"/>
                      <a:gd name="connsiteY19" fmla="*/ 366713 h 723912"/>
                      <a:gd name="connsiteX20" fmla="*/ 271463 w 538163"/>
                      <a:gd name="connsiteY20" fmla="*/ 395288 h 723912"/>
                      <a:gd name="connsiteX21" fmla="*/ 266700 w 538163"/>
                      <a:gd name="connsiteY21" fmla="*/ 409575 h 723912"/>
                      <a:gd name="connsiteX22" fmla="*/ 247650 w 538163"/>
                      <a:gd name="connsiteY22" fmla="*/ 438150 h 723912"/>
                      <a:gd name="connsiteX23" fmla="*/ 238125 w 538163"/>
                      <a:gd name="connsiteY23" fmla="*/ 452438 h 723912"/>
                      <a:gd name="connsiteX24" fmla="*/ 223838 w 538163"/>
                      <a:gd name="connsiteY24" fmla="*/ 495300 h 723912"/>
                      <a:gd name="connsiteX25" fmla="*/ 214313 w 538163"/>
                      <a:gd name="connsiteY25" fmla="*/ 509588 h 723912"/>
                      <a:gd name="connsiteX26" fmla="*/ 200025 w 538163"/>
                      <a:gd name="connsiteY26" fmla="*/ 538163 h 723912"/>
                      <a:gd name="connsiteX27" fmla="*/ 190500 w 538163"/>
                      <a:gd name="connsiteY27" fmla="*/ 590550 h 723912"/>
                      <a:gd name="connsiteX28" fmla="*/ 185738 w 538163"/>
                      <a:gd name="connsiteY28" fmla="*/ 604838 h 723912"/>
                      <a:gd name="connsiteX29" fmla="*/ 171450 w 538163"/>
                      <a:gd name="connsiteY29" fmla="*/ 609600 h 723912"/>
                      <a:gd name="connsiteX30" fmla="*/ 142875 w 538163"/>
                      <a:gd name="connsiteY30" fmla="*/ 628650 h 723912"/>
                      <a:gd name="connsiteX31" fmla="*/ 128588 w 538163"/>
                      <a:gd name="connsiteY31" fmla="*/ 633413 h 723912"/>
                      <a:gd name="connsiteX32" fmla="*/ 114300 w 538163"/>
                      <a:gd name="connsiteY32" fmla="*/ 642938 h 723912"/>
                      <a:gd name="connsiteX33" fmla="*/ 95250 w 538163"/>
                      <a:gd name="connsiteY33" fmla="*/ 647700 h 723912"/>
                      <a:gd name="connsiteX34" fmla="*/ 66675 w 538163"/>
                      <a:gd name="connsiteY34" fmla="*/ 657225 h 723912"/>
                      <a:gd name="connsiteX35" fmla="*/ 23813 w 538163"/>
                      <a:gd name="connsiteY35" fmla="*/ 681038 h 723912"/>
                      <a:gd name="connsiteX36" fmla="*/ 14288 w 538163"/>
                      <a:gd name="connsiteY36" fmla="*/ 695325 h 723912"/>
                      <a:gd name="connsiteX37" fmla="*/ 0 w 538163"/>
                      <a:gd name="connsiteY37" fmla="*/ 723900 h 72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38163" h="723912">
                        <a:moveTo>
                          <a:pt x="538163" y="0"/>
                        </a:moveTo>
                        <a:cubicBezTo>
                          <a:pt x="533400" y="7938"/>
                          <a:pt x="528781" y="15963"/>
                          <a:pt x="523875" y="23813"/>
                        </a:cubicBezTo>
                        <a:cubicBezTo>
                          <a:pt x="520841" y="28667"/>
                          <a:pt x="516675" y="32870"/>
                          <a:pt x="514350" y="38100"/>
                        </a:cubicBezTo>
                        <a:cubicBezTo>
                          <a:pt x="488058" y="97256"/>
                          <a:pt x="525384" y="35836"/>
                          <a:pt x="485775" y="95250"/>
                        </a:cubicBezTo>
                        <a:lnTo>
                          <a:pt x="476250" y="109538"/>
                        </a:lnTo>
                        <a:lnTo>
                          <a:pt x="466725" y="123825"/>
                        </a:lnTo>
                        <a:cubicBezTo>
                          <a:pt x="457455" y="151640"/>
                          <a:pt x="469217" y="126097"/>
                          <a:pt x="447675" y="147638"/>
                        </a:cubicBezTo>
                        <a:cubicBezTo>
                          <a:pt x="443628" y="151685"/>
                          <a:pt x="441814" y="157528"/>
                          <a:pt x="438150" y="161925"/>
                        </a:cubicBezTo>
                        <a:cubicBezTo>
                          <a:pt x="433838" y="167099"/>
                          <a:pt x="428625" y="171450"/>
                          <a:pt x="423863" y="176213"/>
                        </a:cubicBezTo>
                        <a:cubicBezTo>
                          <a:pt x="422275" y="180975"/>
                          <a:pt x="419998" y="185561"/>
                          <a:pt x="419100" y="190500"/>
                        </a:cubicBezTo>
                        <a:cubicBezTo>
                          <a:pt x="416810" y="203092"/>
                          <a:pt x="418712" y="216572"/>
                          <a:pt x="414338" y="228600"/>
                        </a:cubicBezTo>
                        <a:cubicBezTo>
                          <a:pt x="412036" y="234930"/>
                          <a:pt x="404185" y="237571"/>
                          <a:pt x="400050" y="242888"/>
                        </a:cubicBezTo>
                        <a:cubicBezTo>
                          <a:pt x="393022" y="251924"/>
                          <a:pt x="387350" y="261938"/>
                          <a:pt x="381000" y="271463"/>
                        </a:cubicBezTo>
                        <a:lnTo>
                          <a:pt x="371475" y="285750"/>
                        </a:lnTo>
                        <a:lnTo>
                          <a:pt x="361950" y="300038"/>
                        </a:lnTo>
                        <a:cubicBezTo>
                          <a:pt x="360363" y="304800"/>
                          <a:pt x="360738" y="310775"/>
                          <a:pt x="357188" y="314325"/>
                        </a:cubicBezTo>
                        <a:cubicBezTo>
                          <a:pt x="353638" y="317875"/>
                          <a:pt x="347823" y="318103"/>
                          <a:pt x="342900" y="319088"/>
                        </a:cubicBezTo>
                        <a:cubicBezTo>
                          <a:pt x="331893" y="321289"/>
                          <a:pt x="320675" y="322263"/>
                          <a:pt x="309563" y="323850"/>
                        </a:cubicBezTo>
                        <a:cubicBezTo>
                          <a:pt x="282265" y="364799"/>
                          <a:pt x="314994" y="312989"/>
                          <a:pt x="295275" y="352425"/>
                        </a:cubicBezTo>
                        <a:cubicBezTo>
                          <a:pt x="292715" y="357545"/>
                          <a:pt x="288925" y="361950"/>
                          <a:pt x="285750" y="366713"/>
                        </a:cubicBezTo>
                        <a:cubicBezTo>
                          <a:pt x="273783" y="402616"/>
                          <a:pt x="289924" y="358367"/>
                          <a:pt x="271463" y="395288"/>
                        </a:cubicBezTo>
                        <a:cubicBezTo>
                          <a:pt x="269218" y="399778"/>
                          <a:pt x="269138" y="405187"/>
                          <a:pt x="266700" y="409575"/>
                        </a:cubicBezTo>
                        <a:cubicBezTo>
                          <a:pt x="261140" y="419582"/>
                          <a:pt x="254000" y="428625"/>
                          <a:pt x="247650" y="438150"/>
                        </a:cubicBezTo>
                        <a:lnTo>
                          <a:pt x="238125" y="452438"/>
                        </a:lnTo>
                        <a:lnTo>
                          <a:pt x="223838" y="495300"/>
                        </a:lnTo>
                        <a:cubicBezTo>
                          <a:pt x="222028" y="500730"/>
                          <a:pt x="216873" y="504468"/>
                          <a:pt x="214313" y="509588"/>
                        </a:cubicBezTo>
                        <a:cubicBezTo>
                          <a:pt x="194594" y="549024"/>
                          <a:pt x="227323" y="497214"/>
                          <a:pt x="200025" y="538163"/>
                        </a:cubicBezTo>
                        <a:cubicBezTo>
                          <a:pt x="196169" y="565155"/>
                          <a:pt x="196918" y="568088"/>
                          <a:pt x="190500" y="590550"/>
                        </a:cubicBezTo>
                        <a:cubicBezTo>
                          <a:pt x="189121" y="595377"/>
                          <a:pt x="189288" y="601288"/>
                          <a:pt x="185738" y="604838"/>
                        </a:cubicBezTo>
                        <a:cubicBezTo>
                          <a:pt x="182188" y="608388"/>
                          <a:pt x="176213" y="608013"/>
                          <a:pt x="171450" y="609600"/>
                        </a:cubicBezTo>
                        <a:cubicBezTo>
                          <a:pt x="161925" y="615950"/>
                          <a:pt x="153735" y="625029"/>
                          <a:pt x="142875" y="628650"/>
                        </a:cubicBezTo>
                        <a:cubicBezTo>
                          <a:pt x="138113" y="630238"/>
                          <a:pt x="133078" y="631168"/>
                          <a:pt x="128588" y="633413"/>
                        </a:cubicBezTo>
                        <a:cubicBezTo>
                          <a:pt x="123468" y="635973"/>
                          <a:pt x="119561" y="640683"/>
                          <a:pt x="114300" y="642938"/>
                        </a:cubicBezTo>
                        <a:cubicBezTo>
                          <a:pt x="108284" y="645516"/>
                          <a:pt x="101519" y="645819"/>
                          <a:pt x="95250" y="647700"/>
                        </a:cubicBezTo>
                        <a:cubicBezTo>
                          <a:pt x="85633" y="650585"/>
                          <a:pt x="66675" y="657225"/>
                          <a:pt x="66675" y="657225"/>
                        </a:cubicBezTo>
                        <a:cubicBezTo>
                          <a:pt x="33923" y="679060"/>
                          <a:pt x="48960" y="672654"/>
                          <a:pt x="23813" y="681038"/>
                        </a:cubicBezTo>
                        <a:cubicBezTo>
                          <a:pt x="20638" y="685800"/>
                          <a:pt x="16613" y="690095"/>
                          <a:pt x="14288" y="695325"/>
                        </a:cubicBezTo>
                        <a:cubicBezTo>
                          <a:pt x="918" y="725406"/>
                          <a:pt x="15332" y="723900"/>
                          <a:pt x="0" y="72390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grpSp>
            <p:grpSp>
              <p:nvGrpSpPr>
                <p:cNvPr id="1361" name="Group 1360"/>
                <p:cNvGrpSpPr/>
                <p:nvPr/>
              </p:nvGrpSpPr>
              <p:grpSpPr>
                <a:xfrm>
                  <a:off x="3436926" y="2195275"/>
                  <a:ext cx="5821597" cy="4324469"/>
                  <a:chOff x="3331911" y="2509812"/>
                  <a:chExt cx="5821597" cy="4324469"/>
                </a:xfrm>
              </p:grpSpPr>
              <p:sp>
                <p:nvSpPr>
                  <p:cNvPr id="1409" name="Freeform 1408"/>
                  <p:cNvSpPr/>
                  <p:nvPr/>
                </p:nvSpPr>
                <p:spPr>
                  <a:xfrm>
                    <a:off x="7339520" y="4546572"/>
                    <a:ext cx="331193" cy="745562"/>
                  </a:xfrm>
                  <a:custGeom>
                    <a:avLst/>
                    <a:gdLst>
                      <a:gd name="connsiteX0" fmla="*/ 0 w 504922"/>
                      <a:gd name="connsiteY0" fmla="*/ 1136650 h 1136650"/>
                      <a:gd name="connsiteX1" fmla="*/ 12700 w 504922"/>
                      <a:gd name="connsiteY1" fmla="*/ 1104900 h 1136650"/>
                      <a:gd name="connsiteX2" fmla="*/ 25400 w 504922"/>
                      <a:gd name="connsiteY2" fmla="*/ 1066800 h 1136650"/>
                      <a:gd name="connsiteX3" fmla="*/ 50800 w 504922"/>
                      <a:gd name="connsiteY3" fmla="*/ 990600 h 1136650"/>
                      <a:gd name="connsiteX4" fmla="*/ 57150 w 504922"/>
                      <a:gd name="connsiteY4" fmla="*/ 958850 h 1136650"/>
                      <a:gd name="connsiteX5" fmla="*/ 76200 w 504922"/>
                      <a:gd name="connsiteY5" fmla="*/ 920750 h 1136650"/>
                      <a:gd name="connsiteX6" fmla="*/ 114300 w 504922"/>
                      <a:gd name="connsiteY6" fmla="*/ 908050 h 1136650"/>
                      <a:gd name="connsiteX7" fmla="*/ 133350 w 504922"/>
                      <a:gd name="connsiteY7" fmla="*/ 889000 h 1136650"/>
                      <a:gd name="connsiteX8" fmla="*/ 152400 w 504922"/>
                      <a:gd name="connsiteY8" fmla="*/ 882650 h 1136650"/>
                      <a:gd name="connsiteX9" fmla="*/ 158750 w 504922"/>
                      <a:gd name="connsiteY9" fmla="*/ 863600 h 1136650"/>
                      <a:gd name="connsiteX10" fmla="*/ 184150 w 504922"/>
                      <a:gd name="connsiteY10" fmla="*/ 825500 h 1136650"/>
                      <a:gd name="connsiteX11" fmla="*/ 190500 w 504922"/>
                      <a:gd name="connsiteY11" fmla="*/ 806450 h 1136650"/>
                      <a:gd name="connsiteX12" fmla="*/ 209550 w 504922"/>
                      <a:gd name="connsiteY12" fmla="*/ 781050 h 1136650"/>
                      <a:gd name="connsiteX13" fmla="*/ 222250 w 504922"/>
                      <a:gd name="connsiteY13" fmla="*/ 762000 h 1136650"/>
                      <a:gd name="connsiteX14" fmla="*/ 241300 w 504922"/>
                      <a:gd name="connsiteY14" fmla="*/ 749300 h 1136650"/>
                      <a:gd name="connsiteX15" fmla="*/ 247650 w 504922"/>
                      <a:gd name="connsiteY15" fmla="*/ 730250 h 1136650"/>
                      <a:gd name="connsiteX16" fmla="*/ 279400 w 504922"/>
                      <a:gd name="connsiteY16" fmla="*/ 692150 h 1136650"/>
                      <a:gd name="connsiteX17" fmla="*/ 304800 w 504922"/>
                      <a:gd name="connsiteY17" fmla="*/ 647700 h 1136650"/>
                      <a:gd name="connsiteX18" fmla="*/ 311150 w 504922"/>
                      <a:gd name="connsiteY18" fmla="*/ 609600 h 1136650"/>
                      <a:gd name="connsiteX19" fmla="*/ 317500 w 504922"/>
                      <a:gd name="connsiteY19" fmla="*/ 565150 h 1136650"/>
                      <a:gd name="connsiteX20" fmla="*/ 330200 w 504922"/>
                      <a:gd name="connsiteY20" fmla="*/ 501650 h 1136650"/>
                      <a:gd name="connsiteX21" fmla="*/ 355600 w 504922"/>
                      <a:gd name="connsiteY21" fmla="*/ 457200 h 1136650"/>
                      <a:gd name="connsiteX22" fmla="*/ 381000 w 504922"/>
                      <a:gd name="connsiteY22" fmla="*/ 412750 h 1136650"/>
                      <a:gd name="connsiteX23" fmla="*/ 393700 w 504922"/>
                      <a:gd name="connsiteY23" fmla="*/ 374650 h 1136650"/>
                      <a:gd name="connsiteX24" fmla="*/ 400050 w 504922"/>
                      <a:gd name="connsiteY24" fmla="*/ 355600 h 1136650"/>
                      <a:gd name="connsiteX25" fmla="*/ 406400 w 504922"/>
                      <a:gd name="connsiteY25" fmla="*/ 336550 h 1136650"/>
                      <a:gd name="connsiteX26" fmla="*/ 419100 w 504922"/>
                      <a:gd name="connsiteY26" fmla="*/ 285750 h 1136650"/>
                      <a:gd name="connsiteX27" fmla="*/ 425450 w 504922"/>
                      <a:gd name="connsiteY27" fmla="*/ 266700 h 1136650"/>
                      <a:gd name="connsiteX28" fmla="*/ 431800 w 504922"/>
                      <a:gd name="connsiteY28" fmla="*/ 241300 h 1136650"/>
                      <a:gd name="connsiteX29" fmla="*/ 444500 w 504922"/>
                      <a:gd name="connsiteY29" fmla="*/ 203200 h 1136650"/>
                      <a:gd name="connsiteX30" fmla="*/ 457200 w 504922"/>
                      <a:gd name="connsiteY30" fmla="*/ 165100 h 1136650"/>
                      <a:gd name="connsiteX31" fmla="*/ 463550 w 504922"/>
                      <a:gd name="connsiteY31" fmla="*/ 146050 h 1136650"/>
                      <a:gd name="connsiteX32" fmla="*/ 501650 w 504922"/>
                      <a:gd name="connsiteY32" fmla="*/ 69850 h 1136650"/>
                      <a:gd name="connsiteX33" fmla="*/ 501650 w 504922"/>
                      <a:gd name="connsiteY33" fmla="*/ 0 h 113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22" h="1136650">
                        <a:moveTo>
                          <a:pt x="0" y="1136650"/>
                        </a:moveTo>
                        <a:cubicBezTo>
                          <a:pt x="4233" y="1126067"/>
                          <a:pt x="8805" y="1115612"/>
                          <a:pt x="12700" y="1104900"/>
                        </a:cubicBezTo>
                        <a:cubicBezTo>
                          <a:pt x="17275" y="1092319"/>
                          <a:pt x="21167" y="1079500"/>
                          <a:pt x="25400" y="1066800"/>
                        </a:cubicBezTo>
                        <a:lnTo>
                          <a:pt x="50800" y="990600"/>
                        </a:lnTo>
                        <a:cubicBezTo>
                          <a:pt x="54213" y="980361"/>
                          <a:pt x="54532" y="969321"/>
                          <a:pt x="57150" y="958850"/>
                        </a:cubicBezTo>
                        <a:cubicBezTo>
                          <a:pt x="59585" y="949111"/>
                          <a:pt x="67003" y="926498"/>
                          <a:pt x="76200" y="920750"/>
                        </a:cubicBezTo>
                        <a:cubicBezTo>
                          <a:pt x="87552" y="913655"/>
                          <a:pt x="114300" y="908050"/>
                          <a:pt x="114300" y="908050"/>
                        </a:cubicBezTo>
                        <a:cubicBezTo>
                          <a:pt x="120650" y="901700"/>
                          <a:pt x="125878" y="893981"/>
                          <a:pt x="133350" y="889000"/>
                        </a:cubicBezTo>
                        <a:cubicBezTo>
                          <a:pt x="138919" y="885287"/>
                          <a:pt x="147667" y="887383"/>
                          <a:pt x="152400" y="882650"/>
                        </a:cubicBezTo>
                        <a:cubicBezTo>
                          <a:pt x="157133" y="877917"/>
                          <a:pt x="155499" y="869451"/>
                          <a:pt x="158750" y="863600"/>
                        </a:cubicBezTo>
                        <a:cubicBezTo>
                          <a:pt x="166163" y="850257"/>
                          <a:pt x="175683" y="838200"/>
                          <a:pt x="184150" y="825500"/>
                        </a:cubicBezTo>
                        <a:cubicBezTo>
                          <a:pt x="187863" y="819931"/>
                          <a:pt x="187179" y="812262"/>
                          <a:pt x="190500" y="806450"/>
                        </a:cubicBezTo>
                        <a:cubicBezTo>
                          <a:pt x="195751" y="797261"/>
                          <a:pt x="203399" y="789662"/>
                          <a:pt x="209550" y="781050"/>
                        </a:cubicBezTo>
                        <a:cubicBezTo>
                          <a:pt x="213986" y="774840"/>
                          <a:pt x="216854" y="767396"/>
                          <a:pt x="222250" y="762000"/>
                        </a:cubicBezTo>
                        <a:cubicBezTo>
                          <a:pt x="227646" y="756604"/>
                          <a:pt x="234950" y="753533"/>
                          <a:pt x="241300" y="749300"/>
                        </a:cubicBezTo>
                        <a:cubicBezTo>
                          <a:pt x="243417" y="742950"/>
                          <a:pt x="243937" y="735819"/>
                          <a:pt x="247650" y="730250"/>
                        </a:cubicBezTo>
                        <a:cubicBezTo>
                          <a:pt x="275737" y="688119"/>
                          <a:pt x="258625" y="733701"/>
                          <a:pt x="279400" y="692150"/>
                        </a:cubicBezTo>
                        <a:cubicBezTo>
                          <a:pt x="303642" y="643666"/>
                          <a:pt x="258736" y="709119"/>
                          <a:pt x="304800" y="647700"/>
                        </a:cubicBezTo>
                        <a:cubicBezTo>
                          <a:pt x="306917" y="635000"/>
                          <a:pt x="309192" y="622325"/>
                          <a:pt x="311150" y="609600"/>
                        </a:cubicBezTo>
                        <a:cubicBezTo>
                          <a:pt x="313426" y="594807"/>
                          <a:pt x="314899" y="579889"/>
                          <a:pt x="317500" y="565150"/>
                        </a:cubicBezTo>
                        <a:cubicBezTo>
                          <a:pt x="321251" y="543893"/>
                          <a:pt x="325967" y="522817"/>
                          <a:pt x="330200" y="501650"/>
                        </a:cubicBezTo>
                        <a:cubicBezTo>
                          <a:pt x="332502" y="490141"/>
                          <a:pt x="348784" y="467424"/>
                          <a:pt x="355600" y="457200"/>
                        </a:cubicBezTo>
                        <a:cubicBezTo>
                          <a:pt x="373041" y="387436"/>
                          <a:pt x="346608" y="474656"/>
                          <a:pt x="381000" y="412750"/>
                        </a:cubicBezTo>
                        <a:cubicBezTo>
                          <a:pt x="387501" y="401048"/>
                          <a:pt x="389467" y="387350"/>
                          <a:pt x="393700" y="374650"/>
                        </a:cubicBezTo>
                        <a:lnTo>
                          <a:pt x="400050" y="355600"/>
                        </a:lnTo>
                        <a:cubicBezTo>
                          <a:pt x="402167" y="349250"/>
                          <a:pt x="404777" y="343044"/>
                          <a:pt x="406400" y="336550"/>
                        </a:cubicBezTo>
                        <a:cubicBezTo>
                          <a:pt x="410633" y="319617"/>
                          <a:pt x="413580" y="302309"/>
                          <a:pt x="419100" y="285750"/>
                        </a:cubicBezTo>
                        <a:cubicBezTo>
                          <a:pt x="421217" y="279400"/>
                          <a:pt x="423611" y="273136"/>
                          <a:pt x="425450" y="266700"/>
                        </a:cubicBezTo>
                        <a:cubicBezTo>
                          <a:pt x="427848" y="258309"/>
                          <a:pt x="429292" y="249659"/>
                          <a:pt x="431800" y="241300"/>
                        </a:cubicBezTo>
                        <a:cubicBezTo>
                          <a:pt x="435647" y="228478"/>
                          <a:pt x="440267" y="215900"/>
                          <a:pt x="444500" y="203200"/>
                        </a:cubicBezTo>
                        <a:lnTo>
                          <a:pt x="457200" y="165100"/>
                        </a:lnTo>
                        <a:cubicBezTo>
                          <a:pt x="459317" y="158750"/>
                          <a:pt x="459837" y="151619"/>
                          <a:pt x="463550" y="146050"/>
                        </a:cubicBezTo>
                        <a:cubicBezTo>
                          <a:pt x="496376" y="96811"/>
                          <a:pt x="484123" y="122430"/>
                          <a:pt x="501650" y="69850"/>
                        </a:cubicBezTo>
                        <a:cubicBezTo>
                          <a:pt x="509013" y="47761"/>
                          <a:pt x="501650" y="23283"/>
                          <a:pt x="501650" y="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dirty="0">
                      <a:latin typeface="Arial"/>
                    </a:endParaRPr>
                  </a:p>
                </p:txBody>
              </p:sp>
              <p:sp>
                <p:nvSpPr>
                  <p:cNvPr id="1410" name="Freeform 1409"/>
                  <p:cNvSpPr/>
                  <p:nvPr/>
                </p:nvSpPr>
                <p:spPr>
                  <a:xfrm>
                    <a:off x="6659547" y="5283212"/>
                    <a:ext cx="695581" cy="420704"/>
                  </a:xfrm>
                  <a:custGeom>
                    <a:avLst/>
                    <a:gdLst>
                      <a:gd name="connsiteX0" fmla="*/ 1060450 w 1060450"/>
                      <a:gd name="connsiteY0" fmla="*/ 0 h 641386"/>
                      <a:gd name="connsiteX1" fmla="*/ 1028700 w 1060450"/>
                      <a:gd name="connsiteY1" fmla="*/ 12700 h 641386"/>
                      <a:gd name="connsiteX2" fmla="*/ 1009650 w 1060450"/>
                      <a:gd name="connsiteY2" fmla="*/ 19050 h 641386"/>
                      <a:gd name="connsiteX3" fmla="*/ 977900 w 1060450"/>
                      <a:gd name="connsiteY3" fmla="*/ 31750 h 641386"/>
                      <a:gd name="connsiteX4" fmla="*/ 939800 w 1060450"/>
                      <a:gd name="connsiteY4" fmla="*/ 38100 h 641386"/>
                      <a:gd name="connsiteX5" fmla="*/ 895350 w 1060450"/>
                      <a:gd name="connsiteY5" fmla="*/ 50800 h 641386"/>
                      <a:gd name="connsiteX6" fmla="*/ 876300 w 1060450"/>
                      <a:gd name="connsiteY6" fmla="*/ 63500 h 641386"/>
                      <a:gd name="connsiteX7" fmla="*/ 857250 w 1060450"/>
                      <a:gd name="connsiteY7" fmla="*/ 69850 h 641386"/>
                      <a:gd name="connsiteX8" fmla="*/ 800100 w 1060450"/>
                      <a:gd name="connsiteY8" fmla="*/ 101600 h 641386"/>
                      <a:gd name="connsiteX9" fmla="*/ 749300 w 1060450"/>
                      <a:gd name="connsiteY9" fmla="*/ 114300 h 641386"/>
                      <a:gd name="connsiteX10" fmla="*/ 704850 w 1060450"/>
                      <a:gd name="connsiteY10" fmla="*/ 133350 h 641386"/>
                      <a:gd name="connsiteX11" fmla="*/ 685800 w 1060450"/>
                      <a:gd name="connsiteY11" fmla="*/ 146050 h 641386"/>
                      <a:gd name="connsiteX12" fmla="*/ 647700 w 1060450"/>
                      <a:gd name="connsiteY12" fmla="*/ 158750 h 641386"/>
                      <a:gd name="connsiteX13" fmla="*/ 609600 w 1060450"/>
                      <a:gd name="connsiteY13" fmla="*/ 171450 h 641386"/>
                      <a:gd name="connsiteX14" fmla="*/ 590550 w 1060450"/>
                      <a:gd name="connsiteY14" fmla="*/ 177800 h 641386"/>
                      <a:gd name="connsiteX15" fmla="*/ 539750 w 1060450"/>
                      <a:gd name="connsiteY15" fmla="*/ 190500 h 641386"/>
                      <a:gd name="connsiteX16" fmla="*/ 527050 w 1060450"/>
                      <a:gd name="connsiteY16" fmla="*/ 209550 h 641386"/>
                      <a:gd name="connsiteX17" fmla="*/ 488950 w 1060450"/>
                      <a:gd name="connsiteY17" fmla="*/ 234950 h 641386"/>
                      <a:gd name="connsiteX18" fmla="*/ 463550 w 1060450"/>
                      <a:gd name="connsiteY18" fmla="*/ 266700 h 641386"/>
                      <a:gd name="connsiteX19" fmla="*/ 425450 w 1060450"/>
                      <a:gd name="connsiteY19" fmla="*/ 279400 h 641386"/>
                      <a:gd name="connsiteX20" fmla="*/ 406400 w 1060450"/>
                      <a:gd name="connsiteY20" fmla="*/ 292100 h 641386"/>
                      <a:gd name="connsiteX21" fmla="*/ 387350 w 1060450"/>
                      <a:gd name="connsiteY21" fmla="*/ 298450 h 641386"/>
                      <a:gd name="connsiteX22" fmla="*/ 349250 w 1060450"/>
                      <a:gd name="connsiteY22" fmla="*/ 323850 h 641386"/>
                      <a:gd name="connsiteX23" fmla="*/ 336550 w 1060450"/>
                      <a:gd name="connsiteY23" fmla="*/ 342900 h 641386"/>
                      <a:gd name="connsiteX24" fmla="*/ 298450 w 1060450"/>
                      <a:gd name="connsiteY24" fmla="*/ 374650 h 641386"/>
                      <a:gd name="connsiteX25" fmla="*/ 266700 w 1060450"/>
                      <a:gd name="connsiteY25" fmla="*/ 400050 h 641386"/>
                      <a:gd name="connsiteX26" fmla="*/ 254000 w 1060450"/>
                      <a:gd name="connsiteY26" fmla="*/ 419100 h 641386"/>
                      <a:gd name="connsiteX27" fmla="*/ 215900 w 1060450"/>
                      <a:gd name="connsiteY27" fmla="*/ 444500 h 641386"/>
                      <a:gd name="connsiteX28" fmla="*/ 190500 w 1060450"/>
                      <a:gd name="connsiteY28" fmla="*/ 476250 h 641386"/>
                      <a:gd name="connsiteX29" fmla="*/ 177800 w 1060450"/>
                      <a:gd name="connsiteY29" fmla="*/ 495300 h 641386"/>
                      <a:gd name="connsiteX30" fmla="*/ 158750 w 1060450"/>
                      <a:gd name="connsiteY30" fmla="*/ 508000 h 641386"/>
                      <a:gd name="connsiteX31" fmla="*/ 120650 w 1060450"/>
                      <a:gd name="connsiteY31" fmla="*/ 533400 h 641386"/>
                      <a:gd name="connsiteX32" fmla="*/ 63500 w 1060450"/>
                      <a:gd name="connsiteY32" fmla="*/ 571500 h 641386"/>
                      <a:gd name="connsiteX33" fmla="*/ 44450 w 1060450"/>
                      <a:gd name="connsiteY33" fmla="*/ 584200 h 641386"/>
                      <a:gd name="connsiteX34" fmla="*/ 19050 w 1060450"/>
                      <a:gd name="connsiteY34" fmla="*/ 622300 h 641386"/>
                      <a:gd name="connsiteX35" fmla="*/ 0 w 1060450"/>
                      <a:gd name="connsiteY35" fmla="*/ 641350 h 64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60450" h="641386">
                        <a:moveTo>
                          <a:pt x="1060450" y="0"/>
                        </a:moveTo>
                        <a:cubicBezTo>
                          <a:pt x="1049867" y="4233"/>
                          <a:pt x="1039373" y="8698"/>
                          <a:pt x="1028700" y="12700"/>
                        </a:cubicBezTo>
                        <a:cubicBezTo>
                          <a:pt x="1022433" y="15050"/>
                          <a:pt x="1015917" y="16700"/>
                          <a:pt x="1009650" y="19050"/>
                        </a:cubicBezTo>
                        <a:cubicBezTo>
                          <a:pt x="998977" y="23052"/>
                          <a:pt x="988897" y="28751"/>
                          <a:pt x="977900" y="31750"/>
                        </a:cubicBezTo>
                        <a:cubicBezTo>
                          <a:pt x="965478" y="35138"/>
                          <a:pt x="952425" y="35575"/>
                          <a:pt x="939800" y="38100"/>
                        </a:cubicBezTo>
                        <a:cubicBezTo>
                          <a:pt x="919866" y="42087"/>
                          <a:pt x="913506" y="44748"/>
                          <a:pt x="895350" y="50800"/>
                        </a:cubicBezTo>
                        <a:cubicBezTo>
                          <a:pt x="889000" y="55033"/>
                          <a:pt x="883126" y="60087"/>
                          <a:pt x="876300" y="63500"/>
                        </a:cubicBezTo>
                        <a:cubicBezTo>
                          <a:pt x="870313" y="66493"/>
                          <a:pt x="863101" y="66599"/>
                          <a:pt x="857250" y="69850"/>
                        </a:cubicBezTo>
                        <a:cubicBezTo>
                          <a:pt x="812809" y="94539"/>
                          <a:pt x="833968" y="92363"/>
                          <a:pt x="800100" y="101600"/>
                        </a:cubicBezTo>
                        <a:cubicBezTo>
                          <a:pt x="783261" y="106193"/>
                          <a:pt x="749300" y="114300"/>
                          <a:pt x="749300" y="114300"/>
                        </a:cubicBezTo>
                        <a:cubicBezTo>
                          <a:pt x="701474" y="146184"/>
                          <a:pt x="762257" y="108747"/>
                          <a:pt x="704850" y="133350"/>
                        </a:cubicBezTo>
                        <a:cubicBezTo>
                          <a:pt x="697835" y="136356"/>
                          <a:pt x="692774" y="142950"/>
                          <a:pt x="685800" y="146050"/>
                        </a:cubicBezTo>
                        <a:cubicBezTo>
                          <a:pt x="673567" y="151487"/>
                          <a:pt x="660400" y="154517"/>
                          <a:pt x="647700" y="158750"/>
                        </a:cubicBezTo>
                        <a:lnTo>
                          <a:pt x="609600" y="171450"/>
                        </a:lnTo>
                        <a:lnTo>
                          <a:pt x="590550" y="177800"/>
                        </a:lnTo>
                        <a:cubicBezTo>
                          <a:pt x="573991" y="183320"/>
                          <a:pt x="539750" y="190500"/>
                          <a:pt x="539750" y="190500"/>
                        </a:cubicBezTo>
                        <a:cubicBezTo>
                          <a:pt x="535517" y="196850"/>
                          <a:pt x="532793" y="204524"/>
                          <a:pt x="527050" y="209550"/>
                        </a:cubicBezTo>
                        <a:cubicBezTo>
                          <a:pt x="515563" y="219601"/>
                          <a:pt x="488950" y="234950"/>
                          <a:pt x="488950" y="234950"/>
                        </a:cubicBezTo>
                        <a:cubicBezTo>
                          <a:pt x="482064" y="255607"/>
                          <a:pt x="486029" y="256710"/>
                          <a:pt x="463550" y="266700"/>
                        </a:cubicBezTo>
                        <a:cubicBezTo>
                          <a:pt x="451317" y="272137"/>
                          <a:pt x="425450" y="279400"/>
                          <a:pt x="425450" y="279400"/>
                        </a:cubicBezTo>
                        <a:cubicBezTo>
                          <a:pt x="419100" y="283633"/>
                          <a:pt x="413226" y="288687"/>
                          <a:pt x="406400" y="292100"/>
                        </a:cubicBezTo>
                        <a:cubicBezTo>
                          <a:pt x="400413" y="295093"/>
                          <a:pt x="393201" y="295199"/>
                          <a:pt x="387350" y="298450"/>
                        </a:cubicBezTo>
                        <a:cubicBezTo>
                          <a:pt x="374007" y="305863"/>
                          <a:pt x="349250" y="323850"/>
                          <a:pt x="349250" y="323850"/>
                        </a:cubicBezTo>
                        <a:cubicBezTo>
                          <a:pt x="345017" y="330200"/>
                          <a:pt x="341436" y="337037"/>
                          <a:pt x="336550" y="342900"/>
                        </a:cubicBezTo>
                        <a:cubicBezTo>
                          <a:pt x="321271" y="361235"/>
                          <a:pt x="317181" y="362163"/>
                          <a:pt x="298450" y="374650"/>
                        </a:cubicBezTo>
                        <a:cubicBezTo>
                          <a:pt x="262054" y="429245"/>
                          <a:pt x="310517" y="364997"/>
                          <a:pt x="266700" y="400050"/>
                        </a:cubicBezTo>
                        <a:cubicBezTo>
                          <a:pt x="260741" y="404818"/>
                          <a:pt x="259743" y="414074"/>
                          <a:pt x="254000" y="419100"/>
                        </a:cubicBezTo>
                        <a:cubicBezTo>
                          <a:pt x="242513" y="429151"/>
                          <a:pt x="215900" y="444500"/>
                          <a:pt x="215900" y="444500"/>
                        </a:cubicBezTo>
                        <a:cubicBezTo>
                          <a:pt x="203538" y="481586"/>
                          <a:pt x="219223" y="447527"/>
                          <a:pt x="190500" y="476250"/>
                        </a:cubicBezTo>
                        <a:cubicBezTo>
                          <a:pt x="185104" y="481646"/>
                          <a:pt x="183196" y="489904"/>
                          <a:pt x="177800" y="495300"/>
                        </a:cubicBezTo>
                        <a:cubicBezTo>
                          <a:pt x="172404" y="500696"/>
                          <a:pt x="164613" y="503114"/>
                          <a:pt x="158750" y="508000"/>
                        </a:cubicBezTo>
                        <a:cubicBezTo>
                          <a:pt x="127039" y="534426"/>
                          <a:pt x="154128" y="522241"/>
                          <a:pt x="120650" y="533400"/>
                        </a:cubicBezTo>
                        <a:lnTo>
                          <a:pt x="63500" y="571500"/>
                        </a:lnTo>
                        <a:lnTo>
                          <a:pt x="44450" y="584200"/>
                        </a:lnTo>
                        <a:lnTo>
                          <a:pt x="19050" y="622300"/>
                        </a:lnTo>
                        <a:cubicBezTo>
                          <a:pt x="5176" y="643111"/>
                          <a:pt x="13982" y="641350"/>
                          <a:pt x="0" y="64135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1" name="Freeform 1410"/>
                  <p:cNvSpPr/>
                  <p:nvPr/>
                </p:nvSpPr>
                <p:spPr>
                  <a:xfrm>
                    <a:off x="6035096" y="5376135"/>
                    <a:ext cx="587287" cy="332515"/>
                  </a:xfrm>
                  <a:custGeom>
                    <a:avLst/>
                    <a:gdLst>
                      <a:gd name="connsiteX0" fmla="*/ 895350 w 895350"/>
                      <a:gd name="connsiteY0" fmla="*/ 506938 h 506938"/>
                      <a:gd name="connsiteX1" fmla="*/ 838200 w 895350"/>
                      <a:gd name="connsiteY1" fmla="*/ 494238 h 506938"/>
                      <a:gd name="connsiteX2" fmla="*/ 781050 w 895350"/>
                      <a:gd name="connsiteY2" fmla="*/ 475188 h 506938"/>
                      <a:gd name="connsiteX3" fmla="*/ 755650 w 895350"/>
                      <a:gd name="connsiteY3" fmla="*/ 468838 h 506938"/>
                      <a:gd name="connsiteX4" fmla="*/ 736600 w 895350"/>
                      <a:gd name="connsiteY4" fmla="*/ 462488 h 506938"/>
                      <a:gd name="connsiteX5" fmla="*/ 692150 w 895350"/>
                      <a:gd name="connsiteY5" fmla="*/ 443438 h 506938"/>
                      <a:gd name="connsiteX6" fmla="*/ 647700 w 895350"/>
                      <a:gd name="connsiteY6" fmla="*/ 418038 h 506938"/>
                      <a:gd name="connsiteX7" fmla="*/ 628650 w 895350"/>
                      <a:gd name="connsiteY7" fmla="*/ 411688 h 506938"/>
                      <a:gd name="connsiteX8" fmla="*/ 590550 w 895350"/>
                      <a:gd name="connsiteY8" fmla="*/ 392638 h 506938"/>
                      <a:gd name="connsiteX9" fmla="*/ 552450 w 895350"/>
                      <a:gd name="connsiteY9" fmla="*/ 360888 h 506938"/>
                      <a:gd name="connsiteX10" fmla="*/ 533400 w 895350"/>
                      <a:gd name="connsiteY10" fmla="*/ 348188 h 506938"/>
                      <a:gd name="connsiteX11" fmla="*/ 520700 w 895350"/>
                      <a:gd name="connsiteY11" fmla="*/ 329138 h 506938"/>
                      <a:gd name="connsiteX12" fmla="*/ 514350 w 895350"/>
                      <a:gd name="connsiteY12" fmla="*/ 310088 h 506938"/>
                      <a:gd name="connsiteX13" fmla="*/ 476250 w 895350"/>
                      <a:gd name="connsiteY13" fmla="*/ 233888 h 506938"/>
                      <a:gd name="connsiteX14" fmla="*/ 450850 w 895350"/>
                      <a:gd name="connsiteY14" fmla="*/ 195788 h 506938"/>
                      <a:gd name="connsiteX15" fmla="*/ 444500 w 895350"/>
                      <a:gd name="connsiteY15" fmla="*/ 176738 h 506938"/>
                      <a:gd name="connsiteX16" fmla="*/ 400050 w 895350"/>
                      <a:gd name="connsiteY16" fmla="*/ 119588 h 506938"/>
                      <a:gd name="connsiteX17" fmla="*/ 355600 w 895350"/>
                      <a:gd name="connsiteY17" fmla="*/ 75138 h 506938"/>
                      <a:gd name="connsiteX18" fmla="*/ 317500 w 895350"/>
                      <a:gd name="connsiteY18" fmla="*/ 62438 h 506938"/>
                      <a:gd name="connsiteX19" fmla="*/ 260350 w 895350"/>
                      <a:gd name="connsiteY19" fmla="*/ 37038 h 506938"/>
                      <a:gd name="connsiteX20" fmla="*/ 222250 w 895350"/>
                      <a:gd name="connsiteY20" fmla="*/ 24338 h 506938"/>
                      <a:gd name="connsiteX21" fmla="*/ 203200 w 895350"/>
                      <a:gd name="connsiteY21" fmla="*/ 17988 h 506938"/>
                      <a:gd name="connsiteX22" fmla="*/ 165100 w 895350"/>
                      <a:gd name="connsiteY22" fmla="*/ 11638 h 506938"/>
                      <a:gd name="connsiteX23" fmla="*/ 0 w 895350"/>
                      <a:gd name="connsiteY23" fmla="*/ 5288 h 506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5350" h="506938">
                        <a:moveTo>
                          <a:pt x="895350" y="506938"/>
                        </a:moveTo>
                        <a:cubicBezTo>
                          <a:pt x="877223" y="503313"/>
                          <a:pt x="856135" y="499619"/>
                          <a:pt x="838200" y="494238"/>
                        </a:cubicBezTo>
                        <a:cubicBezTo>
                          <a:pt x="818966" y="488468"/>
                          <a:pt x="800100" y="481538"/>
                          <a:pt x="781050" y="475188"/>
                        </a:cubicBezTo>
                        <a:cubicBezTo>
                          <a:pt x="772771" y="472428"/>
                          <a:pt x="764041" y="471236"/>
                          <a:pt x="755650" y="468838"/>
                        </a:cubicBezTo>
                        <a:cubicBezTo>
                          <a:pt x="749214" y="466999"/>
                          <a:pt x="742950" y="464605"/>
                          <a:pt x="736600" y="462488"/>
                        </a:cubicBezTo>
                        <a:cubicBezTo>
                          <a:pt x="697994" y="436751"/>
                          <a:pt x="739013" y="461012"/>
                          <a:pt x="692150" y="443438"/>
                        </a:cubicBezTo>
                        <a:cubicBezTo>
                          <a:pt x="647620" y="426739"/>
                          <a:pt x="684546" y="436461"/>
                          <a:pt x="647700" y="418038"/>
                        </a:cubicBezTo>
                        <a:cubicBezTo>
                          <a:pt x="641713" y="415045"/>
                          <a:pt x="635000" y="413805"/>
                          <a:pt x="628650" y="411688"/>
                        </a:cubicBezTo>
                        <a:cubicBezTo>
                          <a:pt x="574055" y="375292"/>
                          <a:pt x="643130" y="418928"/>
                          <a:pt x="590550" y="392638"/>
                        </a:cubicBezTo>
                        <a:cubicBezTo>
                          <a:pt x="566901" y="380814"/>
                          <a:pt x="573516" y="378443"/>
                          <a:pt x="552450" y="360888"/>
                        </a:cubicBezTo>
                        <a:cubicBezTo>
                          <a:pt x="546587" y="356002"/>
                          <a:pt x="539750" y="352421"/>
                          <a:pt x="533400" y="348188"/>
                        </a:cubicBezTo>
                        <a:cubicBezTo>
                          <a:pt x="529167" y="341838"/>
                          <a:pt x="524113" y="335964"/>
                          <a:pt x="520700" y="329138"/>
                        </a:cubicBezTo>
                        <a:cubicBezTo>
                          <a:pt x="517707" y="323151"/>
                          <a:pt x="517601" y="315939"/>
                          <a:pt x="514350" y="310088"/>
                        </a:cubicBezTo>
                        <a:cubicBezTo>
                          <a:pt x="473318" y="236230"/>
                          <a:pt x="500974" y="308061"/>
                          <a:pt x="476250" y="233888"/>
                        </a:cubicBezTo>
                        <a:cubicBezTo>
                          <a:pt x="471423" y="219408"/>
                          <a:pt x="455677" y="210268"/>
                          <a:pt x="450850" y="195788"/>
                        </a:cubicBezTo>
                        <a:cubicBezTo>
                          <a:pt x="448733" y="189438"/>
                          <a:pt x="447751" y="182589"/>
                          <a:pt x="444500" y="176738"/>
                        </a:cubicBezTo>
                        <a:cubicBezTo>
                          <a:pt x="425512" y="142559"/>
                          <a:pt x="423190" y="142728"/>
                          <a:pt x="400050" y="119588"/>
                        </a:cubicBezTo>
                        <a:cubicBezTo>
                          <a:pt x="391267" y="93239"/>
                          <a:pt x="393811" y="87875"/>
                          <a:pt x="355600" y="75138"/>
                        </a:cubicBezTo>
                        <a:lnTo>
                          <a:pt x="317500" y="62438"/>
                        </a:lnTo>
                        <a:cubicBezTo>
                          <a:pt x="287311" y="42312"/>
                          <a:pt x="305690" y="52151"/>
                          <a:pt x="260350" y="37038"/>
                        </a:cubicBezTo>
                        <a:lnTo>
                          <a:pt x="222250" y="24338"/>
                        </a:lnTo>
                        <a:cubicBezTo>
                          <a:pt x="215900" y="22221"/>
                          <a:pt x="209802" y="19088"/>
                          <a:pt x="203200" y="17988"/>
                        </a:cubicBezTo>
                        <a:lnTo>
                          <a:pt x="165100" y="11638"/>
                        </a:lnTo>
                        <a:cubicBezTo>
                          <a:pt x="99865" y="-10107"/>
                          <a:pt x="152743" y="5288"/>
                          <a:pt x="0" y="5288"/>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2" name="Freeform 1411"/>
                  <p:cNvSpPr/>
                  <p:nvPr/>
                </p:nvSpPr>
                <p:spPr>
                  <a:xfrm>
                    <a:off x="3698964" y="4788152"/>
                    <a:ext cx="2348756" cy="587287"/>
                  </a:xfrm>
                  <a:custGeom>
                    <a:avLst/>
                    <a:gdLst>
                      <a:gd name="connsiteX0" fmla="*/ 3594100 w 3600644"/>
                      <a:gd name="connsiteY0" fmla="*/ 895350 h 895350"/>
                      <a:gd name="connsiteX1" fmla="*/ 3594100 w 3600644"/>
                      <a:gd name="connsiteY1" fmla="*/ 374650 h 895350"/>
                      <a:gd name="connsiteX2" fmla="*/ 3587750 w 3600644"/>
                      <a:gd name="connsiteY2" fmla="*/ 342900 h 895350"/>
                      <a:gd name="connsiteX3" fmla="*/ 3568700 w 3600644"/>
                      <a:gd name="connsiteY3" fmla="*/ 298450 h 895350"/>
                      <a:gd name="connsiteX4" fmla="*/ 3530600 w 3600644"/>
                      <a:gd name="connsiteY4" fmla="*/ 273050 h 895350"/>
                      <a:gd name="connsiteX5" fmla="*/ 3517900 w 3600644"/>
                      <a:gd name="connsiteY5" fmla="*/ 254000 h 895350"/>
                      <a:gd name="connsiteX6" fmla="*/ 3492500 w 3600644"/>
                      <a:gd name="connsiteY6" fmla="*/ 241300 h 895350"/>
                      <a:gd name="connsiteX7" fmla="*/ 3467100 w 3600644"/>
                      <a:gd name="connsiteY7" fmla="*/ 222250 h 895350"/>
                      <a:gd name="connsiteX8" fmla="*/ 3429000 w 3600644"/>
                      <a:gd name="connsiteY8" fmla="*/ 190500 h 895350"/>
                      <a:gd name="connsiteX9" fmla="*/ 3384550 w 3600644"/>
                      <a:gd name="connsiteY9" fmla="*/ 165100 h 895350"/>
                      <a:gd name="connsiteX10" fmla="*/ 3359150 w 3600644"/>
                      <a:gd name="connsiteY10" fmla="*/ 158750 h 895350"/>
                      <a:gd name="connsiteX11" fmla="*/ 3321050 w 3600644"/>
                      <a:gd name="connsiteY11" fmla="*/ 133350 h 895350"/>
                      <a:gd name="connsiteX12" fmla="*/ 3276600 w 3600644"/>
                      <a:gd name="connsiteY12" fmla="*/ 107950 h 895350"/>
                      <a:gd name="connsiteX13" fmla="*/ 3251200 w 3600644"/>
                      <a:gd name="connsiteY13" fmla="*/ 101600 h 895350"/>
                      <a:gd name="connsiteX14" fmla="*/ 3213100 w 3600644"/>
                      <a:gd name="connsiteY14" fmla="*/ 88900 h 895350"/>
                      <a:gd name="connsiteX15" fmla="*/ 3175000 w 3600644"/>
                      <a:gd name="connsiteY15" fmla="*/ 76200 h 895350"/>
                      <a:gd name="connsiteX16" fmla="*/ 3143250 w 3600644"/>
                      <a:gd name="connsiteY16" fmla="*/ 69850 h 895350"/>
                      <a:gd name="connsiteX17" fmla="*/ 3098800 w 3600644"/>
                      <a:gd name="connsiteY17" fmla="*/ 57150 h 895350"/>
                      <a:gd name="connsiteX18" fmla="*/ 3067050 w 3600644"/>
                      <a:gd name="connsiteY18" fmla="*/ 50800 h 895350"/>
                      <a:gd name="connsiteX19" fmla="*/ 3048000 w 3600644"/>
                      <a:gd name="connsiteY19" fmla="*/ 44450 h 895350"/>
                      <a:gd name="connsiteX20" fmla="*/ 2984500 w 3600644"/>
                      <a:gd name="connsiteY20" fmla="*/ 38100 h 895350"/>
                      <a:gd name="connsiteX21" fmla="*/ 2921000 w 3600644"/>
                      <a:gd name="connsiteY21" fmla="*/ 25400 h 895350"/>
                      <a:gd name="connsiteX22" fmla="*/ 2698750 w 3600644"/>
                      <a:gd name="connsiteY22" fmla="*/ 19050 h 895350"/>
                      <a:gd name="connsiteX23" fmla="*/ 2070100 w 3600644"/>
                      <a:gd name="connsiteY23" fmla="*/ 6350 h 895350"/>
                      <a:gd name="connsiteX24" fmla="*/ 1866900 w 3600644"/>
                      <a:gd name="connsiteY24" fmla="*/ 0 h 895350"/>
                      <a:gd name="connsiteX25" fmla="*/ 1473200 w 3600644"/>
                      <a:gd name="connsiteY25" fmla="*/ 6350 h 895350"/>
                      <a:gd name="connsiteX26" fmla="*/ 1301750 w 3600644"/>
                      <a:gd name="connsiteY26" fmla="*/ 19050 h 895350"/>
                      <a:gd name="connsiteX27" fmla="*/ 1250950 w 3600644"/>
                      <a:gd name="connsiteY27" fmla="*/ 25400 h 895350"/>
                      <a:gd name="connsiteX28" fmla="*/ 1123950 w 3600644"/>
                      <a:gd name="connsiteY28" fmla="*/ 31750 h 895350"/>
                      <a:gd name="connsiteX29" fmla="*/ 1035050 w 3600644"/>
                      <a:gd name="connsiteY29" fmla="*/ 38100 h 895350"/>
                      <a:gd name="connsiteX30" fmla="*/ 971550 w 3600644"/>
                      <a:gd name="connsiteY30" fmla="*/ 57150 h 895350"/>
                      <a:gd name="connsiteX31" fmla="*/ 952500 w 3600644"/>
                      <a:gd name="connsiteY31" fmla="*/ 63500 h 895350"/>
                      <a:gd name="connsiteX32" fmla="*/ 927100 w 3600644"/>
                      <a:gd name="connsiteY32" fmla="*/ 69850 h 895350"/>
                      <a:gd name="connsiteX33" fmla="*/ 869950 w 3600644"/>
                      <a:gd name="connsiteY33" fmla="*/ 88900 h 895350"/>
                      <a:gd name="connsiteX34" fmla="*/ 844550 w 3600644"/>
                      <a:gd name="connsiteY34" fmla="*/ 101600 h 895350"/>
                      <a:gd name="connsiteX35" fmla="*/ 806450 w 3600644"/>
                      <a:gd name="connsiteY35" fmla="*/ 114300 h 895350"/>
                      <a:gd name="connsiteX36" fmla="*/ 762000 w 3600644"/>
                      <a:gd name="connsiteY36" fmla="*/ 127000 h 895350"/>
                      <a:gd name="connsiteX37" fmla="*/ 717550 w 3600644"/>
                      <a:gd name="connsiteY37" fmla="*/ 146050 h 895350"/>
                      <a:gd name="connsiteX38" fmla="*/ 679450 w 3600644"/>
                      <a:gd name="connsiteY38" fmla="*/ 158750 h 895350"/>
                      <a:gd name="connsiteX39" fmla="*/ 628650 w 3600644"/>
                      <a:gd name="connsiteY39" fmla="*/ 171450 h 895350"/>
                      <a:gd name="connsiteX40" fmla="*/ 603250 w 3600644"/>
                      <a:gd name="connsiteY40" fmla="*/ 177800 h 895350"/>
                      <a:gd name="connsiteX41" fmla="*/ 584200 w 3600644"/>
                      <a:gd name="connsiteY41" fmla="*/ 184150 h 895350"/>
                      <a:gd name="connsiteX42" fmla="*/ 565150 w 3600644"/>
                      <a:gd name="connsiteY42" fmla="*/ 196850 h 895350"/>
                      <a:gd name="connsiteX43" fmla="*/ 482600 w 3600644"/>
                      <a:gd name="connsiteY43" fmla="*/ 215900 h 895350"/>
                      <a:gd name="connsiteX44" fmla="*/ 450850 w 3600644"/>
                      <a:gd name="connsiteY44" fmla="*/ 228600 h 895350"/>
                      <a:gd name="connsiteX45" fmla="*/ 412750 w 3600644"/>
                      <a:gd name="connsiteY45" fmla="*/ 241300 h 895350"/>
                      <a:gd name="connsiteX46" fmla="*/ 342900 w 3600644"/>
                      <a:gd name="connsiteY46" fmla="*/ 273050 h 895350"/>
                      <a:gd name="connsiteX47" fmla="*/ 323850 w 3600644"/>
                      <a:gd name="connsiteY47" fmla="*/ 285750 h 895350"/>
                      <a:gd name="connsiteX48" fmla="*/ 304800 w 3600644"/>
                      <a:gd name="connsiteY48" fmla="*/ 292100 h 895350"/>
                      <a:gd name="connsiteX49" fmla="*/ 247650 w 3600644"/>
                      <a:gd name="connsiteY49" fmla="*/ 330200 h 895350"/>
                      <a:gd name="connsiteX50" fmla="*/ 222250 w 3600644"/>
                      <a:gd name="connsiteY50" fmla="*/ 336550 h 895350"/>
                      <a:gd name="connsiteX51" fmla="*/ 184150 w 3600644"/>
                      <a:gd name="connsiteY51" fmla="*/ 368300 h 895350"/>
                      <a:gd name="connsiteX52" fmla="*/ 165100 w 3600644"/>
                      <a:gd name="connsiteY52" fmla="*/ 374650 h 895350"/>
                      <a:gd name="connsiteX53" fmla="*/ 146050 w 3600644"/>
                      <a:gd name="connsiteY53" fmla="*/ 393700 h 895350"/>
                      <a:gd name="connsiteX54" fmla="*/ 133350 w 3600644"/>
                      <a:gd name="connsiteY54" fmla="*/ 412750 h 895350"/>
                      <a:gd name="connsiteX55" fmla="*/ 95250 w 3600644"/>
                      <a:gd name="connsiteY55" fmla="*/ 425450 h 895350"/>
                      <a:gd name="connsiteX56" fmla="*/ 76200 w 3600644"/>
                      <a:gd name="connsiteY56" fmla="*/ 438150 h 895350"/>
                      <a:gd name="connsiteX57" fmla="*/ 63500 w 3600644"/>
                      <a:gd name="connsiteY57" fmla="*/ 457200 h 895350"/>
                      <a:gd name="connsiteX58" fmla="*/ 44450 w 3600644"/>
                      <a:gd name="connsiteY58" fmla="*/ 463550 h 895350"/>
                      <a:gd name="connsiteX59" fmla="*/ 0 w 3600644"/>
                      <a:gd name="connsiteY59" fmla="*/ 482600 h 89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00644" h="895350">
                        <a:moveTo>
                          <a:pt x="3594100" y="895350"/>
                        </a:moveTo>
                        <a:cubicBezTo>
                          <a:pt x="3600521" y="644915"/>
                          <a:pt x="3604864" y="632985"/>
                          <a:pt x="3594100" y="374650"/>
                        </a:cubicBezTo>
                        <a:cubicBezTo>
                          <a:pt x="3593651" y="363866"/>
                          <a:pt x="3590091" y="353436"/>
                          <a:pt x="3587750" y="342900"/>
                        </a:cubicBezTo>
                        <a:cubicBezTo>
                          <a:pt x="3584139" y="326649"/>
                          <a:pt x="3582228" y="310287"/>
                          <a:pt x="3568700" y="298450"/>
                        </a:cubicBezTo>
                        <a:cubicBezTo>
                          <a:pt x="3557213" y="288399"/>
                          <a:pt x="3530600" y="273050"/>
                          <a:pt x="3530600" y="273050"/>
                        </a:cubicBezTo>
                        <a:cubicBezTo>
                          <a:pt x="3526367" y="266700"/>
                          <a:pt x="3523763" y="258886"/>
                          <a:pt x="3517900" y="254000"/>
                        </a:cubicBezTo>
                        <a:cubicBezTo>
                          <a:pt x="3510628" y="247940"/>
                          <a:pt x="3500527" y="246317"/>
                          <a:pt x="3492500" y="241300"/>
                        </a:cubicBezTo>
                        <a:cubicBezTo>
                          <a:pt x="3483525" y="235691"/>
                          <a:pt x="3475712" y="228401"/>
                          <a:pt x="3467100" y="222250"/>
                        </a:cubicBezTo>
                        <a:cubicBezTo>
                          <a:pt x="3400883" y="174952"/>
                          <a:pt x="3500155" y="249796"/>
                          <a:pt x="3429000" y="190500"/>
                        </a:cubicBezTo>
                        <a:cubicBezTo>
                          <a:pt x="3418951" y="182126"/>
                          <a:pt x="3395842" y="169335"/>
                          <a:pt x="3384550" y="165100"/>
                        </a:cubicBezTo>
                        <a:cubicBezTo>
                          <a:pt x="3376378" y="162036"/>
                          <a:pt x="3367617" y="160867"/>
                          <a:pt x="3359150" y="158750"/>
                        </a:cubicBezTo>
                        <a:lnTo>
                          <a:pt x="3321050" y="133350"/>
                        </a:lnTo>
                        <a:cubicBezTo>
                          <a:pt x="3305259" y="122822"/>
                          <a:pt x="3295015" y="114856"/>
                          <a:pt x="3276600" y="107950"/>
                        </a:cubicBezTo>
                        <a:cubicBezTo>
                          <a:pt x="3268428" y="104886"/>
                          <a:pt x="3259559" y="104108"/>
                          <a:pt x="3251200" y="101600"/>
                        </a:cubicBezTo>
                        <a:cubicBezTo>
                          <a:pt x="3238378" y="97753"/>
                          <a:pt x="3225800" y="93133"/>
                          <a:pt x="3213100" y="88900"/>
                        </a:cubicBezTo>
                        <a:cubicBezTo>
                          <a:pt x="3200400" y="84667"/>
                          <a:pt x="3188127" y="78825"/>
                          <a:pt x="3175000" y="76200"/>
                        </a:cubicBezTo>
                        <a:cubicBezTo>
                          <a:pt x="3164417" y="74083"/>
                          <a:pt x="3153786" y="72191"/>
                          <a:pt x="3143250" y="69850"/>
                        </a:cubicBezTo>
                        <a:cubicBezTo>
                          <a:pt x="3036351" y="46095"/>
                          <a:pt x="3183656" y="78364"/>
                          <a:pt x="3098800" y="57150"/>
                        </a:cubicBezTo>
                        <a:cubicBezTo>
                          <a:pt x="3088329" y="54532"/>
                          <a:pt x="3077521" y="53418"/>
                          <a:pt x="3067050" y="50800"/>
                        </a:cubicBezTo>
                        <a:cubicBezTo>
                          <a:pt x="3060556" y="49177"/>
                          <a:pt x="3054616" y="45468"/>
                          <a:pt x="3048000" y="44450"/>
                        </a:cubicBezTo>
                        <a:cubicBezTo>
                          <a:pt x="3026975" y="41215"/>
                          <a:pt x="3005537" y="41256"/>
                          <a:pt x="2984500" y="38100"/>
                        </a:cubicBezTo>
                        <a:cubicBezTo>
                          <a:pt x="2963153" y="34898"/>
                          <a:pt x="2942577" y="26016"/>
                          <a:pt x="2921000" y="25400"/>
                        </a:cubicBezTo>
                        <a:lnTo>
                          <a:pt x="2698750" y="19050"/>
                        </a:lnTo>
                        <a:lnTo>
                          <a:pt x="2070100" y="6350"/>
                        </a:lnTo>
                        <a:lnTo>
                          <a:pt x="1866900" y="0"/>
                        </a:lnTo>
                        <a:lnTo>
                          <a:pt x="1473200" y="6350"/>
                        </a:lnTo>
                        <a:cubicBezTo>
                          <a:pt x="1433220" y="7375"/>
                          <a:pt x="1346861" y="14301"/>
                          <a:pt x="1301750" y="19050"/>
                        </a:cubicBezTo>
                        <a:cubicBezTo>
                          <a:pt x="1284779" y="20836"/>
                          <a:pt x="1267972" y="24184"/>
                          <a:pt x="1250950" y="25400"/>
                        </a:cubicBezTo>
                        <a:cubicBezTo>
                          <a:pt x="1208671" y="28420"/>
                          <a:pt x="1166263" y="29261"/>
                          <a:pt x="1123950" y="31750"/>
                        </a:cubicBezTo>
                        <a:cubicBezTo>
                          <a:pt x="1094292" y="33495"/>
                          <a:pt x="1064683" y="35983"/>
                          <a:pt x="1035050" y="38100"/>
                        </a:cubicBezTo>
                        <a:cubicBezTo>
                          <a:pt x="944508" y="68281"/>
                          <a:pt x="1038728" y="37956"/>
                          <a:pt x="971550" y="57150"/>
                        </a:cubicBezTo>
                        <a:cubicBezTo>
                          <a:pt x="965114" y="58989"/>
                          <a:pt x="958936" y="61661"/>
                          <a:pt x="952500" y="63500"/>
                        </a:cubicBezTo>
                        <a:cubicBezTo>
                          <a:pt x="944109" y="65898"/>
                          <a:pt x="935459" y="67342"/>
                          <a:pt x="927100" y="69850"/>
                        </a:cubicBezTo>
                        <a:cubicBezTo>
                          <a:pt x="907866" y="75620"/>
                          <a:pt x="889000" y="82550"/>
                          <a:pt x="869950" y="88900"/>
                        </a:cubicBezTo>
                        <a:cubicBezTo>
                          <a:pt x="860970" y="91893"/>
                          <a:pt x="853339" y="98084"/>
                          <a:pt x="844550" y="101600"/>
                        </a:cubicBezTo>
                        <a:cubicBezTo>
                          <a:pt x="832121" y="106572"/>
                          <a:pt x="819150" y="110067"/>
                          <a:pt x="806450" y="114300"/>
                        </a:cubicBezTo>
                        <a:cubicBezTo>
                          <a:pt x="779121" y="123410"/>
                          <a:pt x="793894" y="119027"/>
                          <a:pt x="762000" y="127000"/>
                        </a:cubicBezTo>
                        <a:cubicBezTo>
                          <a:pt x="731777" y="147149"/>
                          <a:pt x="754827" y="134867"/>
                          <a:pt x="717550" y="146050"/>
                        </a:cubicBezTo>
                        <a:cubicBezTo>
                          <a:pt x="704728" y="149897"/>
                          <a:pt x="692437" y="155503"/>
                          <a:pt x="679450" y="158750"/>
                        </a:cubicBezTo>
                        <a:lnTo>
                          <a:pt x="628650" y="171450"/>
                        </a:lnTo>
                        <a:cubicBezTo>
                          <a:pt x="620183" y="173567"/>
                          <a:pt x="611529" y="175040"/>
                          <a:pt x="603250" y="177800"/>
                        </a:cubicBezTo>
                        <a:lnTo>
                          <a:pt x="584200" y="184150"/>
                        </a:lnTo>
                        <a:cubicBezTo>
                          <a:pt x="577850" y="188383"/>
                          <a:pt x="572124" y="193750"/>
                          <a:pt x="565150" y="196850"/>
                        </a:cubicBezTo>
                        <a:cubicBezTo>
                          <a:pt x="532119" y="211530"/>
                          <a:pt x="518760" y="210734"/>
                          <a:pt x="482600" y="215900"/>
                        </a:cubicBezTo>
                        <a:cubicBezTo>
                          <a:pt x="472017" y="220133"/>
                          <a:pt x="461562" y="224705"/>
                          <a:pt x="450850" y="228600"/>
                        </a:cubicBezTo>
                        <a:cubicBezTo>
                          <a:pt x="438269" y="233175"/>
                          <a:pt x="424724" y="235313"/>
                          <a:pt x="412750" y="241300"/>
                        </a:cubicBezTo>
                        <a:cubicBezTo>
                          <a:pt x="355963" y="269693"/>
                          <a:pt x="379911" y="260713"/>
                          <a:pt x="342900" y="273050"/>
                        </a:cubicBezTo>
                        <a:cubicBezTo>
                          <a:pt x="336550" y="277283"/>
                          <a:pt x="330676" y="282337"/>
                          <a:pt x="323850" y="285750"/>
                        </a:cubicBezTo>
                        <a:cubicBezTo>
                          <a:pt x="317863" y="288743"/>
                          <a:pt x="310651" y="288849"/>
                          <a:pt x="304800" y="292100"/>
                        </a:cubicBezTo>
                        <a:lnTo>
                          <a:pt x="247650" y="330200"/>
                        </a:lnTo>
                        <a:cubicBezTo>
                          <a:pt x="240388" y="335041"/>
                          <a:pt x="230717" y="334433"/>
                          <a:pt x="222250" y="336550"/>
                        </a:cubicBezTo>
                        <a:cubicBezTo>
                          <a:pt x="208206" y="350594"/>
                          <a:pt x="201831" y="359459"/>
                          <a:pt x="184150" y="368300"/>
                        </a:cubicBezTo>
                        <a:cubicBezTo>
                          <a:pt x="178163" y="371293"/>
                          <a:pt x="171450" y="372533"/>
                          <a:pt x="165100" y="374650"/>
                        </a:cubicBezTo>
                        <a:cubicBezTo>
                          <a:pt x="158750" y="381000"/>
                          <a:pt x="151799" y="386801"/>
                          <a:pt x="146050" y="393700"/>
                        </a:cubicBezTo>
                        <a:cubicBezTo>
                          <a:pt x="141164" y="399563"/>
                          <a:pt x="139822" y="408705"/>
                          <a:pt x="133350" y="412750"/>
                        </a:cubicBezTo>
                        <a:cubicBezTo>
                          <a:pt x="121998" y="419845"/>
                          <a:pt x="95250" y="425450"/>
                          <a:pt x="95250" y="425450"/>
                        </a:cubicBezTo>
                        <a:cubicBezTo>
                          <a:pt x="88900" y="429683"/>
                          <a:pt x="81596" y="432754"/>
                          <a:pt x="76200" y="438150"/>
                        </a:cubicBezTo>
                        <a:cubicBezTo>
                          <a:pt x="70804" y="443546"/>
                          <a:pt x="69459" y="452432"/>
                          <a:pt x="63500" y="457200"/>
                        </a:cubicBezTo>
                        <a:cubicBezTo>
                          <a:pt x="58273" y="461381"/>
                          <a:pt x="50800" y="461433"/>
                          <a:pt x="44450" y="463550"/>
                        </a:cubicBezTo>
                        <a:cubicBezTo>
                          <a:pt x="25879" y="491406"/>
                          <a:pt x="39382" y="482600"/>
                          <a:pt x="0" y="4826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3" name="Freeform 1412"/>
                  <p:cNvSpPr/>
                  <p:nvPr/>
                </p:nvSpPr>
                <p:spPr>
                  <a:xfrm>
                    <a:off x="6055923" y="4979749"/>
                    <a:ext cx="1282869" cy="299892"/>
                  </a:xfrm>
                  <a:custGeom>
                    <a:avLst/>
                    <a:gdLst>
                      <a:gd name="connsiteX0" fmla="*/ 0 w 1955800"/>
                      <a:gd name="connsiteY0" fmla="*/ 158750 h 457200"/>
                      <a:gd name="connsiteX1" fmla="*/ 25400 w 1955800"/>
                      <a:gd name="connsiteY1" fmla="*/ 127000 h 457200"/>
                      <a:gd name="connsiteX2" fmla="*/ 38100 w 1955800"/>
                      <a:gd name="connsiteY2" fmla="*/ 107950 h 457200"/>
                      <a:gd name="connsiteX3" fmla="*/ 57150 w 1955800"/>
                      <a:gd name="connsiteY3" fmla="*/ 101600 h 457200"/>
                      <a:gd name="connsiteX4" fmla="*/ 76200 w 1955800"/>
                      <a:gd name="connsiteY4" fmla="*/ 82550 h 457200"/>
                      <a:gd name="connsiteX5" fmla="*/ 114300 w 1955800"/>
                      <a:gd name="connsiteY5" fmla="*/ 69850 h 457200"/>
                      <a:gd name="connsiteX6" fmla="*/ 158750 w 1955800"/>
                      <a:gd name="connsiteY6" fmla="*/ 57150 h 457200"/>
                      <a:gd name="connsiteX7" fmla="*/ 196850 w 1955800"/>
                      <a:gd name="connsiteY7" fmla="*/ 50800 h 457200"/>
                      <a:gd name="connsiteX8" fmla="*/ 254000 w 1955800"/>
                      <a:gd name="connsiteY8" fmla="*/ 31750 h 457200"/>
                      <a:gd name="connsiteX9" fmla="*/ 273050 w 1955800"/>
                      <a:gd name="connsiteY9" fmla="*/ 25400 h 457200"/>
                      <a:gd name="connsiteX10" fmla="*/ 292100 w 1955800"/>
                      <a:gd name="connsiteY10" fmla="*/ 19050 h 457200"/>
                      <a:gd name="connsiteX11" fmla="*/ 311150 w 1955800"/>
                      <a:gd name="connsiteY11" fmla="*/ 6350 h 457200"/>
                      <a:gd name="connsiteX12" fmla="*/ 336550 w 1955800"/>
                      <a:gd name="connsiteY12" fmla="*/ 0 h 457200"/>
                      <a:gd name="connsiteX13" fmla="*/ 609600 w 1955800"/>
                      <a:gd name="connsiteY13" fmla="*/ 6350 h 457200"/>
                      <a:gd name="connsiteX14" fmla="*/ 666750 w 1955800"/>
                      <a:gd name="connsiteY14" fmla="*/ 12700 h 457200"/>
                      <a:gd name="connsiteX15" fmla="*/ 704850 w 1955800"/>
                      <a:gd name="connsiteY15" fmla="*/ 19050 h 457200"/>
                      <a:gd name="connsiteX16" fmla="*/ 755650 w 1955800"/>
                      <a:gd name="connsiteY16" fmla="*/ 25400 h 457200"/>
                      <a:gd name="connsiteX17" fmla="*/ 793750 w 1955800"/>
                      <a:gd name="connsiteY17" fmla="*/ 38100 h 457200"/>
                      <a:gd name="connsiteX18" fmla="*/ 812800 w 1955800"/>
                      <a:gd name="connsiteY18" fmla="*/ 44450 h 457200"/>
                      <a:gd name="connsiteX19" fmla="*/ 831850 w 1955800"/>
                      <a:gd name="connsiteY19" fmla="*/ 57150 h 457200"/>
                      <a:gd name="connsiteX20" fmla="*/ 869950 w 1955800"/>
                      <a:gd name="connsiteY20" fmla="*/ 69850 h 457200"/>
                      <a:gd name="connsiteX21" fmla="*/ 914400 w 1955800"/>
                      <a:gd name="connsiteY21" fmla="*/ 88900 h 457200"/>
                      <a:gd name="connsiteX22" fmla="*/ 933450 w 1955800"/>
                      <a:gd name="connsiteY22" fmla="*/ 101600 h 457200"/>
                      <a:gd name="connsiteX23" fmla="*/ 952500 w 1955800"/>
                      <a:gd name="connsiteY23" fmla="*/ 107950 h 457200"/>
                      <a:gd name="connsiteX24" fmla="*/ 971550 w 1955800"/>
                      <a:gd name="connsiteY24" fmla="*/ 120650 h 457200"/>
                      <a:gd name="connsiteX25" fmla="*/ 1009650 w 1955800"/>
                      <a:gd name="connsiteY25" fmla="*/ 127000 h 457200"/>
                      <a:gd name="connsiteX26" fmla="*/ 1028700 w 1955800"/>
                      <a:gd name="connsiteY26" fmla="*/ 133350 h 457200"/>
                      <a:gd name="connsiteX27" fmla="*/ 1054100 w 1955800"/>
                      <a:gd name="connsiteY27" fmla="*/ 139700 h 457200"/>
                      <a:gd name="connsiteX28" fmla="*/ 1092200 w 1955800"/>
                      <a:gd name="connsiteY28" fmla="*/ 152400 h 457200"/>
                      <a:gd name="connsiteX29" fmla="*/ 1187450 w 1955800"/>
                      <a:gd name="connsiteY29" fmla="*/ 184150 h 457200"/>
                      <a:gd name="connsiteX30" fmla="*/ 1231900 w 1955800"/>
                      <a:gd name="connsiteY30" fmla="*/ 190500 h 457200"/>
                      <a:gd name="connsiteX31" fmla="*/ 1314450 w 1955800"/>
                      <a:gd name="connsiteY31" fmla="*/ 209550 h 457200"/>
                      <a:gd name="connsiteX32" fmla="*/ 1333500 w 1955800"/>
                      <a:gd name="connsiteY32" fmla="*/ 222250 h 457200"/>
                      <a:gd name="connsiteX33" fmla="*/ 1403350 w 1955800"/>
                      <a:gd name="connsiteY33" fmla="*/ 241300 h 457200"/>
                      <a:gd name="connsiteX34" fmla="*/ 1422400 w 1955800"/>
                      <a:gd name="connsiteY34" fmla="*/ 254000 h 457200"/>
                      <a:gd name="connsiteX35" fmla="*/ 1441450 w 1955800"/>
                      <a:gd name="connsiteY35" fmla="*/ 260350 h 457200"/>
                      <a:gd name="connsiteX36" fmla="*/ 1485900 w 1955800"/>
                      <a:gd name="connsiteY36" fmla="*/ 292100 h 457200"/>
                      <a:gd name="connsiteX37" fmla="*/ 1504950 w 1955800"/>
                      <a:gd name="connsiteY37" fmla="*/ 304800 h 457200"/>
                      <a:gd name="connsiteX38" fmla="*/ 1530350 w 1955800"/>
                      <a:gd name="connsiteY38" fmla="*/ 311150 h 457200"/>
                      <a:gd name="connsiteX39" fmla="*/ 1587500 w 1955800"/>
                      <a:gd name="connsiteY39" fmla="*/ 330200 h 457200"/>
                      <a:gd name="connsiteX40" fmla="*/ 1606550 w 1955800"/>
                      <a:gd name="connsiteY40" fmla="*/ 336550 h 457200"/>
                      <a:gd name="connsiteX41" fmla="*/ 1625600 w 1955800"/>
                      <a:gd name="connsiteY41" fmla="*/ 342900 h 457200"/>
                      <a:gd name="connsiteX42" fmla="*/ 1644650 w 1955800"/>
                      <a:gd name="connsiteY42" fmla="*/ 355600 h 457200"/>
                      <a:gd name="connsiteX43" fmla="*/ 1682750 w 1955800"/>
                      <a:gd name="connsiteY43" fmla="*/ 368300 h 457200"/>
                      <a:gd name="connsiteX44" fmla="*/ 1720850 w 1955800"/>
                      <a:gd name="connsiteY44" fmla="*/ 381000 h 457200"/>
                      <a:gd name="connsiteX45" fmla="*/ 1809750 w 1955800"/>
                      <a:gd name="connsiteY45" fmla="*/ 387350 h 457200"/>
                      <a:gd name="connsiteX46" fmla="*/ 1828800 w 1955800"/>
                      <a:gd name="connsiteY46" fmla="*/ 393700 h 457200"/>
                      <a:gd name="connsiteX47" fmla="*/ 1847850 w 1955800"/>
                      <a:gd name="connsiteY47" fmla="*/ 406400 h 457200"/>
                      <a:gd name="connsiteX48" fmla="*/ 1885950 w 1955800"/>
                      <a:gd name="connsiteY48" fmla="*/ 419100 h 457200"/>
                      <a:gd name="connsiteX49" fmla="*/ 1924050 w 1955800"/>
                      <a:gd name="connsiteY49" fmla="*/ 438150 h 457200"/>
                      <a:gd name="connsiteX50" fmla="*/ 1943100 w 1955800"/>
                      <a:gd name="connsiteY50" fmla="*/ 450850 h 457200"/>
                      <a:gd name="connsiteX51" fmla="*/ 1955800 w 1955800"/>
                      <a:gd name="connsiteY5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55800" h="457200">
                        <a:moveTo>
                          <a:pt x="0" y="158750"/>
                        </a:moveTo>
                        <a:cubicBezTo>
                          <a:pt x="8467" y="148167"/>
                          <a:pt x="17268" y="137843"/>
                          <a:pt x="25400" y="127000"/>
                        </a:cubicBezTo>
                        <a:cubicBezTo>
                          <a:pt x="29979" y="120895"/>
                          <a:pt x="32141" y="112718"/>
                          <a:pt x="38100" y="107950"/>
                        </a:cubicBezTo>
                        <a:cubicBezTo>
                          <a:pt x="43327" y="103769"/>
                          <a:pt x="50800" y="103717"/>
                          <a:pt x="57150" y="101600"/>
                        </a:cubicBezTo>
                        <a:cubicBezTo>
                          <a:pt x="63500" y="95250"/>
                          <a:pt x="68350" y="86911"/>
                          <a:pt x="76200" y="82550"/>
                        </a:cubicBezTo>
                        <a:cubicBezTo>
                          <a:pt x="87902" y="76049"/>
                          <a:pt x="101600" y="74083"/>
                          <a:pt x="114300" y="69850"/>
                        </a:cubicBezTo>
                        <a:cubicBezTo>
                          <a:pt x="132456" y="63798"/>
                          <a:pt x="138816" y="61137"/>
                          <a:pt x="158750" y="57150"/>
                        </a:cubicBezTo>
                        <a:cubicBezTo>
                          <a:pt x="171375" y="54625"/>
                          <a:pt x="184150" y="52917"/>
                          <a:pt x="196850" y="50800"/>
                        </a:cubicBezTo>
                        <a:lnTo>
                          <a:pt x="254000" y="31750"/>
                        </a:lnTo>
                        <a:lnTo>
                          <a:pt x="273050" y="25400"/>
                        </a:lnTo>
                        <a:lnTo>
                          <a:pt x="292100" y="19050"/>
                        </a:lnTo>
                        <a:cubicBezTo>
                          <a:pt x="298450" y="14817"/>
                          <a:pt x="304135" y="9356"/>
                          <a:pt x="311150" y="6350"/>
                        </a:cubicBezTo>
                        <a:cubicBezTo>
                          <a:pt x="319172" y="2912"/>
                          <a:pt x="327823" y="0"/>
                          <a:pt x="336550" y="0"/>
                        </a:cubicBezTo>
                        <a:cubicBezTo>
                          <a:pt x="427591" y="0"/>
                          <a:pt x="518583" y="4233"/>
                          <a:pt x="609600" y="6350"/>
                        </a:cubicBezTo>
                        <a:cubicBezTo>
                          <a:pt x="628650" y="8467"/>
                          <a:pt x="647751" y="10167"/>
                          <a:pt x="666750" y="12700"/>
                        </a:cubicBezTo>
                        <a:cubicBezTo>
                          <a:pt x="679512" y="14402"/>
                          <a:pt x="692104" y="17229"/>
                          <a:pt x="704850" y="19050"/>
                        </a:cubicBezTo>
                        <a:cubicBezTo>
                          <a:pt x="721744" y="21463"/>
                          <a:pt x="738717" y="23283"/>
                          <a:pt x="755650" y="25400"/>
                        </a:cubicBezTo>
                        <a:lnTo>
                          <a:pt x="793750" y="38100"/>
                        </a:lnTo>
                        <a:lnTo>
                          <a:pt x="812800" y="44450"/>
                        </a:lnTo>
                        <a:cubicBezTo>
                          <a:pt x="819150" y="48683"/>
                          <a:pt x="824876" y="54050"/>
                          <a:pt x="831850" y="57150"/>
                        </a:cubicBezTo>
                        <a:cubicBezTo>
                          <a:pt x="844083" y="62587"/>
                          <a:pt x="869950" y="69850"/>
                          <a:pt x="869950" y="69850"/>
                        </a:cubicBezTo>
                        <a:cubicBezTo>
                          <a:pt x="917776" y="101734"/>
                          <a:pt x="856993" y="64297"/>
                          <a:pt x="914400" y="88900"/>
                        </a:cubicBezTo>
                        <a:cubicBezTo>
                          <a:pt x="921415" y="91906"/>
                          <a:pt x="926624" y="98187"/>
                          <a:pt x="933450" y="101600"/>
                        </a:cubicBezTo>
                        <a:cubicBezTo>
                          <a:pt x="939437" y="104593"/>
                          <a:pt x="946150" y="105833"/>
                          <a:pt x="952500" y="107950"/>
                        </a:cubicBezTo>
                        <a:cubicBezTo>
                          <a:pt x="958850" y="112183"/>
                          <a:pt x="964310" y="118237"/>
                          <a:pt x="971550" y="120650"/>
                        </a:cubicBezTo>
                        <a:cubicBezTo>
                          <a:pt x="983764" y="124721"/>
                          <a:pt x="997081" y="124207"/>
                          <a:pt x="1009650" y="127000"/>
                        </a:cubicBezTo>
                        <a:cubicBezTo>
                          <a:pt x="1016184" y="128452"/>
                          <a:pt x="1022264" y="131511"/>
                          <a:pt x="1028700" y="133350"/>
                        </a:cubicBezTo>
                        <a:cubicBezTo>
                          <a:pt x="1037091" y="135748"/>
                          <a:pt x="1045741" y="137192"/>
                          <a:pt x="1054100" y="139700"/>
                        </a:cubicBezTo>
                        <a:cubicBezTo>
                          <a:pt x="1066922" y="143547"/>
                          <a:pt x="1079500" y="148167"/>
                          <a:pt x="1092200" y="152400"/>
                        </a:cubicBezTo>
                        <a:lnTo>
                          <a:pt x="1187450" y="184150"/>
                        </a:lnTo>
                        <a:cubicBezTo>
                          <a:pt x="1201649" y="188883"/>
                          <a:pt x="1217083" y="188383"/>
                          <a:pt x="1231900" y="190500"/>
                        </a:cubicBezTo>
                        <a:cubicBezTo>
                          <a:pt x="1284199" y="207933"/>
                          <a:pt x="1256748" y="201307"/>
                          <a:pt x="1314450" y="209550"/>
                        </a:cubicBezTo>
                        <a:cubicBezTo>
                          <a:pt x="1320800" y="213783"/>
                          <a:pt x="1326526" y="219150"/>
                          <a:pt x="1333500" y="222250"/>
                        </a:cubicBezTo>
                        <a:cubicBezTo>
                          <a:pt x="1359867" y="233969"/>
                          <a:pt x="1376188" y="235868"/>
                          <a:pt x="1403350" y="241300"/>
                        </a:cubicBezTo>
                        <a:cubicBezTo>
                          <a:pt x="1409700" y="245533"/>
                          <a:pt x="1415574" y="250587"/>
                          <a:pt x="1422400" y="254000"/>
                        </a:cubicBezTo>
                        <a:cubicBezTo>
                          <a:pt x="1428387" y="256993"/>
                          <a:pt x="1436003" y="256459"/>
                          <a:pt x="1441450" y="260350"/>
                        </a:cubicBezTo>
                        <a:cubicBezTo>
                          <a:pt x="1494183" y="298016"/>
                          <a:pt x="1442857" y="277752"/>
                          <a:pt x="1485900" y="292100"/>
                        </a:cubicBezTo>
                        <a:cubicBezTo>
                          <a:pt x="1492250" y="296333"/>
                          <a:pt x="1497935" y="301794"/>
                          <a:pt x="1504950" y="304800"/>
                        </a:cubicBezTo>
                        <a:cubicBezTo>
                          <a:pt x="1512972" y="308238"/>
                          <a:pt x="1521991" y="308642"/>
                          <a:pt x="1530350" y="311150"/>
                        </a:cubicBezTo>
                        <a:cubicBezTo>
                          <a:pt x="1549584" y="316920"/>
                          <a:pt x="1568450" y="323850"/>
                          <a:pt x="1587500" y="330200"/>
                        </a:cubicBezTo>
                        <a:lnTo>
                          <a:pt x="1606550" y="336550"/>
                        </a:lnTo>
                        <a:lnTo>
                          <a:pt x="1625600" y="342900"/>
                        </a:lnTo>
                        <a:cubicBezTo>
                          <a:pt x="1631950" y="347133"/>
                          <a:pt x="1637676" y="352500"/>
                          <a:pt x="1644650" y="355600"/>
                        </a:cubicBezTo>
                        <a:cubicBezTo>
                          <a:pt x="1656883" y="361037"/>
                          <a:pt x="1670050" y="364067"/>
                          <a:pt x="1682750" y="368300"/>
                        </a:cubicBezTo>
                        <a:lnTo>
                          <a:pt x="1720850" y="381000"/>
                        </a:lnTo>
                        <a:cubicBezTo>
                          <a:pt x="1749034" y="390395"/>
                          <a:pt x="1780117" y="385233"/>
                          <a:pt x="1809750" y="387350"/>
                        </a:cubicBezTo>
                        <a:cubicBezTo>
                          <a:pt x="1816100" y="389467"/>
                          <a:pt x="1822813" y="390707"/>
                          <a:pt x="1828800" y="393700"/>
                        </a:cubicBezTo>
                        <a:cubicBezTo>
                          <a:pt x="1835626" y="397113"/>
                          <a:pt x="1840876" y="403300"/>
                          <a:pt x="1847850" y="406400"/>
                        </a:cubicBezTo>
                        <a:cubicBezTo>
                          <a:pt x="1860083" y="411837"/>
                          <a:pt x="1885950" y="419100"/>
                          <a:pt x="1885950" y="419100"/>
                        </a:cubicBezTo>
                        <a:cubicBezTo>
                          <a:pt x="1940545" y="455496"/>
                          <a:pt x="1871470" y="411860"/>
                          <a:pt x="1924050" y="438150"/>
                        </a:cubicBezTo>
                        <a:cubicBezTo>
                          <a:pt x="1930876" y="441563"/>
                          <a:pt x="1936556" y="446923"/>
                          <a:pt x="1943100" y="450850"/>
                        </a:cubicBezTo>
                        <a:cubicBezTo>
                          <a:pt x="1947159" y="453285"/>
                          <a:pt x="1951567" y="455083"/>
                          <a:pt x="1955800" y="4572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4" name="Freeform 1413"/>
                  <p:cNvSpPr/>
                  <p:nvPr/>
                </p:nvSpPr>
                <p:spPr>
                  <a:xfrm>
                    <a:off x="5168744" y="2509812"/>
                    <a:ext cx="391528" cy="2299166"/>
                  </a:xfrm>
                  <a:custGeom>
                    <a:avLst/>
                    <a:gdLst>
                      <a:gd name="connsiteX0" fmla="*/ 0 w 596905"/>
                      <a:gd name="connsiteY0" fmla="*/ 0 h 3505200"/>
                      <a:gd name="connsiteX1" fmla="*/ 19050 w 596905"/>
                      <a:gd name="connsiteY1" fmla="*/ 31750 h 3505200"/>
                      <a:gd name="connsiteX2" fmla="*/ 31750 w 596905"/>
                      <a:gd name="connsiteY2" fmla="*/ 50800 h 3505200"/>
                      <a:gd name="connsiteX3" fmla="*/ 69850 w 596905"/>
                      <a:gd name="connsiteY3" fmla="*/ 63500 h 3505200"/>
                      <a:gd name="connsiteX4" fmla="*/ 101600 w 596905"/>
                      <a:gd name="connsiteY4" fmla="*/ 95250 h 3505200"/>
                      <a:gd name="connsiteX5" fmla="*/ 120650 w 596905"/>
                      <a:gd name="connsiteY5" fmla="*/ 114300 h 3505200"/>
                      <a:gd name="connsiteX6" fmla="*/ 158750 w 596905"/>
                      <a:gd name="connsiteY6" fmla="*/ 139700 h 3505200"/>
                      <a:gd name="connsiteX7" fmla="*/ 184150 w 596905"/>
                      <a:gd name="connsiteY7" fmla="*/ 177800 h 3505200"/>
                      <a:gd name="connsiteX8" fmla="*/ 209550 w 596905"/>
                      <a:gd name="connsiteY8" fmla="*/ 209550 h 3505200"/>
                      <a:gd name="connsiteX9" fmla="*/ 241300 w 596905"/>
                      <a:gd name="connsiteY9" fmla="*/ 241300 h 3505200"/>
                      <a:gd name="connsiteX10" fmla="*/ 279400 w 596905"/>
                      <a:gd name="connsiteY10" fmla="*/ 266700 h 3505200"/>
                      <a:gd name="connsiteX11" fmla="*/ 304800 w 596905"/>
                      <a:gd name="connsiteY11" fmla="*/ 292100 h 3505200"/>
                      <a:gd name="connsiteX12" fmla="*/ 311150 w 596905"/>
                      <a:gd name="connsiteY12" fmla="*/ 311150 h 3505200"/>
                      <a:gd name="connsiteX13" fmla="*/ 330200 w 596905"/>
                      <a:gd name="connsiteY13" fmla="*/ 323850 h 3505200"/>
                      <a:gd name="connsiteX14" fmla="*/ 336550 w 596905"/>
                      <a:gd name="connsiteY14" fmla="*/ 342900 h 3505200"/>
                      <a:gd name="connsiteX15" fmla="*/ 349250 w 596905"/>
                      <a:gd name="connsiteY15" fmla="*/ 361950 h 3505200"/>
                      <a:gd name="connsiteX16" fmla="*/ 355600 w 596905"/>
                      <a:gd name="connsiteY16" fmla="*/ 387350 h 3505200"/>
                      <a:gd name="connsiteX17" fmla="*/ 361950 w 596905"/>
                      <a:gd name="connsiteY17" fmla="*/ 488950 h 3505200"/>
                      <a:gd name="connsiteX18" fmla="*/ 381000 w 596905"/>
                      <a:gd name="connsiteY18" fmla="*/ 546100 h 3505200"/>
                      <a:gd name="connsiteX19" fmla="*/ 393700 w 596905"/>
                      <a:gd name="connsiteY19" fmla="*/ 628650 h 3505200"/>
                      <a:gd name="connsiteX20" fmla="*/ 406400 w 596905"/>
                      <a:gd name="connsiteY20" fmla="*/ 698500 h 3505200"/>
                      <a:gd name="connsiteX21" fmla="*/ 419100 w 596905"/>
                      <a:gd name="connsiteY21" fmla="*/ 717550 h 3505200"/>
                      <a:gd name="connsiteX22" fmla="*/ 425450 w 596905"/>
                      <a:gd name="connsiteY22" fmla="*/ 742950 h 3505200"/>
                      <a:gd name="connsiteX23" fmla="*/ 438150 w 596905"/>
                      <a:gd name="connsiteY23" fmla="*/ 762000 h 3505200"/>
                      <a:gd name="connsiteX24" fmla="*/ 450850 w 596905"/>
                      <a:gd name="connsiteY24" fmla="*/ 825500 h 3505200"/>
                      <a:gd name="connsiteX25" fmla="*/ 463550 w 596905"/>
                      <a:gd name="connsiteY25" fmla="*/ 990600 h 3505200"/>
                      <a:gd name="connsiteX26" fmla="*/ 469900 w 596905"/>
                      <a:gd name="connsiteY26" fmla="*/ 1016000 h 3505200"/>
                      <a:gd name="connsiteX27" fmla="*/ 476250 w 596905"/>
                      <a:gd name="connsiteY27" fmla="*/ 1066800 h 3505200"/>
                      <a:gd name="connsiteX28" fmla="*/ 488950 w 596905"/>
                      <a:gd name="connsiteY28" fmla="*/ 1130300 h 3505200"/>
                      <a:gd name="connsiteX29" fmla="*/ 495300 w 596905"/>
                      <a:gd name="connsiteY29" fmla="*/ 1155700 h 3505200"/>
                      <a:gd name="connsiteX30" fmla="*/ 508000 w 596905"/>
                      <a:gd name="connsiteY30" fmla="*/ 1174750 h 3505200"/>
                      <a:gd name="connsiteX31" fmla="*/ 527050 w 596905"/>
                      <a:gd name="connsiteY31" fmla="*/ 1219200 h 3505200"/>
                      <a:gd name="connsiteX32" fmla="*/ 546100 w 596905"/>
                      <a:gd name="connsiteY32" fmla="*/ 1289050 h 3505200"/>
                      <a:gd name="connsiteX33" fmla="*/ 552450 w 596905"/>
                      <a:gd name="connsiteY33" fmla="*/ 1403350 h 3505200"/>
                      <a:gd name="connsiteX34" fmla="*/ 558800 w 596905"/>
                      <a:gd name="connsiteY34" fmla="*/ 1435100 h 3505200"/>
                      <a:gd name="connsiteX35" fmla="*/ 571500 w 596905"/>
                      <a:gd name="connsiteY35" fmla="*/ 1549400 h 3505200"/>
                      <a:gd name="connsiteX36" fmla="*/ 577850 w 596905"/>
                      <a:gd name="connsiteY36" fmla="*/ 1663700 h 3505200"/>
                      <a:gd name="connsiteX37" fmla="*/ 584200 w 596905"/>
                      <a:gd name="connsiteY37" fmla="*/ 1765300 h 3505200"/>
                      <a:gd name="connsiteX38" fmla="*/ 577850 w 596905"/>
                      <a:gd name="connsiteY38" fmla="*/ 1993900 h 3505200"/>
                      <a:gd name="connsiteX39" fmla="*/ 584200 w 596905"/>
                      <a:gd name="connsiteY39" fmla="*/ 2101850 h 3505200"/>
                      <a:gd name="connsiteX40" fmla="*/ 590550 w 596905"/>
                      <a:gd name="connsiteY40" fmla="*/ 2324100 h 3505200"/>
                      <a:gd name="connsiteX41" fmla="*/ 584200 w 596905"/>
                      <a:gd name="connsiteY41" fmla="*/ 2781300 h 3505200"/>
                      <a:gd name="connsiteX42" fmla="*/ 577850 w 596905"/>
                      <a:gd name="connsiteY42" fmla="*/ 2870200 h 3505200"/>
                      <a:gd name="connsiteX43" fmla="*/ 571500 w 596905"/>
                      <a:gd name="connsiteY43" fmla="*/ 3086100 h 3505200"/>
                      <a:gd name="connsiteX44" fmla="*/ 558800 w 596905"/>
                      <a:gd name="connsiteY44" fmla="*/ 3136900 h 3505200"/>
                      <a:gd name="connsiteX45" fmla="*/ 565150 w 596905"/>
                      <a:gd name="connsiteY45" fmla="*/ 3321050 h 3505200"/>
                      <a:gd name="connsiteX46" fmla="*/ 571500 w 596905"/>
                      <a:gd name="connsiteY46" fmla="*/ 3340100 h 3505200"/>
                      <a:gd name="connsiteX47" fmla="*/ 577850 w 596905"/>
                      <a:gd name="connsiteY47" fmla="*/ 3429000 h 3505200"/>
                      <a:gd name="connsiteX48" fmla="*/ 584200 w 596905"/>
                      <a:gd name="connsiteY48" fmla="*/ 3460750 h 3505200"/>
                      <a:gd name="connsiteX49" fmla="*/ 596900 w 596905"/>
                      <a:gd name="connsiteY49" fmla="*/ 3505200 h 350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96905" h="3505200">
                        <a:moveTo>
                          <a:pt x="0" y="0"/>
                        </a:moveTo>
                        <a:cubicBezTo>
                          <a:pt x="6350" y="10583"/>
                          <a:pt x="12509" y="21284"/>
                          <a:pt x="19050" y="31750"/>
                        </a:cubicBezTo>
                        <a:cubicBezTo>
                          <a:pt x="23095" y="38222"/>
                          <a:pt x="25278" y="46755"/>
                          <a:pt x="31750" y="50800"/>
                        </a:cubicBezTo>
                        <a:cubicBezTo>
                          <a:pt x="43102" y="57895"/>
                          <a:pt x="69850" y="63500"/>
                          <a:pt x="69850" y="63500"/>
                        </a:cubicBezTo>
                        <a:cubicBezTo>
                          <a:pt x="93133" y="98425"/>
                          <a:pt x="69850" y="68792"/>
                          <a:pt x="101600" y="95250"/>
                        </a:cubicBezTo>
                        <a:cubicBezTo>
                          <a:pt x="108499" y="100999"/>
                          <a:pt x="113561" y="108787"/>
                          <a:pt x="120650" y="114300"/>
                        </a:cubicBezTo>
                        <a:cubicBezTo>
                          <a:pt x="132698" y="123671"/>
                          <a:pt x="158750" y="139700"/>
                          <a:pt x="158750" y="139700"/>
                        </a:cubicBezTo>
                        <a:cubicBezTo>
                          <a:pt x="173849" y="184996"/>
                          <a:pt x="152439" y="130234"/>
                          <a:pt x="184150" y="177800"/>
                        </a:cubicBezTo>
                        <a:cubicBezTo>
                          <a:pt x="208687" y="214606"/>
                          <a:pt x="166945" y="181147"/>
                          <a:pt x="209550" y="209550"/>
                        </a:cubicBezTo>
                        <a:cubicBezTo>
                          <a:pt x="232833" y="244475"/>
                          <a:pt x="209550" y="214842"/>
                          <a:pt x="241300" y="241300"/>
                        </a:cubicBezTo>
                        <a:cubicBezTo>
                          <a:pt x="273011" y="267726"/>
                          <a:pt x="245922" y="255541"/>
                          <a:pt x="279400" y="266700"/>
                        </a:cubicBezTo>
                        <a:cubicBezTo>
                          <a:pt x="296333" y="317500"/>
                          <a:pt x="270933" y="258233"/>
                          <a:pt x="304800" y="292100"/>
                        </a:cubicBezTo>
                        <a:cubicBezTo>
                          <a:pt x="309533" y="296833"/>
                          <a:pt x="306969" y="305923"/>
                          <a:pt x="311150" y="311150"/>
                        </a:cubicBezTo>
                        <a:cubicBezTo>
                          <a:pt x="315918" y="317109"/>
                          <a:pt x="323850" y="319617"/>
                          <a:pt x="330200" y="323850"/>
                        </a:cubicBezTo>
                        <a:cubicBezTo>
                          <a:pt x="332317" y="330200"/>
                          <a:pt x="333557" y="336913"/>
                          <a:pt x="336550" y="342900"/>
                        </a:cubicBezTo>
                        <a:cubicBezTo>
                          <a:pt x="339963" y="349726"/>
                          <a:pt x="346244" y="354935"/>
                          <a:pt x="349250" y="361950"/>
                        </a:cubicBezTo>
                        <a:cubicBezTo>
                          <a:pt x="352688" y="369972"/>
                          <a:pt x="353483" y="378883"/>
                          <a:pt x="355600" y="387350"/>
                        </a:cubicBezTo>
                        <a:cubicBezTo>
                          <a:pt x="357717" y="421217"/>
                          <a:pt x="357365" y="455328"/>
                          <a:pt x="361950" y="488950"/>
                        </a:cubicBezTo>
                        <a:cubicBezTo>
                          <a:pt x="376238" y="593725"/>
                          <a:pt x="370681" y="484187"/>
                          <a:pt x="381000" y="546100"/>
                        </a:cubicBezTo>
                        <a:cubicBezTo>
                          <a:pt x="387468" y="584906"/>
                          <a:pt x="388253" y="587796"/>
                          <a:pt x="393700" y="628650"/>
                        </a:cubicBezTo>
                        <a:cubicBezTo>
                          <a:pt x="396088" y="646559"/>
                          <a:pt x="396533" y="678766"/>
                          <a:pt x="406400" y="698500"/>
                        </a:cubicBezTo>
                        <a:cubicBezTo>
                          <a:pt x="409813" y="705326"/>
                          <a:pt x="414867" y="711200"/>
                          <a:pt x="419100" y="717550"/>
                        </a:cubicBezTo>
                        <a:cubicBezTo>
                          <a:pt x="421217" y="726017"/>
                          <a:pt x="422012" y="734928"/>
                          <a:pt x="425450" y="742950"/>
                        </a:cubicBezTo>
                        <a:cubicBezTo>
                          <a:pt x="428456" y="749965"/>
                          <a:pt x="435906" y="754706"/>
                          <a:pt x="438150" y="762000"/>
                        </a:cubicBezTo>
                        <a:cubicBezTo>
                          <a:pt x="444498" y="782631"/>
                          <a:pt x="450850" y="825500"/>
                          <a:pt x="450850" y="825500"/>
                        </a:cubicBezTo>
                        <a:cubicBezTo>
                          <a:pt x="452892" y="856132"/>
                          <a:pt x="458627" y="953676"/>
                          <a:pt x="463550" y="990600"/>
                        </a:cubicBezTo>
                        <a:cubicBezTo>
                          <a:pt x="464703" y="999251"/>
                          <a:pt x="468465" y="1007392"/>
                          <a:pt x="469900" y="1016000"/>
                        </a:cubicBezTo>
                        <a:cubicBezTo>
                          <a:pt x="472705" y="1032833"/>
                          <a:pt x="473445" y="1049967"/>
                          <a:pt x="476250" y="1066800"/>
                        </a:cubicBezTo>
                        <a:cubicBezTo>
                          <a:pt x="479799" y="1088092"/>
                          <a:pt x="484717" y="1109133"/>
                          <a:pt x="488950" y="1130300"/>
                        </a:cubicBezTo>
                        <a:cubicBezTo>
                          <a:pt x="490662" y="1138858"/>
                          <a:pt x="491862" y="1147678"/>
                          <a:pt x="495300" y="1155700"/>
                        </a:cubicBezTo>
                        <a:cubicBezTo>
                          <a:pt x="498306" y="1162715"/>
                          <a:pt x="503767" y="1168400"/>
                          <a:pt x="508000" y="1174750"/>
                        </a:cubicBezTo>
                        <a:cubicBezTo>
                          <a:pt x="524798" y="1241941"/>
                          <a:pt x="501991" y="1162818"/>
                          <a:pt x="527050" y="1219200"/>
                        </a:cubicBezTo>
                        <a:cubicBezTo>
                          <a:pt x="538769" y="1245567"/>
                          <a:pt x="540668" y="1261888"/>
                          <a:pt x="546100" y="1289050"/>
                        </a:cubicBezTo>
                        <a:cubicBezTo>
                          <a:pt x="548217" y="1327150"/>
                          <a:pt x="549144" y="1365335"/>
                          <a:pt x="552450" y="1403350"/>
                        </a:cubicBezTo>
                        <a:cubicBezTo>
                          <a:pt x="553385" y="1414102"/>
                          <a:pt x="557026" y="1424454"/>
                          <a:pt x="558800" y="1435100"/>
                        </a:cubicBezTo>
                        <a:cubicBezTo>
                          <a:pt x="565289" y="1474035"/>
                          <a:pt x="568742" y="1509411"/>
                          <a:pt x="571500" y="1549400"/>
                        </a:cubicBezTo>
                        <a:cubicBezTo>
                          <a:pt x="574125" y="1587468"/>
                          <a:pt x="575609" y="1625607"/>
                          <a:pt x="577850" y="1663700"/>
                        </a:cubicBezTo>
                        <a:cubicBezTo>
                          <a:pt x="579843" y="1697574"/>
                          <a:pt x="582083" y="1731433"/>
                          <a:pt x="584200" y="1765300"/>
                        </a:cubicBezTo>
                        <a:cubicBezTo>
                          <a:pt x="582083" y="1841500"/>
                          <a:pt x="577850" y="1917671"/>
                          <a:pt x="577850" y="1993900"/>
                        </a:cubicBezTo>
                        <a:cubicBezTo>
                          <a:pt x="577850" y="2029946"/>
                          <a:pt x="582815" y="2065831"/>
                          <a:pt x="584200" y="2101850"/>
                        </a:cubicBezTo>
                        <a:cubicBezTo>
                          <a:pt x="587048" y="2175909"/>
                          <a:pt x="588433" y="2250017"/>
                          <a:pt x="590550" y="2324100"/>
                        </a:cubicBezTo>
                        <a:cubicBezTo>
                          <a:pt x="588433" y="2476500"/>
                          <a:pt x="587744" y="2628927"/>
                          <a:pt x="584200" y="2781300"/>
                        </a:cubicBezTo>
                        <a:cubicBezTo>
                          <a:pt x="583509" y="2811001"/>
                          <a:pt x="579087" y="2840517"/>
                          <a:pt x="577850" y="2870200"/>
                        </a:cubicBezTo>
                        <a:cubicBezTo>
                          <a:pt x="574853" y="2942135"/>
                          <a:pt x="576630" y="3014285"/>
                          <a:pt x="571500" y="3086100"/>
                        </a:cubicBezTo>
                        <a:cubicBezTo>
                          <a:pt x="570256" y="3103510"/>
                          <a:pt x="558800" y="3136900"/>
                          <a:pt x="558800" y="3136900"/>
                        </a:cubicBezTo>
                        <a:cubicBezTo>
                          <a:pt x="560917" y="3198283"/>
                          <a:pt x="561319" y="3259750"/>
                          <a:pt x="565150" y="3321050"/>
                        </a:cubicBezTo>
                        <a:cubicBezTo>
                          <a:pt x="565568" y="3327730"/>
                          <a:pt x="570718" y="3333452"/>
                          <a:pt x="571500" y="3340100"/>
                        </a:cubicBezTo>
                        <a:cubicBezTo>
                          <a:pt x="574971" y="3369605"/>
                          <a:pt x="574740" y="3399454"/>
                          <a:pt x="577850" y="3429000"/>
                        </a:cubicBezTo>
                        <a:cubicBezTo>
                          <a:pt x="578980" y="3439734"/>
                          <a:pt x="581360" y="3450337"/>
                          <a:pt x="584200" y="3460750"/>
                        </a:cubicBezTo>
                        <a:cubicBezTo>
                          <a:pt x="597569" y="3509771"/>
                          <a:pt x="596900" y="3484054"/>
                          <a:pt x="596900" y="35052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5" name="Freeform 1414"/>
                  <p:cNvSpPr/>
                  <p:nvPr/>
                </p:nvSpPr>
                <p:spPr>
                  <a:xfrm>
                    <a:off x="6918110" y="3092933"/>
                    <a:ext cx="745562" cy="1441144"/>
                  </a:xfrm>
                  <a:custGeom>
                    <a:avLst/>
                    <a:gdLst>
                      <a:gd name="connsiteX0" fmla="*/ 0 w 1136650"/>
                      <a:gd name="connsiteY0" fmla="*/ 0 h 2197100"/>
                      <a:gd name="connsiteX1" fmla="*/ 19050 w 1136650"/>
                      <a:gd name="connsiteY1" fmla="*/ 31750 h 2197100"/>
                      <a:gd name="connsiteX2" fmla="*/ 31750 w 1136650"/>
                      <a:gd name="connsiteY2" fmla="*/ 76200 h 2197100"/>
                      <a:gd name="connsiteX3" fmla="*/ 44450 w 1136650"/>
                      <a:gd name="connsiteY3" fmla="*/ 95250 h 2197100"/>
                      <a:gd name="connsiteX4" fmla="*/ 69850 w 1136650"/>
                      <a:gd name="connsiteY4" fmla="*/ 152400 h 2197100"/>
                      <a:gd name="connsiteX5" fmla="*/ 76200 w 1136650"/>
                      <a:gd name="connsiteY5" fmla="*/ 292100 h 2197100"/>
                      <a:gd name="connsiteX6" fmla="*/ 82550 w 1136650"/>
                      <a:gd name="connsiteY6" fmla="*/ 323850 h 2197100"/>
                      <a:gd name="connsiteX7" fmla="*/ 95250 w 1136650"/>
                      <a:gd name="connsiteY7" fmla="*/ 342900 h 2197100"/>
                      <a:gd name="connsiteX8" fmla="*/ 101600 w 1136650"/>
                      <a:gd name="connsiteY8" fmla="*/ 361950 h 2197100"/>
                      <a:gd name="connsiteX9" fmla="*/ 120650 w 1136650"/>
                      <a:gd name="connsiteY9" fmla="*/ 374650 h 2197100"/>
                      <a:gd name="connsiteX10" fmla="*/ 133350 w 1136650"/>
                      <a:gd name="connsiteY10" fmla="*/ 393700 h 2197100"/>
                      <a:gd name="connsiteX11" fmla="*/ 146050 w 1136650"/>
                      <a:gd name="connsiteY11" fmla="*/ 520700 h 2197100"/>
                      <a:gd name="connsiteX12" fmla="*/ 177800 w 1136650"/>
                      <a:gd name="connsiteY12" fmla="*/ 577850 h 2197100"/>
                      <a:gd name="connsiteX13" fmla="*/ 203200 w 1136650"/>
                      <a:gd name="connsiteY13" fmla="*/ 596900 h 2197100"/>
                      <a:gd name="connsiteX14" fmla="*/ 234950 w 1136650"/>
                      <a:gd name="connsiteY14" fmla="*/ 622300 h 2197100"/>
                      <a:gd name="connsiteX15" fmla="*/ 254000 w 1136650"/>
                      <a:gd name="connsiteY15" fmla="*/ 641350 h 2197100"/>
                      <a:gd name="connsiteX16" fmla="*/ 273050 w 1136650"/>
                      <a:gd name="connsiteY16" fmla="*/ 647700 h 2197100"/>
                      <a:gd name="connsiteX17" fmla="*/ 292100 w 1136650"/>
                      <a:gd name="connsiteY17" fmla="*/ 660400 h 2197100"/>
                      <a:gd name="connsiteX18" fmla="*/ 336550 w 1136650"/>
                      <a:gd name="connsiteY18" fmla="*/ 711200 h 2197100"/>
                      <a:gd name="connsiteX19" fmla="*/ 349250 w 1136650"/>
                      <a:gd name="connsiteY19" fmla="*/ 736600 h 2197100"/>
                      <a:gd name="connsiteX20" fmla="*/ 387350 w 1136650"/>
                      <a:gd name="connsiteY20" fmla="*/ 762000 h 2197100"/>
                      <a:gd name="connsiteX21" fmla="*/ 419100 w 1136650"/>
                      <a:gd name="connsiteY21" fmla="*/ 819150 h 2197100"/>
                      <a:gd name="connsiteX22" fmla="*/ 457200 w 1136650"/>
                      <a:gd name="connsiteY22" fmla="*/ 844550 h 2197100"/>
                      <a:gd name="connsiteX23" fmla="*/ 476250 w 1136650"/>
                      <a:gd name="connsiteY23" fmla="*/ 882650 h 2197100"/>
                      <a:gd name="connsiteX24" fmla="*/ 495300 w 1136650"/>
                      <a:gd name="connsiteY24" fmla="*/ 889000 h 2197100"/>
                      <a:gd name="connsiteX25" fmla="*/ 558800 w 1136650"/>
                      <a:gd name="connsiteY25" fmla="*/ 927100 h 2197100"/>
                      <a:gd name="connsiteX26" fmla="*/ 571500 w 1136650"/>
                      <a:gd name="connsiteY26" fmla="*/ 971550 h 2197100"/>
                      <a:gd name="connsiteX27" fmla="*/ 584200 w 1136650"/>
                      <a:gd name="connsiteY27" fmla="*/ 1009650 h 2197100"/>
                      <a:gd name="connsiteX28" fmla="*/ 590550 w 1136650"/>
                      <a:gd name="connsiteY28" fmla="*/ 1047750 h 2197100"/>
                      <a:gd name="connsiteX29" fmla="*/ 609600 w 1136650"/>
                      <a:gd name="connsiteY29" fmla="*/ 1111250 h 2197100"/>
                      <a:gd name="connsiteX30" fmla="*/ 615950 w 1136650"/>
                      <a:gd name="connsiteY30" fmla="*/ 1149350 h 2197100"/>
                      <a:gd name="connsiteX31" fmla="*/ 622300 w 1136650"/>
                      <a:gd name="connsiteY31" fmla="*/ 1168400 h 2197100"/>
                      <a:gd name="connsiteX32" fmla="*/ 635000 w 1136650"/>
                      <a:gd name="connsiteY32" fmla="*/ 1219200 h 2197100"/>
                      <a:gd name="connsiteX33" fmla="*/ 685800 w 1136650"/>
                      <a:gd name="connsiteY33" fmla="*/ 1276350 h 2197100"/>
                      <a:gd name="connsiteX34" fmla="*/ 717550 w 1136650"/>
                      <a:gd name="connsiteY34" fmla="*/ 1308100 h 2197100"/>
                      <a:gd name="connsiteX35" fmla="*/ 742950 w 1136650"/>
                      <a:gd name="connsiteY35" fmla="*/ 1346200 h 2197100"/>
                      <a:gd name="connsiteX36" fmla="*/ 755650 w 1136650"/>
                      <a:gd name="connsiteY36" fmla="*/ 1365250 h 2197100"/>
                      <a:gd name="connsiteX37" fmla="*/ 812800 w 1136650"/>
                      <a:gd name="connsiteY37" fmla="*/ 1397000 h 2197100"/>
                      <a:gd name="connsiteX38" fmla="*/ 838200 w 1136650"/>
                      <a:gd name="connsiteY38" fmla="*/ 1435100 h 2197100"/>
                      <a:gd name="connsiteX39" fmla="*/ 850900 w 1136650"/>
                      <a:gd name="connsiteY39" fmla="*/ 1454150 h 2197100"/>
                      <a:gd name="connsiteX40" fmla="*/ 863600 w 1136650"/>
                      <a:gd name="connsiteY40" fmla="*/ 1498600 h 2197100"/>
                      <a:gd name="connsiteX41" fmla="*/ 869950 w 1136650"/>
                      <a:gd name="connsiteY41" fmla="*/ 1517650 h 2197100"/>
                      <a:gd name="connsiteX42" fmla="*/ 889000 w 1136650"/>
                      <a:gd name="connsiteY42" fmla="*/ 1530350 h 2197100"/>
                      <a:gd name="connsiteX43" fmla="*/ 901700 w 1136650"/>
                      <a:gd name="connsiteY43" fmla="*/ 1549400 h 2197100"/>
                      <a:gd name="connsiteX44" fmla="*/ 908050 w 1136650"/>
                      <a:gd name="connsiteY44" fmla="*/ 1568450 h 2197100"/>
                      <a:gd name="connsiteX45" fmla="*/ 933450 w 1136650"/>
                      <a:gd name="connsiteY45" fmla="*/ 1606550 h 2197100"/>
                      <a:gd name="connsiteX46" fmla="*/ 965200 w 1136650"/>
                      <a:gd name="connsiteY46" fmla="*/ 1682750 h 2197100"/>
                      <a:gd name="connsiteX47" fmla="*/ 971550 w 1136650"/>
                      <a:gd name="connsiteY47" fmla="*/ 1701800 h 2197100"/>
                      <a:gd name="connsiteX48" fmla="*/ 1003300 w 1136650"/>
                      <a:gd name="connsiteY48" fmla="*/ 1752600 h 2197100"/>
                      <a:gd name="connsiteX49" fmla="*/ 1035050 w 1136650"/>
                      <a:gd name="connsiteY49" fmla="*/ 1822450 h 2197100"/>
                      <a:gd name="connsiteX50" fmla="*/ 1054100 w 1136650"/>
                      <a:gd name="connsiteY50" fmla="*/ 1828800 h 2197100"/>
                      <a:gd name="connsiteX51" fmla="*/ 1060450 w 1136650"/>
                      <a:gd name="connsiteY51" fmla="*/ 1854200 h 2197100"/>
                      <a:gd name="connsiteX52" fmla="*/ 1073150 w 1136650"/>
                      <a:gd name="connsiteY52" fmla="*/ 1873250 h 2197100"/>
                      <a:gd name="connsiteX53" fmla="*/ 1085850 w 1136650"/>
                      <a:gd name="connsiteY53" fmla="*/ 1924050 h 2197100"/>
                      <a:gd name="connsiteX54" fmla="*/ 1098550 w 1136650"/>
                      <a:gd name="connsiteY54" fmla="*/ 2063750 h 2197100"/>
                      <a:gd name="connsiteX55" fmla="*/ 1111250 w 1136650"/>
                      <a:gd name="connsiteY55" fmla="*/ 2101850 h 2197100"/>
                      <a:gd name="connsiteX56" fmla="*/ 1123950 w 1136650"/>
                      <a:gd name="connsiteY56" fmla="*/ 2178050 h 2197100"/>
                      <a:gd name="connsiteX57" fmla="*/ 1136650 w 1136650"/>
                      <a:gd name="connsiteY57" fmla="*/ 2197100 h 219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136650" h="2197100">
                        <a:moveTo>
                          <a:pt x="0" y="0"/>
                        </a:moveTo>
                        <a:cubicBezTo>
                          <a:pt x="6350" y="10583"/>
                          <a:pt x="13530" y="20711"/>
                          <a:pt x="19050" y="31750"/>
                        </a:cubicBezTo>
                        <a:cubicBezTo>
                          <a:pt x="31407" y="56464"/>
                          <a:pt x="19543" y="47716"/>
                          <a:pt x="31750" y="76200"/>
                        </a:cubicBezTo>
                        <a:cubicBezTo>
                          <a:pt x="34756" y="83215"/>
                          <a:pt x="41350" y="88276"/>
                          <a:pt x="44450" y="95250"/>
                        </a:cubicBezTo>
                        <a:cubicBezTo>
                          <a:pt x="74677" y="163260"/>
                          <a:pt x="41108" y="109287"/>
                          <a:pt x="69850" y="152400"/>
                        </a:cubicBezTo>
                        <a:cubicBezTo>
                          <a:pt x="71967" y="198967"/>
                          <a:pt x="72756" y="245613"/>
                          <a:pt x="76200" y="292100"/>
                        </a:cubicBezTo>
                        <a:cubicBezTo>
                          <a:pt x="76997" y="302863"/>
                          <a:pt x="78760" y="313744"/>
                          <a:pt x="82550" y="323850"/>
                        </a:cubicBezTo>
                        <a:cubicBezTo>
                          <a:pt x="85230" y="330996"/>
                          <a:pt x="91837" y="336074"/>
                          <a:pt x="95250" y="342900"/>
                        </a:cubicBezTo>
                        <a:cubicBezTo>
                          <a:pt x="98243" y="348887"/>
                          <a:pt x="97419" y="356723"/>
                          <a:pt x="101600" y="361950"/>
                        </a:cubicBezTo>
                        <a:cubicBezTo>
                          <a:pt x="106368" y="367909"/>
                          <a:pt x="114300" y="370417"/>
                          <a:pt x="120650" y="374650"/>
                        </a:cubicBezTo>
                        <a:cubicBezTo>
                          <a:pt x="124883" y="381000"/>
                          <a:pt x="129937" y="386874"/>
                          <a:pt x="133350" y="393700"/>
                        </a:cubicBezTo>
                        <a:cubicBezTo>
                          <a:pt x="149976" y="426951"/>
                          <a:pt x="145354" y="513742"/>
                          <a:pt x="146050" y="520700"/>
                        </a:cubicBezTo>
                        <a:cubicBezTo>
                          <a:pt x="148022" y="540424"/>
                          <a:pt x="169676" y="565664"/>
                          <a:pt x="177800" y="577850"/>
                        </a:cubicBezTo>
                        <a:cubicBezTo>
                          <a:pt x="183671" y="586656"/>
                          <a:pt x="195716" y="589416"/>
                          <a:pt x="203200" y="596900"/>
                        </a:cubicBezTo>
                        <a:cubicBezTo>
                          <a:pt x="231923" y="625623"/>
                          <a:pt x="197864" y="609938"/>
                          <a:pt x="234950" y="622300"/>
                        </a:cubicBezTo>
                        <a:cubicBezTo>
                          <a:pt x="241300" y="628650"/>
                          <a:pt x="246528" y="636369"/>
                          <a:pt x="254000" y="641350"/>
                        </a:cubicBezTo>
                        <a:cubicBezTo>
                          <a:pt x="259569" y="645063"/>
                          <a:pt x="267063" y="644707"/>
                          <a:pt x="273050" y="647700"/>
                        </a:cubicBezTo>
                        <a:cubicBezTo>
                          <a:pt x="279876" y="651113"/>
                          <a:pt x="285750" y="656167"/>
                          <a:pt x="292100" y="660400"/>
                        </a:cubicBezTo>
                        <a:cubicBezTo>
                          <a:pt x="321733" y="704850"/>
                          <a:pt x="304800" y="690033"/>
                          <a:pt x="336550" y="711200"/>
                        </a:cubicBezTo>
                        <a:cubicBezTo>
                          <a:pt x="340783" y="719667"/>
                          <a:pt x="342557" y="729907"/>
                          <a:pt x="349250" y="736600"/>
                        </a:cubicBezTo>
                        <a:cubicBezTo>
                          <a:pt x="360043" y="747393"/>
                          <a:pt x="387350" y="762000"/>
                          <a:pt x="387350" y="762000"/>
                        </a:cubicBezTo>
                        <a:cubicBezTo>
                          <a:pt x="398639" y="795867"/>
                          <a:pt x="393436" y="799189"/>
                          <a:pt x="419100" y="819150"/>
                        </a:cubicBezTo>
                        <a:cubicBezTo>
                          <a:pt x="431148" y="828521"/>
                          <a:pt x="457200" y="844550"/>
                          <a:pt x="457200" y="844550"/>
                        </a:cubicBezTo>
                        <a:cubicBezTo>
                          <a:pt x="461383" y="857099"/>
                          <a:pt x="465059" y="873698"/>
                          <a:pt x="476250" y="882650"/>
                        </a:cubicBezTo>
                        <a:cubicBezTo>
                          <a:pt x="481477" y="886831"/>
                          <a:pt x="488950" y="886883"/>
                          <a:pt x="495300" y="889000"/>
                        </a:cubicBezTo>
                        <a:cubicBezTo>
                          <a:pt x="541276" y="919651"/>
                          <a:pt x="519748" y="907574"/>
                          <a:pt x="558800" y="927100"/>
                        </a:cubicBezTo>
                        <a:cubicBezTo>
                          <a:pt x="580140" y="991121"/>
                          <a:pt x="547580" y="891816"/>
                          <a:pt x="571500" y="971550"/>
                        </a:cubicBezTo>
                        <a:cubicBezTo>
                          <a:pt x="575347" y="984372"/>
                          <a:pt x="581999" y="996445"/>
                          <a:pt x="584200" y="1009650"/>
                        </a:cubicBezTo>
                        <a:cubicBezTo>
                          <a:pt x="586317" y="1022350"/>
                          <a:pt x="587427" y="1035259"/>
                          <a:pt x="590550" y="1047750"/>
                        </a:cubicBezTo>
                        <a:cubicBezTo>
                          <a:pt x="606749" y="1112545"/>
                          <a:pt x="599521" y="1060857"/>
                          <a:pt x="609600" y="1111250"/>
                        </a:cubicBezTo>
                        <a:cubicBezTo>
                          <a:pt x="612125" y="1123875"/>
                          <a:pt x="613157" y="1136781"/>
                          <a:pt x="615950" y="1149350"/>
                        </a:cubicBezTo>
                        <a:cubicBezTo>
                          <a:pt x="617402" y="1155884"/>
                          <a:pt x="620677" y="1161906"/>
                          <a:pt x="622300" y="1168400"/>
                        </a:cubicBezTo>
                        <a:cubicBezTo>
                          <a:pt x="625923" y="1182891"/>
                          <a:pt x="627742" y="1204685"/>
                          <a:pt x="635000" y="1219200"/>
                        </a:cubicBezTo>
                        <a:cubicBezTo>
                          <a:pt x="653482" y="1256165"/>
                          <a:pt x="652141" y="1225862"/>
                          <a:pt x="685800" y="1276350"/>
                        </a:cubicBezTo>
                        <a:cubicBezTo>
                          <a:pt x="702733" y="1301750"/>
                          <a:pt x="692150" y="1291167"/>
                          <a:pt x="717550" y="1308100"/>
                        </a:cubicBezTo>
                        <a:lnTo>
                          <a:pt x="742950" y="1346200"/>
                        </a:lnTo>
                        <a:cubicBezTo>
                          <a:pt x="747183" y="1352550"/>
                          <a:pt x="749300" y="1361017"/>
                          <a:pt x="755650" y="1365250"/>
                        </a:cubicBezTo>
                        <a:cubicBezTo>
                          <a:pt x="799319" y="1394363"/>
                          <a:pt x="779270" y="1385823"/>
                          <a:pt x="812800" y="1397000"/>
                        </a:cubicBezTo>
                        <a:cubicBezTo>
                          <a:pt x="848912" y="1433112"/>
                          <a:pt x="819820" y="1398341"/>
                          <a:pt x="838200" y="1435100"/>
                        </a:cubicBezTo>
                        <a:cubicBezTo>
                          <a:pt x="841613" y="1441926"/>
                          <a:pt x="847487" y="1447324"/>
                          <a:pt x="850900" y="1454150"/>
                        </a:cubicBezTo>
                        <a:cubicBezTo>
                          <a:pt x="855975" y="1464300"/>
                          <a:pt x="860887" y="1489105"/>
                          <a:pt x="863600" y="1498600"/>
                        </a:cubicBezTo>
                        <a:cubicBezTo>
                          <a:pt x="865439" y="1505036"/>
                          <a:pt x="865769" y="1512423"/>
                          <a:pt x="869950" y="1517650"/>
                        </a:cubicBezTo>
                        <a:cubicBezTo>
                          <a:pt x="874718" y="1523609"/>
                          <a:pt x="882650" y="1526117"/>
                          <a:pt x="889000" y="1530350"/>
                        </a:cubicBezTo>
                        <a:cubicBezTo>
                          <a:pt x="893233" y="1536700"/>
                          <a:pt x="898287" y="1542574"/>
                          <a:pt x="901700" y="1549400"/>
                        </a:cubicBezTo>
                        <a:cubicBezTo>
                          <a:pt x="904693" y="1555387"/>
                          <a:pt x="904799" y="1562599"/>
                          <a:pt x="908050" y="1568450"/>
                        </a:cubicBezTo>
                        <a:cubicBezTo>
                          <a:pt x="915463" y="1581793"/>
                          <a:pt x="928623" y="1592070"/>
                          <a:pt x="933450" y="1606550"/>
                        </a:cubicBezTo>
                        <a:cubicBezTo>
                          <a:pt x="958508" y="1681725"/>
                          <a:pt x="931818" y="1607639"/>
                          <a:pt x="965200" y="1682750"/>
                        </a:cubicBezTo>
                        <a:cubicBezTo>
                          <a:pt x="967918" y="1688867"/>
                          <a:pt x="968557" y="1695813"/>
                          <a:pt x="971550" y="1701800"/>
                        </a:cubicBezTo>
                        <a:cubicBezTo>
                          <a:pt x="979209" y="1717118"/>
                          <a:pt x="993225" y="1737488"/>
                          <a:pt x="1003300" y="1752600"/>
                        </a:cubicBezTo>
                        <a:cubicBezTo>
                          <a:pt x="1012643" y="1799317"/>
                          <a:pt x="1003663" y="1775370"/>
                          <a:pt x="1035050" y="1822450"/>
                        </a:cubicBezTo>
                        <a:cubicBezTo>
                          <a:pt x="1038763" y="1828019"/>
                          <a:pt x="1047750" y="1826683"/>
                          <a:pt x="1054100" y="1828800"/>
                        </a:cubicBezTo>
                        <a:cubicBezTo>
                          <a:pt x="1056217" y="1837267"/>
                          <a:pt x="1057012" y="1846178"/>
                          <a:pt x="1060450" y="1854200"/>
                        </a:cubicBezTo>
                        <a:cubicBezTo>
                          <a:pt x="1063456" y="1861215"/>
                          <a:pt x="1070542" y="1866078"/>
                          <a:pt x="1073150" y="1873250"/>
                        </a:cubicBezTo>
                        <a:cubicBezTo>
                          <a:pt x="1079115" y="1889654"/>
                          <a:pt x="1085850" y="1924050"/>
                          <a:pt x="1085850" y="1924050"/>
                        </a:cubicBezTo>
                        <a:cubicBezTo>
                          <a:pt x="1087429" y="1947730"/>
                          <a:pt x="1090412" y="2028487"/>
                          <a:pt x="1098550" y="2063750"/>
                        </a:cubicBezTo>
                        <a:cubicBezTo>
                          <a:pt x="1101560" y="2076794"/>
                          <a:pt x="1107017" y="2089150"/>
                          <a:pt x="1111250" y="2101850"/>
                        </a:cubicBezTo>
                        <a:cubicBezTo>
                          <a:pt x="1119393" y="2126279"/>
                          <a:pt x="1119717" y="2152650"/>
                          <a:pt x="1123950" y="2178050"/>
                        </a:cubicBezTo>
                        <a:cubicBezTo>
                          <a:pt x="1125205" y="2185578"/>
                          <a:pt x="1136650" y="2197100"/>
                          <a:pt x="1136650" y="21971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6" name="Freeform 1415"/>
                  <p:cNvSpPr/>
                  <p:nvPr/>
                </p:nvSpPr>
                <p:spPr>
                  <a:xfrm>
                    <a:off x="6701520" y="6145993"/>
                    <a:ext cx="137450" cy="229083"/>
                  </a:xfrm>
                  <a:custGeom>
                    <a:avLst/>
                    <a:gdLst>
                      <a:gd name="connsiteX0" fmla="*/ 0 w 209550"/>
                      <a:gd name="connsiteY0" fmla="*/ 0 h 349250"/>
                      <a:gd name="connsiteX1" fmla="*/ 25400 w 209550"/>
                      <a:gd name="connsiteY1" fmla="*/ 31750 h 349250"/>
                      <a:gd name="connsiteX2" fmla="*/ 57150 w 209550"/>
                      <a:gd name="connsiteY2" fmla="*/ 38100 h 349250"/>
                      <a:gd name="connsiteX3" fmla="*/ 158750 w 209550"/>
                      <a:gd name="connsiteY3" fmla="*/ 57150 h 349250"/>
                      <a:gd name="connsiteX4" fmla="*/ 165100 w 209550"/>
                      <a:gd name="connsiteY4" fmla="*/ 76200 h 349250"/>
                      <a:gd name="connsiteX5" fmla="*/ 177800 w 209550"/>
                      <a:gd name="connsiteY5" fmla="*/ 95250 h 349250"/>
                      <a:gd name="connsiteX6" fmla="*/ 184150 w 209550"/>
                      <a:gd name="connsiteY6" fmla="*/ 139700 h 349250"/>
                      <a:gd name="connsiteX7" fmla="*/ 190500 w 209550"/>
                      <a:gd name="connsiteY7" fmla="*/ 158750 h 349250"/>
                      <a:gd name="connsiteX8" fmla="*/ 196850 w 209550"/>
                      <a:gd name="connsiteY8" fmla="*/ 190500 h 349250"/>
                      <a:gd name="connsiteX9" fmla="*/ 209550 w 209550"/>
                      <a:gd name="connsiteY9" fmla="*/ 266700 h 349250"/>
                      <a:gd name="connsiteX10" fmla="*/ 203200 w 209550"/>
                      <a:gd name="connsiteY10" fmla="*/ 349250 h 34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9550" h="349250">
                        <a:moveTo>
                          <a:pt x="0" y="0"/>
                        </a:moveTo>
                        <a:cubicBezTo>
                          <a:pt x="8467" y="10583"/>
                          <a:pt x="14123" y="24232"/>
                          <a:pt x="25400" y="31750"/>
                        </a:cubicBezTo>
                        <a:cubicBezTo>
                          <a:pt x="34380" y="37737"/>
                          <a:pt x="46737" y="35260"/>
                          <a:pt x="57150" y="38100"/>
                        </a:cubicBezTo>
                        <a:cubicBezTo>
                          <a:pt x="135880" y="59572"/>
                          <a:pt x="49435" y="46218"/>
                          <a:pt x="158750" y="57150"/>
                        </a:cubicBezTo>
                        <a:cubicBezTo>
                          <a:pt x="160867" y="63500"/>
                          <a:pt x="162107" y="70213"/>
                          <a:pt x="165100" y="76200"/>
                        </a:cubicBezTo>
                        <a:cubicBezTo>
                          <a:pt x="168513" y="83026"/>
                          <a:pt x="175607" y="87940"/>
                          <a:pt x="177800" y="95250"/>
                        </a:cubicBezTo>
                        <a:cubicBezTo>
                          <a:pt x="182101" y="109586"/>
                          <a:pt x="181215" y="125024"/>
                          <a:pt x="184150" y="139700"/>
                        </a:cubicBezTo>
                        <a:cubicBezTo>
                          <a:pt x="185463" y="146264"/>
                          <a:pt x="188877" y="152256"/>
                          <a:pt x="190500" y="158750"/>
                        </a:cubicBezTo>
                        <a:cubicBezTo>
                          <a:pt x="193118" y="169221"/>
                          <a:pt x="195324" y="179816"/>
                          <a:pt x="196850" y="190500"/>
                        </a:cubicBezTo>
                        <a:cubicBezTo>
                          <a:pt x="207484" y="264936"/>
                          <a:pt x="195901" y="225753"/>
                          <a:pt x="209550" y="266700"/>
                        </a:cubicBezTo>
                        <a:cubicBezTo>
                          <a:pt x="202265" y="332265"/>
                          <a:pt x="203200" y="304683"/>
                          <a:pt x="203200" y="349250"/>
                        </a:cubicBezTo>
                      </a:path>
                    </a:pathLst>
                  </a:custGeom>
                  <a:noFill/>
                  <a:ln w="12700" cap="flat" cmpd="sng" algn="ctr">
                    <a:solidFill>
                      <a:schemeClr val="accent2"/>
                    </a:solidFill>
                    <a:prstDash val="solid"/>
                  </a:ln>
                  <a:effectLst/>
                </p:spPr>
                <p:txBody>
                  <a:bodyPr rtlCol="0" anchor="ctr"/>
                  <a:lstStyle/>
                  <a:p>
                    <a:pPr algn="ctr" defTabSz="829178">
                      <a:defRPr/>
                    </a:pPr>
                    <a:endParaRPr lang="en-AU" sz="1632" kern="0">
                      <a:latin typeface="Arial"/>
                    </a:endParaRPr>
                  </a:p>
                </p:txBody>
              </p:sp>
              <p:sp>
                <p:nvSpPr>
                  <p:cNvPr id="1417" name="Freeform 1416"/>
                  <p:cNvSpPr/>
                  <p:nvPr/>
                </p:nvSpPr>
                <p:spPr>
                  <a:xfrm>
                    <a:off x="3701650" y="3605248"/>
                    <a:ext cx="250869" cy="1511951"/>
                  </a:xfrm>
                  <a:custGeom>
                    <a:avLst/>
                    <a:gdLst>
                      <a:gd name="connsiteX0" fmla="*/ 58613 w 382463"/>
                      <a:gd name="connsiteY0" fmla="*/ 0 h 2305050"/>
                      <a:gd name="connsiteX1" fmla="*/ 90363 w 382463"/>
                      <a:gd name="connsiteY1" fmla="*/ 19050 h 2305050"/>
                      <a:gd name="connsiteX2" fmla="*/ 96713 w 382463"/>
                      <a:gd name="connsiteY2" fmla="*/ 38100 h 2305050"/>
                      <a:gd name="connsiteX3" fmla="*/ 115763 w 382463"/>
                      <a:gd name="connsiteY3" fmla="*/ 50800 h 2305050"/>
                      <a:gd name="connsiteX4" fmla="*/ 160213 w 382463"/>
                      <a:gd name="connsiteY4" fmla="*/ 95250 h 2305050"/>
                      <a:gd name="connsiteX5" fmla="*/ 179263 w 382463"/>
                      <a:gd name="connsiteY5" fmla="*/ 107950 h 2305050"/>
                      <a:gd name="connsiteX6" fmla="*/ 185613 w 382463"/>
                      <a:gd name="connsiteY6" fmla="*/ 127000 h 2305050"/>
                      <a:gd name="connsiteX7" fmla="*/ 211013 w 382463"/>
                      <a:gd name="connsiteY7" fmla="*/ 152400 h 2305050"/>
                      <a:gd name="connsiteX8" fmla="*/ 223713 w 382463"/>
                      <a:gd name="connsiteY8" fmla="*/ 222250 h 2305050"/>
                      <a:gd name="connsiteX9" fmla="*/ 268163 w 382463"/>
                      <a:gd name="connsiteY9" fmla="*/ 279400 h 2305050"/>
                      <a:gd name="connsiteX10" fmla="*/ 287213 w 382463"/>
                      <a:gd name="connsiteY10" fmla="*/ 317500 h 2305050"/>
                      <a:gd name="connsiteX11" fmla="*/ 293563 w 382463"/>
                      <a:gd name="connsiteY11" fmla="*/ 336550 h 2305050"/>
                      <a:gd name="connsiteX12" fmla="*/ 306263 w 382463"/>
                      <a:gd name="connsiteY12" fmla="*/ 419100 h 2305050"/>
                      <a:gd name="connsiteX13" fmla="*/ 325313 w 382463"/>
                      <a:gd name="connsiteY13" fmla="*/ 457200 h 2305050"/>
                      <a:gd name="connsiteX14" fmla="*/ 344363 w 382463"/>
                      <a:gd name="connsiteY14" fmla="*/ 514350 h 2305050"/>
                      <a:gd name="connsiteX15" fmla="*/ 350713 w 382463"/>
                      <a:gd name="connsiteY15" fmla="*/ 533400 h 2305050"/>
                      <a:gd name="connsiteX16" fmla="*/ 357063 w 382463"/>
                      <a:gd name="connsiteY16" fmla="*/ 552450 h 2305050"/>
                      <a:gd name="connsiteX17" fmla="*/ 369763 w 382463"/>
                      <a:gd name="connsiteY17" fmla="*/ 571500 h 2305050"/>
                      <a:gd name="connsiteX18" fmla="*/ 382463 w 382463"/>
                      <a:gd name="connsiteY18" fmla="*/ 609600 h 2305050"/>
                      <a:gd name="connsiteX19" fmla="*/ 376113 w 382463"/>
                      <a:gd name="connsiteY19" fmla="*/ 704850 h 2305050"/>
                      <a:gd name="connsiteX20" fmla="*/ 363413 w 382463"/>
                      <a:gd name="connsiteY20" fmla="*/ 723900 h 2305050"/>
                      <a:gd name="connsiteX21" fmla="*/ 357063 w 382463"/>
                      <a:gd name="connsiteY21" fmla="*/ 742950 h 2305050"/>
                      <a:gd name="connsiteX22" fmla="*/ 338013 w 382463"/>
                      <a:gd name="connsiteY22" fmla="*/ 812800 h 2305050"/>
                      <a:gd name="connsiteX23" fmla="*/ 318963 w 382463"/>
                      <a:gd name="connsiteY23" fmla="*/ 819150 h 2305050"/>
                      <a:gd name="connsiteX24" fmla="*/ 306263 w 382463"/>
                      <a:gd name="connsiteY24" fmla="*/ 838200 h 2305050"/>
                      <a:gd name="connsiteX25" fmla="*/ 287213 w 382463"/>
                      <a:gd name="connsiteY25" fmla="*/ 850900 h 2305050"/>
                      <a:gd name="connsiteX26" fmla="*/ 280863 w 382463"/>
                      <a:gd name="connsiteY26" fmla="*/ 869950 h 2305050"/>
                      <a:gd name="connsiteX27" fmla="*/ 268163 w 382463"/>
                      <a:gd name="connsiteY27" fmla="*/ 889000 h 2305050"/>
                      <a:gd name="connsiteX28" fmla="*/ 249113 w 382463"/>
                      <a:gd name="connsiteY28" fmla="*/ 920750 h 2305050"/>
                      <a:gd name="connsiteX29" fmla="*/ 236413 w 382463"/>
                      <a:gd name="connsiteY29" fmla="*/ 939800 h 2305050"/>
                      <a:gd name="connsiteX30" fmla="*/ 198313 w 382463"/>
                      <a:gd name="connsiteY30" fmla="*/ 965200 h 2305050"/>
                      <a:gd name="connsiteX31" fmla="*/ 153863 w 382463"/>
                      <a:gd name="connsiteY31" fmla="*/ 1009650 h 2305050"/>
                      <a:gd name="connsiteX32" fmla="*/ 134813 w 382463"/>
                      <a:gd name="connsiteY32" fmla="*/ 1022350 h 2305050"/>
                      <a:gd name="connsiteX33" fmla="*/ 122113 w 382463"/>
                      <a:gd name="connsiteY33" fmla="*/ 1041400 h 2305050"/>
                      <a:gd name="connsiteX34" fmla="*/ 84013 w 382463"/>
                      <a:gd name="connsiteY34" fmla="*/ 1066800 h 2305050"/>
                      <a:gd name="connsiteX35" fmla="*/ 45913 w 382463"/>
                      <a:gd name="connsiteY35" fmla="*/ 1181100 h 2305050"/>
                      <a:gd name="connsiteX36" fmla="*/ 39563 w 382463"/>
                      <a:gd name="connsiteY36" fmla="*/ 1212850 h 2305050"/>
                      <a:gd name="connsiteX37" fmla="*/ 26863 w 382463"/>
                      <a:gd name="connsiteY37" fmla="*/ 1231900 h 2305050"/>
                      <a:gd name="connsiteX38" fmla="*/ 14163 w 382463"/>
                      <a:gd name="connsiteY38" fmla="*/ 1270000 h 2305050"/>
                      <a:gd name="connsiteX39" fmla="*/ 14163 w 382463"/>
                      <a:gd name="connsiteY39" fmla="*/ 1428750 h 2305050"/>
                      <a:gd name="connsiteX40" fmla="*/ 20513 w 382463"/>
                      <a:gd name="connsiteY40" fmla="*/ 1447800 h 2305050"/>
                      <a:gd name="connsiteX41" fmla="*/ 33213 w 382463"/>
                      <a:gd name="connsiteY41" fmla="*/ 1466850 h 2305050"/>
                      <a:gd name="connsiteX42" fmla="*/ 26863 w 382463"/>
                      <a:gd name="connsiteY42" fmla="*/ 1524000 h 2305050"/>
                      <a:gd name="connsiteX43" fmla="*/ 20513 w 382463"/>
                      <a:gd name="connsiteY43" fmla="*/ 1543050 h 2305050"/>
                      <a:gd name="connsiteX44" fmla="*/ 7813 w 382463"/>
                      <a:gd name="connsiteY44" fmla="*/ 1663700 h 2305050"/>
                      <a:gd name="connsiteX45" fmla="*/ 14163 w 382463"/>
                      <a:gd name="connsiteY45" fmla="*/ 1911350 h 2305050"/>
                      <a:gd name="connsiteX46" fmla="*/ 20513 w 382463"/>
                      <a:gd name="connsiteY46" fmla="*/ 1930400 h 2305050"/>
                      <a:gd name="connsiteX47" fmla="*/ 33213 w 382463"/>
                      <a:gd name="connsiteY47" fmla="*/ 2051050 h 2305050"/>
                      <a:gd name="connsiteX48" fmla="*/ 20513 w 382463"/>
                      <a:gd name="connsiteY48" fmla="*/ 2184400 h 2305050"/>
                      <a:gd name="connsiteX49" fmla="*/ 14163 w 382463"/>
                      <a:gd name="connsiteY49" fmla="*/ 2216150 h 2305050"/>
                      <a:gd name="connsiteX50" fmla="*/ 1463 w 382463"/>
                      <a:gd name="connsiteY50" fmla="*/ 2235200 h 2305050"/>
                      <a:gd name="connsiteX51" fmla="*/ 1463 w 382463"/>
                      <a:gd name="connsiteY51" fmla="*/ 2305050 h 2305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82463" h="2305050">
                        <a:moveTo>
                          <a:pt x="58613" y="0"/>
                        </a:moveTo>
                        <a:cubicBezTo>
                          <a:pt x="69196" y="6350"/>
                          <a:pt x="81636" y="10323"/>
                          <a:pt x="90363" y="19050"/>
                        </a:cubicBezTo>
                        <a:cubicBezTo>
                          <a:pt x="95096" y="23783"/>
                          <a:pt x="92532" y="32873"/>
                          <a:pt x="96713" y="38100"/>
                        </a:cubicBezTo>
                        <a:cubicBezTo>
                          <a:pt x="101481" y="44059"/>
                          <a:pt x="109413" y="46567"/>
                          <a:pt x="115763" y="50800"/>
                        </a:cubicBezTo>
                        <a:cubicBezTo>
                          <a:pt x="126940" y="84330"/>
                          <a:pt x="116544" y="66137"/>
                          <a:pt x="160213" y="95250"/>
                        </a:cubicBezTo>
                        <a:lnTo>
                          <a:pt x="179263" y="107950"/>
                        </a:lnTo>
                        <a:cubicBezTo>
                          <a:pt x="181380" y="114300"/>
                          <a:pt x="181722" y="121553"/>
                          <a:pt x="185613" y="127000"/>
                        </a:cubicBezTo>
                        <a:cubicBezTo>
                          <a:pt x="192573" y="136743"/>
                          <a:pt x="206058" y="141500"/>
                          <a:pt x="211013" y="152400"/>
                        </a:cubicBezTo>
                        <a:cubicBezTo>
                          <a:pt x="229462" y="192988"/>
                          <a:pt x="207398" y="189620"/>
                          <a:pt x="223713" y="222250"/>
                        </a:cubicBezTo>
                        <a:cubicBezTo>
                          <a:pt x="238904" y="252631"/>
                          <a:pt x="247257" y="258494"/>
                          <a:pt x="268163" y="279400"/>
                        </a:cubicBezTo>
                        <a:cubicBezTo>
                          <a:pt x="284124" y="327283"/>
                          <a:pt x="262594" y="268261"/>
                          <a:pt x="287213" y="317500"/>
                        </a:cubicBezTo>
                        <a:cubicBezTo>
                          <a:pt x="290206" y="323487"/>
                          <a:pt x="291446" y="330200"/>
                          <a:pt x="293563" y="336550"/>
                        </a:cubicBezTo>
                        <a:cubicBezTo>
                          <a:pt x="298681" y="382610"/>
                          <a:pt x="296264" y="384104"/>
                          <a:pt x="306263" y="419100"/>
                        </a:cubicBezTo>
                        <a:cubicBezTo>
                          <a:pt x="320158" y="467733"/>
                          <a:pt x="303049" y="407106"/>
                          <a:pt x="325313" y="457200"/>
                        </a:cubicBezTo>
                        <a:lnTo>
                          <a:pt x="344363" y="514350"/>
                        </a:lnTo>
                        <a:lnTo>
                          <a:pt x="350713" y="533400"/>
                        </a:lnTo>
                        <a:cubicBezTo>
                          <a:pt x="352830" y="539750"/>
                          <a:pt x="353350" y="546881"/>
                          <a:pt x="357063" y="552450"/>
                        </a:cubicBezTo>
                        <a:cubicBezTo>
                          <a:pt x="361296" y="558800"/>
                          <a:pt x="366663" y="564526"/>
                          <a:pt x="369763" y="571500"/>
                        </a:cubicBezTo>
                        <a:cubicBezTo>
                          <a:pt x="375200" y="583733"/>
                          <a:pt x="382463" y="609600"/>
                          <a:pt x="382463" y="609600"/>
                        </a:cubicBezTo>
                        <a:cubicBezTo>
                          <a:pt x="380346" y="641350"/>
                          <a:pt x="381344" y="673462"/>
                          <a:pt x="376113" y="704850"/>
                        </a:cubicBezTo>
                        <a:cubicBezTo>
                          <a:pt x="374858" y="712378"/>
                          <a:pt x="366826" y="717074"/>
                          <a:pt x="363413" y="723900"/>
                        </a:cubicBezTo>
                        <a:cubicBezTo>
                          <a:pt x="360420" y="729887"/>
                          <a:pt x="358686" y="736456"/>
                          <a:pt x="357063" y="742950"/>
                        </a:cubicBezTo>
                        <a:cubicBezTo>
                          <a:pt x="355088" y="750852"/>
                          <a:pt x="345444" y="810323"/>
                          <a:pt x="338013" y="812800"/>
                        </a:cubicBezTo>
                        <a:lnTo>
                          <a:pt x="318963" y="819150"/>
                        </a:lnTo>
                        <a:cubicBezTo>
                          <a:pt x="314730" y="825500"/>
                          <a:pt x="311659" y="832804"/>
                          <a:pt x="306263" y="838200"/>
                        </a:cubicBezTo>
                        <a:cubicBezTo>
                          <a:pt x="300867" y="843596"/>
                          <a:pt x="291981" y="844941"/>
                          <a:pt x="287213" y="850900"/>
                        </a:cubicBezTo>
                        <a:cubicBezTo>
                          <a:pt x="283032" y="856127"/>
                          <a:pt x="283856" y="863963"/>
                          <a:pt x="280863" y="869950"/>
                        </a:cubicBezTo>
                        <a:cubicBezTo>
                          <a:pt x="277450" y="876776"/>
                          <a:pt x="272208" y="882528"/>
                          <a:pt x="268163" y="889000"/>
                        </a:cubicBezTo>
                        <a:cubicBezTo>
                          <a:pt x="261622" y="899466"/>
                          <a:pt x="255654" y="910284"/>
                          <a:pt x="249113" y="920750"/>
                        </a:cubicBezTo>
                        <a:cubicBezTo>
                          <a:pt x="245068" y="927222"/>
                          <a:pt x="242156" y="934774"/>
                          <a:pt x="236413" y="939800"/>
                        </a:cubicBezTo>
                        <a:cubicBezTo>
                          <a:pt x="224926" y="949851"/>
                          <a:pt x="198313" y="965200"/>
                          <a:pt x="198313" y="965200"/>
                        </a:cubicBezTo>
                        <a:cubicBezTo>
                          <a:pt x="187136" y="998730"/>
                          <a:pt x="197532" y="980537"/>
                          <a:pt x="153863" y="1009650"/>
                        </a:cubicBezTo>
                        <a:lnTo>
                          <a:pt x="134813" y="1022350"/>
                        </a:lnTo>
                        <a:cubicBezTo>
                          <a:pt x="130580" y="1028700"/>
                          <a:pt x="127856" y="1036374"/>
                          <a:pt x="122113" y="1041400"/>
                        </a:cubicBezTo>
                        <a:cubicBezTo>
                          <a:pt x="110626" y="1051451"/>
                          <a:pt x="84013" y="1066800"/>
                          <a:pt x="84013" y="1066800"/>
                        </a:cubicBezTo>
                        <a:lnTo>
                          <a:pt x="45913" y="1181100"/>
                        </a:lnTo>
                        <a:cubicBezTo>
                          <a:pt x="42500" y="1191339"/>
                          <a:pt x="43353" y="1202744"/>
                          <a:pt x="39563" y="1212850"/>
                        </a:cubicBezTo>
                        <a:cubicBezTo>
                          <a:pt x="36883" y="1219996"/>
                          <a:pt x="29963" y="1224926"/>
                          <a:pt x="26863" y="1231900"/>
                        </a:cubicBezTo>
                        <a:cubicBezTo>
                          <a:pt x="21426" y="1244133"/>
                          <a:pt x="14163" y="1270000"/>
                          <a:pt x="14163" y="1270000"/>
                        </a:cubicBezTo>
                        <a:cubicBezTo>
                          <a:pt x="6286" y="1348770"/>
                          <a:pt x="3946" y="1336796"/>
                          <a:pt x="14163" y="1428750"/>
                        </a:cubicBezTo>
                        <a:cubicBezTo>
                          <a:pt x="14902" y="1435403"/>
                          <a:pt x="17520" y="1441813"/>
                          <a:pt x="20513" y="1447800"/>
                        </a:cubicBezTo>
                        <a:cubicBezTo>
                          <a:pt x="23926" y="1454626"/>
                          <a:pt x="28980" y="1460500"/>
                          <a:pt x="33213" y="1466850"/>
                        </a:cubicBezTo>
                        <a:cubicBezTo>
                          <a:pt x="31096" y="1485900"/>
                          <a:pt x="30014" y="1505094"/>
                          <a:pt x="26863" y="1524000"/>
                        </a:cubicBezTo>
                        <a:cubicBezTo>
                          <a:pt x="25763" y="1530602"/>
                          <a:pt x="21214" y="1536393"/>
                          <a:pt x="20513" y="1543050"/>
                        </a:cubicBezTo>
                        <a:cubicBezTo>
                          <a:pt x="6978" y="1671633"/>
                          <a:pt x="26228" y="1608454"/>
                          <a:pt x="7813" y="1663700"/>
                        </a:cubicBezTo>
                        <a:cubicBezTo>
                          <a:pt x="9930" y="1746250"/>
                          <a:pt x="10235" y="1828866"/>
                          <a:pt x="14163" y="1911350"/>
                        </a:cubicBezTo>
                        <a:cubicBezTo>
                          <a:pt x="14481" y="1918036"/>
                          <a:pt x="19812" y="1923743"/>
                          <a:pt x="20513" y="1930400"/>
                        </a:cubicBezTo>
                        <a:cubicBezTo>
                          <a:pt x="34048" y="2058983"/>
                          <a:pt x="14798" y="1995804"/>
                          <a:pt x="33213" y="2051050"/>
                        </a:cubicBezTo>
                        <a:cubicBezTo>
                          <a:pt x="13895" y="2109005"/>
                          <a:pt x="32374" y="2047997"/>
                          <a:pt x="20513" y="2184400"/>
                        </a:cubicBezTo>
                        <a:cubicBezTo>
                          <a:pt x="19578" y="2195152"/>
                          <a:pt x="17953" y="2206044"/>
                          <a:pt x="14163" y="2216150"/>
                        </a:cubicBezTo>
                        <a:cubicBezTo>
                          <a:pt x="11483" y="2223296"/>
                          <a:pt x="2542" y="2227645"/>
                          <a:pt x="1463" y="2235200"/>
                        </a:cubicBezTo>
                        <a:cubicBezTo>
                          <a:pt x="-1830" y="2258249"/>
                          <a:pt x="1463" y="2281767"/>
                          <a:pt x="1463" y="230505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8" name="Freeform 1417"/>
                  <p:cNvSpPr/>
                  <p:nvPr/>
                </p:nvSpPr>
                <p:spPr>
                  <a:xfrm>
                    <a:off x="3331911" y="3780185"/>
                    <a:ext cx="362507" cy="1332850"/>
                  </a:xfrm>
                  <a:custGeom>
                    <a:avLst/>
                    <a:gdLst>
                      <a:gd name="connsiteX0" fmla="*/ 215900 w 552661"/>
                      <a:gd name="connsiteY0" fmla="*/ 0 h 2032000"/>
                      <a:gd name="connsiteX1" fmla="*/ 196850 w 552661"/>
                      <a:gd name="connsiteY1" fmla="*/ 69850 h 2032000"/>
                      <a:gd name="connsiteX2" fmla="*/ 177800 w 552661"/>
                      <a:gd name="connsiteY2" fmla="*/ 95250 h 2032000"/>
                      <a:gd name="connsiteX3" fmla="*/ 165100 w 552661"/>
                      <a:gd name="connsiteY3" fmla="*/ 114300 h 2032000"/>
                      <a:gd name="connsiteX4" fmla="*/ 146050 w 552661"/>
                      <a:gd name="connsiteY4" fmla="*/ 127000 h 2032000"/>
                      <a:gd name="connsiteX5" fmla="*/ 114300 w 552661"/>
                      <a:gd name="connsiteY5" fmla="*/ 158750 h 2032000"/>
                      <a:gd name="connsiteX6" fmla="*/ 82550 w 552661"/>
                      <a:gd name="connsiteY6" fmla="*/ 184150 h 2032000"/>
                      <a:gd name="connsiteX7" fmla="*/ 63500 w 552661"/>
                      <a:gd name="connsiteY7" fmla="*/ 241300 h 2032000"/>
                      <a:gd name="connsiteX8" fmla="*/ 50800 w 552661"/>
                      <a:gd name="connsiteY8" fmla="*/ 260350 h 2032000"/>
                      <a:gd name="connsiteX9" fmla="*/ 44450 w 552661"/>
                      <a:gd name="connsiteY9" fmla="*/ 279400 h 2032000"/>
                      <a:gd name="connsiteX10" fmla="*/ 25400 w 552661"/>
                      <a:gd name="connsiteY10" fmla="*/ 317500 h 2032000"/>
                      <a:gd name="connsiteX11" fmla="*/ 12700 w 552661"/>
                      <a:gd name="connsiteY11" fmla="*/ 450850 h 2032000"/>
                      <a:gd name="connsiteX12" fmla="*/ 0 w 552661"/>
                      <a:gd name="connsiteY12" fmla="*/ 622300 h 2032000"/>
                      <a:gd name="connsiteX13" fmla="*/ 6350 w 552661"/>
                      <a:gd name="connsiteY13" fmla="*/ 666750 h 2032000"/>
                      <a:gd name="connsiteX14" fmla="*/ 12700 w 552661"/>
                      <a:gd name="connsiteY14" fmla="*/ 685800 h 2032000"/>
                      <a:gd name="connsiteX15" fmla="*/ 31750 w 552661"/>
                      <a:gd name="connsiteY15" fmla="*/ 755650 h 2032000"/>
                      <a:gd name="connsiteX16" fmla="*/ 69850 w 552661"/>
                      <a:gd name="connsiteY16" fmla="*/ 793750 h 2032000"/>
                      <a:gd name="connsiteX17" fmla="*/ 95250 w 552661"/>
                      <a:gd name="connsiteY17" fmla="*/ 850900 h 2032000"/>
                      <a:gd name="connsiteX18" fmla="*/ 101600 w 552661"/>
                      <a:gd name="connsiteY18" fmla="*/ 869950 h 2032000"/>
                      <a:gd name="connsiteX19" fmla="*/ 107950 w 552661"/>
                      <a:gd name="connsiteY19" fmla="*/ 889000 h 2032000"/>
                      <a:gd name="connsiteX20" fmla="*/ 101600 w 552661"/>
                      <a:gd name="connsiteY20" fmla="*/ 920750 h 2032000"/>
                      <a:gd name="connsiteX21" fmla="*/ 107950 w 552661"/>
                      <a:gd name="connsiteY21" fmla="*/ 990600 h 2032000"/>
                      <a:gd name="connsiteX22" fmla="*/ 114300 w 552661"/>
                      <a:gd name="connsiteY22" fmla="*/ 1009650 h 2032000"/>
                      <a:gd name="connsiteX23" fmla="*/ 120650 w 552661"/>
                      <a:gd name="connsiteY23" fmla="*/ 1035050 h 2032000"/>
                      <a:gd name="connsiteX24" fmla="*/ 127000 w 552661"/>
                      <a:gd name="connsiteY24" fmla="*/ 1098550 h 2032000"/>
                      <a:gd name="connsiteX25" fmla="*/ 133350 w 552661"/>
                      <a:gd name="connsiteY25" fmla="*/ 1117600 h 2032000"/>
                      <a:gd name="connsiteX26" fmla="*/ 152400 w 552661"/>
                      <a:gd name="connsiteY26" fmla="*/ 1187450 h 2032000"/>
                      <a:gd name="connsiteX27" fmla="*/ 158750 w 552661"/>
                      <a:gd name="connsiteY27" fmla="*/ 1219200 h 2032000"/>
                      <a:gd name="connsiteX28" fmla="*/ 177800 w 552661"/>
                      <a:gd name="connsiteY28" fmla="*/ 1257300 h 2032000"/>
                      <a:gd name="connsiteX29" fmla="*/ 196850 w 552661"/>
                      <a:gd name="connsiteY29" fmla="*/ 1270000 h 2032000"/>
                      <a:gd name="connsiteX30" fmla="*/ 234950 w 552661"/>
                      <a:gd name="connsiteY30" fmla="*/ 1301750 h 2032000"/>
                      <a:gd name="connsiteX31" fmla="*/ 266700 w 552661"/>
                      <a:gd name="connsiteY31" fmla="*/ 1358900 h 2032000"/>
                      <a:gd name="connsiteX32" fmla="*/ 279400 w 552661"/>
                      <a:gd name="connsiteY32" fmla="*/ 1384300 h 2032000"/>
                      <a:gd name="connsiteX33" fmla="*/ 298450 w 552661"/>
                      <a:gd name="connsiteY33" fmla="*/ 1454150 h 2032000"/>
                      <a:gd name="connsiteX34" fmla="*/ 311150 w 552661"/>
                      <a:gd name="connsiteY34" fmla="*/ 1473200 h 2032000"/>
                      <a:gd name="connsiteX35" fmla="*/ 317500 w 552661"/>
                      <a:gd name="connsiteY35" fmla="*/ 1492250 h 2032000"/>
                      <a:gd name="connsiteX36" fmla="*/ 336550 w 552661"/>
                      <a:gd name="connsiteY36" fmla="*/ 1530350 h 2032000"/>
                      <a:gd name="connsiteX37" fmla="*/ 342900 w 552661"/>
                      <a:gd name="connsiteY37" fmla="*/ 1600200 h 2032000"/>
                      <a:gd name="connsiteX38" fmla="*/ 387350 w 552661"/>
                      <a:gd name="connsiteY38" fmla="*/ 1663700 h 2032000"/>
                      <a:gd name="connsiteX39" fmla="*/ 406400 w 552661"/>
                      <a:gd name="connsiteY39" fmla="*/ 1701800 h 2032000"/>
                      <a:gd name="connsiteX40" fmla="*/ 438150 w 552661"/>
                      <a:gd name="connsiteY40" fmla="*/ 1746250 h 2032000"/>
                      <a:gd name="connsiteX41" fmla="*/ 457200 w 552661"/>
                      <a:gd name="connsiteY41" fmla="*/ 1784350 h 2032000"/>
                      <a:gd name="connsiteX42" fmla="*/ 476250 w 552661"/>
                      <a:gd name="connsiteY42" fmla="*/ 1797050 h 2032000"/>
                      <a:gd name="connsiteX43" fmla="*/ 488950 w 552661"/>
                      <a:gd name="connsiteY43" fmla="*/ 1847850 h 2032000"/>
                      <a:gd name="connsiteX44" fmla="*/ 501650 w 552661"/>
                      <a:gd name="connsiteY44" fmla="*/ 1866900 h 2032000"/>
                      <a:gd name="connsiteX45" fmla="*/ 514350 w 552661"/>
                      <a:gd name="connsiteY45" fmla="*/ 1905000 h 2032000"/>
                      <a:gd name="connsiteX46" fmla="*/ 533400 w 552661"/>
                      <a:gd name="connsiteY46" fmla="*/ 1974850 h 2032000"/>
                      <a:gd name="connsiteX47" fmla="*/ 546100 w 552661"/>
                      <a:gd name="connsiteY47" fmla="*/ 1993900 h 2032000"/>
                      <a:gd name="connsiteX48" fmla="*/ 552450 w 552661"/>
                      <a:gd name="connsiteY48" fmla="*/ 2032000 h 20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52661" h="2032000">
                        <a:moveTo>
                          <a:pt x="215900" y="0"/>
                        </a:moveTo>
                        <a:cubicBezTo>
                          <a:pt x="212829" y="15353"/>
                          <a:pt x="205639" y="58131"/>
                          <a:pt x="196850" y="69850"/>
                        </a:cubicBezTo>
                        <a:cubicBezTo>
                          <a:pt x="190500" y="78317"/>
                          <a:pt x="183951" y="86638"/>
                          <a:pt x="177800" y="95250"/>
                        </a:cubicBezTo>
                        <a:cubicBezTo>
                          <a:pt x="173364" y="101460"/>
                          <a:pt x="170496" y="108904"/>
                          <a:pt x="165100" y="114300"/>
                        </a:cubicBezTo>
                        <a:cubicBezTo>
                          <a:pt x="159704" y="119696"/>
                          <a:pt x="152400" y="122767"/>
                          <a:pt x="146050" y="127000"/>
                        </a:cubicBezTo>
                        <a:cubicBezTo>
                          <a:pt x="112183" y="177800"/>
                          <a:pt x="156633" y="116417"/>
                          <a:pt x="114300" y="158750"/>
                        </a:cubicBezTo>
                        <a:cubicBezTo>
                          <a:pt x="85577" y="187473"/>
                          <a:pt x="119636" y="171788"/>
                          <a:pt x="82550" y="184150"/>
                        </a:cubicBezTo>
                        <a:lnTo>
                          <a:pt x="63500" y="241300"/>
                        </a:lnTo>
                        <a:cubicBezTo>
                          <a:pt x="61087" y="248540"/>
                          <a:pt x="54213" y="253524"/>
                          <a:pt x="50800" y="260350"/>
                        </a:cubicBezTo>
                        <a:cubicBezTo>
                          <a:pt x="47807" y="266337"/>
                          <a:pt x="47443" y="273413"/>
                          <a:pt x="44450" y="279400"/>
                        </a:cubicBezTo>
                        <a:cubicBezTo>
                          <a:pt x="19831" y="328639"/>
                          <a:pt x="41361" y="269617"/>
                          <a:pt x="25400" y="317500"/>
                        </a:cubicBezTo>
                        <a:cubicBezTo>
                          <a:pt x="21167" y="361950"/>
                          <a:pt x="14728" y="406245"/>
                          <a:pt x="12700" y="450850"/>
                        </a:cubicBezTo>
                        <a:cubicBezTo>
                          <a:pt x="5860" y="601332"/>
                          <a:pt x="15492" y="544840"/>
                          <a:pt x="0" y="622300"/>
                        </a:cubicBezTo>
                        <a:cubicBezTo>
                          <a:pt x="2117" y="637117"/>
                          <a:pt x="3415" y="652074"/>
                          <a:pt x="6350" y="666750"/>
                        </a:cubicBezTo>
                        <a:cubicBezTo>
                          <a:pt x="7663" y="673314"/>
                          <a:pt x="11077" y="679306"/>
                          <a:pt x="12700" y="685800"/>
                        </a:cubicBezTo>
                        <a:cubicBezTo>
                          <a:pt x="30651" y="757603"/>
                          <a:pt x="4504" y="673913"/>
                          <a:pt x="31750" y="755650"/>
                        </a:cubicBezTo>
                        <a:cubicBezTo>
                          <a:pt x="37430" y="772689"/>
                          <a:pt x="59887" y="778806"/>
                          <a:pt x="69850" y="793750"/>
                        </a:cubicBezTo>
                        <a:cubicBezTo>
                          <a:pt x="89976" y="823939"/>
                          <a:pt x="80137" y="805560"/>
                          <a:pt x="95250" y="850900"/>
                        </a:cubicBezTo>
                        <a:lnTo>
                          <a:pt x="101600" y="869950"/>
                        </a:lnTo>
                        <a:lnTo>
                          <a:pt x="107950" y="889000"/>
                        </a:lnTo>
                        <a:cubicBezTo>
                          <a:pt x="105833" y="899583"/>
                          <a:pt x="101600" y="909957"/>
                          <a:pt x="101600" y="920750"/>
                        </a:cubicBezTo>
                        <a:cubicBezTo>
                          <a:pt x="101600" y="944129"/>
                          <a:pt x="104644" y="967456"/>
                          <a:pt x="107950" y="990600"/>
                        </a:cubicBezTo>
                        <a:cubicBezTo>
                          <a:pt x="108897" y="997226"/>
                          <a:pt x="112461" y="1003214"/>
                          <a:pt x="114300" y="1009650"/>
                        </a:cubicBezTo>
                        <a:cubicBezTo>
                          <a:pt x="116698" y="1018041"/>
                          <a:pt x="118533" y="1026583"/>
                          <a:pt x="120650" y="1035050"/>
                        </a:cubicBezTo>
                        <a:cubicBezTo>
                          <a:pt x="122767" y="1056217"/>
                          <a:pt x="123765" y="1077525"/>
                          <a:pt x="127000" y="1098550"/>
                        </a:cubicBezTo>
                        <a:cubicBezTo>
                          <a:pt x="128018" y="1105166"/>
                          <a:pt x="131727" y="1111106"/>
                          <a:pt x="133350" y="1117600"/>
                        </a:cubicBezTo>
                        <a:cubicBezTo>
                          <a:pt x="151301" y="1189403"/>
                          <a:pt x="125154" y="1105713"/>
                          <a:pt x="152400" y="1187450"/>
                        </a:cubicBezTo>
                        <a:cubicBezTo>
                          <a:pt x="155813" y="1197689"/>
                          <a:pt x="156132" y="1208729"/>
                          <a:pt x="158750" y="1219200"/>
                        </a:cubicBezTo>
                        <a:cubicBezTo>
                          <a:pt x="162193" y="1232972"/>
                          <a:pt x="167453" y="1246953"/>
                          <a:pt x="177800" y="1257300"/>
                        </a:cubicBezTo>
                        <a:cubicBezTo>
                          <a:pt x="183196" y="1262696"/>
                          <a:pt x="190987" y="1265114"/>
                          <a:pt x="196850" y="1270000"/>
                        </a:cubicBezTo>
                        <a:cubicBezTo>
                          <a:pt x="245743" y="1310744"/>
                          <a:pt x="187652" y="1270218"/>
                          <a:pt x="234950" y="1301750"/>
                        </a:cubicBezTo>
                        <a:cubicBezTo>
                          <a:pt x="252510" y="1354430"/>
                          <a:pt x="223031" y="1271561"/>
                          <a:pt x="266700" y="1358900"/>
                        </a:cubicBezTo>
                        <a:lnTo>
                          <a:pt x="279400" y="1384300"/>
                        </a:lnTo>
                        <a:cubicBezTo>
                          <a:pt x="288375" y="1429177"/>
                          <a:pt x="282337" y="1405811"/>
                          <a:pt x="298450" y="1454150"/>
                        </a:cubicBezTo>
                        <a:cubicBezTo>
                          <a:pt x="300863" y="1461390"/>
                          <a:pt x="307737" y="1466374"/>
                          <a:pt x="311150" y="1473200"/>
                        </a:cubicBezTo>
                        <a:cubicBezTo>
                          <a:pt x="314143" y="1479187"/>
                          <a:pt x="314507" y="1486263"/>
                          <a:pt x="317500" y="1492250"/>
                        </a:cubicBezTo>
                        <a:cubicBezTo>
                          <a:pt x="342119" y="1541489"/>
                          <a:pt x="320589" y="1482467"/>
                          <a:pt x="336550" y="1530350"/>
                        </a:cubicBezTo>
                        <a:cubicBezTo>
                          <a:pt x="338667" y="1553633"/>
                          <a:pt x="336303" y="1577771"/>
                          <a:pt x="342900" y="1600200"/>
                        </a:cubicBezTo>
                        <a:cubicBezTo>
                          <a:pt x="345820" y="1610127"/>
                          <a:pt x="378800" y="1651730"/>
                          <a:pt x="387350" y="1663700"/>
                        </a:cubicBezTo>
                        <a:cubicBezTo>
                          <a:pt x="417680" y="1706163"/>
                          <a:pt x="385430" y="1659860"/>
                          <a:pt x="406400" y="1701800"/>
                        </a:cubicBezTo>
                        <a:cubicBezTo>
                          <a:pt x="411043" y="1711085"/>
                          <a:pt x="433836" y="1740497"/>
                          <a:pt x="438150" y="1746250"/>
                        </a:cubicBezTo>
                        <a:cubicBezTo>
                          <a:pt x="443315" y="1761744"/>
                          <a:pt x="444890" y="1772040"/>
                          <a:pt x="457200" y="1784350"/>
                        </a:cubicBezTo>
                        <a:cubicBezTo>
                          <a:pt x="462596" y="1789746"/>
                          <a:pt x="469900" y="1792817"/>
                          <a:pt x="476250" y="1797050"/>
                        </a:cubicBezTo>
                        <a:cubicBezTo>
                          <a:pt x="478665" y="1809126"/>
                          <a:pt x="482441" y="1834833"/>
                          <a:pt x="488950" y="1847850"/>
                        </a:cubicBezTo>
                        <a:cubicBezTo>
                          <a:pt x="492363" y="1854676"/>
                          <a:pt x="498550" y="1859926"/>
                          <a:pt x="501650" y="1866900"/>
                        </a:cubicBezTo>
                        <a:cubicBezTo>
                          <a:pt x="507087" y="1879133"/>
                          <a:pt x="510117" y="1892300"/>
                          <a:pt x="514350" y="1905000"/>
                        </a:cubicBezTo>
                        <a:cubicBezTo>
                          <a:pt x="526220" y="1940609"/>
                          <a:pt x="519077" y="1917556"/>
                          <a:pt x="533400" y="1974850"/>
                        </a:cubicBezTo>
                        <a:cubicBezTo>
                          <a:pt x="535251" y="1982254"/>
                          <a:pt x="542687" y="1987074"/>
                          <a:pt x="546100" y="1993900"/>
                        </a:cubicBezTo>
                        <a:cubicBezTo>
                          <a:pt x="554458" y="2010616"/>
                          <a:pt x="552450" y="2014186"/>
                          <a:pt x="552450" y="20320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9" name="Freeform 1418"/>
                  <p:cNvSpPr/>
                  <p:nvPr/>
                </p:nvSpPr>
                <p:spPr>
                  <a:xfrm>
                    <a:off x="3727600" y="3038787"/>
                    <a:ext cx="1157914" cy="558131"/>
                  </a:xfrm>
                  <a:custGeom>
                    <a:avLst/>
                    <a:gdLst>
                      <a:gd name="connsiteX0" fmla="*/ 1765300 w 1765300"/>
                      <a:gd name="connsiteY0" fmla="*/ 0 h 850900"/>
                      <a:gd name="connsiteX1" fmla="*/ 1752600 w 1765300"/>
                      <a:gd name="connsiteY1" fmla="*/ 95250 h 850900"/>
                      <a:gd name="connsiteX2" fmla="*/ 1739900 w 1765300"/>
                      <a:gd name="connsiteY2" fmla="*/ 114300 h 850900"/>
                      <a:gd name="connsiteX3" fmla="*/ 1720850 w 1765300"/>
                      <a:gd name="connsiteY3" fmla="*/ 127000 h 850900"/>
                      <a:gd name="connsiteX4" fmla="*/ 1695450 w 1765300"/>
                      <a:gd name="connsiteY4" fmla="*/ 184150 h 850900"/>
                      <a:gd name="connsiteX5" fmla="*/ 1676400 w 1765300"/>
                      <a:gd name="connsiteY5" fmla="*/ 196850 h 850900"/>
                      <a:gd name="connsiteX6" fmla="*/ 1657350 w 1765300"/>
                      <a:gd name="connsiteY6" fmla="*/ 234950 h 850900"/>
                      <a:gd name="connsiteX7" fmla="*/ 1638300 w 1765300"/>
                      <a:gd name="connsiteY7" fmla="*/ 241300 h 850900"/>
                      <a:gd name="connsiteX8" fmla="*/ 1631950 w 1765300"/>
                      <a:gd name="connsiteY8" fmla="*/ 260350 h 850900"/>
                      <a:gd name="connsiteX9" fmla="*/ 1612900 w 1765300"/>
                      <a:gd name="connsiteY9" fmla="*/ 266700 h 850900"/>
                      <a:gd name="connsiteX10" fmla="*/ 1587500 w 1765300"/>
                      <a:gd name="connsiteY10" fmla="*/ 273050 h 850900"/>
                      <a:gd name="connsiteX11" fmla="*/ 1568450 w 1765300"/>
                      <a:gd name="connsiteY11" fmla="*/ 279400 h 850900"/>
                      <a:gd name="connsiteX12" fmla="*/ 1498600 w 1765300"/>
                      <a:gd name="connsiteY12" fmla="*/ 285750 h 850900"/>
                      <a:gd name="connsiteX13" fmla="*/ 1466850 w 1765300"/>
                      <a:gd name="connsiteY13" fmla="*/ 292100 h 850900"/>
                      <a:gd name="connsiteX14" fmla="*/ 1162050 w 1765300"/>
                      <a:gd name="connsiteY14" fmla="*/ 292100 h 850900"/>
                      <a:gd name="connsiteX15" fmla="*/ 1143000 w 1765300"/>
                      <a:gd name="connsiteY15" fmla="*/ 285750 h 850900"/>
                      <a:gd name="connsiteX16" fmla="*/ 1092200 w 1765300"/>
                      <a:gd name="connsiteY16" fmla="*/ 273050 h 850900"/>
                      <a:gd name="connsiteX17" fmla="*/ 1073150 w 1765300"/>
                      <a:gd name="connsiteY17" fmla="*/ 260350 h 850900"/>
                      <a:gd name="connsiteX18" fmla="*/ 1022350 w 1765300"/>
                      <a:gd name="connsiteY18" fmla="*/ 247650 h 850900"/>
                      <a:gd name="connsiteX19" fmla="*/ 984250 w 1765300"/>
                      <a:gd name="connsiteY19" fmla="*/ 234950 h 850900"/>
                      <a:gd name="connsiteX20" fmla="*/ 889000 w 1765300"/>
                      <a:gd name="connsiteY20" fmla="*/ 241300 h 850900"/>
                      <a:gd name="connsiteX21" fmla="*/ 850900 w 1765300"/>
                      <a:gd name="connsiteY21" fmla="*/ 260350 h 850900"/>
                      <a:gd name="connsiteX22" fmla="*/ 831850 w 1765300"/>
                      <a:gd name="connsiteY22" fmla="*/ 279400 h 850900"/>
                      <a:gd name="connsiteX23" fmla="*/ 812800 w 1765300"/>
                      <a:gd name="connsiteY23" fmla="*/ 292100 h 850900"/>
                      <a:gd name="connsiteX24" fmla="*/ 774700 w 1765300"/>
                      <a:gd name="connsiteY24" fmla="*/ 323850 h 850900"/>
                      <a:gd name="connsiteX25" fmla="*/ 723900 w 1765300"/>
                      <a:gd name="connsiteY25" fmla="*/ 381000 h 850900"/>
                      <a:gd name="connsiteX26" fmla="*/ 698500 w 1765300"/>
                      <a:gd name="connsiteY26" fmla="*/ 419100 h 850900"/>
                      <a:gd name="connsiteX27" fmla="*/ 685800 w 1765300"/>
                      <a:gd name="connsiteY27" fmla="*/ 457200 h 850900"/>
                      <a:gd name="connsiteX28" fmla="*/ 679450 w 1765300"/>
                      <a:gd name="connsiteY28" fmla="*/ 476250 h 850900"/>
                      <a:gd name="connsiteX29" fmla="*/ 673100 w 1765300"/>
                      <a:gd name="connsiteY29" fmla="*/ 520700 h 850900"/>
                      <a:gd name="connsiteX30" fmla="*/ 666750 w 1765300"/>
                      <a:gd name="connsiteY30" fmla="*/ 539750 h 850900"/>
                      <a:gd name="connsiteX31" fmla="*/ 647700 w 1765300"/>
                      <a:gd name="connsiteY31" fmla="*/ 552450 h 850900"/>
                      <a:gd name="connsiteX32" fmla="*/ 641350 w 1765300"/>
                      <a:gd name="connsiteY32" fmla="*/ 571500 h 850900"/>
                      <a:gd name="connsiteX33" fmla="*/ 622300 w 1765300"/>
                      <a:gd name="connsiteY33" fmla="*/ 577850 h 850900"/>
                      <a:gd name="connsiteX34" fmla="*/ 603250 w 1765300"/>
                      <a:gd name="connsiteY34" fmla="*/ 590550 h 850900"/>
                      <a:gd name="connsiteX35" fmla="*/ 571500 w 1765300"/>
                      <a:gd name="connsiteY35" fmla="*/ 628650 h 850900"/>
                      <a:gd name="connsiteX36" fmla="*/ 546100 w 1765300"/>
                      <a:gd name="connsiteY36" fmla="*/ 635000 h 850900"/>
                      <a:gd name="connsiteX37" fmla="*/ 527050 w 1765300"/>
                      <a:gd name="connsiteY37" fmla="*/ 641350 h 850900"/>
                      <a:gd name="connsiteX38" fmla="*/ 508000 w 1765300"/>
                      <a:gd name="connsiteY38" fmla="*/ 654050 h 850900"/>
                      <a:gd name="connsiteX39" fmla="*/ 476250 w 1765300"/>
                      <a:gd name="connsiteY39" fmla="*/ 685800 h 850900"/>
                      <a:gd name="connsiteX40" fmla="*/ 463550 w 1765300"/>
                      <a:gd name="connsiteY40" fmla="*/ 704850 h 850900"/>
                      <a:gd name="connsiteX41" fmla="*/ 425450 w 1765300"/>
                      <a:gd name="connsiteY41" fmla="*/ 717550 h 850900"/>
                      <a:gd name="connsiteX42" fmla="*/ 406400 w 1765300"/>
                      <a:gd name="connsiteY42" fmla="*/ 730250 h 850900"/>
                      <a:gd name="connsiteX43" fmla="*/ 381000 w 1765300"/>
                      <a:gd name="connsiteY43" fmla="*/ 736600 h 850900"/>
                      <a:gd name="connsiteX44" fmla="*/ 342900 w 1765300"/>
                      <a:gd name="connsiteY44" fmla="*/ 749300 h 850900"/>
                      <a:gd name="connsiteX45" fmla="*/ 285750 w 1765300"/>
                      <a:gd name="connsiteY45" fmla="*/ 768350 h 850900"/>
                      <a:gd name="connsiteX46" fmla="*/ 266700 w 1765300"/>
                      <a:gd name="connsiteY46" fmla="*/ 774700 h 850900"/>
                      <a:gd name="connsiteX47" fmla="*/ 228600 w 1765300"/>
                      <a:gd name="connsiteY47" fmla="*/ 781050 h 850900"/>
                      <a:gd name="connsiteX48" fmla="*/ 171450 w 1765300"/>
                      <a:gd name="connsiteY48" fmla="*/ 800100 h 850900"/>
                      <a:gd name="connsiteX49" fmla="*/ 152400 w 1765300"/>
                      <a:gd name="connsiteY49" fmla="*/ 806450 h 850900"/>
                      <a:gd name="connsiteX50" fmla="*/ 133350 w 1765300"/>
                      <a:gd name="connsiteY50" fmla="*/ 819150 h 850900"/>
                      <a:gd name="connsiteX51" fmla="*/ 95250 w 1765300"/>
                      <a:gd name="connsiteY51" fmla="*/ 831850 h 850900"/>
                      <a:gd name="connsiteX52" fmla="*/ 57150 w 1765300"/>
                      <a:gd name="connsiteY52" fmla="*/ 844550 h 850900"/>
                      <a:gd name="connsiteX53" fmla="*/ 0 w 1765300"/>
                      <a:gd name="connsiteY53" fmla="*/ 850900 h 850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765300" h="850900">
                        <a:moveTo>
                          <a:pt x="1765300" y="0"/>
                        </a:moveTo>
                        <a:cubicBezTo>
                          <a:pt x="1763881" y="17024"/>
                          <a:pt x="1765569" y="69312"/>
                          <a:pt x="1752600" y="95250"/>
                        </a:cubicBezTo>
                        <a:cubicBezTo>
                          <a:pt x="1749187" y="102076"/>
                          <a:pt x="1745296" y="108904"/>
                          <a:pt x="1739900" y="114300"/>
                        </a:cubicBezTo>
                        <a:cubicBezTo>
                          <a:pt x="1734504" y="119696"/>
                          <a:pt x="1727200" y="122767"/>
                          <a:pt x="1720850" y="127000"/>
                        </a:cubicBezTo>
                        <a:cubicBezTo>
                          <a:pt x="1714562" y="145863"/>
                          <a:pt x="1710544" y="169056"/>
                          <a:pt x="1695450" y="184150"/>
                        </a:cubicBezTo>
                        <a:cubicBezTo>
                          <a:pt x="1690054" y="189546"/>
                          <a:pt x="1682750" y="192617"/>
                          <a:pt x="1676400" y="196850"/>
                        </a:cubicBezTo>
                        <a:cubicBezTo>
                          <a:pt x="1672217" y="209399"/>
                          <a:pt x="1668541" y="225998"/>
                          <a:pt x="1657350" y="234950"/>
                        </a:cubicBezTo>
                        <a:cubicBezTo>
                          <a:pt x="1652123" y="239131"/>
                          <a:pt x="1644650" y="239183"/>
                          <a:pt x="1638300" y="241300"/>
                        </a:cubicBezTo>
                        <a:cubicBezTo>
                          <a:pt x="1636183" y="247650"/>
                          <a:pt x="1636683" y="255617"/>
                          <a:pt x="1631950" y="260350"/>
                        </a:cubicBezTo>
                        <a:cubicBezTo>
                          <a:pt x="1627217" y="265083"/>
                          <a:pt x="1619336" y="264861"/>
                          <a:pt x="1612900" y="266700"/>
                        </a:cubicBezTo>
                        <a:cubicBezTo>
                          <a:pt x="1604509" y="269098"/>
                          <a:pt x="1595891" y="270652"/>
                          <a:pt x="1587500" y="273050"/>
                        </a:cubicBezTo>
                        <a:cubicBezTo>
                          <a:pt x="1581064" y="274889"/>
                          <a:pt x="1575076" y="278453"/>
                          <a:pt x="1568450" y="279400"/>
                        </a:cubicBezTo>
                        <a:cubicBezTo>
                          <a:pt x="1545306" y="282706"/>
                          <a:pt x="1521883" y="283633"/>
                          <a:pt x="1498600" y="285750"/>
                        </a:cubicBezTo>
                        <a:cubicBezTo>
                          <a:pt x="1488017" y="287867"/>
                          <a:pt x="1477623" y="291447"/>
                          <a:pt x="1466850" y="292100"/>
                        </a:cubicBezTo>
                        <a:cubicBezTo>
                          <a:pt x="1296237" y="302440"/>
                          <a:pt x="1312868" y="299641"/>
                          <a:pt x="1162050" y="292100"/>
                        </a:cubicBezTo>
                        <a:cubicBezTo>
                          <a:pt x="1155700" y="289983"/>
                          <a:pt x="1149458" y="287511"/>
                          <a:pt x="1143000" y="285750"/>
                        </a:cubicBezTo>
                        <a:cubicBezTo>
                          <a:pt x="1126161" y="281157"/>
                          <a:pt x="1108604" y="279015"/>
                          <a:pt x="1092200" y="273050"/>
                        </a:cubicBezTo>
                        <a:cubicBezTo>
                          <a:pt x="1085028" y="270442"/>
                          <a:pt x="1080322" y="262958"/>
                          <a:pt x="1073150" y="260350"/>
                        </a:cubicBezTo>
                        <a:cubicBezTo>
                          <a:pt x="1056746" y="254385"/>
                          <a:pt x="1039283" y="251883"/>
                          <a:pt x="1022350" y="247650"/>
                        </a:cubicBezTo>
                        <a:cubicBezTo>
                          <a:pt x="1009363" y="244403"/>
                          <a:pt x="984250" y="234950"/>
                          <a:pt x="984250" y="234950"/>
                        </a:cubicBezTo>
                        <a:cubicBezTo>
                          <a:pt x="952500" y="237067"/>
                          <a:pt x="920626" y="237786"/>
                          <a:pt x="889000" y="241300"/>
                        </a:cubicBezTo>
                        <a:cubicBezTo>
                          <a:pt x="875782" y="242769"/>
                          <a:pt x="860615" y="252254"/>
                          <a:pt x="850900" y="260350"/>
                        </a:cubicBezTo>
                        <a:cubicBezTo>
                          <a:pt x="844001" y="266099"/>
                          <a:pt x="838749" y="273651"/>
                          <a:pt x="831850" y="279400"/>
                        </a:cubicBezTo>
                        <a:cubicBezTo>
                          <a:pt x="825987" y="284286"/>
                          <a:pt x="818663" y="287214"/>
                          <a:pt x="812800" y="292100"/>
                        </a:cubicBezTo>
                        <a:cubicBezTo>
                          <a:pt x="763907" y="332844"/>
                          <a:pt x="821998" y="292318"/>
                          <a:pt x="774700" y="323850"/>
                        </a:cubicBezTo>
                        <a:cubicBezTo>
                          <a:pt x="752037" y="357844"/>
                          <a:pt x="767396" y="337504"/>
                          <a:pt x="723900" y="381000"/>
                        </a:cubicBezTo>
                        <a:cubicBezTo>
                          <a:pt x="713107" y="391793"/>
                          <a:pt x="706967" y="406400"/>
                          <a:pt x="698500" y="419100"/>
                        </a:cubicBezTo>
                        <a:cubicBezTo>
                          <a:pt x="691074" y="430239"/>
                          <a:pt x="690033" y="444500"/>
                          <a:pt x="685800" y="457200"/>
                        </a:cubicBezTo>
                        <a:lnTo>
                          <a:pt x="679450" y="476250"/>
                        </a:lnTo>
                        <a:cubicBezTo>
                          <a:pt x="677333" y="491067"/>
                          <a:pt x="676035" y="506024"/>
                          <a:pt x="673100" y="520700"/>
                        </a:cubicBezTo>
                        <a:cubicBezTo>
                          <a:pt x="671787" y="527264"/>
                          <a:pt x="670931" y="534523"/>
                          <a:pt x="666750" y="539750"/>
                        </a:cubicBezTo>
                        <a:cubicBezTo>
                          <a:pt x="661982" y="545709"/>
                          <a:pt x="654050" y="548217"/>
                          <a:pt x="647700" y="552450"/>
                        </a:cubicBezTo>
                        <a:cubicBezTo>
                          <a:pt x="645583" y="558800"/>
                          <a:pt x="646083" y="566767"/>
                          <a:pt x="641350" y="571500"/>
                        </a:cubicBezTo>
                        <a:cubicBezTo>
                          <a:pt x="636617" y="576233"/>
                          <a:pt x="628287" y="574857"/>
                          <a:pt x="622300" y="577850"/>
                        </a:cubicBezTo>
                        <a:cubicBezTo>
                          <a:pt x="615474" y="581263"/>
                          <a:pt x="609600" y="586317"/>
                          <a:pt x="603250" y="590550"/>
                        </a:cubicBezTo>
                        <a:cubicBezTo>
                          <a:pt x="595157" y="602689"/>
                          <a:pt x="584663" y="621128"/>
                          <a:pt x="571500" y="628650"/>
                        </a:cubicBezTo>
                        <a:cubicBezTo>
                          <a:pt x="563923" y="632980"/>
                          <a:pt x="554491" y="632602"/>
                          <a:pt x="546100" y="635000"/>
                        </a:cubicBezTo>
                        <a:cubicBezTo>
                          <a:pt x="539664" y="636839"/>
                          <a:pt x="533400" y="639233"/>
                          <a:pt x="527050" y="641350"/>
                        </a:cubicBezTo>
                        <a:cubicBezTo>
                          <a:pt x="520700" y="645583"/>
                          <a:pt x="513396" y="648654"/>
                          <a:pt x="508000" y="654050"/>
                        </a:cubicBezTo>
                        <a:cubicBezTo>
                          <a:pt x="465667" y="696383"/>
                          <a:pt x="527050" y="651933"/>
                          <a:pt x="476250" y="685800"/>
                        </a:cubicBezTo>
                        <a:cubicBezTo>
                          <a:pt x="472017" y="692150"/>
                          <a:pt x="470022" y="700805"/>
                          <a:pt x="463550" y="704850"/>
                        </a:cubicBezTo>
                        <a:cubicBezTo>
                          <a:pt x="452198" y="711945"/>
                          <a:pt x="425450" y="717550"/>
                          <a:pt x="425450" y="717550"/>
                        </a:cubicBezTo>
                        <a:cubicBezTo>
                          <a:pt x="419100" y="721783"/>
                          <a:pt x="413415" y="727244"/>
                          <a:pt x="406400" y="730250"/>
                        </a:cubicBezTo>
                        <a:cubicBezTo>
                          <a:pt x="398378" y="733688"/>
                          <a:pt x="389359" y="734092"/>
                          <a:pt x="381000" y="736600"/>
                        </a:cubicBezTo>
                        <a:cubicBezTo>
                          <a:pt x="368178" y="740447"/>
                          <a:pt x="355600" y="745067"/>
                          <a:pt x="342900" y="749300"/>
                        </a:cubicBezTo>
                        <a:lnTo>
                          <a:pt x="285750" y="768350"/>
                        </a:lnTo>
                        <a:cubicBezTo>
                          <a:pt x="279400" y="770467"/>
                          <a:pt x="273302" y="773600"/>
                          <a:pt x="266700" y="774700"/>
                        </a:cubicBezTo>
                        <a:lnTo>
                          <a:pt x="228600" y="781050"/>
                        </a:lnTo>
                        <a:lnTo>
                          <a:pt x="171450" y="800100"/>
                        </a:lnTo>
                        <a:lnTo>
                          <a:pt x="152400" y="806450"/>
                        </a:lnTo>
                        <a:cubicBezTo>
                          <a:pt x="146050" y="810683"/>
                          <a:pt x="140324" y="816050"/>
                          <a:pt x="133350" y="819150"/>
                        </a:cubicBezTo>
                        <a:cubicBezTo>
                          <a:pt x="121117" y="824587"/>
                          <a:pt x="107950" y="827617"/>
                          <a:pt x="95250" y="831850"/>
                        </a:cubicBezTo>
                        <a:lnTo>
                          <a:pt x="57150" y="844550"/>
                        </a:lnTo>
                        <a:cubicBezTo>
                          <a:pt x="38966" y="850611"/>
                          <a:pt x="0" y="850900"/>
                          <a:pt x="0" y="8509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20" name="Freeform 1419"/>
                  <p:cNvSpPr/>
                  <p:nvPr/>
                </p:nvSpPr>
                <p:spPr>
                  <a:xfrm>
                    <a:off x="4885514" y="2705574"/>
                    <a:ext cx="483158" cy="337378"/>
                  </a:xfrm>
                  <a:custGeom>
                    <a:avLst/>
                    <a:gdLst>
                      <a:gd name="connsiteX0" fmla="*/ 736600 w 736600"/>
                      <a:gd name="connsiteY0" fmla="*/ 0 h 514350"/>
                      <a:gd name="connsiteX1" fmla="*/ 704850 w 736600"/>
                      <a:gd name="connsiteY1" fmla="*/ 12700 h 514350"/>
                      <a:gd name="connsiteX2" fmla="*/ 641350 w 736600"/>
                      <a:gd name="connsiteY2" fmla="*/ 57150 h 514350"/>
                      <a:gd name="connsiteX3" fmla="*/ 584200 w 736600"/>
                      <a:gd name="connsiteY3" fmla="*/ 69850 h 514350"/>
                      <a:gd name="connsiteX4" fmla="*/ 558800 w 736600"/>
                      <a:gd name="connsiteY4" fmla="*/ 88900 h 514350"/>
                      <a:gd name="connsiteX5" fmla="*/ 501650 w 736600"/>
                      <a:gd name="connsiteY5" fmla="*/ 139700 h 514350"/>
                      <a:gd name="connsiteX6" fmla="*/ 463550 w 736600"/>
                      <a:gd name="connsiteY6" fmla="*/ 165100 h 514350"/>
                      <a:gd name="connsiteX7" fmla="*/ 444500 w 736600"/>
                      <a:gd name="connsiteY7" fmla="*/ 184150 h 514350"/>
                      <a:gd name="connsiteX8" fmla="*/ 412750 w 736600"/>
                      <a:gd name="connsiteY8" fmla="*/ 196850 h 514350"/>
                      <a:gd name="connsiteX9" fmla="*/ 355600 w 736600"/>
                      <a:gd name="connsiteY9" fmla="*/ 228600 h 514350"/>
                      <a:gd name="connsiteX10" fmla="*/ 336550 w 736600"/>
                      <a:gd name="connsiteY10" fmla="*/ 241300 h 514350"/>
                      <a:gd name="connsiteX11" fmla="*/ 317500 w 736600"/>
                      <a:gd name="connsiteY11" fmla="*/ 260350 h 514350"/>
                      <a:gd name="connsiteX12" fmla="*/ 298450 w 736600"/>
                      <a:gd name="connsiteY12" fmla="*/ 266700 h 514350"/>
                      <a:gd name="connsiteX13" fmla="*/ 279400 w 736600"/>
                      <a:gd name="connsiteY13" fmla="*/ 279400 h 514350"/>
                      <a:gd name="connsiteX14" fmla="*/ 260350 w 736600"/>
                      <a:gd name="connsiteY14" fmla="*/ 285750 h 514350"/>
                      <a:gd name="connsiteX15" fmla="*/ 209550 w 736600"/>
                      <a:gd name="connsiteY15" fmla="*/ 336550 h 514350"/>
                      <a:gd name="connsiteX16" fmla="*/ 190500 w 736600"/>
                      <a:gd name="connsiteY16" fmla="*/ 342900 h 514350"/>
                      <a:gd name="connsiteX17" fmla="*/ 171450 w 736600"/>
                      <a:gd name="connsiteY17" fmla="*/ 368300 h 514350"/>
                      <a:gd name="connsiteX18" fmla="*/ 152400 w 736600"/>
                      <a:gd name="connsiteY18" fmla="*/ 374650 h 514350"/>
                      <a:gd name="connsiteX19" fmla="*/ 101600 w 736600"/>
                      <a:gd name="connsiteY19" fmla="*/ 393700 h 514350"/>
                      <a:gd name="connsiteX20" fmla="*/ 82550 w 736600"/>
                      <a:gd name="connsiteY20" fmla="*/ 406400 h 514350"/>
                      <a:gd name="connsiteX21" fmla="*/ 57150 w 736600"/>
                      <a:gd name="connsiteY21" fmla="*/ 444500 h 514350"/>
                      <a:gd name="connsiteX22" fmla="*/ 31750 w 736600"/>
                      <a:gd name="connsiteY22" fmla="*/ 482600 h 514350"/>
                      <a:gd name="connsiteX23" fmla="*/ 0 w 736600"/>
                      <a:gd name="connsiteY23"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36600" h="514350">
                        <a:moveTo>
                          <a:pt x="736600" y="0"/>
                        </a:moveTo>
                        <a:cubicBezTo>
                          <a:pt x="726017" y="4233"/>
                          <a:pt x="714814" y="7164"/>
                          <a:pt x="704850" y="12700"/>
                        </a:cubicBezTo>
                        <a:cubicBezTo>
                          <a:pt x="683115" y="24775"/>
                          <a:pt x="665360" y="49147"/>
                          <a:pt x="641350" y="57150"/>
                        </a:cubicBezTo>
                        <a:cubicBezTo>
                          <a:pt x="610086" y="67571"/>
                          <a:pt x="628902" y="62400"/>
                          <a:pt x="584200" y="69850"/>
                        </a:cubicBezTo>
                        <a:cubicBezTo>
                          <a:pt x="575733" y="76200"/>
                          <a:pt x="566879" y="82064"/>
                          <a:pt x="558800" y="88900"/>
                        </a:cubicBezTo>
                        <a:cubicBezTo>
                          <a:pt x="539343" y="105364"/>
                          <a:pt x="521553" y="123778"/>
                          <a:pt x="501650" y="139700"/>
                        </a:cubicBezTo>
                        <a:cubicBezTo>
                          <a:pt x="489731" y="149235"/>
                          <a:pt x="476250" y="156633"/>
                          <a:pt x="463550" y="165100"/>
                        </a:cubicBezTo>
                        <a:cubicBezTo>
                          <a:pt x="456078" y="170081"/>
                          <a:pt x="452115" y="179390"/>
                          <a:pt x="444500" y="184150"/>
                        </a:cubicBezTo>
                        <a:cubicBezTo>
                          <a:pt x="434834" y="190191"/>
                          <a:pt x="422757" y="191392"/>
                          <a:pt x="412750" y="196850"/>
                        </a:cubicBezTo>
                        <a:cubicBezTo>
                          <a:pt x="344127" y="234281"/>
                          <a:pt x="400073" y="213776"/>
                          <a:pt x="355600" y="228600"/>
                        </a:cubicBezTo>
                        <a:cubicBezTo>
                          <a:pt x="349250" y="232833"/>
                          <a:pt x="342413" y="236414"/>
                          <a:pt x="336550" y="241300"/>
                        </a:cubicBezTo>
                        <a:cubicBezTo>
                          <a:pt x="329651" y="247049"/>
                          <a:pt x="324972" y="255369"/>
                          <a:pt x="317500" y="260350"/>
                        </a:cubicBezTo>
                        <a:cubicBezTo>
                          <a:pt x="311931" y="264063"/>
                          <a:pt x="304800" y="264583"/>
                          <a:pt x="298450" y="266700"/>
                        </a:cubicBezTo>
                        <a:cubicBezTo>
                          <a:pt x="292100" y="270933"/>
                          <a:pt x="286226" y="275987"/>
                          <a:pt x="279400" y="279400"/>
                        </a:cubicBezTo>
                        <a:cubicBezTo>
                          <a:pt x="273413" y="282393"/>
                          <a:pt x="265083" y="281017"/>
                          <a:pt x="260350" y="285750"/>
                        </a:cubicBezTo>
                        <a:cubicBezTo>
                          <a:pt x="210751" y="335349"/>
                          <a:pt x="260353" y="314777"/>
                          <a:pt x="209550" y="336550"/>
                        </a:cubicBezTo>
                        <a:cubicBezTo>
                          <a:pt x="203398" y="339187"/>
                          <a:pt x="196850" y="340783"/>
                          <a:pt x="190500" y="342900"/>
                        </a:cubicBezTo>
                        <a:cubicBezTo>
                          <a:pt x="184150" y="351367"/>
                          <a:pt x="179580" y="361525"/>
                          <a:pt x="171450" y="368300"/>
                        </a:cubicBezTo>
                        <a:cubicBezTo>
                          <a:pt x="166308" y="372585"/>
                          <a:pt x="158667" y="372300"/>
                          <a:pt x="152400" y="374650"/>
                        </a:cubicBezTo>
                        <a:cubicBezTo>
                          <a:pt x="91656" y="397429"/>
                          <a:pt x="144840" y="379287"/>
                          <a:pt x="101600" y="393700"/>
                        </a:cubicBezTo>
                        <a:cubicBezTo>
                          <a:pt x="95250" y="397933"/>
                          <a:pt x="87576" y="400657"/>
                          <a:pt x="82550" y="406400"/>
                        </a:cubicBezTo>
                        <a:cubicBezTo>
                          <a:pt x="72499" y="417887"/>
                          <a:pt x="65617" y="431800"/>
                          <a:pt x="57150" y="444500"/>
                        </a:cubicBezTo>
                        <a:lnTo>
                          <a:pt x="31750" y="482600"/>
                        </a:lnTo>
                        <a:lnTo>
                          <a:pt x="0" y="514350"/>
                        </a:ln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21" name="Freeform 1420"/>
                  <p:cNvSpPr/>
                  <p:nvPr/>
                </p:nvSpPr>
                <p:spPr>
                  <a:xfrm>
                    <a:off x="5518617" y="3373028"/>
                    <a:ext cx="1549438" cy="137464"/>
                  </a:xfrm>
                  <a:custGeom>
                    <a:avLst/>
                    <a:gdLst>
                      <a:gd name="connsiteX0" fmla="*/ 2362200 w 2362200"/>
                      <a:gd name="connsiteY0" fmla="*/ 109558 h 209571"/>
                      <a:gd name="connsiteX1" fmla="*/ 2309813 w 2362200"/>
                      <a:gd name="connsiteY1" fmla="*/ 133371 h 209571"/>
                      <a:gd name="connsiteX2" fmla="*/ 2295525 w 2362200"/>
                      <a:gd name="connsiteY2" fmla="*/ 138133 h 209571"/>
                      <a:gd name="connsiteX3" fmla="*/ 2281238 w 2362200"/>
                      <a:gd name="connsiteY3" fmla="*/ 142896 h 209571"/>
                      <a:gd name="connsiteX4" fmla="*/ 2205038 w 2362200"/>
                      <a:gd name="connsiteY4" fmla="*/ 138133 h 209571"/>
                      <a:gd name="connsiteX5" fmla="*/ 2176463 w 2362200"/>
                      <a:gd name="connsiteY5" fmla="*/ 133371 h 209571"/>
                      <a:gd name="connsiteX6" fmla="*/ 2062163 w 2362200"/>
                      <a:gd name="connsiteY6" fmla="*/ 138133 h 209571"/>
                      <a:gd name="connsiteX7" fmla="*/ 2033588 w 2362200"/>
                      <a:gd name="connsiteY7" fmla="*/ 142896 h 209571"/>
                      <a:gd name="connsiteX8" fmla="*/ 1966913 w 2362200"/>
                      <a:gd name="connsiteY8" fmla="*/ 152421 h 209571"/>
                      <a:gd name="connsiteX9" fmla="*/ 1909763 w 2362200"/>
                      <a:gd name="connsiteY9" fmla="*/ 166708 h 209571"/>
                      <a:gd name="connsiteX10" fmla="*/ 1771650 w 2362200"/>
                      <a:gd name="connsiteY10" fmla="*/ 176233 h 209571"/>
                      <a:gd name="connsiteX11" fmla="*/ 1724025 w 2362200"/>
                      <a:gd name="connsiteY11" fmla="*/ 180996 h 209571"/>
                      <a:gd name="connsiteX12" fmla="*/ 1595438 w 2362200"/>
                      <a:gd name="connsiteY12" fmla="*/ 176233 h 209571"/>
                      <a:gd name="connsiteX13" fmla="*/ 1509713 w 2362200"/>
                      <a:gd name="connsiteY13" fmla="*/ 166708 h 209571"/>
                      <a:gd name="connsiteX14" fmla="*/ 1438275 w 2362200"/>
                      <a:gd name="connsiteY14" fmla="*/ 171471 h 209571"/>
                      <a:gd name="connsiteX15" fmla="*/ 1414463 w 2362200"/>
                      <a:gd name="connsiteY15" fmla="*/ 176233 h 209571"/>
                      <a:gd name="connsiteX16" fmla="*/ 1381125 w 2362200"/>
                      <a:gd name="connsiteY16" fmla="*/ 180996 h 209571"/>
                      <a:gd name="connsiteX17" fmla="*/ 1347788 w 2362200"/>
                      <a:gd name="connsiteY17" fmla="*/ 190521 h 209571"/>
                      <a:gd name="connsiteX18" fmla="*/ 1285875 w 2362200"/>
                      <a:gd name="connsiteY18" fmla="*/ 204808 h 209571"/>
                      <a:gd name="connsiteX19" fmla="*/ 1238250 w 2362200"/>
                      <a:gd name="connsiteY19" fmla="*/ 209571 h 209571"/>
                      <a:gd name="connsiteX20" fmla="*/ 976313 w 2362200"/>
                      <a:gd name="connsiteY20" fmla="*/ 204808 h 209571"/>
                      <a:gd name="connsiteX21" fmla="*/ 904875 w 2362200"/>
                      <a:gd name="connsiteY21" fmla="*/ 195283 h 209571"/>
                      <a:gd name="connsiteX22" fmla="*/ 876300 w 2362200"/>
                      <a:gd name="connsiteY22" fmla="*/ 190521 h 209571"/>
                      <a:gd name="connsiteX23" fmla="*/ 776288 w 2362200"/>
                      <a:gd name="connsiteY23" fmla="*/ 180996 h 209571"/>
                      <a:gd name="connsiteX24" fmla="*/ 728663 w 2362200"/>
                      <a:gd name="connsiteY24" fmla="*/ 166708 h 209571"/>
                      <a:gd name="connsiteX25" fmla="*/ 709613 w 2362200"/>
                      <a:gd name="connsiteY25" fmla="*/ 161946 h 209571"/>
                      <a:gd name="connsiteX26" fmla="*/ 695325 w 2362200"/>
                      <a:gd name="connsiteY26" fmla="*/ 157183 h 209571"/>
                      <a:gd name="connsiteX27" fmla="*/ 657225 w 2362200"/>
                      <a:gd name="connsiteY27" fmla="*/ 147658 h 209571"/>
                      <a:gd name="connsiteX28" fmla="*/ 614363 w 2362200"/>
                      <a:gd name="connsiteY28" fmla="*/ 142896 h 209571"/>
                      <a:gd name="connsiteX29" fmla="*/ 533400 w 2362200"/>
                      <a:gd name="connsiteY29" fmla="*/ 128608 h 209571"/>
                      <a:gd name="connsiteX30" fmla="*/ 481013 w 2362200"/>
                      <a:gd name="connsiteY30" fmla="*/ 119083 h 209571"/>
                      <a:gd name="connsiteX31" fmla="*/ 447675 w 2362200"/>
                      <a:gd name="connsiteY31" fmla="*/ 109558 h 209571"/>
                      <a:gd name="connsiteX32" fmla="*/ 433388 w 2362200"/>
                      <a:gd name="connsiteY32" fmla="*/ 100033 h 209571"/>
                      <a:gd name="connsiteX33" fmla="*/ 400050 w 2362200"/>
                      <a:gd name="connsiteY33" fmla="*/ 90508 h 209571"/>
                      <a:gd name="connsiteX34" fmla="*/ 361950 w 2362200"/>
                      <a:gd name="connsiteY34" fmla="*/ 66696 h 209571"/>
                      <a:gd name="connsiteX35" fmla="*/ 342900 w 2362200"/>
                      <a:gd name="connsiteY35" fmla="*/ 61933 h 209571"/>
                      <a:gd name="connsiteX36" fmla="*/ 328613 w 2362200"/>
                      <a:gd name="connsiteY36" fmla="*/ 52408 h 209571"/>
                      <a:gd name="connsiteX37" fmla="*/ 247650 w 2362200"/>
                      <a:gd name="connsiteY37" fmla="*/ 38121 h 209571"/>
                      <a:gd name="connsiteX38" fmla="*/ 204788 w 2362200"/>
                      <a:gd name="connsiteY38" fmla="*/ 28596 h 209571"/>
                      <a:gd name="connsiteX39" fmla="*/ 166688 w 2362200"/>
                      <a:gd name="connsiteY39" fmla="*/ 19071 h 209571"/>
                      <a:gd name="connsiteX40" fmla="*/ 104775 w 2362200"/>
                      <a:gd name="connsiteY40" fmla="*/ 14308 h 209571"/>
                      <a:gd name="connsiteX41" fmla="*/ 61913 w 2362200"/>
                      <a:gd name="connsiteY41" fmla="*/ 9546 h 209571"/>
                      <a:gd name="connsiteX42" fmla="*/ 0 w 2362200"/>
                      <a:gd name="connsiteY42" fmla="*/ 21 h 20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62200" h="209571">
                        <a:moveTo>
                          <a:pt x="2362200" y="109558"/>
                        </a:moveTo>
                        <a:cubicBezTo>
                          <a:pt x="2329781" y="129011"/>
                          <a:pt x="2347167" y="120920"/>
                          <a:pt x="2309813" y="133371"/>
                        </a:cubicBezTo>
                        <a:lnTo>
                          <a:pt x="2295525" y="138133"/>
                        </a:lnTo>
                        <a:lnTo>
                          <a:pt x="2281238" y="142896"/>
                        </a:lnTo>
                        <a:cubicBezTo>
                          <a:pt x="2255838" y="141308"/>
                          <a:pt x="2230383" y="140437"/>
                          <a:pt x="2205038" y="138133"/>
                        </a:cubicBezTo>
                        <a:cubicBezTo>
                          <a:pt x="2195421" y="137259"/>
                          <a:pt x="2186119" y="133371"/>
                          <a:pt x="2176463" y="133371"/>
                        </a:cubicBezTo>
                        <a:cubicBezTo>
                          <a:pt x="2138330" y="133371"/>
                          <a:pt x="2100263" y="136546"/>
                          <a:pt x="2062163" y="138133"/>
                        </a:cubicBezTo>
                        <a:lnTo>
                          <a:pt x="2033588" y="142896"/>
                        </a:lnTo>
                        <a:lnTo>
                          <a:pt x="1966913" y="152421"/>
                        </a:lnTo>
                        <a:cubicBezTo>
                          <a:pt x="1929177" y="165000"/>
                          <a:pt x="1948242" y="160296"/>
                          <a:pt x="1909763" y="166708"/>
                        </a:cubicBezTo>
                        <a:cubicBezTo>
                          <a:pt x="1855326" y="184855"/>
                          <a:pt x="1908422" y="168635"/>
                          <a:pt x="1771650" y="176233"/>
                        </a:cubicBezTo>
                        <a:cubicBezTo>
                          <a:pt x="1755720" y="177118"/>
                          <a:pt x="1739900" y="179408"/>
                          <a:pt x="1724025" y="180996"/>
                        </a:cubicBezTo>
                        <a:lnTo>
                          <a:pt x="1595438" y="176233"/>
                        </a:lnTo>
                        <a:cubicBezTo>
                          <a:pt x="1558826" y="174306"/>
                          <a:pt x="1543152" y="171486"/>
                          <a:pt x="1509713" y="166708"/>
                        </a:cubicBezTo>
                        <a:cubicBezTo>
                          <a:pt x="1485900" y="168296"/>
                          <a:pt x="1462022" y="169096"/>
                          <a:pt x="1438275" y="171471"/>
                        </a:cubicBezTo>
                        <a:cubicBezTo>
                          <a:pt x="1430221" y="172276"/>
                          <a:pt x="1422447" y="174902"/>
                          <a:pt x="1414463" y="176233"/>
                        </a:cubicBezTo>
                        <a:cubicBezTo>
                          <a:pt x="1403390" y="178078"/>
                          <a:pt x="1392238" y="179408"/>
                          <a:pt x="1381125" y="180996"/>
                        </a:cubicBezTo>
                        <a:cubicBezTo>
                          <a:pt x="1346876" y="192412"/>
                          <a:pt x="1389640" y="178564"/>
                          <a:pt x="1347788" y="190521"/>
                        </a:cubicBezTo>
                        <a:cubicBezTo>
                          <a:pt x="1319319" y="198655"/>
                          <a:pt x="1334623" y="199933"/>
                          <a:pt x="1285875" y="204808"/>
                        </a:cubicBezTo>
                        <a:lnTo>
                          <a:pt x="1238250" y="209571"/>
                        </a:lnTo>
                        <a:lnTo>
                          <a:pt x="976313" y="204808"/>
                        </a:lnTo>
                        <a:cubicBezTo>
                          <a:pt x="969390" y="204588"/>
                          <a:pt x="913769" y="196651"/>
                          <a:pt x="904875" y="195283"/>
                        </a:cubicBezTo>
                        <a:cubicBezTo>
                          <a:pt x="895331" y="193815"/>
                          <a:pt x="885908" y="191482"/>
                          <a:pt x="876300" y="190521"/>
                        </a:cubicBezTo>
                        <a:cubicBezTo>
                          <a:pt x="823622" y="185253"/>
                          <a:pt x="818991" y="188760"/>
                          <a:pt x="776288" y="180996"/>
                        </a:cubicBezTo>
                        <a:cubicBezTo>
                          <a:pt x="760458" y="178118"/>
                          <a:pt x="743567" y="171676"/>
                          <a:pt x="728663" y="166708"/>
                        </a:cubicBezTo>
                        <a:cubicBezTo>
                          <a:pt x="722453" y="164638"/>
                          <a:pt x="715907" y="163744"/>
                          <a:pt x="709613" y="161946"/>
                        </a:cubicBezTo>
                        <a:cubicBezTo>
                          <a:pt x="704786" y="160567"/>
                          <a:pt x="700168" y="158504"/>
                          <a:pt x="695325" y="157183"/>
                        </a:cubicBezTo>
                        <a:cubicBezTo>
                          <a:pt x="682695" y="153738"/>
                          <a:pt x="669925" y="150833"/>
                          <a:pt x="657225" y="147658"/>
                        </a:cubicBezTo>
                        <a:cubicBezTo>
                          <a:pt x="643279" y="144171"/>
                          <a:pt x="628594" y="144929"/>
                          <a:pt x="614363" y="142896"/>
                        </a:cubicBezTo>
                        <a:cubicBezTo>
                          <a:pt x="541395" y="132472"/>
                          <a:pt x="579434" y="136978"/>
                          <a:pt x="533400" y="128608"/>
                        </a:cubicBezTo>
                        <a:cubicBezTo>
                          <a:pt x="504930" y="123432"/>
                          <a:pt x="507513" y="124972"/>
                          <a:pt x="481013" y="119083"/>
                        </a:cubicBezTo>
                        <a:cubicBezTo>
                          <a:pt x="475515" y="117861"/>
                          <a:pt x="454042" y="112742"/>
                          <a:pt x="447675" y="109558"/>
                        </a:cubicBezTo>
                        <a:cubicBezTo>
                          <a:pt x="442556" y="106998"/>
                          <a:pt x="438507" y="102593"/>
                          <a:pt x="433388" y="100033"/>
                        </a:cubicBezTo>
                        <a:cubicBezTo>
                          <a:pt x="421883" y="94281"/>
                          <a:pt x="412245" y="95081"/>
                          <a:pt x="400050" y="90508"/>
                        </a:cubicBezTo>
                        <a:cubicBezTo>
                          <a:pt x="355812" y="73918"/>
                          <a:pt x="406903" y="89173"/>
                          <a:pt x="361950" y="66696"/>
                        </a:cubicBezTo>
                        <a:cubicBezTo>
                          <a:pt x="356096" y="63769"/>
                          <a:pt x="349250" y="63521"/>
                          <a:pt x="342900" y="61933"/>
                        </a:cubicBezTo>
                        <a:cubicBezTo>
                          <a:pt x="338138" y="58758"/>
                          <a:pt x="334084" y="54091"/>
                          <a:pt x="328613" y="52408"/>
                        </a:cubicBezTo>
                        <a:cubicBezTo>
                          <a:pt x="308283" y="46153"/>
                          <a:pt x="270456" y="41379"/>
                          <a:pt x="247650" y="38121"/>
                        </a:cubicBezTo>
                        <a:cubicBezTo>
                          <a:pt x="215489" y="27399"/>
                          <a:pt x="255075" y="39771"/>
                          <a:pt x="204788" y="28596"/>
                        </a:cubicBezTo>
                        <a:cubicBezTo>
                          <a:pt x="175103" y="21999"/>
                          <a:pt x="207866" y="23646"/>
                          <a:pt x="166688" y="19071"/>
                        </a:cubicBezTo>
                        <a:cubicBezTo>
                          <a:pt x="146116" y="16785"/>
                          <a:pt x="125389" y="16182"/>
                          <a:pt x="104775" y="14308"/>
                        </a:cubicBezTo>
                        <a:cubicBezTo>
                          <a:pt x="90459" y="13007"/>
                          <a:pt x="76112" y="11788"/>
                          <a:pt x="61913" y="9546"/>
                        </a:cubicBezTo>
                        <a:cubicBezTo>
                          <a:pt x="-4330" y="-913"/>
                          <a:pt x="34580" y="21"/>
                          <a:pt x="0" y="21"/>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22" name="Freeform 1421"/>
                  <p:cNvSpPr/>
                  <p:nvPr/>
                </p:nvSpPr>
                <p:spPr>
                  <a:xfrm>
                    <a:off x="9037350" y="5772160"/>
                    <a:ext cx="116158" cy="562296"/>
                  </a:xfrm>
                  <a:custGeom>
                    <a:avLst/>
                    <a:gdLst>
                      <a:gd name="connsiteX0" fmla="*/ 0 w 177089"/>
                      <a:gd name="connsiteY0" fmla="*/ 0 h 857250"/>
                      <a:gd name="connsiteX1" fmla="*/ 14288 w 177089"/>
                      <a:gd name="connsiteY1" fmla="*/ 52387 h 857250"/>
                      <a:gd name="connsiteX2" fmla="*/ 19050 w 177089"/>
                      <a:gd name="connsiteY2" fmla="*/ 66675 h 857250"/>
                      <a:gd name="connsiteX3" fmla="*/ 28575 w 177089"/>
                      <a:gd name="connsiteY3" fmla="*/ 80962 h 857250"/>
                      <a:gd name="connsiteX4" fmla="*/ 38100 w 177089"/>
                      <a:gd name="connsiteY4" fmla="*/ 109537 h 857250"/>
                      <a:gd name="connsiteX5" fmla="*/ 57150 w 177089"/>
                      <a:gd name="connsiteY5" fmla="*/ 138112 h 857250"/>
                      <a:gd name="connsiteX6" fmla="*/ 66675 w 177089"/>
                      <a:gd name="connsiteY6" fmla="*/ 176212 h 857250"/>
                      <a:gd name="connsiteX7" fmla="*/ 85725 w 177089"/>
                      <a:gd name="connsiteY7" fmla="*/ 219075 h 857250"/>
                      <a:gd name="connsiteX8" fmla="*/ 114300 w 177089"/>
                      <a:gd name="connsiteY8" fmla="*/ 242887 h 857250"/>
                      <a:gd name="connsiteX9" fmla="*/ 123825 w 177089"/>
                      <a:gd name="connsiteY9" fmla="*/ 257175 h 857250"/>
                      <a:gd name="connsiteX10" fmla="*/ 138113 w 177089"/>
                      <a:gd name="connsiteY10" fmla="*/ 285750 h 857250"/>
                      <a:gd name="connsiteX11" fmla="*/ 142875 w 177089"/>
                      <a:gd name="connsiteY11" fmla="*/ 300037 h 857250"/>
                      <a:gd name="connsiteX12" fmla="*/ 152400 w 177089"/>
                      <a:gd name="connsiteY12" fmla="*/ 314325 h 857250"/>
                      <a:gd name="connsiteX13" fmla="*/ 147638 w 177089"/>
                      <a:gd name="connsiteY13" fmla="*/ 366712 h 857250"/>
                      <a:gd name="connsiteX14" fmla="*/ 133350 w 177089"/>
                      <a:gd name="connsiteY14" fmla="*/ 409575 h 857250"/>
                      <a:gd name="connsiteX15" fmla="*/ 123825 w 177089"/>
                      <a:gd name="connsiteY15" fmla="*/ 423862 h 857250"/>
                      <a:gd name="connsiteX16" fmla="*/ 109538 w 177089"/>
                      <a:gd name="connsiteY16" fmla="*/ 452437 h 857250"/>
                      <a:gd name="connsiteX17" fmla="*/ 100013 w 177089"/>
                      <a:gd name="connsiteY17" fmla="*/ 481012 h 857250"/>
                      <a:gd name="connsiteX18" fmla="*/ 90488 w 177089"/>
                      <a:gd name="connsiteY18" fmla="*/ 495300 h 857250"/>
                      <a:gd name="connsiteX19" fmla="*/ 80963 w 177089"/>
                      <a:gd name="connsiteY19" fmla="*/ 523875 h 857250"/>
                      <a:gd name="connsiteX20" fmla="*/ 85725 w 177089"/>
                      <a:gd name="connsiteY20" fmla="*/ 557212 h 857250"/>
                      <a:gd name="connsiteX21" fmla="*/ 114300 w 177089"/>
                      <a:gd name="connsiteY21" fmla="*/ 604837 h 857250"/>
                      <a:gd name="connsiteX22" fmla="*/ 133350 w 177089"/>
                      <a:gd name="connsiteY22" fmla="*/ 633412 h 857250"/>
                      <a:gd name="connsiteX23" fmla="*/ 147638 w 177089"/>
                      <a:gd name="connsiteY23" fmla="*/ 647700 h 857250"/>
                      <a:gd name="connsiteX24" fmla="*/ 166688 w 177089"/>
                      <a:gd name="connsiteY24" fmla="*/ 690562 h 857250"/>
                      <a:gd name="connsiteX25" fmla="*/ 171450 w 177089"/>
                      <a:gd name="connsiteY25" fmla="*/ 771525 h 857250"/>
                      <a:gd name="connsiteX26" fmla="*/ 128588 w 177089"/>
                      <a:gd name="connsiteY26" fmla="*/ 809625 h 857250"/>
                      <a:gd name="connsiteX27" fmla="*/ 114300 w 177089"/>
                      <a:gd name="connsiteY27" fmla="*/ 823912 h 857250"/>
                      <a:gd name="connsiteX28" fmla="*/ 109538 w 177089"/>
                      <a:gd name="connsiteY28" fmla="*/ 842962 h 857250"/>
                      <a:gd name="connsiteX29" fmla="*/ 100013 w 177089"/>
                      <a:gd name="connsiteY29"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7089" h="857250">
                        <a:moveTo>
                          <a:pt x="0" y="0"/>
                        </a:moveTo>
                        <a:cubicBezTo>
                          <a:pt x="6733" y="33661"/>
                          <a:pt x="2202" y="16129"/>
                          <a:pt x="14288" y="52387"/>
                        </a:cubicBezTo>
                        <a:cubicBezTo>
                          <a:pt x="15875" y="57150"/>
                          <a:pt x="16265" y="62498"/>
                          <a:pt x="19050" y="66675"/>
                        </a:cubicBezTo>
                        <a:cubicBezTo>
                          <a:pt x="22225" y="71437"/>
                          <a:pt x="26250" y="75732"/>
                          <a:pt x="28575" y="80962"/>
                        </a:cubicBezTo>
                        <a:cubicBezTo>
                          <a:pt x="32653" y="90137"/>
                          <a:pt x="34925" y="100012"/>
                          <a:pt x="38100" y="109537"/>
                        </a:cubicBezTo>
                        <a:cubicBezTo>
                          <a:pt x="41720" y="120397"/>
                          <a:pt x="57150" y="138112"/>
                          <a:pt x="57150" y="138112"/>
                        </a:cubicBezTo>
                        <a:cubicBezTo>
                          <a:pt x="60325" y="150812"/>
                          <a:pt x="62535" y="163793"/>
                          <a:pt x="66675" y="176212"/>
                        </a:cubicBezTo>
                        <a:cubicBezTo>
                          <a:pt x="73596" y="196976"/>
                          <a:pt x="73147" y="203982"/>
                          <a:pt x="85725" y="219075"/>
                        </a:cubicBezTo>
                        <a:cubicBezTo>
                          <a:pt x="97182" y="232824"/>
                          <a:pt x="100254" y="233523"/>
                          <a:pt x="114300" y="242887"/>
                        </a:cubicBezTo>
                        <a:cubicBezTo>
                          <a:pt x="117475" y="247650"/>
                          <a:pt x="121265" y="252055"/>
                          <a:pt x="123825" y="257175"/>
                        </a:cubicBezTo>
                        <a:cubicBezTo>
                          <a:pt x="143544" y="296611"/>
                          <a:pt x="110815" y="244801"/>
                          <a:pt x="138113" y="285750"/>
                        </a:cubicBezTo>
                        <a:cubicBezTo>
                          <a:pt x="139700" y="290512"/>
                          <a:pt x="140630" y="295547"/>
                          <a:pt x="142875" y="300037"/>
                        </a:cubicBezTo>
                        <a:cubicBezTo>
                          <a:pt x="145435" y="305157"/>
                          <a:pt x="151992" y="308616"/>
                          <a:pt x="152400" y="314325"/>
                        </a:cubicBezTo>
                        <a:cubicBezTo>
                          <a:pt x="153649" y="331815"/>
                          <a:pt x="150685" y="349444"/>
                          <a:pt x="147638" y="366712"/>
                        </a:cubicBezTo>
                        <a:cubicBezTo>
                          <a:pt x="147637" y="366717"/>
                          <a:pt x="135732" y="402429"/>
                          <a:pt x="133350" y="409575"/>
                        </a:cubicBezTo>
                        <a:cubicBezTo>
                          <a:pt x="131540" y="415005"/>
                          <a:pt x="127000" y="419100"/>
                          <a:pt x="123825" y="423862"/>
                        </a:cubicBezTo>
                        <a:cubicBezTo>
                          <a:pt x="106462" y="475957"/>
                          <a:pt x="134151" y="397059"/>
                          <a:pt x="109538" y="452437"/>
                        </a:cubicBezTo>
                        <a:cubicBezTo>
                          <a:pt x="105460" y="461612"/>
                          <a:pt x="103188" y="471487"/>
                          <a:pt x="100013" y="481012"/>
                        </a:cubicBezTo>
                        <a:cubicBezTo>
                          <a:pt x="98203" y="486442"/>
                          <a:pt x="92813" y="490069"/>
                          <a:pt x="90488" y="495300"/>
                        </a:cubicBezTo>
                        <a:cubicBezTo>
                          <a:pt x="86410" y="504475"/>
                          <a:pt x="80963" y="523875"/>
                          <a:pt x="80963" y="523875"/>
                        </a:cubicBezTo>
                        <a:cubicBezTo>
                          <a:pt x="82550" y="534987"/>
                          <a:pt x="82772" y="546382"/>
                          <a:pt x="85725" y="557212"/>
                        </a:cubicBezTo>
                        <a:cubicBezTo>
                          <a:pt x="89104" y="569603"/>
                          <a:pt x="109476" y="597602"/>
                          <a:pt x="114300" y="604837"/>
                        </a:cubicBezTo>
                        <a:lnTo>
                          <a:pt x="133350" y="633412"/>
                        </a:lnTo>
                        <a:lnTo>
                          <a:pt x="147638" y="647700"/>
                        </a:lnTo>
                        <a:cubicBezTo>
                          <a:pt x="158973" y="681705"/>
                          <a:pt x="151594" y="667921"/>
                          <a:pt x="166688" y="690562"/>
                        </a:cubicBezTo>
                        <a:cubicBezTo>
                          <a:pt x="175216" y="724675"/>
                          <a:pt x="182582" y="735345"/>
                          <a:pt x="171450" y="771525"/>
                        </a:cubicBezTo>
                        <a:cubicBezTo>
                          <a:pt x="164702" y="793456"/>
                          <a:pt x="142988" y="795226"/>
                          <a:pt x="128588" y="809625"/>
                        </a:cubicBezTo>
                        <a:lnTo>
                          <a:pt x="114300" y="823912"/>
                        </a:lnTo>
                        <a:cubicBezTo>
                          <a:pt x="112713" y="830262"/>
                          <a:pt x="112116" y="836946"/>
                          <a:pt x="109538" y="842962"/>
                        </a:cubicBezTo>
                        <a:cubicBezTo>
                          <a:pt x="107283" y="848223"/>
                          <a:pt x="100013" y="857250"/>
                          <a:pt x="100013" y="857250"/>
                        </a:cubicBezTo>
                      </a:path>
                    </a:pathLst>
                  </a:custGeom>
                  <a:noFill/>
                  <a:ln w="1270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23" name="Freeform 1422"/>
                  <p:cNvSpPr/>
                  <p:nvPr/>
                </p:nvSpPr>
                <p:spPr>
                  <a:xfrm>
                    <a:off x="8676069" y="6359446"/>
                    <a:ext cx="352998" cy="474835"/>
                  </a:xfrm>
                  <a:custGeom>
                    <a:avLst/>
                    <a:gdLst>
                      <a:gd name="connsiteX0" fmla="*/ 538163 w 538163"/>
                      <a:gd name="connsiteY0" fmla="*/ 0 h 723912"/>
                      <a:gd name="connsiteX1" fmla="*/ 523875 w 538163"/>
                      <a:gd name="connsiteY1" fmla="*/ 23813 h 723912"/>
                      <a:gd name="connsiteX2" fmla="*/ 514350 w 538163"/>
                      <a:gd name="connsiteY2" fmla="*/ 38100 h 723912"/>
                      <a:gd name="connsiteX3" fmla="*/ 485775 w 538163"/>
                      <a:gd name="connsiteY3" fmla="*/ 95250 h 723912"/>
                      <a:gd name="connsiteX4" fmla="*/ 476250 w 538163"/>
                      <a:gd name="connsiteY4" fmla="*/ 109538 h 723912"/>
                      <a:gd name="connsiteX5" fmla="*/ 466725 w 538163"/>
                      <a:gd name="connsiteY5" fmla="*/ 123825 h 723912"/>
                      <a:gd name="connsiteX6" fmla="*/ 447675 w 538163"/>
                      <a:gd name="connsiteY6" fmla="*/ 147638 h 723912"/>
                      <a:gd name="connsiteX7" fmla="*/ 438150 w 538163"/>
                      <a:gd name="connsiteY7" fmla="*/ 161925 h 723912"/>
                      <a:gd name="connsiteX8" fmla="*/ 423863 w 538163"/>
                      <a:gd name="connsiteY8" fmla="*/ 176213 h 723912"/>
                      <a:gd name="connsiteX9" fmla="*/ 419100 w 538163"/>
                      <a:gd name="connsiteY9" fmla="*/ 190500 h 723912"/>
                      <a:gd name="connsiteX10" fmla="*/ 414338 w 538163"/>
                      <a:gd name="connsiteY10" fmla="*/ 228600 h 723912"/>
                      <a:gd name="connsiteX11" fmla="*/ 400050 w 538163"/>
                      <a:gd name="connsiteY11" fmla="*/ 242888 h 723912"/>
                      <a:gd name="connsiteX12" fmla="*/ 381000 w 538163"/>
                      <a:gd name="connsiteY12" fmla="*/ 271463 h 723912"/>
                      <a:gd name="connsiteX13" fmla="*/ 371475 w 538163"/>
                      <a:gd name="connsiteY13" fmla="*/ 285750 h 723912"/>
                      <a:gd name="connsiteX14" fmla="*/ 361950 w 538163"/>
                      <a:gd name="connsiteY14" fmla="*/ 300038 h 723912"/>
                      <a:gd name="connsiteX15" fmla="*/ 357188 w 538163"/>
                      <a:gd name="connsiteY15" fmla="*/ 314325 h 723912"/>
                      <a:gd name="connsiteX16" fmla="*/ 342900 w 538163"/>
                      <a:gd name="connsiteY16" fmla="*/ 319088 h 723912"/>
                      <a:gd name="connsiteX17" fmla="*/ 309563 w 538163"/>
                      <a:gd name="connsiteY17" fmla="*/ 323850 h 723912"/>
                      <a:gd name="connsiteX18" fmla="*/ 295275 w 538163"/>
                      <a:gd name="connsiteY18" fmla="*/ 352425 h 723912"/>
                      <a:gd name="connsiteX19" fmla="*/ 285750 w 538163"/>
                      <a:gd name="connsiteY19" fmla="*/ 366713 h 723912"/>
                      <a:gd name="connsiteX20" fmla="*/ 271463 w 538163"/>
                      <a:gd name="connsiteY20" fmla="*/ 395288 h 723912"/>
                      <a:gd name="connsiteX21" fmla="*/ 266700 w 538163"/>
                      <a:gd name="connsiteY21" fmla="*/ 409575 h 723912"/>
                      <a:gd name="connsiteX22" fmla="*/ 247650 w 538163"/>
                      <a:gd name="connsiteY22" fmla="*/ 438150 h 723912"/>
                      <a:gd name="connsiteX23" fmla="*/ 238125 w 538163"/>
                      <a:gd name="connsiteY23" fmla="*/ 452438 h 723912"/>
                      <a:gd name="connsiteX24" fmla="*/ 223838 w 538163"/>
                      <a:gd name="connsiteY24" fmla="*/ 495300 h 723912"/>
                      <a:gd name="connsiteX25" fmla="*/ 214313 w 538163"/>
                      <a:gd name="connsiteY25" fmla="*/ 509588 h 723912"/>
                      <a:gd name="connsiteX26" fmla="*/ 200025 w 538163"/>
                      <a:gd name="connsiteY26" fmla="*/ 538163 h 723912"/>
                      <a:gd name="connsiteX27" fmla="*/ 190500 w 538163"/>
                      <a:gd name="connsiteY27" fmla="*/ 590550 h 723912"/>
                      <a:gd name="connsiteX28" fmla="*/ 185738 w 538163"/>
                      <a:gd name="connsiteY28" fmla="*/ 604838 h 723912"/>
                      <a:gd name="connsiteX29" fmla="*/ 171450 w 538163"/>
                      <a:gd name="connsiteY29" fmla="*/ 609600 h 723912"/>
                      <a:gd name="connsiteX30" fmla="*/ 142875 w 538163"/>
                      <a:gd name="connsiteY30" fmla="*/ 628650 h 723912"/>
                      <a:gd name="connsiteX31" fmla="*/ 128588 w 538163"/>
                      <a:gd name="connsiteY31" fmla="*/ 633413 h 723912"/>
                      <a:gd name="connsiteX32" fmla="*/ 114300 w 538163"/>
                      <a:gd name="connsiteY32" fmla="*/ 642938 h 723912"/>
                      <a:gd name="connsiteX33" fmla="*/ 95250 w 538163"/>
                      <a:gd name="connsiteY33" fmla="*/ 647700 h 723912"/>
                      <a:gd name="connsiteX34" fmla="*/ 66675 w 538163"/>
                      <a:gd name="connsiteY34" fmla="*/ 657225 h 723912"/>
                      <a:gd name="connsiteX35" fmla="*/ 23813 w 538163"/>
                      <a:gd name="connsiteY35" fmla="*/ 681038 h 723912"/>
                      <a:gd name="connsiteX36" fmla="*/ 14288 w 538163"/>
                      <a:gd name="connsiteY36" fmla="*/ 695325 h 723912"/>
                      <a:gd name="connsiteX37" fmla="*/ 0 w 538163"/>
                      <a:gd name="connsiteY37" fmla="*/ 723900 h 72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38163" h="723912">
                        <a:moveTo>
                          <a:pt x="538163" y="0"/>
                        </a:moveTo>
                        <a:cubicBezTo>
                          <a:pt x="533400" y="7938"/>
                          <a:pt x="528781" y="15963"/>
                          <a:pt x="523875" y="23813"/>
                        </a:cubicBezTo>
                        <a:cubicBezTo>
                          <a:pt x="520841" y="28667"/>
                          <a:pt x="516675" y="32870"/>
                          <a:pt x="514350" y="38100"/>
                        </a:cubicBezTo>
                        <a:cubicBezTo>
                          <a:pt x="488058" y="97256"/>
                          <a:pt x="525384" y="35836"/>
                          <a:pt x="485775" y="95250"/>
                        </a:cubicBezTo>
                        <a:lnTo>
                          <a:pt x="476250" y="109538"/>
                        </a:lnTo>
                        <a:lnTo>
                          <a:pt x="466725" y="123825"/>
                        </a:lnTo>
                        <a:cubicBezTo>
                          <a:pt x="457455" y="151640"/>
                          <a:pt x="469217" y="126097"/>
                          <a:pt x="447675" y="147638"/>
                        </a:cubicBezTo>
                        <a:cubicBezTo>
                          <a:pt x="443628" y="151685"/>
                          <a:pt x="441814" y="157528"/>
                          <a:pt x="438150" y="161925"/>
                        </a:cubicBezTo>
                        <a:cubicBezTo>
                          <a:pt x="433838" y="167099"/>
                          <a:pt x="428625" y="171450"/>
                          <a:pt x="423863" y="176213"/>
                        </a:cubicBezTo>
                        <a:cubicBezTo>
                          <a:pt x="422275" y="180975"/>
                          <a:pt x="419998" y="185561"/>
                          <a:pt x="419100" y="190500"/>
                        </a:cubicBezTo>
                        <a:cubicBezTo>
                          <a:pt x="416810" y="203092"/>
                          <a:pt x="418712" y="216572"/>
                          <a:pt x="414338" y="228600"/>
                        </a:cubicBezTo>
                        <a:cubicBezTo>
                          <a:pt x="412036" y="234930"/>
                          <a:pt x="404185" y="237571"/>
                          <a:pt x="400050" y="242888"/>
                        </a:cubicBezTo>
                        <a:cubicBezTo>
                          <a:pt x="393022" y="251924"/>
                          <a:pt x="387350" y="261938"/>
                          <a:pt x="381000" y="271463"/>
                        </a:cubicBezTo>
                        <a:lnTo>
                          <a:pt x="371475" y="285750"/>
                        </a:lnTo>
                        <a:lnTo>
                          <a:pt x="361950" y="300038"/>
                        </a:lnTo>
                        <a:cubicBezTo>
                          <a:pt x="360363" y="304800"/>
                          <a:pt x="360738" y="310775"/>
                          <a:pt x="357188" y="314325"/>
                        </a:cubicBezTo>
                        <a:cubicBezTo>
                          <a:pt x="353638" y="317875"/>
                          <a:pt x="347823" y="318103"/>
                          <a:pt x="342900" y="319088"/>
                        </a:cubicBezTo>
                        <a:cubicBezTo>
                          <a:pt x="331893" y="321289"/>
                          <a:pt x="320675" y="322263"/>
                          <a:pt x="309563" y="323850"/>
                        </a:cubicBezTo>
                        <a:cubicBezTo>
                          <a:pt x="282265" y="364799"/>
                          <a:pt x="314994" y="312989"/>
                          <a:pt x="295275" y="352425"/>
                        </a:cubicBezTo>
                        <a:cubicBezTo>
                          <a:pt x="292715" y="357545"/>
                          <a:pt x="288925" y="361950"/>
                          <a:pt x="285750" y="366713"/>
                        </a:cubicBezTo>
                        <a:cubicBezTo>
                          <a:pt x="273783" y="402616"/>
                          <a:pt x="289924" y="358367"/>
                          <a:pt x="271463" y="395288"/>
                        </a:cubicBezTo>
                        <a:cubicBezTo>
                          <a:pt x="269218" y="399778"/>
                          <a:pt x="269138" y="405187"/>
                          <a:pt x="266700" y="409575"/>
                        </a:cubicBezTo>
                        <a:cubicBezTo>
                          <a:pt x="261140" y="419582"/>
                          <a:pt x="254000" y="428625"/>
                          <a:pt x="247650" y="438150"/>
                        </a:cubicBezTo>
                        <a:lnTo>
                          <a:pt x="238125" y="452438"/>
                        </a:lnTo>
                        <a:lnTo>
                          <a:pt x="223838" y="495300"/>
                        </a:lnTo>
                        <a:cubicBezTo>
                          <a:pt x="222028" y="500730"/>
                          <a:pt x="216873" y="504468"/>
                          <a:pt x="214313" y="509588"/>
                        </a:cubicBezTo>
                        <a:cubicBezTo>
                          <a:pt x="194594" y="549024"/>
                          <a:pt x="227323" y="497214"/>
                          <a:pt x="200025" y="538163"/>
                        </a:cubicBezTo>
                        <a:cubicBezTo>
                          <a:pt x="196169" y="565155"/>
                          <a:pt x="196918" y="568088"/>
                          <a:pt x="190500" y="590550"/>
                        </a:cubicBezTo>
                        <a:cubicBezTo>
                          <a:pt x="189121" y="595377"/>
                          <a:pt x="189288" y="601288"/>
                          <a:pt x="185738" y="604838"/>
                        </a:cubicBezTo>
                        <a:cubicBezTo>
                          <a:pt x="182188" y="608388"/>
                          <a:pt x="176213" y="608013"/>
                          <a:pt x="171450" y="609600"/>
                        </a:cubicBezTo>
                        <a:cubicBezTo>
                          <a:pt x="161925" y="615950"/>
                          <a:pt x="153735" y="625029"/>
                          <a:pt x="142875" y="628650"/>
                        </a:cubicBezTo>
                        <a:cubicBezTo>
                          <a:pt x="138113" y="630238"/>
                          <a:pt x="133078" y="631168"/>
                          <a:pt x="128588" y="633413"/>
                        </a:cubicBezTo>
                        <a:cubicBezTo>
                          <a:pt x="123468" y="635973"/>
                          <a:pt x="119561" y="640683"/>
                          <a:pt x="114300" y="642938"/>
                        </a:cubicBezTo>
                        <a:cubicBezTo>
                          <a:pt x="108284" y="645516"/>
                          <a:pt x="101519" y="645819"/>
                          <a:pt x="95250" y="647700"/>
                        </a:cubicBezTo>
                        <a:cubicBezTo>
                          <a:pt x="85633" y="650585"/>
                          <a:pt x="66675" y="657225"/>
                          <a:pt x="66675" y="657225"/>
                        </a:cubicBezTo>
                        <a:cubicBezTo>
                          <a:pt x="33923" y="679060"/>
                          <a:pt x="48960" y="672654"/>
                          <a:pt x="23813" y="681038"/>
                        </a:cubicBezTo>
                        <a:cubicBezTo>
                          <a:pt x="20638" y="685800"/>
                          <a:pt x="16613" y="690095"/>
                          <a:pt x="14288" y="695325"/>
                        </a:cubicBezTo>
                        <a:cubicBezTo>
                          <a:pt x="918" y="725406"/>
                          <a:pt x="15332" y="723900"/>
                          <a:pt x="0" y="723900"/>
                        </a:cubicBezTo>
                      </a:path>
                    </a:pathLst>
                  </a:custGeom>
                  <a:noFill/>
                  <a:ln w="1270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grpSp>
            <p:grpSp>
              <p:nvGrpSpPr>
                <p:cNvPr id="1362" name="Group 1361"/>
                <p:cNvGrpSpPr/>
                <p:nvPr/>
              </p:nvGrpSpPr>
              <p:grpSpPr>
                <a:xfrm>
                  <a:off x="3817959" y="2207132"/>
                  <a:ext cx="5359024" cy="3821522"/>
                  <a:chOff x="3712944" y="2521669"/>
                  <a:chExt cx="5359024" cy="3821522"/>
                </a:xfrm>
              </p:grpSpPr>
              <p:cxnSp>
                <p:nvCxnSpPr>
                  <p:cNvPr id="1370" name="Curved Connector 1369"/>
                  <p:cNvCxnSpPr>
                    <a:stCxn id="474" idx="5"/>
                    <a:endCxn id="479" idx="2"/>
                  </p:cNvCxnSpPr>
                  <p:nvPr/>
                </p:nvCxnSpPr>
                <p:spPr>
                  <a:xfrm rot="16200000" flipH="1">
                    <a:off x="4875910" y="3968308"/>
                    <a:ext cx="567678" cy="2893610"/>
                  </a:xfrm>
                  <a:prstGeom prst="curvedConnector2">
                    <a:avLst/>
                  </a:prstGeom>
                  <a:noFill/>
                  <a:ln w="12700" cap="flat" cmpd="sng" algn="ctr">
                    <a:solidFill>
                      <a:schemeClr val="tx1"/>
                    </a:solidFill>
                    <a:prstDash val="solid"/>
                  </a:ln>
                  <a:effectLst/>
                </p:spPr>
              </p:cxnSp>
              <p:cxnSp>
                <p:nvCxnSpPr>
                  <p:cNvPr id="1371" name="Curved Connector 1370"/>
                  <p:cNvCxnSpPr>
                    <a:stCxn id="480" idx="2"/>
                    <a:endCxn id="479" idx="7"/>
                  </p:cNvCxnSpPr>
                  <p:nvPr/>
                </p:nvCxnSpPr>
                <p:spPr>
                  <a:xfrm rot="10800000" flipV="1">
                    <a:off x="6657704" y="4524152"/>
                    <a:ext cx="980425" cy="1153519"/>
                  </a:xfrm>
                  <a:prstGeom prst="curvedConnector2">
                    <a:avLst/>
                  </a:prstGeom>
                  <a:noFill/>
                  <a:ln w="12700" cap="flat" cmpd="sng" algn="ctr">
                    <a:solidFill>
                      <a:schemeClr val="tx1"/>
                    </a:solidFill>
                    <a:prstDash val="solid"/>
                  </a:ln>
                  <a:effectLst/>
                </p:spPr>
              </p:cxnSp>
              <p:cxnSp>
                <p:nvCxnSpPr>
                  <p:cNvPr id="1372" name="Curved Connector 1371"/>
                  <p:cNvCxnSpPr>
                    <a:stCxn id="469" idx="2"/>
                    <a:endCxn id="479" idx="7"/>
                  </p:cNvCxnSpPr>
                  <p:nvPr/>
                </p:nvCxnSpPr>
                <p:spPr>
                  <a:xfrm rot="10800000" flipV="1">
                    <a:off x="6657704" y="5279047"/>
                    <a:ext cx="641754" cy="398623"/>
                  </a:xfrm>
                  <a:prstGeom prst="curvedConnector2">
                    <a:avLst/>
                  </a:prstGeom>
                  <a:noFill/>
                  <a:ln w="12700" cap="flat" cmpd="sng" algn="ctr">
                    <a:solidFill>
                      <a:schemeClr val="tx1"/>
                    </a:solidFill>
                    <a:prstDash val="solid"/>
                  </a:ln>
                  <a:effectLst/>
                </p:spPr>
              </p:cxnSp>
              <p:cxnSp>
                <p:nvCxnSpPr>
                  <p:cNvPr id="1373" name="Curved Connector 1372"/>
                  <p:cNvCxnSpPr>
                    <a:stCxn id="469" idx="2"/>
                    <a:endCxn id="476" idx="7"/>
                  </p:cNvCxnSpPr>
                  <p:nvPr/>
                </p:nvCxnSpPr>
                <p:spPr>
                  <a:xfrm rot="10800000" flipV="1">
                    <a:off x="6067895" y="5279048"/>
                    <a:ext cx="1231563" cy="61605"/>
                  </a:xfrm>
                  <a:prstGeom prst="curvedConnector2">
                    <a:avLst/>
                  </a:prstGeom>
                  <a:noFill/>
                  <a:ln w="12700" cap="flat" cmpd="sng" algn="ctr">
                    <a:solidFill>
                      <a:schemeClr val="tx1"/>
                    </a:solidFill>
                    <a:prstDash val="solid"/>
                  </a:ln>
                  <a:effectLst/>
                </p:spPr>
              </p:cxnSp>
              <p:cxnSp>
                <p:nvCxnSpPr>
                  <p:cNvPr id="1374" name="Curved Connector 1373"/>
                  <p:cNvCxnSpPr>
                    <a:stCxn id="1310" idx="6"/>
                    <a:endCxn id="480" idx="0"/>
                  </p:cNvCxnSpPr>
                  <p:nvPr/>
                </p:nvCxnSpPr>
                <p:spPr>
                  <a:xfrm>
                    <a:off x="7094126" y="3443064"/>
                    <a:ext cx="573966" cy="1050992"/>
                  </a:xfrm>
                  <a:prstGeom prst="curvedConnector2">
                    <a:avLst/>
                  </a:prstGeom>
                  <a:noFill/>
                  <a:ln w="12700" cap="flat" cmpd="sng" algn="ctr">
                    <a:solidFill>
                      <a:schemeClr val="tx1"/>
                    </a:solidFill>
                    <a:prstDash val="solid"/>
                  </a:ln>
                  <a:effectLst/>
                </p:spPr>
              </p:cxnSp>
              <p:cxnSp>
                <p:nvCxnSpPr>
                  <p:cNvPr id="1375" name="Curved Connector 1374"/>
                  <p:cNvCxnSpPr>
                    <a:stCxn id="1303" idx="6"/>
                    <a:endCxn id="480" idx="1"/>
                  </p:cNvCxnSpPr>
                  <p:nvPr/>
                </p:nvCxnSpPr>
                <p:spPr>
                  <a:xfrm>
                    <a:off x="6955996" y="3080276"/>
                    <a:ext cx="690908" cy="1422595"/>
                  </a:xfrm>
                  <a:prstGeom prst="curvedConnector2">
                    <a:avLst/>
                  </a:prstGeom>
                  <a:noFill/>
                  <a:ln w="12700" cap="flat" cmpd="sng" algn="ctr">
                    <a:solidFill>
                      <a:schemeClr val="tx1"/>
                    </a:solidFill>
                    <a:prstDash val="solid"/>
                  </a:ln>
                  <a:effectLst/>
                </p:spPr>
              </p:cxnSp>
              <p:cxnSp>
                <p:nvCxnSpPr>
                  <p:cNvPr id="1376" name="Curved Connector 1375"/>
                  <p:cNvCxnSpPr>
                    <a:stCxn id="461" idx="5"/>
                    <a:endCxn id="1303" idx="2"/>
                  </p:cNvCxnSpPr>
                  <p:nvPr/>
                </p:nvCxnSpPr>
                <p:spPr>
                  <a:xfrm rot="16200000" flipH="1">
                    <a:off x="5769949" y="1939171"/>
                    <a:ext cx="558606" cy="1723602"/>
                  </a:xfrm>
                  <a:prstGeom prst="curvedConnector2">
                    <a:avLst/>
                  </a:prstGeom>
                  <a:noFill/>
                  <a:ln w="12700" cap="flat" cmpd="sng" algn="ctr">
                    <a:solidFill>
                      <a:schemeClr val="tx1"/>
                    </a:solidFill>
                    <a:prstDash val="solid"/>
                  </a:ln>
                  <a:effectLst/>
                </p:spPr>
              </p:cxnSp>
              <p:cxnSp>
                <p:nvCxnSpPr>
                  <p:cNvPr id="1377" name="Curved Connector 1376"/>
                  <p:cNvCxnSpPr>
                    <a:stCxn id="461" idx="5"/>
                    <a:endCxn id="480" idx="2"/>
                  </p:cNvCxnSpPr>
                  <p:nvPr/>
                </p:nvCxnSpPr>
                <p:spPr>
                  <a:xfrm rot="16200000" flipH="1">
                    <a:off x="5411549" y="2297572"/>
                    <a:ext cx="2002483" cy="2450678"/>
                  </a:xfrm>
                  <a:prstGeom prst="curvedConnector2">
                    <a:avLst/>
                  </a:prstGeom>
                  <a:noFill/>
                  <a:ln w="12700" cap="flat" cmpd="sng" algn="ctr">
                    <a:solidFill>
                      <a:schemeClr val="tx1"/>
                    </a:solidFill>
                    <a:prstDash val="solid"/>
                  </a:ln>
                  <a:effectLst/>
                </p:spPr>
              </p:cxnSp>
              <p:cxnSp>
                <p:nvCxnSpPr>
                  <p:cNvPr id="1378" name="Curved Connector 1377"/>
                  <p:cNvCxnSpPr>
                    <a:stCxn id="476" idx="1"/>
                    <a:endCxn id="1429" idx="44"/>
                  </p:cNvCxnSpPr>
                  <p:nvPr/>
                </p:nvCxnSpPr>
                <p:spPr>
                  <a:xfrm rot="16200000" flipV="1">
                    <a:off x="5106378" y="4421508"/>
                    <a:ext cx="1385530" cy="452757"/>
                  </a:xfrm>
                  <a:prstGeom prst="curvedConnector2">
                    <a:avLst/>
                  </a:prstGeom>
                  <a:noFill/>
                  <a:ln w="12700" cap="flat" cmpd="sng" algn="ctr">
                    <a:solidFill>
                      <a:schemeClr val="tx1"/>
                    </a:solidFill>
                    <a:prstDash val="solid"/>
                  </a:ln>
                  <a:effectLst/>
                </p:spPr>
              </p:cxnSp>
              <p:cxnSp>
                <p:nvCxnSpPr>
                  <p:cNvPr id="1379" name="Curved Connector 1378"/>
                  <p:cNvCxnSpPr>
                    <a:stCxn id="476" idx="2"/>
                    <a:endCxn id="485" idx="3"/>
                  </p:cNvCxnSpPr>
                  <p:nvPr/>
                </p:nvCxnSpPr>
                <p:spPr>
                  <a:xfrm rot="10800000">
                    <a:off x="5993638" y="5069241"/>
                    <a:ext cx="23106" cy="292694"/>
                  </a:xfrm>
                  <a:prstGeom prst="curvedConnector2">
                    <a:avLst/>
                  </a:prstGeom>
                  <a:noFill/>
                  <a:ln w="12700" cap="flat" cmpd="sng" algn="ctr">
                    <a:solidFill>
                      <a:schemeClr val="tx1"/>
                    </a:solidFill>
                    <a:prstDash val="solid"/>
                  </a:ln>
                  <a:effectLst/>
                </p:spPr>
              </p:cxnSp>
              <p:cxnSp>
                <p:nvCxnSpPr>
                  <p:cNvPr id="1380" name="Curved Connector 1379"/>
                  <p:cNvCxnSpPr>
                    <a:stCxn id="1314" idx="6"/>
                    <a:endCxn id="485" idx="3"/>
                  </p:cNvCxnSpPr>
                  <p:nvPr/>
                </p:nvCxnSpPr>
                <p:spPr>
                  <a:xfrm flipV="1">
                    <a:off x="5932037" y="5069240"/>
                    <a:ext cx="61601" cy="46534"/>
                  </a:xfrm>
                  <a:prstGeom prst="curvedConnector2">
                    <a:avLst/>
                  </a:prstGeom>
                  <a:noFill/>
                  <a:ln w="12700" cap="flat" cmpd="sng" algn="ctr">
                    <a:solidFill>
                      <a:schemeClr val="tx1"/>
                    </a:solidFill>
                    <a:prstDash val="solid"/>
                  </a:ln>
                  <a:effectLst/>
                </p:spPr>
              </p:cxnSp>
              <p:cxnSp>
                <p:nvCxnSpPr>
                  <p:cNvPr id="1381" name="Curved Connector 1380"/>
                  <p:cNvCxnSpPr>
                    <a:stCxn id="1314" idx="0"/>
                    <a:endCxn id="1153" idx="1"/>
                  </p:cNvCxnSpPr>
                  <p:nvPr/>
                </p:nvCxnSpPr>
                <p:spPr>
                  <a:xfrm rot="5400000" flipH="1" flipV="1">
                    <a:off x="5869628" y="5023760"/>
                    <a:ext cx="109377" cy="29504"/>
                  </a:xfrm>
                  <a:prstGeom prst="curvedConnector2">
                    <a:avLst/>
                  </a:prstGeom>
                  <a:noFill/>
                  <a:ln w="12700" cap="flat" cmpd="sng" algn="ctr">
                    <a:solidFill>
                      <a:schemeClr val="tx1"/>
                    </a:solidFill>
                    <a:prstDash val="solid"/>
                  </a:ln>
                  <a:effectLst/>
                </p:spPr>
              </p:cxnSp>
              <p:cxnSp>
                <p:nvCxnSpPr>
                  <p:cNvPr id="1382" name="Curved Connector 1381"/>
                  <p:cNvCxnSpPr>
                    <a:stCxn id="476" idx="2"/>
                    <a:endCxn id="1154" idx="2"/>
                  </p:cNvCxnSpPr>
                  <p:nvPr/>
                </p:nvCxnSpPr>
                <p:spPr>
                  <a:xfrm rot="10800000">
                    <a:off x="5753425" y="5282076"/>
                    <a:ext cx="263322" cy="79857"/>
                  </a:xfrm>
                  <a:prstGeom prst="curvedConnector2">
                    <a:avLst/>
                  </a:prstGeom>
                  <a:noFill/>
                  <a:ln w="12700" cap="flat" cmpd="sng" algn="ctr">
                    <a:solidFill>
                      <a:schemeClr val="tx1"/>
                    </a:solidFill>
                    <a:prstDash val="solid"/>
                  </a:ln>
                  <a:effectLst/>
                </p:spPr>
              </p:cxnSp>
              <p:cxnSp>
                <p:nvCxnSpPr>
                  <p:cNvPr id="1383" name="Curved Connector 1382"/>
                  <p:cNvCxnSpPr>
                    <a:stCxn id="1154" idx="0"/>
                    <a:endCxn id="1261" idx="3"/>
                  </p:cNvCxnSpPr>
                  <p:nvPr/>
                </p:nvCxnSpPr>
                <p:spPr>
                  <a:xfrm rot="16200000" flipV="1">
                    <a:off x="5595723" y="5079508"/>
                    <a:ext cx="195175" cy="120230"/>
                  </a:xfrm>
                  <a:prstGeom prst="curvedConnector2">
                    <a:avLst/>
                  </a:prstGeom>
                  <a:noFill/>
                  <a:ln w="12700" cap="flat" cmpd="sng" algn="ctr">
                    <a:solidFill>
                      <a:schemeClr val="tx1"/>
                    </a:solidFill>
                    <a:prstDash val="solid"/>
                  </a:ln>
                  <a:effectLst/>
                </p:spPr>
              </p:cxnSp>
              <p:cxnSp>
                <p:nvCxnSpPr>
                  <p:cNvPr id="1384" name="Curved Connector 1383"/>
                  <p:cNvCxnSpPr>
                    <a:stCxn id="1261" idx="0"/>
                    <a:endCxn id="1266" idx="3"/>
                  </p:cNvCxnSpPr>
                  <p:nvPr/>
                </p:nvCxnSpPr>
                <p:spPr>
                  <a:xfrm rot="16200000" flipV="1">
                    <a:off x="5512406" y="4921246"/>
                    <a:ext cx="102522" cy="94191"/>
                  </a:xfrm>
                  <a:prstGeom prst="curvedConnector2">
                    <a:avLst/>
                  </a:prstGeom>
                  <a:noFill/>
                  <a:ln w="12700" cap="flat" cmpd="sng" algn="ctr">
                    <a:solidFill>
                      <a:schemeClr val="tx1"/>
                    </a:solidFill>
                    <a:prstDash val="solid"/>
                  </a:ln>
                  <a:effectLst/>
                </p:spPr>
              </p:cxnSp>
              <p:cxnSp>
                <p:nvCxnSpPr>
                  <p:cNvPr id="1385" name="Curved Connector 1384"/>
                  <p:cNvCxnSpPr>
                    <a:stCxn id="479" idx="5"/>
                    <a:endCxn id="1163" idx="1"/>
                  </p:cNvCxnSpPr>
                  <p:nvPr/>
                </p:nvCxnSpPr>
                <p:spPr>
                  <a:xfrm rot="16200000" flipH="1">
                    <a:off x="6443126" y="5934812"/>
                    <a:ext cx="622957" cy="193801"/>
                  </a:xfrm>
                  <a:prstGeom prst="curvedConnector2">
                    <a:avLst/>
                  </a:prstGeom>
                  <a:noFill/>
                  <a:ln w="12700" cap="flat" cmpd="sng" algn="ctr">
                    <a:solidFill>
                      <a:schemeClr val="tx1"/>
                    </a:solidFill>
                    <a:prstDash val="solid"/>
                  </a:ln>
                  <a:effectLst/>
                </p:spPr>
              </p:cxnSp>
              <p:cxnSp>
                <p:nvCxnSpPr>
                  <p:cNvPr id="1386" name="Curved Connector 1385"/>
                  <p:cNvCxnSpPr>
                    <a:stCxn id="479" idx="6"/>
                    <a:endCxn id="1158" idx="0"/>
                  </p:cNvCxnSpPr>
                  <p:nvPr/>
                </p:nvCxnSpPr>
                <p:spPr>
                  <a:xfrm>
                    <a:off x="6666478" y="5698952"/>
                    <a:ext cx="152334" cy="57032"/>
                  </a:xfrm>
                  <a:prstGeom prst="curvedConnector2">
                    <a:avLst/>
                  </a:prstGeom>
                  <a:noFill/>
                  <a:ln w="12700" cap="flat" cmpd="sng" algn="ctr">
                    <a:solidFill>
                      <a:schemeClr val="tx1"/>
                    </a:solidFill>
                    <a:prstDash val="solid"/>
                  </a:ln>
                  <a:effectLst/>
                </p:spPr>
              </p:cxnSp>
              <p:cxnSp>
                <p:nvCxnSpPr>
                  <p:cNvPr id="1387" name="Curved Connector 1386"/>
                  <p:cNvCxnSpPr>
                    <a:stCxn id="1158" idx="3"/>
                    <a:endCxn id="1156" idx="1"/>
                  </p:cNvCxnSpPr>
                  <p:nvPr/>
                </p:nvCxnSpPr>
                <p:spPr>
                  <a:xfrm flipV="1">
                    <a:off x="6841245" y="5755985"/>
                    <a:ext cx="13209" cy="22432"/>
                  </a:xfrm>
                  <a:prstGeom prst="curvedConnector3">
                    <a:avLst/>
                  </a:prstGeom>
                  <a:noFill/>
                  <a:ln w="12700" cap="flat" cmpd="sng" algn="ctr">
                    <a:solidFill>
                      <a:schemeClr val="accent1"/>
                    </a:solidFill>
                    <a:prstDash val="solid"/>
                  </a:ln>
                  <a:effectLst/>
                </p:spPr>
              </p:cxnSp>
              <p:cxnSp>
                <p:nvCxnSpPr>
                  <p:cNvPr id="1388" name="Curved Connector 1387"/>
                  <p:cNvCxnSpPr>
                    <a:stCxn id="479" idx="1"/>
                    <a:endCxn id="1225" idx="3"/>
                  </p:cNvCxnSpPr>
                  <p:nvPr/>
                </p:nvCxnSpPr>
                <p:spPr>
                  <a:xfrm rot="16200000" flipV="1">
                    <a:off x="6433928" y="5496270"/>
                    <a:ext cx="167066" cy="195738"/>
                  </a:xfrm>
                  <a:prstGeom prst="curvedConnector2">
                    <a:avLst/>
                  </a:prstGeom>
                  <a:noFill/>
                  <a:ln w="12700" cap="flat" cmpd="sng" algn="ctr">
                    <a:solidFill>
                      <a:schemeClr val="tx1"/>
                    </a:solidFill>
                    <a:prstDash val="solid"/>
                  </a:ln>
                  <a:effectLst/>
                </p:spPr>
              </p:cxnSp>
              <p:cxnSp>
                <p:nvCxnSpPr>
                  <p:cNvPr id="1389" name="Curved Connector 1388"/>
                  <p:cNvCxnSpPr>
                    <a:stCxn id="1225" idx="0"/>
                    <a:endCxn id="1187" idx="1"/>
                  </p:cNvCxnSpPr>
                  <p:nvPr/>
                </p:nvCxnSpPr>
                <p:spPr>
                  <a:xfrm rot="5400000" flipH="1" flipV="1">
                    <a:off x="6453839" y="5327688"/>
                    <a:ext cx="103805" cy="217163"/>
                  </a:xfrm>
                  <a:prstGeom prst="curvedConnector2">
                    <a:avLst/>
                  </a:prstGeom>
                  <a:noFill/>
                  <a:ln w="12700" cap="flat" cmpd="sng" algn="ctr">
                    <a:solidFill>
                      <a:schemeClr val="tx1"/>
                    </a:solidFill>
                    <a:prstDash val="solid"/>
                  </a:ln>
                  <a:effectLst/>
                </p:spPr>
              </p:cxnSp>
              <p:cxnSp>
                <p:nvCxnSpPr>
                  <p:cNvPr id="1390" name="Curved Connector 1389"/>
                  <p:cNvCxnSpPr>
                    <a:stCxn id="1187" idx="1"/>
                    <a:endCxn id="1316" idx="5"/>
                  </p:cNvCxnSpPr>
                  <p:nvPr/>
                </p:nvCxnSpPr>
                <p:spPr>
                  <a:xfrm rot="10800000">
                    <a:off x="6411613" y="5255955"/>
                    <a:ext cx="202709" cy="128411"/>
                  </a:xfrm>
                  <a:prstGeom prst="curvedConnector2">
                    <a:avLst/>
                  </a:prstGeom>
                  <a:noFill/>
                  <a:ln w="12700" cap="flat" cmpd="sng" algn="ctr">
                    <a:solidFill>
                      <a:schemeClr val="tx1"/>
                    </a:solidFill>
                    <a:prstDash val="solid"/>
                  </a:ln>
                  <a:effectLst/>
                </p:spPr>
              </p:cxnSp>
              <p:cxnSp>
                <p:nvCxnSpPr>
                  <p:cNvPr id="1391" name="Curved Connector 1390"/>
                  <p:cNvCxnSpPr>
                    <a:stCxn id="469" idx="7"/>
                    <a:endCxn id="480" idx="2"/>
                  </p:cNvCxnSpPr>
                  <p:nvPr/>
                </p:nvCxnSpPr>
                <p:spPr>
                  <a:xfrm rot="5400000" flipH="1" flipV="1">
                    <a:off x="7127561" y="4747198"/>
                    <a:ext cx="733613" cy="287522"/>
                  </a:xfrm>
                  <a:prstGeom prst="curvedConnector2">
                    <a:avLst/>
                  </a:prstGeom>
                  <a:noFill/>
                  <a:ln w="12700" cap="flat" cmpd="sng" algn="ctr">
                    <a:solidFill>
                      <a:schemeClr val="accent1"/>
                    </a:solidFill>
                    <a:prstDash val="solid"/>
                  </a:ln>
                  <a:effectLst/>
                </p:spPr>
              </p:cxnSp>
              <p:cxnSp>
                <p:nvCxnSpPr>
                  <p:cNvPr id="1392" name="Curved Connector 1391"/>
                  <p:cNvCxnSpPr>
                    <a:stCxn id="469" idx="7"/>
                    <a:endCxn id="1233" idx="2"/>
                  </p:cNvCxnSpPr>
                  <p:nvPr/>
                </p:nvCxnSpPr>
                <p:spPr>
                  <a:xfrm rot="5400000" flipH="1" flipV="1">
                    <a:off x="7246524" y="5150338"/>
                    <a:ext cx="211512" cy="3345"/>
                  </a:xfrm>
                  <a:prstGeom prst="curvedConnector3">
                    <a:avLst/>
                  </a:prstGeom>
                  <a:noFill/>
                  <a:ln w="12700" cap="flat" cmpd="sng" algn="ctr">
                    <a:solidFill>
                      <a:schemeClr val="accent1"/>
                    </a:solidFill>
                    <a:prstDash val="solid"/>
                  </a:ln>
                  <a:effectLst/>
                </p:spPr>
              </p:cxnSp>
              <p:cxnSp>
                <p:nvCxnSpPr>
                  <p:cNvPr id="1393" name="Curved Connector 1392"/>
                  <p:cNvCxnSpPr>
                    <a:stCxn id="1233" idx="3"/>
                    <a:endCxn id="1232" idx="1"/>
                  </p:cNvCxnSpPr>
                  <p:nvPr/>
                </p:nvCxnSpPr>
                <p:spPr>
                  <a:xfrm flipV="1">
                    <a:off x="7376385" y="4954749"/>
                    <a:ext cx="53104" cy="69073"/>
                  </a:xfrm>
                  <a:prstGeom prst="curvedConnector3">
                    <a:avLst>
                      <a:gd name="adj1" fmla="val 50000"/>
                    </a:avLst>
                  </a:prstGeom>
                  <a:noFill/>
                  <a:ln w="12700" cap="flat" cmpd="sng" algn="ctr">
                    <a:solidFill>
                      <a:schemeClr val="tx1"/>
                    </a:solidFill>
                    <a:prstDash val="solid"/>
                  </a:ln>
                  <a:effectLst/>
                </p:spPr>
              </p:cxnSp>
              <p:cxnSp>
                <p:nvCxnSpPr>
                  <p:cNvPr id="1394" name="Curved Connector 1393"/>
                  <p:cNvCxnSpPr>
                    <a:stCxn id="1232" idx="1"/>
                    <a:endCxn id="1234" idx="2"/>
                  </p:cNvCxnSpPr>
                  <p:nvPr/>
                </p:nvCxnSpPr>
                <p:spPr>
                  <a:xfrm rot="10800000">
                    <a:off x="7286956" y="4828498"/>
                    <a:ext cx="142533" cy="126251"/>
                  </a:xfrm>
                  <a:prstGeom prst="curvedConnector2">
                    <a:avLst/>
                  </a:prstGeom>
                  <a:noFill/>
                  <a:ln w="12700" cap="flat" cmpd="sng" algn="ctr">
                    <a:solidFill>
                      <a:schemeClr val="tx1"/>
                    </a:solidFill>
                    <a:prstDash val="solid"/>
                  </a:ln>
                  <a:effectLst/>
                </p:spPr>
              </p:cxnSp>
              <p:cxnSp>
                <p:nvCxnSpPr>
                  <p:cNvPr id="1395" name="Curved Connector 1394"/>
                  <p:cNvCxnSpPr>
                    <a:stCxn id="469" idx="1"/>
                    <a:endCxn id="1239" idx="3"/>
                  </p:cNvCxnSpPr>
                  <p:nvPr/>
                </p:nvCxnSpPr>
                <p:spPr>
                  <a:xfrm rot="16200000" flipV="1">
                    <a:off x="7198260" y="5147791"/>
                    <a:ext cx="143201" cy="76746"/>
                  </a:xfrm>
                  <a:prstGeom prst="curvedConnector2">
                    <a:avLst/>
                  </a:prstGeom>
                  <a:noFill/>
                  <a:ln w="12700" cap="flat" cmpd="sng" algn="ctr">
                    <a:solidFill>
                      <a:schemeClr val="tx1"/>
                    </a:solidFill>
                    <a:prstDash val="solid"/>
                  </a:ln>
                  <a:effectLst/>
                </p:spPr>
              </p:cxnSp>
              <p:cxnSp>
                <p:nvCxnSpPr>
                  <p:cNvPr id="1396" name="Curved Connector 1395"/>
                  <p:cNvCxnSpPr>
                    <a:stCxn id="1239" idx="1"/>
                    <a:endCxn id="1237" idx="2"/>
                  </p:cNvCxnSpPr>
                  <p:nvPr/>
                </p:nvCxnSpPr>
                <p:spPr>
                  <a:xfrm rot="10800000">
                    <a:off x="7103872" y="5051122"/>
                    <a:ext cx="82749" cy="63442"/>
                  </a:xfrm>
                  <a:prstGeom prst="curvedConnector2">
                    <a:avLst/>
                  </a:prstGeom>
                  <a:noFill/>
                  <a:ln w="12700" cap="flat" cmpd="sng" algn="ctr">
                    <a:solidFill>
                      <a:schemeClr val="tx1"/>
                    </a:solidFill>
                    <a:prstDash val="solid"/>
                  </a:ln>
                  <a:effectLst/>
                </p:spPr>
              </p:cxnSp>
              <p:cxnSp>
                <p:nvCxnSpPr>
                  <p:cNvPr id="1397" name="Curved Connector 1396"/>
                  <p:cNvCxnSpPr>
                    <a:stCxn id="1237" idx="0"/>
                    <a:endCxn id="1185" idx="3"/>
                  </p:cNvCxnSpPr>
                  <p:nvPr/>
                </p:nvCxnSpPr>
                <p:spPr>
                  <a:xfrm rot="16200000" flipV="1">
                    <a:off x="6881569" y="4783953"/>
                    <a:ext cx="122698" cy="321906"/>
                  </a:xfrm>
                  <a:prstGeom prst="curvedConnector2">
                    <a:avLst/>
                  </a:prstGeom>
                  <a:noFill/>
                  <a:ln w="12700" cap="flat" cmpd="sng" algn="ctr">
                    <a:solidFill>
                      <a:schemeClr val="tx1"/>
                    </a:solidFill>
                    <a:prstDash val="solid"/>
                  </a:ln>
                  <a:effectLst/>
                </p:spPr>
              </p:cxnSp>
              <p:cxnSp>
                <p:nvCxnSpPr>
                  <p:cNvPr id="1398" name="Curved Connector 1397"/>
                  <p:cNvCxnSpPr>
                    <a:stCxn id="469" idx="7"/>
                    <a:endCxn id="1413" idx="39"/>
                  </p:cNvCxnSpPr>
                  <p:nvPr/>
                </p:nvCxnSpPr>
                <p:spPr>
                  <a:xfrm rot="16200000" flipV="1">
                    <a:off x="7193196" y="5100353"/>
                    <a:ext cx="61427" cy="253396"/>
                  </a:xfrm>
                  <a:prstGeom prst="curvedConnector2">
                    <a:avLst/>
                  </a:prstGeom>
                  <a:noFill/>
                  <a:ln w="12700" cap="flat" cmpd="sng" algn="ctr">
                    <a:solidFill>
                      <a:schemeClr val="tx1"/>
                    </a:solidFill>
                    <a:prstDash val="solid"/>
                  </a:ln>
                  <a:effectLst/>
                </p:spPr>
              </p:cxnSp>
              <p:cxnSp>
                <p:nvCxnSpPr>
                  <p:cNvPr id="1399" name="Curved Connector 1398"/>
                  <p:cNvCxnSpPr>
                    <a:stCxn id="1262" idx="0"/>
                    <a:endCxn id="1186" idx="2"/>
                  </p:cNvCxnSpPr>
                  <p:nvPr/>
                </p:nvCxnSpPr>
                <p:spPr>
                  <a:xfrm rot="16200000" flipV="1">
                    <a:off x="6963124" y="5060117"/>
                    <a:ext cx="129360" cy="74244"/>
                  </a:xfrm>
                  <a:prstGeom prst="curvedConnector3">
                    <a:avLst>
                      <a:gd name="adj1" fmla="val 50000"/>
                    </a:avLst>
                  </a:prstGeom>
                  <a:noFill/>
                  <a:ln w="12700" cap="flat" cmpd="sng" algn="ctr">
                    <a:solidFill>
                      <a:schemeClr val="tx1"/>
                    </a:solidFill>
                    <a:prstDash val="solid"/>
                  </a:ln>
                  <a:effectLst/>
                </p:spPr>
              </p:cxnSp>
              <p:cxnSp>
                <p:nvCxnSpPr>
                  <p:cNvPr id="1400" name="Curved Connector 1399"/>
                  <p:cNvCxnSpPr>
                    <a:stCxn id="469" idx="3"/>
                    <a:endCxn id="1238" idx="3"/>
                  </p:cNvCxnSpPr>
                  <p:nvPr/>
                </p:nvCxnSpPr>
                <p:spPr>
                  <a:xfrm rot="5400000">
                    <a:off x="7269169" y="5282312"/>
                    <a:ext cx="21047" cy="57080"/>
                  </a:xfrm>
                  <a:prstGeom prst="curvedConnector2">
                    <a:avLst/>
                  </a:prstGeom>
                  <a:noFill/>
                  <a:ln w="12700" cap="flat" cmpd="sng" algn="ctr">
                    <a:solidFill>
                      <a:schemeClr val="accent1"/>
                    </a:solidFill>
                    <a:prstDash val="solid"/>
                  </a:ln>
                  <a:effectLst/>
                </p:spPr>
              </p:cxnSp>
              <p:cxnSp>
                <p:nvCxnSpPr>
                  <p:cNvPr id="1401" name="Curved Connector 1400"/>
                  <p:cNvCxnSpPr>
                    <a:stCxn id="1238" idx="1"/>
                    <a:endCxn id="1189" idx="3"/>
                  </p:cNvCxnSpPr>
                  <p:nvPr/>
                </p:nvCxnSpPr>
                <p:spPr>
                  <a:xfrm rot="10800000" flipV="1">
                    <a:off x="6778002" y="5321376"/>
                    <a:ext cx="428284" cy="112825"/>
                  </a:xfrm>
                  <a:prstGeom prst="curvedConnector3">
                    <a:avLst/>
                  </a:prstGeom>
                  <a:noFill/>
                  <a:ln w="12700" cap="flat" cmpd="sng" algn="ctr">
                    <a:solidFill>
                      <a:schemeClr val="tx1"/>
                    </a:solidFill>
                    <a:prstDash val="solid"/>
                  </a:ln>
                  <a:effectLst/>
                </p:spPr>
              </p:cxnSp>
              <p:cxnSp>
                <p:nvCxnSpPr>
                  <p:cNvPr id="1402" name="Curved Connector 1401"/>
                  <p:cNvCxnSpPr>
                    <a:stCxn id="480" idx="7"/>
                    <a:endCxn id="1300" idx="6"/>
                  </p:cNvCxnSpPr>
                  <p:nvPr/>
                </p:nvCxnSpPr>
                <p:spPr>
                  <a:xfrm rot="16200000" flipV="1">
                    <a:off x="7131653" y="3945245"/>
                    <a:ext cx="552712" cy="562539"/>
                  </a:xfrm>
                  <a:prstGeom prst="curvedConnector2">
                    <a:avLst/>
                  </a:prstGeom>
                  <a:noFill/>
                  <a:ln w="12700" cap="flat" cmpd="sng" algn="ctr">
                    <a:solidFill>
                      <a:schemeClr val="tx1"/>
                    </a:solidFill>
                    <a:prstDash val="solid"/>
                  </a:ln>
                  <a:effectLst/>
                </p:spPr>
              </p:cxnSp>
              <p:cxnSp>
                <p:nvCxnSpPr>
                  <p:cNvPr id="1403" name="Curved Connector 1402"/>
                  <p:cNvCxnSpPr>
                    <a:stCxn id="1300" idx="1"/>
                    <a:endCxn id="1137" idx="3"/>
                  </p:cNvCxnSpPr>
                  <p:nvPr/>
                </p:nvCxnSpPr>
                <p:spPr>
                  <a:xfrm rot="16200000" flipV="1">
                    <a:off x="6943357" y="3789178"/>
                    <a:ext cx="24299" cy="265740"/>
                  </a:xfrm>
                  <a:prstGeom prst="curvedConnector2">
                    <a:avLst/>
                  </a:prstGeom>
                  <a:noFill/>
                  <a:ln w="12700" cap="flat" cmpd="sng" algn="ctr">
                    <a:solidFill>
                      <a:schemeClr val="tx1"/>
                    </a:solidFill>
                    <a:prstDash val="solid"/>
                  </a:ln>
                  <a:effectLst/>
                </p:spPr>
              </p:cxnSp>
              <p:cxnSp>
                <p:nvCxnSpPr>
                  <p:cNvPr id="1404" name="Curved Connector 1403"/>
                  <p:cNvCxnSpPr>
                    <a:stCxn id="1137" idx="1"/>
                    <a:endCxn id="1135" idx="3"/>
                  </p:cNvCxnSpPr>
                  <p:nvPr/>
                </p:nvCxnSpPr>
                <p:spPr>
                  <a:xfrm rot="10800000" flipV="1">
                    <a:off x="6688913" y="3909898"/>
                    <a:ext cx="88858" cy="18725"/>
                  </a:xfrm>
                  <a:prstGeom prst="curvedConnector3">
                    <a:avLst/>
                  </a:prstGeom>
                  <a:noFill/>
                  <a:ln w="12700" cap="flat" cmpd="sng" algn="ctr">
                    <a:solidFill>
                      <a:schemeClr val="tx1"/>
                    </a:solidFill>
                    <a:prstDash val="solid"/>
                  </a:ln>
                  <a:effectLst/>
                </p:spPr>
              </p:cxnSp>
              <p:cxnSp>
                <p:nvCxnSpPr>
                  <p:cNvPr id="1405" name="Curved Connector 1404"/>
                  <p:cNvCxnSpPr>
                    <a:stCxn id="469" idx="5"/>
                    <a:endCxn id="1276" idx="2"/>
                  </p:cNvCxnSpPr>
                  <p:nvPr/>
                </p:nvCxnSpPr>
                <p:spPr>
                  <a:xfrm rot="16200000" flipH="1">
                    <a:off x="7911825" y="4739109"/>
                    <a:ext cx="592340" cy="1714780"/>
                  </a:xfrm>
                  <a:prstGeom prst="curvedConnector2">
                    <a:avLst/>
                  </a:prstGeom>
                  <a:noFill/>
                  <a:ln w="12700" cap="flat" cmpd="sng" algn="ctr">
                    <a:solidFill>
                      <a:schemeClr val="tx1"/>
                    </a:solidFill>
                    <a:prstDash val="solid"/>
                  </a:ln>
                  <a:effectLst/>
                </p:spPr>
              </p:cxnSp>
              <p:cxnSp>
                <p:nvCxnSpPr>
                  <p:cNvPr id="1406" name="Curved Connector 1405"/>
                  <p:cNvCxnSpPr>
                    <a:cxnSpLocks/>
                    <a:stCxn id="479" idx="5"/>
                    <a:endCxn id="1276" idx="3"/>
                  </p:cNvCxnSpPr>
                  <p:nvPr/>
                </p:nvCxnSpPr>
                <p:spPr>
                  <a:xfrm rot="16200000" flipH="1">
                    <a:off x="7770638" y="4607299"/>
                    <a:ext cx="188396" cy="2414264"/>
                  </a:xfrm>
                  <a:prstGeom prst="curvedConnector3">
                    <a:avLst>
                      <a:gd name="adj1" fmla="val 183100"/>
                    </a:avLst>
                  </a:prstGeom>
                  <a:noFill/>
                  <a:ln w="12700" cap="flat" cmpd="sng" algn="ctr">
                    <a:solidFill>
                      <a:schemeClr val="tx1"/>
                    </a:solidFill>
                    <a:prstDash val="solid"/>
                  </a:ln>
                  <a:effectLst/>
                </p:spPr>
              </p:cxnSp>
              <p:cxnSp>
                <p:nvCxnSpPr>
                  <p:cNvPr id="1407" name="Curved Connector 1406"/>
                  <p:cNvCxnSpPr>
                    <a:stCxn id="480" idx="2"/>
                    <a:endCxn id="1305" idx="5"/>
                  </p:cNvCxnSpPr>
                  <p:nvPr/>
                </p:nvCxnSpPr>
                <p:spPr>
                  <a:xfrm rot="10800000">
                    <a:off x="7196582" y="4435326"/>
                    <a:ext cx="441547" cy="88826"/>
                  </a:xfrm>
                  <a:prstGeom prst="curvedConnector2">
                    <a:avLst/>
                  </a:prstGeom>
                  <a:noFill/>
                  <a:ln w="12700" cap="flat" cmpd="sng" algn="ctr">
                    <a:solidFill>
                      <a:schemeClr val="tx1"/>
                    </a:solidFill>
                    <a:prstDash val="solid"/>
                  </a:ln>
                  <a:effectLst/>
                </p:spPr>
              </p:cxnSp>
              <p:cxnSp>
                <p:nvCxnSpPr>
                  <p:cNvPr id="1408" name="Curved Connector 1407"/>
                  <p:cNvCxnSpPr>
                    <a:stCxn id="1305" idx="2"/>
                    <a:endCxn id="1245" idx="3"/>
                  </p:cNvCxnSpPr>
                  <p:nvPr/>
                </p:nvCxnSpPr>
                <p:spPr>
                  <a:xfrm rot="10800000">
                    <a:off x="6891239" y="4396483"/>
                    <a:ext cx="266981" cy="22881"/>
                  </a:xfrm>
                  <a:prstGeom prst="curvedConnector3">
                    <a:avLst/>
                  </a:prstGeom>
                  <a:noFill/>
                  <a:ln w="12700" cap="flat" cmpd="sng" algn="ctr">
                    <a:solidFill>
                      <a:schemeClr val="tx1"/>
                    </a:solidFill>
                    <a:prstDash val="solid"/>
                  </a:ln>
                  <a:effectLst/>
                </p:spPr>
              </p:cxnSp>
            </p:grpSp>
            <p:grpSp>
              <p:nvGrpSpPr>
                <p:cNvPr id="1363" name="Group 1362"/>
                <p:cNvGrpSpPr/>
                <p:nvPr/>
              </p:nvGrpSpPr>
              <p:grpSpPr>
                <a:xfrm>
                  <a:off x="3761805" y="4209615"/>
                  <a:ext cx="5408597" cy="1993740"/>
                  <a:chOff x="3656790" y="4524152"/>
                  <a:chExt cx="5408597" cy="1993740"/>
                </a:xfrm>
              </p:grpSpPr>
              <p:cxnSp>
                <p:nvCxnSpPr>
                  <p:cNvPr id="1364" name="Curved Connector 1363"/>
                  <p:cNvCxnSpPr>
                    <a:cxnSpLocks/>
                    <a:stCxn id="469" idx="4"/>
                  </p:cNvCxnSpPr>
                  <p:nvPr/>
                </p:nvCxnSpPr>
                <p:spPr>
                  <a:xfrm rot="5400000">
                    <a:off x="6803562" y="5168969"/>
                    <a:ext cx="385685" cy="666032"/>
                  </a:xfrm>
                  <a:prstGeom prst="curvedConnector3">
                    <a:avLst>
                      <a:gd name="adj1" fmla="val 200240"/>
                    </a:avLst>
                  </a:prstGeom>
                  <a:noFill/>
                  <a:ln w="12700" cap="flat" cmpd="sng" algn="ctr">
                    <a:solidFill>
                      <a:schemeClr val="accent6"/>
                    </a:solidFill>
                    <a:prstDash val="solid"/>
                  </a:ln>
                  <a:effectLst/>
                </p:spPr>
              </p:cxnSp>
              <p:cxnSp>
                <p:nvCxnSpPr>
                  <p:cNvPr id="1365" name="Curved Connector 1364"/>
                  <p:cNvCxnSpPr>
                    <a:stCxn id="480" idx="6"/>
                    <a:endCxn id="1440" idx="34"/>
                  </p:cNvCxnSpPr>
                  <p:nvPr/>
                </p:nvCxnSpPr>
                <p:spPr>
                  <a:xfrm flipH="1">
                    <a:off x="7345224" y="4524152"/>
                    <a:ext cx="352830" cy="748212"/>
                  </a:xfrm>
                  <a:prstGeom prst="curvedConnector3">
                    <a:avLst>
                      <a:gd name="adj1" fmla="val -42713"/>
                    </a:avLst>
                  </a:prstGeom>
                  <a:noFill/>
                  <a:ln w="12700" cap="flat" cmpd="sng" algn="ctr">
                    <a:solidFill>
                      <a:schemeClr val="accent6"/>
                    </a:solidFill>
                    <a:prstDash val="solid"/>
                  </a:ln>
                  <a:effectLst/>
                </p:spPr>
              </p:cxnSp>
              <p:cxnSp>
                <p:nvCxnSpPr>
                  <p:cNvPr id="1366" name="Curved Connector 1365"/>
                  <p:cNvCxnSpPr>
                    <a:stCxn id="479" idx="3"/>
                    <a:endCxn id="476" idx="3"/>
                  </p:cNvCxnSpPr>
                  <p:nvPr/>
                </p:nvCxnSpPr>
                <p:spPr>
                  <a:xfrm rot="5400000" flipH="1">
                    <a:off x="6151915" y="5256820"/>
                    <a:ext cx="337018" cy="589808"/>
                  </a:xfrm>
                  <a:prstGeom prst="curvedConnector3">
                    <a:avLst>
                      <a:gd name="adj1" fmla="val -47107"/>
                    </a:avLst>
                  </a:prstGeom>
                  <a:noFill/>
                  <a:ln w="12700" cap="flat" cmpd="sng" algn="ctr">
                    <a:solidFill>
                      <a:schemeClr val="accent6"/>
                    </a:solidFill>
                    <a:prstDash val="solid"/>
                  </a:ln>
                  <a:effectLst/>
                </p:spPr>
              </p:cxnSp>
              <p:cxnSp>
                <p:nvCxnSpPr>
                  <p:cNvPr id="1367" name="Curved Connector 1366"/>
                  <p:cNvCxnSpPr>
                    <a:stCxn id="479" idx="3"/>
                    <a:endCxn id="493" idx="2"/>
                  </p:cNvCxnSpPr>
                  <p:nvPr/>
                </p:nvCxnSpPr>
                <p:spPr>
                  <a:xfrm rot="5400000" flipH="1">
                    <a:off x="4849086" y="3953990"/>
                    <a:ext cx="573948" cy="2958539"/>
                  </a:xfrm>
                  <a:prstGeom prst="curvedConnector4">
                    <a:avLst>
                      <a:gd name="adj1" fmla="val -58414"/>
                      <a:gd name="adj2" fmla="val 103733"/>
                    </a:avLst>
                  </a:prstGeom>
                  <a:noFill/>
                  <a:ln w="12700" cap="flat" cmpd="sng" algn="ctr">
                    <a:solidFill>
                      <a:schemeClr val="accent6"/>
                    </a:solidFill>
                    <a:prstDash val="solid"/>
                  </a:ln>
                  <a:effectLst/>
                </p:spPr>
              </p:cxnSp>
              <p:cxnSp>
                <p:nvCxnSpPr>
                  <p:cNvPr id="1368" name="Curved Connector 1367"/>
                  <p:cNvCxnSpPr>
                    <a:stCxn id="479" idx="4"/>
                    <a:endCxn id="1357" idx="2"/>
                  </p:cNvCxnSpPr>
                  <p:nvPr/>
                </p:nvCxnSpPr>
                <p:spPr>
                  <a:xfrm rot="16200000" flipH="1">
                    <a:off x="6461963" y="5903604"/>
                    <a:ext cx="398839" cy="49731"/>
                  </a:xfrm>
                  <a:prstGeom prst="curvedConnector2">
                    <a:avLst/>
                  </a:prstGeom>
                  <a:noFill/>
                  <a:ln w="12700" cap="flat" cmpd="sng" algn="ctr">
                    <a:solidFill>
                      <a:schemeClr val="accent1"/>
                    </a:solidFill>
                    <a:prstDash val="solid"/>
                  </a:ln>
                  <a:effectLst/>
                </p:spPr>
              </p:cxnSp>
              <p:cxnSp>
                <p:nvCxnSpPr>
                  <p:cNvPr id="1369" name="Curved Connector 1368"/>
                  <p:cNvCxnSpPr>
                    <a:stCxn id="1276" idx="2"/>
                    <a:endCxn id="1441" idx="30"/>
                  </p:cNvCxnSpPr>
                  <p:nvPr/>
                </p:nvCxnSpPr>
                <p:spPr>
                  <a:xfrm rot="10800000" flipV="1">
                    <a:off x="8958348" y="5892669"/>
                    <a:ext cx="107039" cy="625223"/>
                  </a:xfrm>
                  <a:prstGeom prst="curvedConnector5">
                    <a:avLst>
                      <a:gd name="adj1" fmla="val 93391"/>
                      <a:gd name="adj2" fmla="val 44827"/>
                      <a:gd name="adj3" fmla="val -25494"/>
                    </a:avLst>
                  </a:prstGeom>
                  <a:noFill/>
                  <a:ln w="12700" cap="flat" cmpd="sng" algn="ctr">
                    <a:solidFill>
                      <a:schemeClr val="accent6"/>
                    </a:solidFill>
                    <a:prstDash val="solid"/>
                  </a:ln>
                  <a:effectLst/>
                </p:spPr>
              </p:cxnSp>
            </p:grpSp>
          </p:grpSp>
        </p:grpSp>
        <p:sp>
          <p:nvSpPr>
            <p:cNvPr id="453" name="Freeform 396">
              <a:extLst>
                <a:ext uri="{FF2B5EF4-FFF2-40B4-BE49-F238E27FC236}">
                  <a16:creationId xmlns:a16="http://schemas.microsoft.com/office/drawing/2014/main" id="{4B919249-6848-4439-B5E1-F23874D3ED8C}"/>
                </a:ext>
              </a:extLst>
            </p:cNvPr>
            <p:cNvSpPr/>
            <p:nvPr>
              <p:custDataLst>
                <p:tags r:id="rId3"/>
              </p:custDataLst>
            </p:nvPr>
          </p:nvSpPr>
          <p:spPr bwMode="auto">
            <a:xfrm>
              <a:off x="5183295" y="1998108"/>
              <a:ext cx="198629" cy="118334"/>
            </a:xfrm>
            <a:custGeom>
              <a:avLst/>
              <a:gdLst>
                <a:gd name="connsiteX0" fmla="*/ 57150 w 229655"/>
                <a:gd name="connsiteY0" fmla="*/ 0 h 136137"/>
                <a:gd name="connsiteX1" fmla="*/ 100012 w 229655"/>
                <a:gd name="connsiteY1" fmla="*/ 42862 h 136137"/>
                <a:gd name="connsiteX2" fmla="*/ 166687 w 229655"/>
                <a:gd name="connsiteY2" fmla="*/ 38100 h 136137"/>
                <a:gd name="connsiteX3" fmla="*/ 190500 w 229655"/>
                <a:gd name="connsiteY3" fmla="*/ 4762 h 136137"/>
                <a:gd name="connsiteX4" fmla="*/ 228600 w 229655"/>
                <a:gd name="connsiteY4" fmla="*/ 52387 h 136137"/>
                <a:gd name="connsiteX5" fmla="*/ 185737 w 229655"/>
                <a:gd name="connsiteY5" fmla="*/ 80962 h 136137"/>
                <a:gd name="connsiteX6" fmla="*/ 147637 w 229655"/>
                <a:gd name="connsiteY6" fmla="*/ 133350 h 136137"/>
                <a:gd name="connsiteX7" fmla="*/ 95250 w 229655"/>
                <a:gd name="connsiteY7" fmla="*/ 100012 h 136137"/>
                <a:gd name="connsiteX8" fmla="*/ 0 w 229655"/>
                <a:gd name="connsiteY8" fmla="*/ 109537 h 136137"/>
                <a:gd name="connsiteX9" fmla="*/ 14287 w 229655"/>
                <a:gd name="connsiteY9" fmla="*/ 61912 h 136137"/>
                <a:gd name="connsiteX10" fmla="*/ 14287 w 229655"/>
                <a:gd name="connsiteY10" fmla="*/ 38100 h 136137"/>
                <a:gd name="connsiteX11" fmla="*/ 57150 w 229655"/>
                <a:gd name="connsiteY11" fmla="*/ 0 h 136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655" h="136137">
                  <a:moveTo>
                    <a:pt x="57150" y="0"/>
                  </a:moveTo>
                  <a:lnTo>
                    <a:pt x="100012" y="42862"/>
                  </a:lnTo>
                  <a:lnTo>
                    <a:pt x="166687" y="38100"/>
                  </a:lnTo>
                  <a:lnTo>
                    <a:pt x="190500" y="4762"/>
                  </a:lnTo>
                  <a:cubicBezTo>
                    <a:pt x="229655" y="48811"/>
                    <a:pt x="228600" y="28509"/>
                    <a:pt x="228600" y="52387"/>
                  </a:cubicBezTo>
                  <a:lnTo>
                    <a:pt x="185737" y="80962"/>
                  </a:lnTo>
                  <a:cubicBezTo>
                    <a:pt x="155642" y="136137"/>
                    <a:pt x="177053" y="133350"/>
                    <a:pt x="147637" y="133350"/>
                  </a:cubicBezTo>
                  <a:lnTo>
                    <a:pt x="95250" y="100012"/>
                  </a:lnTo>
                  <a:lnTo>
                    <a:pt x="0" y="109537"/>
                  </a:lnTo>
                  <a:cubicBezTo>
                    <a:pt x="15402" y="68464"/>
                    <a:pt x="14287" y="85001"/>
                    <a:pt x="14287" y="61912"/>
                  </a:cubicBezTo>
                  <a:lnTo>
                    <a:pt x="14287" y="38100"/>
                  </a:lnTo>
                  <a:lnTo>
                    <a:pt x="57150" y="0"/>
                  </a:lnTo>
                  <a:close/>
                </a:path>
              </a:pathLst>
            </a:custGeom>
            <a:solidFill>
              <a:srgbClr val="DDDCDB"/>
            </a:solidFill>
            <a:ln w="6350">
              <a:solidFill>
                <a:srgbClr val="FFFFFF"/>
              </a:solidFill>
              <a:prstDash val="solid"/>
              <a:miter lim="800000"/>
              <a:headEnd/>
              <a:tailEnd/>
            </a:ln>
          </p:spPr>
          <p:txBody>
            <a:bodyPr/>
            <a:lstStyle/>
            <a:p>
              <a:pPr defTabSz="829178">
                <a:defRPr/>
              </a:pPr>
              <a:endParaRPr lang="en-AU" sz="1632" kern="0" dirty="0">
                <a:latin typeface="Arial"/>
              </a:endParaRPr>
            </a:p>
          </p:txBody>
        </p:sp>
        <p:sp>
          <p:nvSpPr>
            <p:cNvPr id="454" name="Freeform 397">
              <a:extLst>
                <a:ext uri="{FF2B5EF4-FFF2-40B4-BE49-F238E27FC236}">
                  <a16:creationId xmlns:a16="http://schemas.microsoft.com/office/drawing/2014/main" id="{CF9EDBCF-62C3-4419-BB8A-E30DDD7E4E4B}"/>
                </a:ext>
              </a:extLst>
            </p:cNvPr>
            <p:cNvSpPr/>
            <p:nvPr>
              <p:custDataLst>
                <p:tags r:id="rId4"/>
              </p:custDataLst>
            </p:nvPr>
          </p:nvSpPr>
          <p:spPr bwMode="auto">
            <a:xfrm>
              <a:off x="5927126" y="5067904"/>
              <a:ext cx="172602" cy="55038"/>
            </a:xfrm>
            <a:custGeom>
              <a:avLst/>
              <a:gdLst>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0 w 200025"/>
                <a:gd name="connsiteY8" fmla="*/ 31750 h 63500"/>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42863 w 200025"/>
                <a:gd name="connsiteY8" fmla="*/ 44450 h 63500"/>
                <a:gd name="connsiteX9" fmla="*/ 0 w 200025"/>
                <a:gd name="connsiteY9" fmla="*/ 31750 h 63500"/>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45243 w 200025"/>
                <a:gd name="connsiteY8" fmla="*/ 63500 h 63500"/>
                <a:gd name="connsiteX9" fmla="*/ 0 w 200025"/>
                <a:gd name="connsiteY9" fmla="*/ 31750 h 6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025" h="63500">
                  <a:moveTo>
                    <a:pt x="0" y="31750"/>
                  </a:moveTo>
                  <a:lnTo>
                    <a:pt x="57150" y="0"/>
                  </a:lnTo>
                  <a:lnTo>
                    <a:pt x="117475" y="0"/>
                  </a:lnTo>
                  <a:lnTo>
                    <a:pt x="155575" y="34925"/>
                  </a:lnTo>
                  <a:lnTo>
                    <a:pt x="200025" y="38100"/>
                  </a:lnTo>
                  <a:lnTo>
                    <a:pt x="200025" y="44450"/>
                  </a:lnTo>
                  <a:lnTo>
                    <a:pt x="146050" y="41275"/>
                  </a:lnTo>
                  <a:lnTo>
                    <a:pt x="120650" y="63500"/>
                  </a:lnTo>
                  <a:lnTo>
                    <a:pt x="45243" y="63500"/>
                  </a:lnTo>
                  <a:lnTo>
                    <a:pt x="0" y="31750"/>
                  </a:lnTo>
                  <a:close/>
                </a:path>
              </a:pathLst>
            </a:custGeom>
            <a:solidFill>
              <a:srgbClr val="DDDCDB"/>
            </a:solidFill>
            <a:ln w="6350">
              <a:solidFill>
                <a:srgbClr val="FFFFFF"/>
              </a:solidFill>
              <a:prstDash val="solid"/>
              <a:miter lim="800000"/>
              <a:headEnd/>
              <a:tailEnd/>
            </a:ln>
          </p:spPr>
          <p:txBody>
            <a:bodyPr/>
            <a:lstStyle/>
            <a:p>
              <a:pPr defTabSz="829178">
                <a:defRPr/>
              </a:pPr>
              <a:endParaRPr lang="en-AU" sz="1632" kern="0" dirty="0">
                <a:latin typeface="Arial"/>
              </a:endParaRPr>
            </a:p>
          </p:txBody>
        </p:sp>
        <p:sp>
          <p:nvSpPr>
            <p:cNvPr id="455" name="Oval 454">
              <a:extLst>
                <a:ext uri="{FF2B5EF4-FFF2-40B4-BE49-F238E27FC236}">
                  <a16:creationId xmlns:a16="http://schemas.microsoft.com/office/drawing/2014/main" id="{A89A5746-08B1-4000-919A-147C8EC44020}"/>
                </a:ext>
              </a:extLst>
            </p:cNvPr>
            <p:cNvSpPr/>
            <p:nvPr/>
          </p:nvSpPr>
          <p:spPr>
            <a:xfrm>
              <a:off x="5483710" y="2093626"/>
              <a:ext cx="77995" cy="26106"/>
            </a:xfrm>
            <a:prstGeom prst="ellipse">
              <a:avLst/>
            </a:prstGeom>
            <a:solidFill>
              <a:srgbClr val="FFFFFF">
                <a:lumMod val="95000"/>
              </a:srgbClr>
            </a:solidFill>
            <a:ln w="12700" cap="flat" cmpd="sng" algn="ctr">
              <a:noFill/>
              <a:prstDash val="solid"/>
              <a:miter lim="800000"/>
            </a:ln>
            <a:effectLst/>
          </p:spPr>
          <p:txBody>
            <a:bodyPr rot="0" spcFirstLastPara="0" vertOverflow="overflow" horzOverflow="overflow" vert="horz" wrap="square" lIns="64492" tIns="64492" rIns="64492" bIns="64492"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1088" kern="0" dirty="0">
                <a:latin typeface="Arial"/>
              </a:endParaRPr>
            </a:p>
          </p:txBody>
        </p:sp>
        <p:sp>
          <p:nvSpPr>
            <p:cNvPr id="457" name="Freeform: Shape 83">
              <a:extLst>
                <a:ext uri="{FF2B5EF4-FFF2-40B4-BE49-F238E27FC236}">
                  <a16:creationId xmlns:a16="http://schemas.microsoft.com/office/drawing/2014/main" id="{707DAB16-139A-4ADE-A117-55C4B436D7B4}"/>
                </a:ext>
              </a:extLst>
            </p:cNvPr>
            <p:cNvSpPr/>
            <p:nvPr/>
          </p:nvSpPr>
          <p:spPr>
            <a:xfrm>
              <a:off x="3868497" y="2193378"/>
              <a:ext cx="1405016" cy="2524644"/>
            </a:xfrm>
            <a:custGeom>
              <a:avLst/>
              <a:gdLst>
                <a:gd name="connsiteX0" fmla="*/ 1688123 w 1688123"/>
                <a:gd name="connsiteY0" fmla="*/ 0 h 3019865"/>
                <a:gd name="connsiteX1" fmla="*/ 0 w 1688123"/>
                <a:gd name="connsiteY1" fmla="*/ 3019865 h 3019865"/>
              </a:gdLst>
              <a:ahLst/>
              <a:cxnLst>
                <a:cxn ang="0">
                  <a:pos x="connsiteX0" y="connsiteY0"/>
                </a:cxn>
                <a:cxn ang="0">
                  <a:pos x="connsiteX1" y="connsiteY1"/>
                </a:cxn>
              </a:cxnLst>
              <a:rect l="l" t="t" r="r" b="b"/>
              <a:pathLst>
                <a:path w="1688123" h="3019865">
                  <a:moveTo>
                    <a:pt x="1688123" y="0"/>
                  </a:moveTo>
                  <a:lnTo>
                    <a:pt x="0" y="3019865"/>
                  </a:lnTo>
                </a:path>
              </a:pathLst>
            </a:custGeom>
            <a:noFill/>
            <a:ln w="12700" cap="flat" cmpd="sng" algn="ctr">
              <a:noFill/>
              <a:prstDash val="solid"/>
              <a:miter lim="800000"/>
            </a:ln>
            <a:effectLst/>
          </p:spPr>
          <p:txBody>
            <a:bodyPr rtlCol="0" anchor="ctr"/>
            <a:lstStyle/>
            <a:p>
              <a:pPr algn="ctr" defTabSz="829178">
                <a:defRPr/>
              </a:pPr>
              <a:endParaRPr lang="en-AU" sz="1632" kern="0" dirty="0">
                <a:latin typeface="Arial"/>
              </a:endParaRPr>
            </a:p>
          </p:txBody>
        </p:sp>
        <p:sp>
          <p:nvSpPr>
            <p:cNvPr id="459" name="Freeform 115">
              <a:extLst>
                <a:ext uri="{FF2B5EF4-FFF2-40B4-BE49-F238E27FC236}">
                  <a16:creationId xmlns:a16="http://schemas.microsoft.com/office/drawing/2014/main" id="{39C33B5A-583B-4CB0-A15F-8FD559C72A5F}"/>
                </a:ext>
              </a:extLst>
            </p:cNvPr>
            <p:cNvSpPr>
              <a:spLocks noEditPoints="1"/>
            </p:cNvSpPr>
            <p:nvPr/>
          </p:nvSpPr>
          <p:spPr bwMode="auto">
            <a:xfrm rot="10056711">
              <a:off x="6033365" y="506047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461" name="Oval 460">
              <a:extLst>
                <a:ext uri="{FF2B5EF4-FFF2-40B4-BE49-F238E27FC236}">
                  <a16:creationId xmlns:a16="http://schemas.microsoft.com/office/drawing/2014/main" id="{DF59DBC9-7F6F-4C2C-844E-8BD70C643592}"/>
                </a:ext>
              </a:extLst>
            </p:cNvPr>
            <p:cNvSpPr/>
            <p:nvPr/>
          </p:nvSpPr>
          <p:spPr>
            <a:xfrm>
              <a:off x="5241317" y="2155754"/>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30579" tIns="0" rIns="0" bIns="0"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544" b="1" kern="0" dirty="0">
                <a:latin typeface="Arial"/>
              </a:endParaRPr>
            </a:p>
          </p:txBody>
        </p:sp>
        <p:sp>
          <p:nvSpPr>
            <p:cNvPr id="462" name="5-Point Star 461"/>
            <p:cNvSpPr/>
            <p:nvPr/>
          </p:nvSpPr>
          <p:spPr>
            <a:xfrm>
              <a:off x="3540034" y="3418777"/>
              <a:ext cx="73843" cy="73843"/>
            </a:xfrm>
            <a:prstGeom prst="star5">
              <a:avLst/>
            </a:prstGeom>
            <a:solidFill>
              <a:schemeClr val="tx2"/>
            </a:solidFill>
            <a:ln w="6350" cap="flat" cmpd="sng" algn="ctr">
              <a:solidFill>
                <a:schemeClr val="bg1"/>
              </a:solidFill>
              <a:prstDash val="solid"/>
            </a:ln>
            <a:effectLst/>
          </p:spPr>
          <p:txBody>
            <a:bodyPr rot="0" spcFirstLastPara="0" vertOverflow="overflow" horzOverflow="overflow" vert="horz" wrap="none" lIns="130579" tIns="41459" rIns="0" bIns="41459"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463" name="Oval 462">
              <a:extLst>
                <a:ext uri="{FF2B5EF4-FFF2-40B4-BE49-F238E27FC236}">
                  <a16:creationId xmlns:a16="http://schemas.microsoft.com/office/drawing/2014/main" id="{312506B9-6B88-40E0-BF3A-13F6094C5D33}"/>
                </a:ext>
              </a:extLst>
            </p:cNvPr>
            <p:cNvSpPr/>
            <p:nvPr/>
          </p:nvSpPr>
          <p:spPr>
            <a:xfrm>
              <a:off x="7169940" y="5067809"/>
              <a:ext cx="44943" cy="45144"/>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0" tIns="0" rIns="391738"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544" kern="0" dirty="0">
                <a:latin typeface="Arial"/>
              </a:endParaRPr>
            </a:p>
          </p:txBody>
        </p:sp>
        <p:sp>
          <p:nvSpPr>
            <p:cNvPr id="464" name="5-Point Star 463"/>
            <p:cNvSpPr/>
            <p:nvPr/>
          </p:nvSpPr>
          <p:spPr>
            <a:xfrm>
              <a:off x="6598075" y="5313501"/>
              <a:ext cx="73843" cy="73843"/>
            </a:xfrm>
            <a:prstGeom prst="star5">
              <a:avLst/>
            </a:prstGeom>
            <a:solidFill>
              <a:schemeClr val="tx1"/>
            </a:solidFill>
            <a:ln w="6350" cap="flat" cmpd="sng" algn="ctr">
              <a:solidFill>
                <a:schemeClr val="bg1"/>
              </a:solidFill>
              <a:prstDash val="solid"/>
            </a:ln>
            <a:effectLst/>
          </p:spPr>
          <p:txBody>
            <a:bodyPr rot="0" spcFirstLastPara="0" vertOverflow="overflow" horzOverflow="overflow" vert="horz" wrap="none" lIns="0" tIns="0" rIns="65290" bIns="130579"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grpSp>
          <p:nvGrpSpPr>
            <p:cNvPr id="465" name="Group 464"/>
            <p:cNvGrpSpPr/>
            <p:nvPr/>
          </p:nvGrpSpPr>
          <p:grpSpPr>
            <a:xfrm>
              <a:off x="6791263" y="5790779"/>
              <a:ext cx="158899" cy="90289"/>
              <a:chOff x="6686248" y="6105316"/>
              <a:chExt cx="158899" cy="90289"/>
            </a:xfrm>
          </p:grpSpPr>
          <p:sp>
            <p:nvSpPr>
              <p:cNvPr id="1355" name="Oval 1354">
                <a:extLst>
                  <a:ext uri="{FF2B5EF4-FFF2-40B4-BE49-F238E27FC236}">
                    <a16:creationId xmlns:a16="http://schemas.microsoft.com/office/drawing/2014/main" id="{BE675652-7BBE-4928-85DD-A9DF96B5C867}"/>
                  </a:ext>
                </a:extLst>
              </p:cNvPr>
              <p:cNvSpPr/>
              <p:nvPr/>
            </p:nvSpPr>
            <p:spPr>
              <a:xfrm>
                <a:off x="6800204" y="615046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424383" tIns="0" rIns="0" bIns="13057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6" name="Oval 1355">
                <a:extLst>
                  <a:ext uri="{FF2B5EF4-FFF2-40B4-BE49-F238E27FC236}">
                    <a16:creationId xmlns:a16="http://schemas.microsoft.com/office/drawing/2014/main" id="{B91BBF89-C670-4E86-861A-F36BF9BF9E88}"/>
                  </a:ext>
                </a:extLst>
              </p:cNvPr>
              <p:cNvSpPr/>
              <p:nvPr/>
            </p:nvSpPr>
            <p:spPr>
              <a:xfrm>
                <a:off x="6731656" y="615046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359093"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7" name="Oval 1356">
                <a:extLst>
                  <a:ext uri="{FF2B5EF4-FFF2-40B4-BE49-F238E27FC236}">
                    <a16:creationId xmlns:a16="http://schemas.microsoft.com/office/drawing/2014/main" id="{B91BBF89-C670-4E86-861A-F36BF9BF9E88}"/>
                  </a:ext>
                </a:extLst>
              </p:cNvPr>
              <p:cNvSpPr/>
              <p:nvPr/>
            </p:nvSpPr>
            <p:spPr>
              <a:xfrm>
                <a:off x="6686248" y="6105316"/>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359093"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grpSp>
        <p:sp>
          <p:nvSpPr>
            <p:cNvPr id="466" name="Oval 465">
              <a:extLst>
                <a:ext uri="{FF2B5EF4-FFF2-40B4-BE49-F238E27FC236}">
                  <a16:creationId xmlns:a16="http://schemas.microsoft.com/office/drawing/2014/main" id="{AF113813-2701-44F3-A876-DA57A9B7778D}"/>
                </a:ext>
              </a:extLst>
            </p:cNvPr>
            <p:cNvSpPr/>
            <p:nvPr/>
          </p:nvSpPr>
          <p:spPr>
            <a:xfrm>
              <a:off x="6923827" y="6022372"/>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30579" tIns="32645" rIns="0" bIns="0"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544" b="1" kern="0" dirty="0">
                <a:latin typeface="Arial"/>
              </a:endParaRPr>
            </a:p>
          </p:txBody>
        </p:sp>
        <p:sp>
          <p:nvSpPr>
            <p:cNvPr id="469" name="Oval 468">
              <a:extLst>
                <a:ext uri="{FF2B5EF4-FFF2-40B4-BE49-F238E27FC236}">
                  <a16:creationId xmlns:a16="http://schemas.microsoft.com/office/drawing/2014/main" id="{E39F3EB7-F3DA-491A-81DA-2153F6D9674F}"/>
                </a:ext>
              </a:extLst>
            </p:cNvPr>
            <p:cNvSpPr/>
            <p:nvPr/>
          </p:nvSpPr>
          <p:spPr>
            <a:xfrm>
              <a:off x="7404472" y="4934412"/>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95869" tIns="0" rIns="64492" bIns="0"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544" kern="0" dirty="0">
                <a:latin typeface="Arial"/>
              </a:endParaRPr>
            </a:p>
          </p:txBody>
        </p:sp>
        <p:sp>
          <p:nvSpPr>
            <p:cNvPr id="471" name="5-Point Star 470"/>
            <p:cNvSpPr/>
            <p:nvPr/>
          </p:nvSpPr>
          <p:spPr>
            <a:xfrm>
              <a:off x="7744766" y="4097741"/>
              <a:ext cx="73843" cy="73843"/>
            </a:xfrm>
            <a:prstGeom prst="star5">
              <a:avLst/>
            </a:prstGeom>
            <a:solidFill>
              <a:schemeClr val="tx1"/>
            </a:solidFill>
            <a:ln w="6350" cap="flat" cmpd="sng" algn="ctr">
              <a:solidFill>
                <a:schemeClr val="bg1"/>
              </a:solidFill>
              <a:prstDash val="solid"/>
            </a:ln>
            <a:effectLst/>
          </p:spPr>
          <p:txBody>
            <a:bodyPr rot="0" spcFirstLastPara="0" vertOverflow="overflow" horzOverflow="overflow" vert="horz" wrap="none" lIns="130579" tIns="41459" rIns="0" bIns="41459"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472" name="5-Point Star 471"/>
            <p:cNvSpPr/>
            <p:nvPr/>
          </p:nvSpPr>
          <p:spPr>
            <a:xfrm>
              <a:off x="7738355" y="4224750"/>
              <a:ext cx="73843" cy="73843"/>
            </a:xfrm>
            <a:prstGeom prst="star5">
              <a:avLst/>
            </a:prstGeom>
            <a:solidFill>
              <a:schemeClr val="tx1"/>
            </a:solidFill>
            <a:ln w="6350" cap="flat" cmpd="sng" algn="ctr">
              <a:solidFill>
                <a:schemeClr val="bg1"/>
              </a:solidFill>
              <a:prstDash val="solid"/>
            </a:ln>
            <a:effectLst/>
          </p:spPr>
          <p:txBody>
            <a:bodyPr rot="0" spcFirstLastPara="0" vertOverflow="overflow" horzOverflow="overflow" vert="horz" wrap="none" lIns="130579" tIns="41459" rIns="0" bIns="41459"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473" name="Freeform 115">
              <a:extLst>
                <a:ext uri="{FF2B5EF4-FFF2-40B4-BE49-F238E27FC236}">
                  <a16:creationId xmlns:a16="http://schemas.microsoft.com/office/drawing/2014/main" id="{78282655-B674-45E3-BB60-0082F068D77F}"/>
                </a:ext>
              </a:extLst>
            </p:cNvPr>
            <p:cNvSpPr>
              <a:spLocks noEditPoints="1"/>
            </p:cNvSpPr>
            <p:nvPr/>
          </p:nvSpPr>
          <p:spPr bwMode="auto">
            <a:xfrm rot="15161227">
              <a:off x="3641267" y="468734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474" name="Oval 473">
              <a:extLst>
                <a:ext uri="{FF2B5EF4-FFF2-40B4-BE49-F238E27FC236}">
                  <a16:creationId xmlns:a16="http://schemas.microsoft.com/office/drawing/2014/main" id="{80EF6EEB-C8E5-4B48-BD63-88972CE638A8}"/>
                </a:ext>
              </a:extLst>
            </p:cNvPr>
            <p:cNvSpPr/>
            <p:nvPr/>
          </p:nvSpPr>
          <p:spPr>
            <a:xfrm>
              <a:off x="3766810" y="4765358"/>
              <a:ext cx="59926" cy="60193"/>
            </a:xfrm>
            <a:prstGeom prst="ellipse">
              <a:avLst/>
            </a:prstGeom>
            <a:solidFill>
              <a:srgbClr val="000000"/>
            </a:solidFill>
            <a:ln w="6350" cap="flat" cmpd="sng" algn="ctr">
              <a:solidFill>
                <a:schemeClr val="bg1"/>
              </a:solidFill>
              <a:prstDash val="solid"/>
              <a:miter lim="800000"/>
            </a:ln>
            <a:effectLst/>
          </p:spPr>
          <p:txBody>
            <a:bodyPr rot="0" spcFirstLastPara="0" vertOverflow="overflow" horzOverflow="overflow" vert="horz" wrap="none" lIns="64492" tIns="0" rIns="195869" bIns="64492" numCol="1" spcCol="0" rtlCol="0" fromWordArt="0" anchor="t" anchorCtr="0" forceAA="0" compatLnSpc="1">
              <a:prstTxWarp prst="textNoShape">
                <a:avLst/>
              </a:prstTxWarp>
              <a:noAutofit/>
            </a:bodyPr>
            <a:lstStyle/>
            <a:p>
              <a:pPr algn="r" defTabSz="829178">
                <a:lnSpc>
                  <a:spcPct val="90000"/>
                </a:lnSpc>
                <a:spcBef>
                  <a:spcPts val="816"/>
                </a:spcBef>
                <a:buClr>
                  <a:srgbClr val="007A68"/>
                </a:buClr>
                <a:defRPr/>
              </a:pPr>
              <a:endParaRPr lang="en-AU" sz="544" kern="0" dirty="0">
                <a:latin typeface="Arial"/>
              </a:endParaRPr>
            </a:p>
          </p:txBody>
        </p:sp>
        <p:sp>
          <p:nvSpPr>
            <p:cNvPr id="476" name="Oval 475">
              <a:extLst>
                <a:ext uri="{FF2B5EF4-FFF2-40B4-BE49-F238E27FC236}">
                  <a16:creationId xmlns:a16="http://schemas.microsoft.com/office/drawing/2014/main" id="{AF113813-2701-44F3-A876-DA57A9B7778D}"/>
                </a:ext>
              </a:extLst>
            </p:cNvPr>
            <p:cNvSpPr/>
            <p:nvPr/>
          </p:nvSpPr>
          <p:spPr>
            <a:xfrm>
              <a:off x="6121759" y="5017301"/>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0" tIns="0" rIns="130579" bIns="0" numCol="1" spcCol="0" rtlCol="0" fromWordArt="0" anchor="t" anchorCtr="0" forceAA="0" compatLnSpc="1">
              <a:prstTxWarp prst="textNoShape">
                <a:avLst/>
              </a:prstTxWarp>
              <a:noAutofit/>
            </a:bodyPr>
            <a:lstStyle/>
            <a:p>
              <a:pPr algn="r" defTabSz="829178">
                <a:lnSpc>
                  <a:spcPct val="90000"/>
                </a:lnSpc>
                <a:spcBef>
                  <a:spcPts val="816"/>
                </a:spcBef>
                <a:buClr>
                  <a:srgbClr val="007A68"/>
                </a:buClr>
                <a:defRPr/>
              </a:pPr>
              <a:endParaRPr lang="en-AU" sz="544" b="1" kern="0" dirty="0">
                <a:latin typeface="Arial"/>
              </a:endParaRPr>
            </a:p>
          </p:txBody>
        </p:sp>
        <p:sp>
          <p:nvSpPr>
            <p:cNvPr id="477" name="Freeform 115">
              <a:extLst>
                <a:ext uri="{FF2B5EF4-FFF2-40B4-BE49-F238E27FC236}">
                  <a16:creationId xmlns:a16="http://schemas.microsoft.com/office/drawing/2014/main" id="{B0F21F83-2C89-4D87-8DA0-9F81C3EB1908}"/>
                </a:ext>
              </a:extLst>
            </p:cNvPr>
            <p:cNvSpPr>
              <a:spLocks noEditPoints="1"/>
            </p:cNvSpPr>
            <p:nvPr/>
          </p:nvSpPr>
          <p:spPr bwMode="auto">
            <a:xfrm rot="6873450">
              <a:off x="6705386" y="5409091"/>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479" name="Oval 478">
              <a:extLst>
                <a:ext uri="{FF2B5EF4-FFF2-40B4-BE49-F238E27FC236}">
                  <a16:creationId xmlns:a16="http://schemas.microsoft.com/office/drawing/2014/main" id="{AF113813-2701-44F3-A876-DA57A9B7778D}"/>
                </a:ext>
              </a:extLst>
            </p:cNvPr>
            <p:cNvSpPr/>
            <p:nvPr/>
          </p:nvSpPr>
          <p:spPr>
            <a:xfrm>
              <a:off x="6711570" y="5354319"/>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95869" tIns="0" rIns="64492" bIns="163224"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544" b="1" kern="0" dirty="0">
                <a:latin typeface="Arial"/>
              </a:endParaRPr>
            </a:p>
          </p:txBody>
        </p:sp>
        <p:sp>
          <p:nvSpPr>
            <p:cNvPr id="480" name="Oval 479">
              <a:extLst>
                <a:ext uri="{FF2B5EF4-FFF2-40B4-BE49-F238E27FC236}">
                  <a16:creationId xmlns:a16="http://schemas.microsoft.com/office/drawing/2014/main" id="{E39F3EB7-F3DA-491A-81DA-2153F6D9674F}"/>
                </a:ext>
              </a:extLst>
            </p:cNvPr>
            <p:cNvSpPr/>
            <p:nvPr/>
          </p:nvSpPr>
          <p:spPr>
            <a:xfrm>
              <a:off x="7743144" y="4179519"/>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95869" tIns="0" rIns="64492" bIns="64492"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635" b="1" kern="0" dirty="0">
                <a:latin typeface="Arial"/>
              </a:endParaRPr>
            </a:p>
          </p:txBody>
        </p:sp>
        <p:sp>
          <p:nvSpPr>
            <p:cNvPr id="483" name="Oval 482">
              <a:extLst>
                <a:ext uri="{FF2B5EF4-FFF2-40B4-BE49-F238E27FC236}">
                  <a16:creationId xmlns:a16="http://schemas.microsoft.com/office/drawing/2014/main" id="{04F085E1-9525-40A5-BCC3-01ACF889C16A}"/>
                </a:ext>
              </a:extLst>
            </p:cNvPr>
            <p:cNvSpPr/>
            <p:nvPr/>
          </p:nvSpPr>
          <p:spPr>
            <a:xfrm>
              <a:off x="7243652" y="3200921"/>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61159"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485" name="Oval 484">
              <a:extLst>
                <a:ext uri="{FF2B5EF4-FFF2-40B4-BE49-F238E27FC236}">
                  <a16:creationId xmlns:a16="http://schemas.microsoft.com/office/drawing/2014/main" id="{888079DE-3CEE-4219-9D85-19102A369977}"/>
                </a:ext>
              </a:extLst>
            </p:cNvPr>
            <p:cNvSpPr/>
            <p:nvPr/>
          </p:nvSpPr>
          <p:spPr>
            <a:xfrm>
              <a:off x="6092071" y="4716168"/>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293804"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486" name="Oval 485">
              <a:extLst>
                <a:ext uri="{FF2B5EF4-FFF2-40B4-BE49-F238E27FC236}">
                  <a16:creationId xmlns:a16="http://schemas.microsoft.com/office/drawing/2014/main" id="{888079DE-3CEE-4219-9D85-19102A369977}"/>
                </a:ext>
              </a:extLst>
            </p:cNvPr>
            <p:cNvSpPr/>
            <p:nvPr/>
          </p:nvSpPr>
          <p:spPr>
            <a:xfrm>
              <a:off x="6123278" y="4847380"/>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326448"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grpSp>
          <p:nvGrpSpPr>
            <p:cNvPr id="488" name="Group 487"/>
            <p:cNvGrpSpPr/>
            <p:nvPr/>
          </p:nvGrpSpPr>
          <p:grpSpPr>
            <a:xfrm>
              <a:off x="3720555" y="2017500"/>
              <a:ext cx="4031632" cy="4180904"/>
              <a:chOff x="3615540" y="2332037"/>
              <a:chExt cx="4031632" cy="4180904"/>
            </a:xfrm>
          </p:grpSpPr>
          <p:sp>
            <p:nvSpPr>
              <p:cNvPr id="1312" name="Oval 1311">
                <a:extLst>
                  <a:ext uri="{FF2B5EF4-FFF2-40B4-BE49-F238E27FC236}">
                    <a16:creationId xmlns:a16="http://schemas.microsoft.com/office/drawing/2014/main" id="{5E3F4321-193B-42F3-A15B-B668709E7A38}"/>
                  </a:ext>
                </a:extLst>
              </p:cNvPr>
              <p:cNvSpPr/>
              <p:nvPr/>
            </p:nvSpPr>
            <p:spPr>
              <a:xfrm>
                <a:off x="4397861" y="5162822"/>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0" numCol="1" spcCol="0" rtlCol="0" fromWordArt="0" anchor="ctr" anchorCtr="0"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3" name="Oval 1312">
                <a:extLst>
                  <a:ext uri="{FF2B5EF4-FFF2-40B4-BE49-F238E27FC236}">
                    <a16:creationId xmlns:a16="http://schemas.microsoft.com/office/drawing/2014/main" id="{4AE5AC9A-6EDB-4B58-8D35-468ED65A89EA}"/>
                  </a:ext>
                </a:extLst>
              </p:cNvPr>
              <p:cNvSpPr/>
              <p:nvPr/>
            </p:nvSpPr>
            <p:spPr>
              <a:xfrm>
                <a:off x="3919907" y="5370672"/>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0" numCol="1" spcCol="0" rtlCol="0" fromWordArt="0" anchor="ctr" anchorCtr="0"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4" name="Oval 1313">
                <a:extLst>
                  <a:ext uri="{FF2B5EF4-FFF2-40B4-BE49-F238E27FC236}">
                    <a16:creationId xmlns:a16="http://schemas.microsoft.com/office/drawing/2014/main" id="{888079DE-3CEE-4219-9D85-19102A369977}"/>
                  </a:ext>
                </a:extLst>
              </p:cNvPr>
              <p:cNvSpPr/>
              <p:nvPr/>
            </p:nvSpPr>
            <p:spPr>
              <a:xfrm>
                <a:off x="5887094" y="5093200"/>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293804"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5" name="Oval 1314">
                <a:extLst>
                  <a:ext uri="{FF2B5EF4-FFF2-40B4-BE49-F238E27FC236}">
                    <a16:creationId xmlns:a16="http://schemas.microsoft.com/office/drawing/2014/main" id="{653E8372-4722-4259-8073-0518214DB5AC}"/>
                  </a:ext>
                </a:extLst>
              </p:cNvPr>
              <p:cNvSpPr/>
              <p:nvPr/>
            </p:nvSpPr>
            <p:spPr>
              <a:xfrm>
                <a:off x="6237993" y="5247459"/>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2851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6" name="Oval 1315">
                <a:extLst>
                  <a:ext uri="{FF2B5EF4-FFF2-40B4-BE49-F238E27FC236}">
                    <a16:creationId xmlns:a16="http://schemas.microsoft.com/office/drawing/2014/main" id="{9848E56C-1556-46F0-A91E-1C9E9B273045}"/>
                  </a:ext>
                </a:extLst>
              </p:cNvPr>
              <p:cNvSpPr/>
              <p:nvPr/>
            </p:nvSpPr>
            <p:spPr>
              <a:xfrm>
                <a:off x="6373252" y="521742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61159"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7" name="Freeform 115">
                <a:extLst>
                  <a:ext uri="{FF2B5EF4-FFF2-40B4-BE49-F238E27FC236}">
                    <a16:creationId xmlns:a16="http://schemas.microsoft.com/office/drawing/2014/main" id="{4D4A2BEC-032F-4625-B03D-DFF37D0A3449}"/>
                  </a:ext>
                </a:extLst>
              </p:cNvPr>
              <p:cNvSpPr>
                <a:spLocks noEditPoints="1"/>
              </p:cNvSpPr>
              <p:nvPr/>
            </p:nvSpPr>
            <p:spPr bwMode="auto">
              <a:xfrm rot="18032807">
                <a:off x="5073017" y="233233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1318" name="Oval 1317">
                <a:extLst>
                  <a:ext uri="{FF2B5EF4-FFF2-40B4-BE49-F238E27FC236}">
                    <a16:creationId xmlns:a16="http://schemas.microsoft.com/office/drawing/2014/main" id="{6F995F5F-462F-47F7-BC7E-3229F06A37B2}"/>
                  </a:ext>
                </a:extLst>
              </p:cNvPr>
              <p:cNvSpPr/>
              <p:nvPr/>
            </p:nvSpPr>
            <p:spPr>
              <a:xfrm>
                <a:off x="3615540" y="531578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65290" rIns="65290"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21" name="Freeform 115">
                <a:extLst>
                  <a:ext uri="{FF2B5EF4-FFF2-40B4-BE49-F238E27FC236}">
                    <a16:creationId xmlns:a16="http://schemas.microsoft.com/office/drawing/2014/main" id="{39C33B5A-583B-4CB0-A15F-8FD559C72A5F}"/>
                  </a:ext>
                </a:extLst>
              </p:cNvPr>
              <p:cNvSpPr>
                <a:spLocks noEditPoints="1"/>
              </p:cNvSpPr>
              <p:nvPr/>
            </p:nvSpPr>
            <p:spPr bwMode="auto">
              <a:xfrm rot="6534396">
                <a:off x="6833717" y="637780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1323" name="Oval 1322">
                <a:extLst>
                  <a:ext uri="{FF2B5EF4-FFF2-40B4-BE49-F238E27FC236}">
                    <a16:creationId xmlns:a16="http://schemas.microsoft.com/office/drawing/2014/main" id="{C07B10B9-1299-45CF-ABA1-DE4137E3ED8C}"/>
                  </a:ext>
                </a:extLst>
              </p:cNvPr>
              <p:cNvSpPr/>
              <p:nvPr/>
            </p:nvSpPr>
            <p:spPr>
              <a:xfrm>
                <a:off x="6566904" y="5728538"/>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65290" rIns="293804"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24" name="Oval 1323">
                <a:extLst>
                  <a:ext uri="{FF2B5EF4-FFF2-40B4-BE49-F238E27FC236}">
                    <a16:creationId xmlns:a16="http://schemas.microsoft.com/office/drawing/2014/main" id="{90DEF844-453C-47C9-87DD-9AA97C67CDFC}"/>
                  </a:ext>
                </a:extLst>
              </p:cNvPr>
              <p:cNvSpPr/>
              <p:nvPr/>
            </p:nvSpPr>
            <p:spPr>
              <a:xfrm>
                <a:off x="6864933" y="3057703"/>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28" name="Oval 1327">
                <a:extLst>
                  <a:ext uri="{FF2B5EF4-FFF2-40B4-BE49-F238E27FC236}">
                    <a16:creationId xmlns:a16="http://schemas.microsoft.com/office/drawing/2014/main" id="{6F995F5F-462F-47F7-BC7E-3229F06A37B2}"/>
                  </a:ext>
                </a:extLst>
              </p:cNvPr>
              <p:cNvSpPr/>
              <p:nvPr/>
            </p:nvSpPr>
            <p:spPr>
              <a:xfrm>
                <a:off x="3627158" y="526274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65290" rIns="65290"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29" name="Oval 1328">
                <a:extLst>
                  <a:ext uri="{FF2B5EF4-FFF2-40B4-BE49-F238E27FC236}">
                    <a16:creationId xmlns:a16="http://schemas.microsoft.com/office/drawing/2014/main" id="{6F995F5F-462F-47F7-BC7E-3229F06A37B2}"/>
                  </a:ext>
                </a:extLst>
              </p:cNvPr>
              <p:cNvSpPr/>
              <p:nvPr/>
            </p:nvSpPr>
            <p:spPr>
              <a:xfrm>
                <a:off x="3659844" y="5221297"/>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30" name="Oval 1329">
                <a:extLst>
                  <a:ext uri="{FF2B5EF4-FFF2-40B4-BE49-F238E27FC236}">
                    <a16:creationId xmlns:a16="http://schemas.microsoft.com/office/drawing/2014/main" id="{6F995F5F-462F-47F7-BC7E-3229F06A37B2}"/>
                  </a:ext>
                </a:extLst>
              </p:cNvPr>
              <p:cNvSpPr/>
              <p:nvPr/>
            </p:nvSpPr>
            <p:spPr>
              <a:xfrm>
                <a:off x="3656790" y="5161330"/>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65290" rIns="97935"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31" name="Oval 1330">
                <a:extLst>
                  <a:ext uri="{FF2B5EF4-FFF2-40B4-BE49-F238E27FC236}">
                    <a16:creationId xmlns:a16="http://schemas.microsoft.com/office/drawing/2014/main" id="{B16CE72B-0C79-47E0-BA43-01C2FB557FDF}"/>
                  </a:ext>
                </a:extLst>
              </p:cNvPr>
              <p:cNvSpPr/>
              <p:nvPr/>
            </p:nvSpPr>
            <p:spPr>
              <a:xfrm>
                <a:off x="7035501" y="5068399"/>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261159" bIns="6529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32" name="Oval 1331">
                <a:extLst>
                  <a:ext uri="{FF2B5EF4-FFF2-40B4-BE49-F238E27FC236}">
                    <a16:creationId xmlns:a16="http://schemas.microsoft.com/office/drawing/2014/main" id="{C30BFF4F-103E-41E0-BA6F-E8BEB1B21A05}"/>
                  </a:ext>
                </a:extLst>
              </p:cNvPr>
              <p:cNvSpPr/>
              <p:nvPr/>
            </p:nvSpPr>
            <p:spPr>
              <a:xfrm>
                <a:off x="5349513" y="2681532"/>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3" name="Oval 1332">
                <a:extLst>
                  <a:ext uri="{FF2B5EF4-FFF2-40B4-BE49-F238E27FC236}">
                    <a16:creationId xmlns:a16="http://schemas.microsoft.com/office/drawing/2014/main" id="{1878E74D-DE81-464F-9529-C482906899FC}"/>
                  </a:ext>
                </a:extLst>
              </p:cNvPr>
              <p:cNvSpPr/>
              <p:nvPr/>
            </p:nvSpPr>
            <p:spPr>
              <a:xfrm>
                <a:off x="5539927" y="3911039"/>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5" name="Oval 1334">
                <a:extLst>
                  <a:ext uri="{FF2B5EF4-FFF2-40B4-BE49-F238E27FC236}">
                    <a16:creationId xmlns:a16="http://schemas.microsoft.com/office/drawing/2014/main" id="{C07B10B9-1299-45CF-ABA1-DE4137E3ED8C}"/>
                  </a:ext>
                </a:extLst>
              </p:cNvPr>
              <p:cNvSpPr/>
              <p:nvPr/>
            </p:nvSpPr>
            <p:spPr>
              <a:xfrm>
                <a:off x="6553130" y="557625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293804" bIns="6529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36" name="Oval 1335">
                <a:extLst>
                  <a:ext uri="{FF2B5EF4-FFF2-40B4-BE49-F238E27FC236}">
                    <a16:creationId xmlns:a16="http://schemas.microsoft.com/office/drawing/2014/main" id="{B16CE72B-0C79-47E0-BA43-01C2FB557FDF}"/>
                  </a:ext>
                </a:extLst>
              </p:cNvPr>
              <p:cNvSpPr/>
              <p:nvPr/>
            </p:nvSpPr>
            <p:spPr>
              <a:xfrm>
                <a:off x="6841245" y="5471814"/>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61159"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7" name="Oval 1336">
                <a:extLst>
                  <a:ext uri="{FF2B5EF4-FFF2-40B4-BE49-F238E27FC236}">
                    <a16:creationId xmlns:a16="http://schemas.microsoft.com/office/drawing/2014/main" id="{B16CE72B-0C79-47E0-BA43-01C2FB557FDF}"/>
                  </a:ext>
                </a:extLst>
              </p:cNvPr>
              <p:cNvSpPr/>
              <p:nvPr/>
            </p:nvSpPr>
            <p:spPr>
              <a:xfrm>
                <a:off x="6823223" y="5421818"/>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489673"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8" name="Oval 1337">
                <a:extLst>
                  <a:ext uri="{FF2B5EF4-FFF2-40B4-BE49-F238E27FC236}">
                    <a16:creationId xmlns:a16="http://schemas.microsoft.com/office/drawing/2014/main" id="{B16CE72B-0C79-47E0-BA43-01C2FB557FDF}"/>
                  </a:ext>
                </a:extLst>
              </p:cNvPr>
              <p:cNvSpPr/>
              <p:nvPr/>
            </p:nvSpPr>
            <p:spPr>
              <a:xfrm>
                <a:off x="7414957" y="5138757"/>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59093"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9" name="Freeform 115">
                <a:extLst>
                  <a:ext uri="{FF2B5EF4-FFF2-40B4-BE49-F238E27FC236}">
                    <a16:creationId xmlns:a16="http://schemas.microsoft.com/office/drawing/2014/main" id="{5F944AD6-83EB-41AB-8383-16BEF58F125A}"/>
                  </a:ext>
                </a:extLst>
              </p:cNvPr>
              <p:cNvSpPr>
                <a:spLocks noEditPoints="1"/>
              </p:cNvSpPr>
              <p:nvPr/>
            </p:nvSpPr>
            <p:spPr bwMode="auto">
              <a:xfrm rot="19851278">
                <a:off x="7283503" y="5116934"/>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1341" name="Oval 1340">
                <a:extLst>
                  <a:ext uri="{FF2B5EF4-FFF2-40B4-BE49-F238E27FC236}">
                    <a16:creationId xmlns:a16="http://schemas.microsoft.com/office/drawing/2014/main" id="{B16CE72B-0C79-47E0-BA43-01C2FB557FDF}"/>
                  </a:ext>
                </a:extLst>
              </p:cNvPr>
              <p:cNvSpPr/>
              <p:nvPr/>
            </p:nvSpPr>
            <p:spPr>
              <a:xfrm>
                <a:off x="7343931" y="5197754"/>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59093"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2" name="Oval 1341">
                <a:extLst>
                  <a:ext uri="{FF2B5EF4-FFF2-40B4-BE49-F238E27FC236}">
                    <a16:creationId xmlns:a16="http://schemas.microsoft.com/office/drawing/2014/main" id="{B16CE72B-0C79-47E0-BA43-01C2FB557FDF}"/>
                  </a:ext>
                </a:extLst>
              </p:cNvPr>
              <p:cNvSpPr/>
              <p:nvPr/>
            </p:nvSpPr>
            <p:spPr>
              <a:xfrm>
                <a:off x="7265118" y="5311096"/>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59093"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3" name="Oval 1342">
                <a:extLst>
                  <a:ext uri="{FF2B5EF4-FFF2-40B4-BE49-F238E27FC236}">
                    <a16:creationId xmlns:a16="http://schemas.microsoft.com/office/drawing/2014/main" id="{B16CE72B-0C79-47E0-BA43-01C2FB557FDF}"/>
                  </a:ext>
                </a:extLst>
              </p:cNvPr>
              <p:cNvSpPr/>
              <p:nvPr/>
            </p:nvSpPr>
            <p:spPr>
              <a:xfrm>
                <a:off x="7557284" y="4908158"/>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45702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4" name="Oval 1343">
                <a:extLst>
                  <a:ext uri="{FF2B5EF4-FFF2-40B4-BE49-F238E27FC236}">
                    <a16:creationId xmlns:a16="http://schemas.microsoft.com/office/drawing/2014/main" id="{B16CE72B-0C79-47E0-BA43-01C2FB557FDF}"/>
                  </a:ext>
                </a:extLst>
              </p:cNvPr>
              <p:cNvSpPr/>
              <p:nvPr/>
            </p:nvSpPr>
            <p:spPr>
              <a:xfrm>
                <a:off x="7540124" y="4841816"/>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5" name="Oval 1344">
                <a:extLst>
                  <a:ext uri="{FF2B5EF4-FFF2-40B4-BE49-F238E27FC236}">
                    <a16:creationId xmlns:a16="http://schemas.microsoft.com/office/drawing/2014/main" id="{B16CE72B-0C79-47E0-BA43-01C2FB557FDF}"/>
                  </a:ext>
                </a:extLst>
              </p:cNvPr>
              <p:cNvSpPr/>
              <p:nvPr/>
            </p:nvSpPr>
            <p:spPr>
              <a:xfrm>
                <a:off x="7586241" y="4738487"/>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6" name="Oval 1345">
                <a:extLst>
                  <a:ext uri="{FF2B5EF4-FFF2-40B4-BE49-F238E27FC236}">
                    <a16:creationId xmlns:a16="http://schemas.microsoft.com/office/drawing/2014/main" id="{B16CE72B-0C79-47E0-BA43-01C2FB557FDF}"/>
                  </a:ext>
                </a:extLst>
              </p:cNvPr>
              <p:cNvSpPr/>
              <p:nvPr/>
            </p:nvSpPr>
            <p:spPr>
              <a:xfrm>
                <a:off x="7233235" y="5373308"/>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61159"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7" name="Oval 1346">
                <a:extLst>
                  <a:ext uri="{FF2B5EF4-FFF2-40B4-BE49-F238E27FC236}">
                    <a16:creationId xmlns:a16="http://schemas.microsoft.com/office/drawing/2014/main" id="{B16CE72B-0C79-47E0-BA43-01C2FB557FDF}"/>
                  </a:ext>
                </a:extLst>
              </p:cNvPr>
              <p:cNvSpPr/>
              <p:nvPr/>
            </p:nvSpPr>
            <p:spPr>
              <a:xfrm>
                <a:off x="7123309" y="524332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261159"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48" name="Oval 1347">
                <a:extLst>
                  <a:ext uri="{FF2B5EF4-FFF2-40B4-BE49-F238E27FC236}">
                    <a16:creationId xmlns:a16="http://schemas.microsoft.com/office/drawing/2014/main" id="{90DEF844-453C-47C9-87DD-9AA97C67CDFC}"/>
                  </a:ext>
                </a:extLst>
              </p:cNvPr>
              <p:cNvSpPr/>
              <p:nvPr/>
            </p:nvSpPr>
            <p:spPr>
              <a:xfrm>
                <a:off x="7248107" y="3675480"/>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9" name="Oval 1348">
                <a:extLst>
                  <a:ext uri="{FF2B5EF4-FFF2-40B4-BE49-F238E27FC236}">
                    <a16:creationId xmlns:a16="http://schemas.microsoft.com/office/drawing/2014/main" id="{90DEF844-453C-47C9-87DD-9AA97C67CDFC}"/>
                  </a:ext>
                </a:extLst>
              </p:cNvPr>
              <p:cNvSpPr/>
              <p:nvPr/>
            </p:nvSpPr>
            <p:spPr>
              <a:xfrm>
                <a:off x="7370013" y="3941077"/>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0" name="Freeform 115">
                <a:extLst>
                  <a:ext uri="{FF2B5EF4-FFF2-40B4-BE49-F238E27FC236}">
                    <a16:creationId xmlns:a16="http://schemas.microsoft.com/office/drawing/2014/main" id="{5F944AD6-83EB-41AB-8383-16BEF58F125A}"/>
                  </a:ext>
                </a:extLst>
              </p:cNvPr>
              <p:cNvSpPr>
                <a:spLocks noEditPoints="1"/>
              </p:cNvSpPr>
              <p:nvPr/>
            </p:nvSpPr>
            <p:spPr bwMode="auto">
              <a:xfrm rot="16200000">
                <a:off x="7512039" y="4376809"/>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1352" name="Oval 1351">
                <a:extLst>
                  <a:ext uri="{FF2B5EF4-FFF2-40B4-BE49-F238E27FC236}">
                    <a16:creationId xmlns:a16="http://schemas.microsoft.com/office/drawing/2014/main" id="{90DEF844-453C-47C9-87DD-9AA97C67CDFC}"/>
                  </a:ext>
                </a:extLst>
              </p:cNvPr>
              <p:cNvSpPr/>
              <p:nvPr/>
            </p:nvSpPr>
            <p:spPr>
              <a:xfrm>
                <a:off x="7496913" y="453507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3" name="Oval 1352">
                <a:extLst>
                  <a:ext uri="{FF2B5EF4-FFF2-40B4-BE49-F238E27FC236}">
                    <a16:creationId xmlns:a16="http://schemas.microsoft.com/office/drawing/2014/main" id="{90DEF844-453C-47C9-87DD-9AA97C67CDFC}"/>
                  </a:ext>
                </a:extLst>
              </p:cNvPr>
              <p:cNvSpPr/>
              <p:nvPr/>
            </p:nvSpPr>
            <p:spPr>
              <a:xfrm>
                <a:off x="7003591" y="3420491"/>
                <a:ext cx="44943" cy="45144"/>
              </a:xfrm>
              <a:prstGeom prst="ellipse">
                <a:avLst/>
              </a:prstGeom>
              <a:solidFill>
                <a:srgbClr val="007A68"/>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4" name="Freeform 115">
                <a:extLst>
                  <a:ext uri="{FF2B5EF4-FFF2-40B4-BE49-F238E27FC236}">
                    <a16:creationId xmlns:a16="http://schemas.microsoft.com/office/drawing/2014/main" id="{AE1E6E99-D590-474E-9C6D-FA01886B4614}"/>
                  </a:ext>
                </a:extLst>
              </p:cNvPr>
              <p:cNvSpPr>
                <a:spLocks noEditPoints="1"/>
              </p:cNvSpPr>
              <p:nvPr/>
            </p:nvSpPr>
            <p:spPr bwMode="auto">
              <a:xfrm rot="5574917">
                <a:off x="7090231" y="5402285"/>
                <a:ext cx="135433"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grpSp>
        <p:grpSp>
          <p:nvGrpSpPr>
            <p:cNvPr id="490" name="Group 489"/>
            <p:cNvGrpSpPr/>
            <p:nvPr/>
          </p:nvGrpSpPr>
          <p:grpSpPr>
            <a:xfrm>
              <a:off x="3411001" y="2698021"/>
              <a:ext cx="5800331" cy="2895052"/>
              <a:chOff x="3305986" y="3012558"/>
              <a:chExt cx="5800331" cy="2895052"/>
            </a:xfrm>
          </p:grpSpPr>
          <p:sp>
            <p:nvSpPr>
              <p:cNvPr id="1289" name="Oval 1288">
                <a:extLst>
                  <a:ext uri="{FF2B5EF4-FFF2-40B4-BE49-F238E27FC236}">
                    <a16:creationId xmlns:a16="http://schemas.microsoft.com/office/drawing/2014/main" id="{4700BF0A-C215-42B7-BF4F-D6BEF445E792}"/>
                  </a:ext>
                </a:extLst>
              </p:cNvPr>
              <p:cNvSpPr/>
              <p:nvPr/>
            </p:nvSpPr>
            <p:spPr>
              <a:xfrm>
                <a:off x="4332381" y="4854842"/>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424383"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3" name="Oval 1292">
                <a:extLst>
                  <a:ext uri="{FF2B5EF4-FFF2-40B4-BE49-F238E27FC236}">
                    <a16:creationId xmlns:a16="http://schemas.microsoft.com/office/drawing/2014/main" id="{A1437C5C-609F-4D4B-AB92-CC8AE7C529C0}"/>
                  </a:ext>
                </a:extLst>
              </p:cNvPr>
              <p:cNvSpPr/>
              <p:nvPr/>
            </p:nvSpPr>
            <p:spPr>
              <a:xfrm>
                <a:off x="4863980" y="3012558"/>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391738" tIns="6529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4" name="Oval 1293">
                <a:extLst>
                  <a:ext uri="{FF2B5EF4-FFF2-40B4-BE49-F238E27FC236}">
                    <a16:creationId xmlns:a16="http://schemas.microsoft.com/office/drawing/2014/main" id="{6195E1FB-37AD-49CC-818A-4C0C4FD648B3}"/>
                  </a:ext>
                </a:extLst>
              </p:cNvPr>
              <p:cNvSpPr/>
              <p:nvPr/>
            </p:nvSpPr>
            <p:spPr>
              <a:xfrm>
                <a:off x="4163199" y="3260874"/>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5" name="Oval 1294">
                <a:extLst>
                  <a:ext uri="{FF2B5EF4-FFF2-40B4-BE49-F238E27FC236}">
                    <a16:creationId xmlns:a16="http://schemas.microsoft.com/office/drawing/2014/main" id="{F9EE546B-92D5-4FFE-AA13-99E8AF8802BB}"/>
                  </a:ext>
                </a:extLst>
              </p:cNvPr>
              <p:cNvSpPr/>
              <p:nvPr/>
            </p:nvSpPr>
            <p:spPr>
              <a:xfrm>
                <a:off x="3721109" y="3576926"/>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6" name="Oval 1295">
                <a:extLst>
                  <a:ext uri="{FF2B5EF4-FFF2-40B4-BE49-F238E27FC236}">
                    <a16:creationId xmlns:a16="http://schemas.microsoft.com/office/drawing/2014/main" id="{82C95FD0-C5FD-475F-9AA2-11E37A8B04E8}"/>
                  </a:ext>
                </a:extLst>
              </p:cNvPr>
              <p:cNvSpPr/>
              <p:nvPr/>
            </p:nvSpPr>
            <p:spPr>
              <a:xfrm>
                <a:off x="3466156" y="4630418"/>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7" name="Oval 1296">
                <a:extLst>
                  <a:ext uri="{FF2B5EF4-FFF2-40B4-BE49-F238E27FC236}">
                    <a16:creationId xmlns:a16="http://schemas.microsoft.com/office/drawing/2014/main" id="{34643A80-53FB-4709-929D-6059C6EA6C83}"/>
                  </a:ext>
                </a:extLst>
              </p:cNvPr>
              <p:cNvSpPr/>
              <p:nvPr/>
            </p:nvSpPr>
            <p:spPr>
              <a:xfrm>
                <a:off x="3305986" y="4224076"/>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8" name="Oval 1297">
                <a:extLst>
                  <a:ext uri="{FF2B5EF4-FFF2-40B4-BE49-F238E27FC236}">
                    <a16:creationId xmlns:a16="http://schemas.microsoft.com/office/drawing/2014/main" id="{B16CE72B-0C79-47E0-BA43-01C2FB557FDF}"/>
                  </a:ext>
                </a:extLst>
              </p:cNvPr>
              <p:cNvSpPr/>
              <p:nvPr/>
            </p:nvSpPr>
            <p:spPr>
              <a:xfrm>
                <a:off x="7391627" y="5083965"/>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261159" bIns="97935"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99" name="Oval 1298">
                <a:extLst>
                  <a:ext uri="{FF2B5EF4-FFF2-40B4-BE49-F238E27FC236}">
                    <a16:creationId xmlns:a16="http://schemas.microsoft.com/office/drawing/2014/main" id="{A0CB76C8-481F-46AB-BBFC-573509457E6C}"/>
                  </a:ext>
                </a:extLst>
              </p:cNvPr>
              <p:cNvSpPr/>
              <p:nvPr/>
            </p:nvSpPr>
            <p:spPr>
              <a:xfrm>
                <a:off x="7298987" y="3675480"/>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0" name="Oval 1299">
                <a:extLst>
                  <a:ext uri="{FF2B5EF4-FFF2-40B4-BE49-F238E27FC236}">
                    <a16:creationId xmlns:a16="http://schemas.microsoft.com/office/drawing/2014/main" id="{77196014-6A47-4F74-A8D6-362FCAEA1D0E}"/>
                  </a:ext>
                </a:extLst>
              </p:cNvPr>
              <p:cNvSpPr/>
              <p:nvPr/>
            </p:nvSpPr>
            <p:spPr>
              <a:xfrm>
                <a:off x="7081795" y="3927587"/>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61159"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1" name="Oval 1300">
                <a:extLst>
                  <a:ext uri="{FF2B5EF4-FFF2-40B4-BE49-F238E27FC236}">
                    <a16:creationId xmlns:a16="http://schemas.microsoft.com/office/drawing/2014/main" id="{924F0630-5829-4E9D-802B-F214BD90CD17}"/>
                  </a:ext>
                </a:extLst>
              </p:cNvPr>
              <p:cNvSpPr/>
              <p:nvPr/>
            </p:nvSpPr>
            <p:spPr>
              <a:xfrm>
                <a:off x="7416556" y="3937796"/>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440705"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2" name="Oval 1301">
                <a:extLst>
                  <a:ext uri="{FF2B5EF4-FFF2-40B4-BE49-F238E27FC236}">
                    <a16:creationId xmlns:a16="http://schemas.microsoft.com/office/drawing/2014/main" id="{AE624BF2-380F-40EC-B2FE-69F757A720B5}"/>
                  </a:ext>
                </a:extLst>
              </p:cNvPr>
              <p:cNvSpPr/>
              <p:nvPr/>
            </p:nvSpPr>
            <p:spPr>
              <a:xfrm>
                <a:off x="7474471" y="4009025"/>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359093" tIns="0" rIns="0" bIns="0" numCol="1" spcCol="0" rtlCol="0" fromWordArt="0" anchor="ctr"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3" name="Oval 1302">
                <a:extLst>
                  <a:ext uri="{FF2B5EF4-FFF2-40B4-BE49-F238E27FC236}">
                    <a16:creationId xmlns:a16="http://schemas.microsoft.com/office/drawing/2014/main" id="{90DEF844-453C-47C9-87DD-9AA97C67CDFC}"/>
                  </a:ext>
                </a:extLst>
              </p:cNvPr>
              <p:cNvSpPr/>
              <p:nvPr/>
            </p:nvSpPr>
            <p:spPr>
              <a:xfrm>
                <a:off x="6911053" y="3057703"/>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4" name="Oval 1303">
                <a:extLst>
                  <a:ext uri="{FF2B5EF4-FFF2-40B4-BE49-F238E27FC236}">
                    <a16:creationId xmlns:a16="http://schemas.microsoft.com/office/drawing/2014/main" id="{064D1B7B-56D7-497F-8440-DCCAAE9064E3}"/>
                  </a:ext>
                </a:extLst>
              </p:cNvPr>
              <p:cNvSpPr/>
              <p:nvPr/>
            </p:nvSpPr>
            <p:spPr>
              <a:xfrm>
                <a:off x="7632867" y="4269222"/>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440705"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5" name="Oval 1304">
                <a:extLst>
                  <a:ext uri="{FF2B5EF4-FFF2-40B4-BE49-F238E27FC236}">
                    <a16:creationId xmlns:a16="http://schemas.microsoft.com/office/drawing/2014/main" id="{8D433C47-4752-47DB-9E50-B64CD2259EA1}"/>
                  </a:ext>
                </a:extLst>
              </p:cNvPr>
              <p:cNvSpPr/>
              <p:nvPr/>
            </p:nvSpPr>
            <p:spPr>
              <a:xfrm>
                <a:off x="7158220" y="4396791"/>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6" name="Oval 1305">
                <a:extLst>
                  <a:ext uri="{FF2B5EF4-FFF2-40B4-BE49-F238E27FC236}">
                    <a16:creationId xmlns:a16="http://schemas.microsoft.com/office/drawing/2014/main" id="{E675D87C-B2BA-4096-BCA7-D05D9B534091}"/>
                  </a:ext>
                </a:extLst>
              </p:cNvPr>
              <p:cNvSpPr/>
              <p:nvPr/>
            </p:nvSpPr>
            <p:spPr>
              <a:xfrm>
                <a:off x="7452001" y="4534942"/>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489673"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7" name="Oval 1306">
                <a:extLst>
                  <a:ext uri="{FF2B5EF4-FFF2-40B4-BE49-F238E27FC236}">
                    <a16:creationId xmlns:a16="http://schemas.microsoft.com/office/drawing/2014/main" id="{04F085E1-9525-40A5-BCC3-01ACF889C16A}"/>
                  </a:ext>
                </a:extLst>
              </p:cNvPr>
              <p:cNvSpPr/>
              <p:nvPr/>
            </p:nvSpPr>
            <p:spPr>
              <a:xfrm>
                <a:off x="7610395" y="4196060"/>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440705"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8" name="Oval 1307">
                <a:extLst>
                  <a:ext uri="{FF2B5EF4-FFF2-40B4-BE49-F238E27FC236}">
                    <a16:creationId xmlns:a16="http://schemas.microsoft.com/office/drawing/2014/main" id="{C0720079-DEC4-41BE-ACB3-D4EA6EF76859}"/>
                  </a:ext>
                </a:extLst>
              </p:cNvPr>
              <p:cNvSpPr/>
              <p:nvPr/>
            </p:nvSpPr>
            <p:spPr>
              <a:xfrm>
                <a:off x="6186628" y="3486636"/>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9" name="Oval 1308">
                <a:extLst>
                  <a:ext uri="{FF2B5EF4-FFF2-40B4-BE49-F238E27FC236}">
                    <a16:creationId xmlns:a16="http://schemas.microsoft.com/office/drawing/2014/main" id="{C0720079-DEC4-41BE-ACB3-D4EA6EF76859}"/>
                  </a:ext>
                </a:extLst>
              </p:cNvPr>
              <p:cNvSpPr/>
              <p:nvPr/>
            </p:nvSpPr>
            <p:spPr>
              <a:xfrm>
                <a:off x="6315421" y="3473437"/>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6529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0" name="Oval 1309">
                <a:extLst>
                  <a:ext uri="{FF2B5EF4-FFF2-40B4-BE49-F238E27FC236}">
                    <a16:creationId xmlns:a16="http://schemas.microsoft.com/office/drawing/2014/main" id="{35ECE601-C58C-46C9-B339-232CD012357D}"/>
                  </a:ext>
                </a:extLst>
              </p:cNvPr>
              <p:cNvSpPr/>
              <p:nvPr/>
            </p:nvSpPr>
            <p:spPr>
              <a:xfrm>
                <a:off x="7049181" y="3420491"/>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39173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1" name="Oval 1310"/>
              <p:cNvSpPr/>
              <p:nvPr>
                <p:custDataLst>
                  <p:tags r:id="rId6"/>
                </p:custDataLst>
              </p:nvPr>
            </p:nvSpPr>
            <p:spPr>
              <a:xfrm>
                <a:off x="9066070" y="5868289"/>
                <a:ext cx="40247" cy="39321"/>
              </a:xfrm>
              <a:prstGeom prst="ellipse">
                <a:avLst/>
              </a:prstGeom>
              <a:solidFill>
                <a:srgbClr val="F3901D"/>
              </a:solidFill>
              <a:ln w="6350">
                <a:solidFill>
                  <a:schemeClr val="bg1"/>
                </a:solidFill>
              </a:ln>
              <a:effectLst/>
            </p:spPr>
            <p:txBody>
              <a:bodyPr vert="horz" wrap="square" lIns="82918" tIns="41459" rIns="82918" bIns="41459" rtlCol="0" anchor="ctr" anchorCtr="0" compatLnSpc="1">
                <a:prstTxWarp prst="textNoShape">
                  <a:avLst/>
                </a:prstTxWarp>
              </a:bodyPr>
              <a:lstStyle/>
              <a:p>
                <a:pPr defTabSz="829178" fontAlgn="base">
                  <a:spcBef>
                    <a:spcPct val="0"/>
                  </a:spcBef>
                  <a:spcAft>
                    <a:spcPct val="0"/>
                  </a:spcAft>
                  <a:defRPr/>
                </a:pPr>
                <a:endParaRPr lang="en-AU" sz="2539" b="1" kern="0">
                  <a:latin typeface="Arial"/>
                </a:endParaRPr>
              </a:p>
            </p:txBody>
          </p:sp>
        </p:grpSp>
        <p:sp>
          <p:nvSpPr>
            <p:cNvPr id="491" name="Freeform 68"/>
            <p:cNvSpPr/>
            <p:nvPr>
              <p:custDataLst>
                <p:tags r:id="rId5"/>
              </p:custDataLst>
            </p:nvPr>
          </p:nvSpPr>
          <p:spPr>
            <a:xfrm>
              <a:off x="8712058" y="6461485"/>
              <a:ext cx="41409" cy="53505"/>
            </a:xfrm>
            <a:custGeom>
              <a:avLst/>
              <a:gdLst>
                <a:gd name="T0" fmla="*/ 32 w 32"/>
                <a:gd name="T1" fmla="*/ 8 h 40"/>
                <a:gd name="T2" fmla="*/ 32 w 32"/>
                <a:gd name="T3" fmla="*/ 16 h 40"/>
                <a:gd name="T4" fmla="*/ 32 w 32"/>
                <a:gd name="T5" fmla="*/ 24 h 40"/>
                <a:gd name="T6" fmla="*/ 32 w 32"/>
                <a:gd name="T7" fmla="*/ 24 h 40"/>
                <a:gd name="T8" fmla="*/ 32 w 32"/>
                <a:gd name="T9" fmla="*/ 24 h 40"/>
                <a:gd name="T10" fmla="*/ 32 w 32"/>
                <a:gd name="T11" fmla="*/ 24 h 40"/>
                <a:gd name="T12" fmla="*/ 32 w 32"/>
                <a:gd name="T13" fmla="*/ 32 h 40"/>
                <a:gd name="T14" fmla="*/ 8 w 32"/>
                <a:gd name="T15" fmla="*/ 40 h 40"/>
                <a:gd name="T16" fmla="*/ 0 w 32"/>
                <a:gd name="T17" fmla="*/ 40 h 40"/>
                <a:gd name="T18" fmla="*/ 0 w 32"/>
                <a:gd name="T19" fmla="*/ 40 h 40"/>
                <a:gd name="T20" fmla="*/ 0 w 32"/>
                <a:gd name="T21" fmla="*/ 40 h 40"/>
                <a:gd name="T22" fmla="*/ 0 w 32"/>
                <a:gd name="T23" fmla="*/ 32 h 40"/>
                <a:gd name="T24" fmla="*/ 8 w 32"/>
                <a:gd name="T25" fmla="*/ 8 h 40"/>
                <a:gd name="T26" fmla="*/ 8 w 32"/>
                <a:gd name="T27" fmla="*/ 0 h 40"/>
                <a:gd name="T28" fmla="*/ 8 w 32"/>
                <a:gd name="T29" fmla="*/ 0 h 40"/>
                <a:gd name="T30" fmla="*/ 24 w 32"/>
                <a:gd name="T31" fmla="*/ 8 h 40"/>
                <a:gd name="T32" fmla="*/ 24 w 32"/>
                <a:gd name="T33" fmla="*/ 8 h 40"/>
                <a:gd name="T34" fmla="*/ 16 w 32"/>
                <a:gd name="T35" fmla="*/ 0 h 40"/>
                <a:gd name="T36" fmla="*/ 16 w 32"/>
                <a:gd name="T37" fmla="*/ 0 h 40"/>
                <a:gd name="T38" fmla="*/ 32 w 32"/>
                <a:gd name="T39" fmla="*/ 8 h 4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2"/>
                <a:gd name="T61" fmla="*/ 0 h 40"/>
                <a:gd name="T62" fmla="*/ 32 w 32"/>
                <a:gd name="T63" fmla="*/ 40 h 4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2" h="40">
                  <a:moveTo>
                    <a:pt x="32" y="8"/>
                  </a:moveTo>
                  <a:lnTo>
                    <a:pt x="32" y="16"/>
                  </a:lnTo>
                  <a:lnTo>
                    <a:pt x="32" y="24"/>
                  </a:lnTo>
                  <a:lnTo>
                    <a:pt x="32" y="32"/>
                  </a:lnTo>
                  <a:lnTo>
                    <a:pt x="8" y="40"/>
                  </a:lnTo>
                  <a:lnTo>
                    <a:pt x="0" y="40"/>
                  </a:lnTo>
                  <a:lnTo>
                    <a:pt x="0" y="32"/>
                  </a:lnTo>
                  <a:lnTo>
                    <a:pt x="8" y="8"/>
                  </a:lnTo>
                  <a:lnTo>
                    <a:pt x="8" y="0"/>
                  </a:lnTo>
                  <a:lnTo>
                    <a:pt x="24" y="8"/>
                  </a:lnTo>
                  <a:lnTo>
                    <a:pt x="16" y="0"/>
                  </a:lnTo>
                  <a:lnTo>
                    <a:pt x="32" y="8"/>
                  </a:lnTo>
                  <a:close/>
                </a:path>
              </a:pathLst>
            </a:custGeom>
            <a:solidFill>
              <a:srgbClr val="DDDCDB"/>
            </a:solidFill>
            <a:ln w="9525">
              <a:solidFill>
                <a:schemeClr val="bg1"/>
              </a:solidFill>
              <a:round/>
            </a:ln>
            <a:effectLst/>
          </p:spPr>
          <p:txBody>
            <a:bodyPr/>
            <a:lstStyle/>
            <a:p>
              <a:pPr algn="ctr" defTabSz="763922">
                <a:defRPr/>
              </a:pPr>
              <a:endParaRPr lang="en-US" sz="1503" kern="0">
                <a:latin typeface="Arial"/>
              </a:endParaRPr>
            </a:p>
          </p:txBody>
        </p:sp>
        <p:grpSp>
          <p:nvGrpSpPr>
            <p:cNvPr id="492" name="Group 491"/>
            <p:cNvGrpSpPr/>
            <p:nvPr/>
          </p:nvGrpSpPr>
          <p:grpSpPr>
            <a:xfrm>
              <a:off x="8763597" y="5433323"/>
              <a:ext cx="675325" cy="1113639"/>
              <a:chOff x="8658582" y="5747860"/>
              <a:chExt cx="675325" cy="1113639"/>
            </a:xfrm>
          </p:grpSpPr>
          <p:sp>
            <p:nvSpPr>
              <p:cNvPr id="1267" name="Oval 1266">
                <a:extLst>
                  <a:ext uri="{FF2B5EF4-FFF2-40B4-BE49-F238E27FC236}">
                    <a16:creationId xmlns:a16="http://schemas.microsoft.com/office/drawing/2014/main" id="{B16CE72B-0C79-47E0-BA43-01C2FB557FDF}"/>
                  </a:ext>
                </a:extLst>
              </p:cNvPr>
              <p:cNvSpPr/>
              <p:nvPr/>
            </p:nvSpPr>
            <p:spPr>
              <a:xfrm>
                <a:off x="9207456" y="6036947"/>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26448" tIns="0" rIns="0" bIns="32645"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68" name="Oval 1267">
                <a:extLst>
                  <a:ext uri="{FF2B5EF4-FFF2-40B4-BE49-F238E27FC236}">
                    <a16:creationId xmlns:a16="http://schemas.microsoft.com/office/drawing/2014/main" id="{B16CE72B-0C79-47E0-BA43-01C2FB557FDF}"/>
                  </a:ext>
                </a:extLst>
              </p:cNvPr>
              <p:cNvSpPr/>
              <p:nvPr/>
            </p:nvSpPr>
            <p:spPr>
              <a:xfrm>
                <a:off x="9288964" y="6083761"/>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69" name="Oval 1268">
                <a:extLst>
                  <a:ext uri="{FF2B5EF4-FFF2-40B4-BE49-F238E27FC236}">
                    <a16:creationId xmlns:a16="http://schemas.microsoft.com/office/drawing/2014/main" id="{B16CE72B-0C79-47E0-BA43-01C2FB557FDF}"/>
                  </a:ext>
                </a:extLst>
              </p:cNvPr>
              <p:cNvSpPr/>
              <p:nvPr/>
            </p:nvSpPr>
            <p:spPr>
              <a:xfrm>
                <a:off x="9195566" y="6164884"/>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70" name="Oval 1269">
                <a:extLst>
                  <a:ext uri="{FF2B5EF4-FFF2-40B4-BE49-F238E27FC236}">
                    <a16:creationId xmlns:a16="http://schemas.microsoft.com/office/drawing/2014/main" id="{B16CE72B-0C79-47E0-BA43-01C2FB557FDF}"/>
                  </a:ext>
                </a:extLst>
              </p:cNvPr>
              <p:cNvSpPr/>
              <p:nvPr/>
            </p:nvSpPr>
            <p:spPr>
              <a:xfrm>
                <a:off x="8953699" y="6299985"/>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359093"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71" name="Oval 1270">
                <a:extLst>
                  <a:ext uri="{FF2B5EF4-FFF2-40B4-BE49-F238E27FC236}">
                    <a16:creationId xmlns:a16="http://schemas.microsoft.com/office/drawing/2014/main" id="{B16CE72B-0C79-47E0-BA43-01C2FB557FDF}"/>
                  </a:ext>
                </a:extLst>
              </p:cNvPr>
              <p:cNvSpPr/>
              <p:nvPr/>
            </p:nvSpPr>
            <p:spPr>
              <a:xfrm>
                <a:off x="8812226" y="6482667"/>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359093"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72" name="Oval 1271">
                <a:extLst>
                  <a:ext uri="{FF2B5EF4-FFF2-40B4-BE49-F238E27FC236}">
                    <a16:creationId xmlns:a16="http://schemas.microsoft.com/office/drawing/2014/main" id="{B16CE72B-0C79-47E0-BA43-01C2FB557FDF}"/>
                  </a:ext>
                </a:extLst>
              </p:cNvPr>
              <p:cNvSpPr/>
              <p:nvPr/>
            </p:nvSpPr>
            <p:spPr>
              <a:xfrm>
                <a:off x="8658582" y="6703815"/>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457028"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73" name="Oval 1272">
                <a:extLst>
                  <a:ext uri="{FF2B5EF4-FFF2-40B4-BE49-F238E27FC236}">
                    <a16:creationId xmlns:a16="http://schemas.microsoft.com/office/drawing/2014/main" id="{B16CE72B-0C79-47E0-BA43-01C2FB557FDF}"/>
                  </a:ext>
                </a:extLst>
              </p:cNvPr>
              <p:cNvSpPr/>
              <p:nvPr/>
            </p:nvSpPr>
            <p:spPr>
              <a:xfrm>
                <a:off x="8703525" y="6663730"/>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391738" bIns="6529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74" name="Oval 1273">
                <a:extLst>
                  <a:ext uri="{FF2B5EF4-FFF2-40B4-BE49-F238E27FC236}">
                    <a16:creationId xmlns:a16="http://schemas.microsoft.com/office/drawing/2014/main" id="{B16CE72B-0C79-47E0-BA43-01C2FB557FDF}"/>
                  </a:ext>
                </a:extLst>
              </p:cNvPr>
              <p:cNvSpPr/>
              <p:nvPr/>
            </p:nvSpPr>
            <p:spPr>
              <a:xfrm>
                <a:off x="9030060" y="5747860"/>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293804"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75" name="Oval 1274">
                <a:extLst>
                  <a:ext uri="{FF2B5EF4-FFF2-40B4-BE49-F238E27FC236}">
                    <a16:creationId xmlns:a16="http://schemas.microsoft.com/office/drawing/2014/main" id="{B16CE72B-0C79-47E0-BA43-01C2FB557FDF}"/>
                  </a:ext>
                </a:extLst>
              </p:cNvPr>
              <p:cNvSpPr/>
              <p:nvPr/>
            </p:nvSpPr>
            <p:spPr>
              <a:xfrm>
                <a:off x="9043598" y="5798262"/>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76" name="Oval 1275">
                <a:extLst>
                  <a:ext uri="{FF2B5EF4-FFF2-40B4-BE49-F238E27FC236}">
                    <a16:creationId xmlns:a16="http://schemas.microsoft.com/office/drawing/2014/main" id="{B16CE72B-0C79-47E0-BA43-01C2FB557FDF}"/>
                  </a:ext>
                </a:extLst>
              </p:cNvPr>
              <p:cNvSpPr/>
              <p:nvPr/>
            </p:nvSpPr>
            <p:spPr>
              <a:xfrm>
                <a:off x="9065386" y="5870096"/>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359093" bIns="163224"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77" name="Oval 1276">
                <a:extLst>
                  <a:ext uri="{FF2B5EF4-FFF2-40B4-BE49-F238E27FC236}">
                    <a16:creationId xmlns:a16="http://schemas.microsoft.com/office/drawing/2014/main" id="{B16CE72B-0C79-47E0-BA43-01C2FB557FDF}"/>
                  </a:ext>
                </a:extLst>
              </p:cNvPr>
              <p:cNvSpPr/>
              <p:nvPr/>
            </p:nvSpPr>
            <p:spPr>
              <a:xfrm>
                <a:off x="9127606" y="5983742"/>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78" name="Oval 1277">
                <a:extLst>
                  <a:ext uri="{FF2B5EF4-FFF2-40B4-BE49-F238E27FC236}">
                    <a16:creationId xmlns:a16="http://schemas.microsoft.com/office/drawing/2014/main" id="{B16CE72B-0C79-47E0-BA43-01C2FB557FDF}"/>
                  </a:ext>
                </a:extLst>
              </p:cNvPr>
              <p:cNvSpPr/>
              <p:nvPr/>
            </p:nvSpPr>
            <p:spPr>
              <a:xfrm>
                <a:off x="9071147" y="6100848"/>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457028"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79" name="Oval 1278">
                <a:extLst>
                  <a:ext uri="{FF2B5EF4-FFF2-40B4-BE49-F238E27FC236}">
                    <a16:creationId xmlns:a16="http://schemas.microsoft.com/office/drawing/2014/main" id="{B16CE72B-0C79-47E0-BA43-01C2FB557FDF}"/>
                  </a:ext>
                </a:extLst>
              </p:cNvPr>
              <p:cNvSpPr/>
              <p:nvPr/>
            </p:nvSpPr>
            <p:spPr>
              <a:xfrm>
                <a:off x="9131457" y="6232267"/>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554962"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80" name="Oval 1279">
                <a:extLst>
                  <a:ext uri="{FF2B5EF4-FFF2-40B4-BE49-F238E27FC236}">
                    <a16:creationId xmlns:a16="http://schemas.microsoft.com/office/drawing/2014/main" id="{B16CE72B-0C79-47E0-BA43-01C2FB557FDF}"/>
                  </a:ext>
                </a:extLst>
              </p:cNvPr>
              <p:cNvSpPr/>
              <p:nvPr/>
            </p:nvSpPr>
            <p:spPr>
              <a:xfrm>
                <a:off x="9151606" y="6277412"/>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59093"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81" name="Oval 1280">
                <a:extLst>
                  <a:ext uri="{FF2B5EF4-FFF2-40B4-BE49-F238E27FC236}">
                    <a16:creationId xmlns:a16="http://schemas.microsoft.com/office/drawing/2014/main" id="{B16CE72B-0C79-47E0-BA43-01C2FB557FDF}"/>
                  </a:ext>
                </a:extLst>
              </p:cNvPr>
              <p:cNvSpPr/>
              <p:nvPr/>
            </p:nvSpPr>
            <p:spPr>
              <a:xfrm>
                <a:off x="9020443" y="6339949"/>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59093"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82" name="Oval 1281">
                <a:extLst>
                  <a:ext uri="{FF2B5EF4-FFF2-40B4-BE49-F238E27FC236}">
                    <a16:creationId xmlns:a16="http://schemas.microsoft.com/office/drawing/2014/main" id="{B16CE72B-0C79-47E0-BA43-01C2FB557FDF}"/>
                  </a:ext>
                </a:extLst>
              </p:cNvPr>
              <p:cNvSpPr/>
              <p:nvPr/>
            </p:nvSpPr>
            <p:spPr>
              <a:xfrm>
                <a:off x="9098607" y="6291765"/>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359093" bIns="130579"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83" name="Oval 1282">
                <a:extLst>
                  <a:ext uri="{FF2B5EF4-FFF2-40B4-BE49-F238E27FC236}">
                    <a16:creationId xmlns:a16="http://schemas.microsoft.com/office/drawing/2014/main" id="{B16CE72B-0C79-47E0-BA43-01C2FB557FDF}"/>
                  </a:ext>
                </a:extLst>
              </p:cNvPr>
              <p:cNvSpPr/>
              <p:nvPr/>
            </p:nvSpPr>
            <p:spPr>
              <a:xfrm>
                <a:off x="8924090" y="6501681"/>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424383"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84" name="Oval 1283">
                <a:extLst>
                  <a:ext uri="{FF2B5EF4-FFF2-40B4-BE49-F238E27FC236}">
                    <a16:creationId xmlns:a16="http://schemas.microsoft.com/office/drawing/2014/main" id="{B16CE72B-0C79-47E0-BA43-01C2FB557FDF}"/>
                  </a:ext>
                </a:extLst>
              </p:cNvPr>
              <p:cNvSpPr/>
              <p:nvPr/>
            </p:nvSpPr>
            <p:spPr>
              <a:xfrm>
                <a:off x="8873295" y="6562179"/>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424383"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85" name="Oval 1284">
                <a:extLst>
                  <a:ext uri="{FF2B5EF4-FFF2-40B4-BE49-F238E27FC236}">
                    <a16:creationId xmlns:a16="http://schemas.microsoft.com/office/drawing/2014/main" id="{B16CE72B-0C79-47E0-BA43-01C2FB557FDF}"/>
                  </a:ext>
                </a:extLst>
              </p:cNvPr>
              <p:cNvSpPr/>
              <p:nvPr/>
            </p:nvSpPr>
            <p:spPr>
              <a:xfrm>
                <a:off x="8826848" y="6618586"/>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261159"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86" name="Oval 1285">
                <a:extLst>
                  <a:ext uri="{FF2B5EF4-FFF2-40B4-BE49-F238E27FC236}">
                    <a16:creationId xmlns:a16="http://schemas.microsoft.com/office/drawing/2014/main" id="{B16CE72B-0C79-47E0-BA43-01C2FB557FDF}"/>
                  </a:ext>
                </a:extLst>
              </p:cNvPr>
              <p:cNvSpPr/>
              <p:nvPr/>
            </p:nvSpPr>
            <p:spPr>
              <a:xfrm>
                <a:off x="8804965" y="6674599"/>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87" name="Oval 1286">
                <a:extLst>
                  <a:ext uri="{FF2B5EF4-FFF2-40B4-BE49-F238E27FC236}">
                    <a16:creationId xmlns:a16="http://schemas.microsoft.com/office/drawing/2014/main" id="{B16CE72B-0C79-47E0-BA43-01C2FB557FDF}"/>
                  </a:ext>
                </a:extLst>
              </p:cNvPr>
              <p:cNvSpPr/>
              <p:nvPr/>
            </p:nvSpPr>
            <p:spPr>
              <a:xfrm>
                <a:off x="8782492" y="6730346"/>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88" name="Oval 1287">
                <a:extLst>
                  <a:ext uri="{FF2B5EF4-FFF2-40B4-BE49-F238E27FC236}">
                    <a16:creationId xmlns:a16="http://schemas.microsoft.com/office/drawing/2014/main" id="{B16CE72B-0C79-47E0-BA43-01C2FB557FDF}"/>
                  </a:ext>
                </a:extLst>
              </p:cNvPr>
              <p:cNvSpPr/>
              <p:nvPr/>
            </p:nvSpPr>
            <p:spPr>
              <a:xfrm>
                <a:off x="8660430" y="6816355"/>
                <a:ext cx="44943" cy="45144"/>
              </a:xfrm>
              <a:prstGeom prst="ellipse">
                <a:avLst/>
              </a:prstGeom>
              <a:solidFill>
                <a:schemeClr val="bg2">
                  <a:lumMod val="75000"/>
                </a:schemeClr>
              </a:solidFill>
              <a:ln w="6350" cap="flat" cmpd="sng" algn="ctr">
                <a:solidFill>
                  <a:schemeClr val="bg1"/>
                </a:solidFill>
                <a:prstDash val="solid"/>
                <a:miter lim="800000"/>
              </a:ln>
              <a:effectLst/>
            </p:spPr>
            <p:txBody>
              <a:bodyPr rot="0" spcFirstLastPara="0" vertOverflow="overflow" horzOverflow="overflow" vert="horz" wrap="none" lIns="0" tIns="0" rIns="457028"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grpSp>
        <p:sp>
          <p:nvSpPr>
            <p:cNvPr id="493" name="Oval 492">
              <a:extLst>
                <a:ext uri="{FF2B5EF4-FFF2-40B4-BE49-F238E27FC236}">
                  <a16:creationId xmlns:a16="http://schemas.microsoft.com/office/drawing/2014/main" id="{6F995F5F-462F-47F7-BC7E-3229F06A37B2}"/>
                </a:ext>
              </a:extLst>
            </p:cNvPr>
            <p:cNvSpPr/>
            <p:nvPr/>
          </p:nvSpPr>
          <p:spPr>
            <a:xfrm>
              <a:off x="3761805" y="4809177"/>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494" name="Freeform 115">
              <a:extLst>
                <a:ext uri="{FF2B5EF4-FFF2-40B4-BE49-F238E27FC236}">
                  <a16:creationId xmlns:a16="http://schemas.microsoft.com/office/drawing/2014/main" id="{486EE205-39C9-412B-9906-4AB61B905A89}"/>
                </a:ext>
              </a:extLst>
            </p:cNvPr>
            <p:cNvSpPr>
              <a:spLocks noEditPoints="1"/>
            </p:cNvSpPr>
            <p:nvPr/>
          </p:nvSpPr>
          <p:spPr bwMode="auto">
            <a:xfrm rot="3141680">
              <a:off x="9220578" y="5521035"/>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bg2">
                <a:lumMod val="75000"/>
              </a:schemeClr>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grpSp>
          <p:nvGrpSpPr>
            <p:cNvPr id="495" name="Group 494"/>
            <p:cNvGrpSpPr/>
            <p:nvPr/>
          </p:nvGrpSpPr>
          <p:grpSpPr>
            <a:xfrm>
              <a:off x="3366135" y="1935356"/>
              <a:ext cx="4418671" cy="4159351"/>
              <a:chOff x="3261120" y="2249893"/>
              <a:chExt cx="4418671" cy="4159351"/>
            </a:xfrm>
          </p:grpSpPr>
          <p:sp>
            <p:nvSpPr>
              <p:cNvPr id="1134" name="Rounded Rectangle 1133"/>
              <p:cNvSpPr/>
              <p:nvPr/>
            </p:nvSpPr>
            <p:spPr>
              <a:xfrm>
                <a:off x="3875041" y="52988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5" name="Rounded Rectangle 1134"/>
              <p:cNvSpPr/>
              <p:nvPr/>
            </p:nvSpPr>
            <p:spPr>
              <a:xfrm>
                <a:off x="6644046" y="390619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130579"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6" name="Rounded Rectangle 1135"/>
              <p:cNvSpPr/>
              <p:nvPr/>
            </p:nvSpPr>
            <p:spPr>
              <a:xfrm>
                <a:off x="6584122" y="380033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65290" rIns="489673"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7" name="Rounded Rectangle 1136"/>
              <p:cNvSpPr/>
              <p:nvPr/>
            </p:nvSpPr>
            <p:spPr>
              <a:xfrm>
                <a:off x="6777771" y="38874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8" name="Rounded Rectangle 1137"/>
              <p:cNvSpPr/>
              <p:nvPr/>
            </p:nvSpPr>
            <p:spPr>
              <a:xfrm>
                <a:off x="6891905" y="289588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9" name="Rounded Rectangle 1138"/>
              <p:cNvSpPr/>
              <p:nvPr/>
            </p:nvSpPr>
            <p:spPr>
              <a:xfrm>
                <a:off x="6425623" y="305798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0" name="Rounded Rectangle 1139"/>
              <p:cNvSpPr/>
              <p:nvPr/>
            </p:nvSpPr>
            <p:spPr>
              <a:xfrm>
                <a:off x="6451096" y="311308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1" name="Rounded Rectangle 1140"/>
              <p:cNvSpPr/>
              <p:nvPr/>
            </p:nvSpPr>
            <p:spPr>
              <a:xfrm>
                <a:off x="6669707" y="438984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97935"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42" name="Rounded Rectangle 1141"/>
              <p:cNvSpPr/>
              <p:nvPr/>
            </p:nvSpPr>
            <p:spPr>
              <a:xfrm>
                <a:off x="6591652" y="224989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3" name="Rounded Rectangle 1142"/>
              <p:cNvSpPr/>
              <p:nvPr/>
            </p:nvSpPr>
            <p:spPr>
              <a:xfrm>
                <a:off x="6541012" y="255816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4" name="Rounded Rectangle 1143"/>
              <p:cNvSpPr/>
              <p:nvPr/>
            </p:nvSpPr>
            <p:spPr>
              <a:xfrm>
                <a:off x="5884661" y="247029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5" name="Rounded Rectangle 1144"/>
              <p:cNvSpPr/>
              <p:nvPr/>
            </p:nvSpPr>
            <p:spPr>
              <a:xfrm>
                <a:off x="6374726" y="493213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6" name="Rounded Rectangle 1145"/>
              <p:cNvSpPr/>
              <p:nvPr/>
            </p:nvSpPr>
            <p:spPr>
              <a:xfrm>
                <a:off x="6133761" y="518388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7" name="Rounded Rectangle 1146"/>
              <p:cNvSpPr/>
              <p:nvPr/>
            </p:nvSpPr>
            <p:spPr>
              <a:xfrm>
                <a:off x="5696623" y="515288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148" name="Rounded Rectangle 1147"/>
              <p:cNvSpPr/>
              <p:nvPr/>
            </p:nvSpPr>
            <p:spPr>
              <a:xfrm>
                <a:off x="6068705" y="526163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9" name="Rounded Rectangle 1148"/>
              <p:cNvSpPr/>
              <p:nvPr/>
            </p:nvSpPr>
            <p:spPr>
              <a:xfrm>
                <a:off x="5871161" y="540619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0" name="Rounded Rectangle 1149"/>
              <p:cNvSpPr/>
              <p:nvPr/>
            </p:nvSpPr>
            <p:spPr>
              <a:xfrm>
                <a:off x="5915463" y="527645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32645"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1" name="Rounded Rectangle 1150"/>
              <p:cNvSpPr/>
              <p:nvPr/>
            </p:nvSpPr>
            <p:spPr>
              <a:xfrm>
                <a:off x="6204410" y="561519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2" name="Rounded Rectangle 1151"/>
              <p:cNvSpPr/>
              <p:nvPr/>
            </p:nvSpPr>
            <p:spPr>
              <a:xfrm>
                <a:off x="6192235" y="554033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3" name="Rounded Rectangle 1152"/>
              <p:cNvSpPr/>
              <p:nvPr/>
            </p:nvSpPr>
            <p:spPr>
              <a:xfrm>
                <a:off x="5939068" y="496139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154" name="Rounded Rectangle 1153"/>
              <p:cNvSpPr/>
              <p:nvPr/>
            </p:nvSpPr>
            <p:spPr>
              <a:xfrm>
                <a:off x="5730992" y="523721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155" name="Rounded Rectangle 1154"/>
              <p:cNvSpPr/>
              <p:nvPr/>
            </p:nvSpPr>
            <p:spPr>
              <a:xfrm>
                <a:off x="6169803" y="527435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56" name="Rounded Rectangle 1155"/>
              <p:cNvSpPr/>
              <p:nvPr/>
            </p:nvSpPr>
            <p:spPr>
              <a:xfrm>
                <a:off x="6854454" y="573355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57" name="Rounded Rectangle 1156"/>
              <p:cNvSpPr/>
              <p:nvPr/>
            </p:nvSpPr>
            <p:spPr>
              <a:xfrm>
                <a:off x="6442026" y="569895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8" name="Rounded Rectangle 1157"/>
              <p:cNvSpPr/>
              <p:nvPr/>
            </p:nvSpPr>
            <p:spPr>
              <a:xfrm>
                <a:off x="6796380" y="57559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59" name="Rounded Rectangle 1158"/>
              <p:cNvSpPr/>
              <p:nvPr/>
            </p:nvSpPr>
            <p:spPr>
              <a:xfrm>
                <a:off x="6642204" y="551873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0" bIns="163224"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0" name="Rounded Rectangle 1159"/>
              <p:cNvSpPr/>
              <p:nvPr/>
            </p:nvSpPr>
            <p:spPr>
              <a:xfrm>
                <a:off x="6692234" y="57213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61" name="Rounded Rectangle 1160"/>
              <p:cNvSpPr/>
              <p:nvPr/>
            </p:nvSpPr>
            <p:spPr>
              <a:xfrm>
                <a:off x="6395033" y="573355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32645"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2" name="Rounded Rectangle 1161"/>
              <p:cNvSpPr/>
              <p:nvPr/>
            </p:nvSpPr>
            <p:spPr>
              <a:xfrm>
                <a:off x="6782044" y="629204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3" name="Rounded Rectangle 1162"/>
              <p:cNvSpPr/>
              <p:nvPr/>
            </p:nvSpPr>
            <p:spPr>
              <a:xfrm>
                <a:off x="6851505" y="632075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64" name="Rounded Rectangle 1163"/>
              <p:cNvSpPr/>
              <p:nvPr/>
            </p:nvSpPr>
            <p:spPr>
              <a:xfrm>
                <a:off x="6759611" y="636437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5" name="Rounded Rectangle 1164"/>
              <p:cNvSpPr/>
              <p:nvPr/>
            </p:nvSpPr>
            <p:spPr>
              <a:xfrm>
                <a:off x="6571466" y="598978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6" name="Rounded Rectangle 1165"/>
              <p:cNvSpPr/>
              <p:nvPr/>
            </p:nvSpPr>
            <p:spPr>
              <a:xfrm>
                <a:off x="6901433" y="617575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67" name="Rounded Rectangle 1166"/>
              <p:cNvSpPr/>
              <p:nvPr/>
            </p:nvSpPr>
            <p:spPr>
              <a:xfrm>
                <a:off x="3706604" y="537224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8" name="Rounded Rectangle 1167"/>
              <p:cNvSpPr/>
              <p:nvPr/>
            </p:nvSpPr>
            <p:spPr>
              <a:xfrm>
                <a:off x="3684171" y="529449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97935"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69" name="Rounded Rectangle 1168"/>
              <p:cNvSpPr/>
              <p:nvPr/>
            </p:nvSpPr>
            <p:spPr>
              <a:xfrm>
                <a:off x="3903864" y="472100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0" name="Rounded Rectangle 1169"/>
              <p:cNvSpPr/>
              <p:nvPr/>
            </p:nvSpPr>
            <p:spPr>
              <a:xfrm>
                <a:off x="3795594" y="514587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1" name="Rounded Rectangle 1170"/>
              <p:cNvSpPr/>
              <p:nvPr/>
            </p:nvSpPr>
            <p:spPr>
              <a:xfrm>
                <a:off x="3733790" y="518388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2" name="Rounded Rectangle 1171"/>
              <p:cNvSpPr/>
              <p:nvPr/>
            </p:nvSpPr>
            <p:spPr>
              <a:xfrm>
                <a:off x="3958414" y="511329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3" name="Rounded Rectangle 1172"/>
              <p:cNvSpPr/>
              <p:nvPr/>
            </p:nvSpPr>
            <p:spPr>
              <a:xfrm>
                <a:off x="3964772" y="526623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4" name="Rounded Rectangle 1173"/>
              <p:cNvSpPr/>
              <p:nvPr/>
            </p:nvSpPr>
            <p:spPr>
              <a:xfrm>
                <a:off x="4039179" y="525998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5" name="Rounded Rectangle 1174"/>
              <p:cNvSpPr/>
              <p:nvPr/>
            </p:nvSpPr>
            <p:spPr>
              <a:xfrm>
                <a:off x="3340436" y="432594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76" name="Rounded Rectangle 1175"/>
              <p:cNvSpPr/>
              <p:nvPr/>
            </p:nvSpPr>
            <p:spPr>
              <a:xfrm>
                <a:off x="3851433" y="537513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97935" rIns="65290"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77" name="Rounded Rectangle 1176"/>
              <p:cNvSpPr/>
              <p:nvPr/>
            </p:nvSpPr>
            <p:spPr>
              <a:xfrm>
                <a:off x="4482385" y="463150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8" name="Rounded Rectangle 1177"/>
              <p:cNvSpPr/>
              <p:nvPr/>
            </p:nvSpPr>
            <p:spPr>
              <a:xfrm>
                <a:off x="4315569" y="458624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9" name="Rounded Rectangle 1178"/>
              <p:cNvSpPr/>
              <p:nvPr/>
            </p:nvSpPr>
            <p:spPr>
              <a:xfrm>
                <a:off x="4338001" y="472064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0" name="Rounded Rectangle 1179"/>
              <p:cNvSpPr/>
              <p:nvPr/>
            </p:nvSpPr>
            <p:spPr>
              <a:xfrm>
                <a:off x="3557716" y="3698052"/>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1" name="Rounded Rectangle 1180"/>
              <p:cNvSpPr/>
              <p:nvPr/>
            </p:nvSpPr>
            <p:spPr>
              <a:xfrm>
                <a:off x="3714189" y="3960509"/>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82" name="Rounded Rectangle 1181"/>
              <p:cNvSpPr/>
              <p:nvPr/>
            </p:nvSpPr>
            <p:spPr>
              <a:xfrm>
                <a:off x="3844420" y="428397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3" name="Rounded Rectangle 1182"/>
              <p:cNvSpPr/>
              <p:nvPr/>
            </p:nvSpPr>
            <p:spPr>
              <a:xfrm>
                <a:off x="7071653" y="5496306"/>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4" name="Rounded Rectangle 1183"/>
              <p:cNvSpPr/>
              <p:nvPr/>
            </p:nvSpPr>
            <p:spPr>
              <a:xfrm>
                <a:off x="7141761" y="557721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5" name="Rounded Rectangle 1184"/>
              <p:cNvSpPr/>
              <p:nvPr/>
            </p:nvSpPr>
            <p:spPr>
              <a:xfrm>
                <a:off x="6737100" y="486112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86" name="Rounded Rectangle 1185"/>
              <p:cNvSpPr/>
              <p:nvPr/>
            </p:nvSpPr>
            <p:spPr>
              <a:xfrm>
                <a:off x="6968249" y="498769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6529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87" name="Rounded Rectangle 1186"/>
              <p:cNvSpPr/>
              <p:nvPr/>
            </p:nvSpPr>
            <p:spPr>
              <a:xfrm>
                <a:off x="6614322" y="536193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0" bIns="130579"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8" name="Rounded Rectangle 1187"/>
              <p:cNvSpPr/>
              <p:nvPr/>
            </p:nvSpPr>
            <p:spPr>
              <a:xfrm>
                <a:off x="7026788" y="521344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89" name="Rounded Rectangle 1188"/>
              <p:cNvSpPr/>
              <p:nvPr/>
            </p:nvSpPr>
            <p:spPr>
              <a:xfrm>
                <a:off x="6733138" y="541177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130579" rIns="0" bIns="0" numCol="1" spcCol="0" rtlCol="0" fromWordArt="0" anchor="ctr" anchorCtr="0" forceAA="0" compatLnSpc="1">
                <a:prstTxWarp prst="textNoShape">
                  <a:avLst/>
                </a:prstTxWarp>
                <a:noAutofit/>
              </a:bodyPr>
              <a:lstStyle/>
              <a:p>
                <a:pPr algn="ctr" defTabSz="829178">
                  <a:defRPr/>
                </a:pPr>
                <a:endParaRPr lang="en-AU" sz="453" kern="0" dirty="0">
                  <a:latin typeface="Arial"/>
                </a:endParaRPr>
              </a:p>
            </p:txBody>
          </p:sp>
          <p:sp>
            <p:nvSpPr>
              <p:cNvPr id="1190" name="Rounded Rectangle 1189"/>
              <p:cNvSpPr/>
              <p:nvPr/>
            </p:nvSpPr>
            <p:spPr>
              <a:xfrm>
                <a:off x="6680582" y="541817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91" name="Rounded Rectangle 1190"/>
              <p:cNvSpPr/>
              <p:nvPr/>
            </p:nvSpPr>
            <p:spPr>
              <a:xfrm>
                <a:off x="6676722" y="536509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2" name="Rounded Rectangle 1191"/>
              <p:cNvSpPr/>
              <p:nvPr/>
            </p:nvSpPr>
            <p:spPr>
              <a:xfrm>
                <a:off x="4852995" y="289588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3" name="Rounded Rectangle 1192"/>
              <p:cNvSpPr/>
              <p:nvPr/>
            </p:nvSpPr>
            <p:spPr>
              <a:xfrm>
                <a:off x="4504817" y="322355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130579"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4" name="Rounded Rectangle 1193"/>
              <p:cNvSpPr/>
              <p:nvPr/>
            </p:nvSpPr>
            <p:spPr>
              <a:xfrm>
                <a:off x="4779716" y="317868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5" name="Rounded Rectangle 1194"/>
              <p:cNvSpPr/>
              <p:nvPr/>
            </p:nvSpPr>
            <p:spPr>
              <a:xfrm>
                <a:off x="3750728" y="3902331"/>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97935"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6" name="Rounded Rectangle 1195"/>
              <p:cNvSpPr/>
              <p:nvPr/>
            </p:nvSpPr>
            <p:spPr>
              <a:xfrm>
                <a:off x="3919907" y="3976173"/>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7" name="Rounded Rectangle 1196"/>
              <p:cNvSpPr/>
              <p:nvPr/>
            </p:nvSpPr>
            <p:spPr>
              <a:xfrm>
                <a:off x="4314737" y="315449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8" name="Rounded Rectangle 1197"/>
              <p:cNvSpPr/>
              <p:nvPr/>
            </p:nvSpPr>
            <p:spPr>
              <a:xfrm>
                <a:off x="3804491" y="3653048"/>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9" name="Rounded Rectangle 1198"/>
              <p:cNvSpPr/>
              <p:nvPr/>
            </p:nvSpPr>
            <p:spPr>
              <a:xfrm>
                <a:off x="3691757" y="453354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0" name="Rounded Rectangle 1199"/>
              <p:cNvSpPr/>
              <p:nvPr/>
            </p:nvSpPr>
            <p:spPr>
              <a:xfrm>
                <a:off x="3682354" y="44267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1" name="Rounded Rectangle 1200"/>
              <p:cNvSpPr/>
              <p:nvPr/>
            </p:nvSpPr>
            <p:spPr>
              <a:xfrm>
                <a:off x="3744456" y="432436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2" name="Rounded Rectangle 1201"/>
              <p:cNvSpPr/>
              <p:nvPr/>
            </p:nvSpPr>
            <p:spPr>
              <a:xfrm>
                <a:off x="3784618" y="503871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3" name="Rounded Rectangle 1202"/>
              <p:cNvSpPr/>
              <p:nvPr/>
            </p:nvSpPr>
            <p:spPr>
              <a:xfrm>
                <a:off x="3582292" y="484530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04" name="Rounded Rectangle 1203"/>
              <p:cNvSpPr/>
              <p:nvPr/>
            </p:nvSpPr>
            <p:spPr>
              <a:xfrm>
                <a:off x="3443723" y="450172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05" name="Rounded Rectangle 1204"/>
              <p:cNvSpPr/>
              <p:nvPr/>
            </p:nvSpPr>
            <p:spPr>
              <a:xfrm>
                <a:off x="3919907" y="495330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6" name="Rounded Rectangle 1205"/>
              <p:cNvSpPr/>
              <p:nvPr/>
            </p:nvSpPr>
            <p:spPr>
              <a:xfrm>
                <a:off x="3559860" y="470595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7" name="Rounded Rectangle 1206"/>
              <p:cNvSpPr/>
              <p:nvPr/>
            </p:nvSpPr>
            <p:spPr>
              <a:xfrm>
                <a:off x="3512851" y="478844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08" name="Rounded Rectangle 1207"/>
              <p:cNvSpPr/>
              <p:nvPr/>
            </p:nvSpPr>
            <p:spPr>
              <a:xfrm>
                <a:off x="3545368" y="475252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9" name="Rounded Rectangle 1208"/>
              <p:cNvSpPr/>
              <p:nvPr/>
            </p:nvSpPr>
            <p:spPr>
              <a:xfrm>
                <a:off x="3500824" y="4698206"/>
                <a:ext cx="44865" cy="44865"/>
              </a:xfrm>
              <a:prstGeom prst="roundRect">
                <a:avLst/>
              </a:prstGeom>
              <a:solidFill>
                <a:schemeClr val="tx1"/>
              </a:solidFill>
              <a:ln w="6350" cap="flat" cmpd="sng" algn="ctr">
                <a:solidFill>
                  <a:schemeClr val="bg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10" name="Rounded Rectangle 1209"/>
              <p:cNvSpPr/>
              <p:nvPr/>
            </p:nvSpPr>
            <p:spPr>
              <a:xfrm>
                <a:off x="3393454" y="454081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11" name="Rounded Rectangle 1210"/>
              <p:cNvSpPr/>
              <p:nvPr/>
            </p:nvSpPr>
            <p:spPr>
              <a:xfrm>
                <a:off x="3688481" y="479853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2" name="Rounded Rectangle 1211"/>
              <p:cNvSpPr/>
              <p:nvPr/>
            </p:nvSpPr>
            <p:spPr>
              <a:xfrm>
                <a:off x="3873866" y="499018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3" name="Rounded Rectangle 1212"/>
              <p:cNvSpPr/>
              <p:nvPr/>
            </p:nvSpPr>
            <p:spPr>
              <a:xfrm>
                <a:off x="3586799" y="466610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4" name="Rounded Rectangle 1213"/>
              <p:cNvSpPr/>
              <p:nvPr/>
            </p:nvSpPr>
            <p:spPr>
              <a:xfrm>
                <a:off x="3560035" y="462123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5" name="Rounded Rectangle 1214"/>
              <p:cNvSpPr/>
              <p:nvPr/>
            </p:nvSpPr>
            <p:spPr>
              <a:xfrm>
                <a:off x="3348589" y="383819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6" name="Rounded Rectangle 1215"/>
              <p:cNvSpPr/>
              <p:nvPr/>
            </p:nvSpPr>
            <p:spPr>
              <a:xfrm>
                <a:off x="3261120" y="387621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7" name="Rounded Rectangle 1216"/>
              <p:cNvSpPr/>
              <p:nvPr/>
            </p:nvSpPr>
            <p:spPr>
              <a:xfrm>
                <a:off x="3427075" y="3812839"/>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8" name="Rounded Rectangle 1217"/>
              <p:cNvSpPr/>
              <p:nvPr/>
            </p:nvSpPr>
            <p:spPr>
              <a:xfrm>
                <a:off x="4338001" y="478363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9" name="Rounded Rectangle 1218"/>
              <p:cNvSpPr/>
              <p:nvPr/>
            </p:nvSpPr>
            <p:spPr>
              <a:xfrm>
                <a:off x="3737897" y="49319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0" name="Rounded Rectangle 1219"/>
              <p:cNvSpPr/>
              <p:nvPr/>
            </p:nvSpPr>
            <p:spPr>
              <a:xfrm>
                <a:off x="6051094" y="507450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n>
                    <a:solidFill>
                      <a:schemeClr val="accent4"/>
                    </a:solidFill>
                  </a:ln>
                  <a:latin typeface="Arial"/>
                </a:endParaRPr>
              </a:p>
            </p:txBody>
          </p:sp>
          <p:sp>
            <p:nvSpPr>
              <p:cNvPr id="1221" name="Rounded Rectangle 1220"/>
              <p:cNvSpPr/>
              <p:nvPr/>
            </p:nvSpPr>
            <p:spPr>
              <a:xfrm>
                <a:off x="6133761" y="537330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2" name="Rounded Rectangle 1221"/>
              <p:cNvSpPr/>
              <p:nvPr/>
            </p:nvSpPr>
            <p:spPr>
              <a:xfrm>
                <a:off x="6178626" y="541999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3" name="Rounded Rectangle 1222"/>
              <p:cNvSpPr/>
              <p:nvPr/>
            </p:nvSpPr>
            <p:spPr>
              <a:xfrm>
                <a:off x="6721588" y="553151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4" name="Rounded Rectangle 1223"/>
              <p:cNvSpPr/>
              <p:nvPr/>
            </p:nvSpPr>
            <p:spPr>
              <a:xfrm>
                <a:off x="6344714" y="564252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32645"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25" name="Rounded Rectangle 1224"/>
              <p:cNvSpPr/>
              <p:nvPr/>
            </p:nvSpPr>
            <p:spPr>
              <a:xfrm>
                <a:off x="6374726" y="548817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26" name="Rounded Rectangle 1225"/>
              <p:cNvSpPr/>
              <p:nvPr/>
            </p:nvSpPr>
            <p:spPr>
              <a:xfrm>
                <a:off x="6689208" y="55851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7" name="Rounded Rectangle 1226"/>
              <p:cNvSpPr/>
              <p:nvPr/>
            </p:nvSpPr>
            <p:spPr>
              <a:xfrm>
                <a:off x="6495961" y="532420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28" name="Rounded Rectangle 1227"/>
              <p:cNvSpPr/>
              <p:nvPr/>
            </p:nvSpPr>
            <p:spPr>
              <a:xfrm>
                <a:off x="6820253" y="622062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9" name="Rounded Rectangle 1228"/>
              <p:cNvSpPr/>
              <p:nvPr/>
            </p:nvSpPr>
            <p:spPr>
              <a:xfrm>
                <a:off x="6826491" y="625497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30" name="Rounded Rectangle 1229"/>
              <p:cNvSpPr/>
              <p:nvPr/>
            </p:nvSpPr>
            <p:spPr>
              <a:xfrm>
                <a:off x="7519385" y="501246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31" name="Rounded Rectangle 1230"/>
              <p:cNvSpPr/>
              <p:nvPr/>
            </p:nvSpPr>
            <p:spPr>
              <a:xfrm>
                <a:off x="7479797" y="505580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32" name="Rounded Rectangle 1231"/>
              <p:cNvSpPr/>
              <p:nvPr/>
            </p:nvSpPr>
            <p:spPr>
              <a:xfrm>
                <a:off x="7429488" y="493231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3" name="Rounded Rectangle 1232"/>
              <p:cNvSpPr/>
              <p:nvPr/>
            </p:nvSpPr>
            <p:spPr>
              <a:xfrm>
                <a:off x="7331518" y="500138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4" name="Rounded Rectangle 1233"/>
              <p:cNvSpPr/>
              <p:nvPr/>
            </p:nvSpPr>
            <p:spPr>
              <a:xfrm>
                <a:off x="7264522" y="478363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5" name="Rounded Rectangle 1234"/>
              <p:cNvSpPr/>
              <p:nvPr/>
            </p:nvSpPr>
            <p:spPr>
              <a:xfrm>
                <a:off x="7184382" y="545144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36" name="Rounded Rectangle 1235"/>
              <p:cNvSpPr/>
              <p:nvPr/>
            </p:nvSpPr>
            <p:spPr>
              <a:xfrm>
                <a:off x="7189761" y="520678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0" bIns="130579" numCol="1" spcCol="0" rtlCol="0" fromWordArt="0" anchor="ctr" anchorCtr="0" forceAA="0" compatLnSpc="1">
                <a:prstTxWarp prst="textNoShape">
                  <a:avLst/>
                </a:prstTxWarp>
                <a:noAutofit/>
              </a:bodyPr>
              <a:lstStyle/>
              <a:p>
                <a:pPr algn="ctr" defTabSz="829178">
                  <a:defRPr/>
                </a:pPr>
                <a:endParaRPr lang="en-AU" sz="453" kern="0" dirty="0">
                  <a:latin typeface="Arial"/>
                </a:endParaRPr>
              </a:p>
            </p:txBody>
          </p:sp>
          <p:sp>
            <p:nvSpPr>
              <p:cNvPr id="1237" name="Rounded Rectangle 1236"/>
              <p:cNvSpPr/>
              <p:nvPr/>
            </p:nvSpPr>
            <p:spPr>
              <a:xfrm>
                <a:off x="7081439" y="500625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0" bIns="195869"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8" name="Rounded Rectangle 1237"/>
              <p:cNvSpPr/>
              <p:nvPr/>
            </p:nvSpPr>
            <p:spPr>
              <a:xfrm>
                <a:off x="7206287" y="529894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65290"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9" name="Rounded Rectangle 1238"/>
              <p:cNvSpPr/>
              <p:nvPr/>
            </p:nvSpPr>
            <p:spPr>
              <a:xfrm>
                <a:off x="7186621" y="509213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6529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40" name="Rounded Rectangle 1239"/>
              <p:cNvSpPr/>
              <p:nvPr/>
            </p:nvSpPr>
            <p:spPr>
              <a:xfrm>
                <a:off x="7125959" y="534567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65290"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41" name="Rounded Rectangle 1240"/>
              <p:cNvSpPr/>
              <p:nvPr/>
            </p:nvSpPr>
            <p:spPr>
              <a:xfrm>
                <a:off x="7189761" y="355463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2" name="Rounded Rectangle 1241"/>
              <p:cNvSpPr/>
              <p:nvPr/>
            </p:nvSpPr>
            <p:spPr>
              <a:xfrm>
                <a:off x="7104708" y="347343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3" name="Rounded Rectangle 1242"/>
              <p:cNvSpPr/>
              <p:nvPr/>
            </p:nvSpPr>
            <p:spPr>
              <a:xfrm>
                <a:off x="6947646" y="32835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4" name="Rounded Rectangle 1243"/>
              <p:cNvSpPr/>
              <p:nvPr/>
            </p:nvSpPr>
            <p:spPr>
              <a:xfrm>
                <a:off x="6922870" y="391864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130579"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5" name="Rounded Rectangle 1244"/>
              <p:cNvSpPr/>
              <p:nvPr/>
            </p:nvSpPr>
            <p:spPr>
              <a:xfrm>
                <a:off x="6846374" y="437405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6" name="Rounded Rectangle 1245"/>
              <p:cNvSpPr/>
              <p:nvPr/>
            </p:nvSpPr>
            <p:spPr>
              <a:xfrm>
                <a:off x="6855202" y="452751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7" name="Rounded Rectangle 1246"/>
              <p:cNvSpPr/>
              <p:nvPr/>
            </p:nvSpPr>
            <p:spPr>
              <a:xfrm>
                <a:off x="7092912" y="377432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8" name="Rounded Rectangle 1247"/>
              <p:cNvSpPr/>
              <p:nvPr/>
            </p:nvSpPr>
            <p:spPr>
              <a:xfrm>
                <a:off x="6951897" y="319931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9" name="Rounded Rectangle 1248"/>
              <p:cNvSpPr/>
              <p:nvPr/>
            </p:nvSpPr>
            <p:spPr>
              <a:xfrm>
                <a:off x="7064925" y="337562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0" name="Rounded Rectangle 1249"/>
              <p:cNvSpPr/>
              <p:nvPr/>
            </p:nvSpPr>
            <p:spPr>
              <a:xfrm>
                <a:off x="7013115" y="332845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1" name="Rounded Rectangle 1250"/>
              <p:cNvSpPr/>
              <p:nvPr/>
            </p:nvSpPr>
            <p:spPr>
              <a:xfrm>
                <a:off x="7634926" y="434225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2" name="Rounded Rectangle 1251"/>
              <p:cNvSpPr/>
              <p:nvPr/>
            </p:nvSpPr>
            <p:spPr>
              <a:xfrm>
                <a:off x="7434932" y="418164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130579"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3" name="Rounded Rectangle 1252"/>
              <p:cNvSpPr/>
              <p:nvPr/>
            </p:nvSpPr>
            <p:spPr>
              <a:xfrm>
                <a:off x="6907365" y="313382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4" name="Rounded Rectangle 1253"/>
              <p:cNvSpPr/>
              <p:nvPr/>
            </p:nvSpPr>
            <p:spPr>
              <a:xfrm>
                <a:off x="7396751" y="479620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5" name="Rounded Rectangle 1254"/>
              <p:cNvSpPr/>
              <p:nvPr/>
            </p:nvSpPr>
            <p:spPr>
              <a:xfrm>
                <a:off x="6703512" y="346420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6" name="Rounded Rectangle 1255"/>
              <p:cNvSpPr/>
              <p:nvPr/>
            </p:nvSpPr>
            <p:spPr>
              <a:xfrm>
                <a:off x="6513972" y="344994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65290" bIns="163224"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57" name="Rounded Rectangle 1256"/>
              <p:cNvSpPr/>
              <p:nvPr/>
            </p:nvSpPr>
            <p:spPr>
              <a:xfrm>
                <a:off x="6419593" y="347237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97935"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8" name="Rounded Rectangle 1257"/>
              <p:cNvSpPr/>
              <p:nvPr/>
            </p:nvSpPr>
            <p:spPr>
              <a:xfrm>
                <a:off x="6839468" y="344051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6529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59" name="Rounded Rectangle 1258"/>
              <p:cNvSpPr/>
              <p:nvPr/>
            </p:nvSpPr>
            <p:spPr>
              <a:xfrm>
                <a:off x="6933485" y="342176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97935"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0" name="Rounded Rectangle 1259"/>
              <p:cNvSpPr/>
              <p:nvPr/>
            </p:nvSpPr>
            <p:spPr>
              <a:xfrm>
                <a:off x="5499005" y="335088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61" name="Rounded Rectangle 1260"/>
              <p:cNvSpPr/>
              <p:nvPr/>
            </p:nvSpPr>
            <p:spPr>
              <a:xfrm>
                <a:off x="5588329" y="501960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262" name="Rounded Rectangle 1261"/>
              <p:cNvSpPr/>
              <p:nvPr/>
            </p:nvSpPr>
            <p:spPr>
              <a:xfrm>
                <a:off x="7042493" y="516191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3" name="Rounded Rectangle 1262"/>
              <p:cNvSpPr/>
              <p:nvPr/>
            </p:nvSpPr>
            <p:spPr>
              <a:xfrm>
                <a:off x="6961149" y="510369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4" name="Rounded Rectangle 1263"/>
              <p:cNvSpPr/>
              <p:nvPr/>
            </p:nvSpPr>
            <p:spPr>
              <a:xfrm>
                <a:off x="6846303" y="50162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5" name="Rounded Rectangle 1264"/>
              <p:cNvSpPr/>
              <p:nvPr/>
            </p:nvSpPr>
            <p:spPr>
              <a:xfrm>
                <a:off x="5686125" y="448650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97935"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6" name="Rounded Rectangle 1265"/>
              <p:cNvSpPr/>
              <p:nvPr/>
            </p:nvSpPr>
            <p:spPr>
              <a:xfrm>
                <a:off x="5471705" y="489464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2" name="Rounded Rectangle 1179">
                <a:extLst>
                  <a:ext uri="{FF2B5EF4-FFF2-40B4-BE49-F238E27FC236}">
                    <a16:creationId xmlns:a16="http://schemas.microsoft.com/office/drawing/2014/main" id="{F66DAA41-797B-2A14-C4DA-FEDEDCB922BA}"/>
                  </a:ext>
                </a:extLst>
              </p:cNvPr>
              <p:cNvSpPr/>
              <p:nvPr/>
            </p:nvSpPr>
            <p:spPr>
              <a:xfrm>
                <a:off x="3567387" y="369800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5" name="Rounded Rectangle 1180">
                <a:extLst>
                  <a:ext uri="{FF2B5EF4-FFF2-40B4-BE49-F238E27FC236}">
                    <a16:creationId xmlns:a16="http://schemas.microsoft.com/office/drawing/2014/main" id="{4632E9D0-146D-D952-5E7B-8030514E402B}"/>
                  </a:ext>
                </a:extLst>
              </p:cNvPr>
              <p:cNvSpPr/>
              <p:nvPr/>
            </p:nvSpPr>
            <p:spPr>
              <a:xfrm>
                <a:off x="3723859" y="39604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6" name="Rounded Rectangle 1194">
                <a:extLst>
                  <a:ext uri="{FF2B5EF4-FFF2-40B4-BE49-F238E27FC236}">
                    <a16:creationId xmlns:a16="http://schemas.microsoft.com/office/drawing/2014/main" id="{17B238A7-771E-B81A-55F8-35187590FB9A}"/>
                  </a:ext>
                </a:extLst>
              </p:cNvPr>
              <p:cNvSpPr/>
              <p:nvPr/>
            </p:nvSpPr>
            <p:spPr>
              <a:xfrm>
                <a:off x="3760399" y="390228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97935"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7" name="Rounded Rectangle 1195">
                <a:extLst>
                  <a:ext uri="{FF2B5EF4-FFF2-40B4-BE49-F238E27FC236}">
                    <a16:creationId xmlns:a16="http://schemas.microsoft.com/office/drawing/2014/main" id="{642CDC7F-177F-B1FE-4961-BC60EEA93F70}"/>
                  </a:ext>
                </a:extLst>
              </p:cNvPr>
              <p:cNvSpPr/>
              <p:nvPr/>
            </p:nvSpPr>
            <p:spPr>
              <a:xfrm>
                <a:off x="3929578" y="397612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8" name="Rounded Rectangle 1197">
                <a:extLst>
                  <a:ext uri="{FF2B5EF4-FFF2-40B4-BE49-F238E27FC236}">
                    <a16:creationId xmlns:a16="http://schemas.microsoft.com/office/drawing/2014/main" id="{C3CE4F09-507A-BF05-CB2E-3E6E562837A0}"/>
                  </a:ext>
                </a:extLst>
              </p:cNvPr>
              <p:cNvSpPr/>
              <p:nvPr/>
            </p:nvSpPr>
            <p:spPr>
              <a:xfrm>
                <a:off x="3814162" y="365300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9" name="Rounded Rectangle 1216">
                <a:extLst>
                  <a:ext uri="{FF2B5EF4-FFF2-40B4-BE49-F238E27FC236}">
                    <a16:creationId xmlns:a16="http://schemas.microsoft.com/office/drawing/2014/main" id="{D4076EE5-25BE-B25F-CC64-2C27666DA056}"/>
                  </a:ext>
                </a:extLst>
              </p:cNvPr>
              <p:cNvSpPr/>
              <p:nvPr/>
            </p:nvSpPr>
            <p:spPr>
              <a:xfrm>
                <a:off x="3436746" y="381279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grpSp>
        <p:sp>
          <p:nvSpPr>
            <p:cNvPr id="496" name="Rectangle 495"/>
            <p:cNvSpPr/>
            <p:nvPr/>
          </p:nvSpPr>
          <p:spPr>
            <a:xfrm>
              <a:off x="7073759" y="2544696"/>
              <a:ext cx="3163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Cooktown</a:t>
              </a:r>
            </a:p>
          </p:txBody>
        </p:sp>
        <p:sp>
          <p:nvSpPr>
            <p:cNvPr id="497" name="Rectangle 496"/>
            <p:cNvSpPr/>
            <p:nvPr/>
          </p:nvSpPr>
          <p:spPr>
            <a:xfrm>
              <a:off x="6187986" y="2695977"/>
              <a:ext cx="2883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Karumba</a:t>
              </a:r>
            </a:p>
          </p:txBody>
        </p:sp>
        <p:sp>
          <p:nvSpPr>
            <p:cNvPr id="498" name="Rectangle 497"/>
            <p:cNvSpPr/>
            <p:nvPr/>
          </p:nvSpPr>
          <p:spPr>
            <a:xfrm>
              <a:off x="6165827" y="2790976"/>
              <a:ext cx="35097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Normanton</a:t>
              </a:r>
            </a:p>
          </p:txBody>
        </p:sp>
        <p:sp>
          <p:nvSpPr>
            <p:cNvPr id="499" name="Rectangle 498"/>
            <p:cNvSpPr/>
            <p:nvPr/>
          </p:nvSpPr>
          <p:spPr>
            <a:xfrm>
              <a:off x="5689388" y="2914960"/>
              <a:ext cx="281766" cy="172158"/>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Tennant </a:t>
              </a:r>
              <a:br>
                <a:rPr lang="en-AU" sz="544" kern="0" dirty="0">
                  <a:effectLst>
                    <a:glow rad="101600">
                      <a:schemeClr val="bg1">
                        <a:alpha val="60000"/>
                      </a:schemeClr>
                    </a:glow>
                  </a:effectLst>
                </a:rPr>
              </a:br>
              <a:r>
                <a:rPr lang="en-AU" sz="544" kern="0" dirty="0">
                  <a:effectLst>
                    <a:glow rad="101600">
                      <a:schemeClr val="bg1">
                        <a:alpha val="60000"/>
                      </a:schemeClr>
                    </a:glow>
                  </a:effectLst>
                </a:rPr>
                <a:t>Creek</a:t>
              </a:r>
            </a:p>
          </p:txBody>
        </p:sp>
        <p:sp>
          <p:nvSpPr>
            <p:cNvPr id="500" name="Rectangle 499"/>
            <p:cNvSpPr/>
            <p:nvPr/>
          </p:nvSpPr>
          <p:spPr>
            <a:xfrm>
              <a:off x="7073594" y="2673296"/>
              <a:ext cx="20597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Cairns</a:t>
              </a:r>
            </a:p>
          </p:txBody>
        </p:sp>
        <p:sp>
          <p:nvSpPr>
            <p:cNvPr id="501" name="Rectangle 500"/>
            <p:cNvSpPr/>
            <p:nvPr/>
          </p:nvSpPr>
          <p:spPr>
            <a:xfrm>
              <a:off x="6731564" y="2211156"/>
              <a:ext cx="20267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Weipa</a:t>
              </a:r>
            </a:p>
          </p:txBody>
        </p:sp>
        <p:sp>
          <p:nvSpPr>
            <p:cNvPr id="502" name="Rectangle 501"/>
            <p:cNvSpPr/>
            <p:nvPr/>
          </p:nvSpPr>
          <p:spPr>
            <a:xfrm>
              <a:off x="6767377" y="1886640"/>
              <a:ext cx="50915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Thursday Island</a:t>
              </a:r>
            </a:p>
          </p:txBody>
        </p:sp>
        <p:sp>
          <p:nvSpPr>
            <p:cNvPr id="503" name="Rectangle 502"/>
            <p:cNvSpPr/>
            <p:nvPr/>
          </p:nvSpPr>
          <p:spPr>
            <a:xfrm>
              <a:off x="6058894" y="2123614"/>
              <a:ext cx="34108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Nhulunbuy</a:t>
              </a:r>
            </a:p>
          </p:txBody>
        </p:sp>
        <p:sp>
          <p:nvSpPr>
            <p:cNvPr id="504" name="Rectangle 503"/>
            <p:cNvSpPr/>
            <p:nvPr/>
          </p:nvSpPr>
          <p:spPr>
            <a:xfrm>
              <a:off x="5333829" y="2121736"/>
              <a:ext cx="280118"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Darwin</a:t>
              </a:r>
            </a:p>
          </p:txBody>
        </p:sp>
        <p:sp>
          <p:nvSpPr>
            <p:cNvPr id="505" name="Rectangle 504"/>
            <p:cNvSpPr/>
            <p:nvPr/>
          </p:nvSpPr>
          <p:spPr>
            <a:xfrm>
              <a:off x="5529829" y="2344870"/>
              <a:ext cx="30483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Katherine</a:t>
              </a:r>
            </a:p>
          </p:txBody>
        </p:sp>
        <p:sp>
          <p:nvSpPr>
            <p:cNvPr id="506" name="Rectangle 505"/>
            <p:cNvSpPr/>
            <p:nvPr/>
          </p:nvSpPr>
          <p:spPr>
            <a:xfrm>
              <a:off x="7093051" y="2775559"/>
              <a:ext cx="26858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Atherton</a:t>
              </a:r>
            </a:p>
          </p:txBody>
        </p:sp>
        <p:sp>
          <p:nvSpPr>
            <p:cNvPr id="507" name="Rectangle 506"/>
            <p:cNvSpPr/>
            <p:nvPr/>
          </p:nvSpPr>
          <p:spPr>
            <a:xfrm>
              <a:off x="6772326" y="2862701"/>
              <a:ext cx="24386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Innisfail</a:t>
              </a:r>
            </a:p>
          </p:txBody>
        </p:sp>
        <p:sp>
          <p:nvSpPr>
            <p:cNvPr id="508" name="Rectangle 507"/>
            <p:cNvSpPr/>
            <p:nvPr/>
          </p:nvSpPr>
          <p:spPr>
            <a:xfrm>
              <a:off x="7112255" y="2908867"/>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Ingham</a:t>
              </a:r>
            </a:p>
          </p:txBody>
        </p:sp>
        <p:sp>
          <p:nvSpPr>
            <p:cNvPr id="509" name="Rectangle 508"/>
            <p:cNvSpPr/>
            <p:nvPr/>
          </p:nvSpPr>
          <p:spPr>
            <a:xfrm>
              <a:off x="6034749" y="3136949"/>
              <a:ext cx="21420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Mt. Isa</a:t>
              </a:r>
            </a:p>
          </p:txBody>
        </p:sp>
        <p:sp>
          <p:nvSpPr>
            <p:cNvPr id="510" name="Rectangle 509"/>
            <p:cNvSpPr/>
            <p:nvPr/>
          </p:nvSpPr>
          <p:spPr>
            <a:xfrm>
              <a:off x="6034624" y="3037454"/>
              <a:ext cx="30483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Cloncurry</a:t>
              </a:r>
            </a:p>
          </p:txBody>
        </p:sp>
        <p:sp>
          <p:nvSpPr>
            <p:cNvPr id="511" name="Rectangle 510"/>
            <p:cNvSpPr/>
            <p:nvPr/>
          </p:nvSpPr>
          <p:spPr>
            <a:xfrm>
              <a:off x="5912627" y="3238793"/>
              <a:ext cx="576694" cy="86079"/>
            </a:xfrm>
            <a:prstGeom prst="rect">
              <a:avLst/>
            </a:prstGeom>
          </p:spPr>
          <p:txBody>
            <a:bodyPr wrap="square" lIns="0" tIns="0" rIns="0" bIns="0">
              <a:spAutoFit/>
            </a:bodyPr>
            <a:lstStyle/>
            <a:p>
              <a:pPr lvl="0" algn="r">
                <a:defRPr/>
              </a:pPr>
              <a:r>
                <a:rPr lang="en-AU" sz="544" kern="0" dirty="0">
                  <a:effectLst>
                    <a:glow rad="101600">
                      <a:schemeClr val="bg1">
                        <a:alpha val="60000"/>
                      </a:schemeClr>
                    </a:glow>
                  </a:effectLst>
                </a:rPr>
                <a:t>Julia  Creek</a:t>
              </a:r>
            </a:p>
          </p:txBody>
        </p:sp>
        <p:sp>
          <p:nvSpPr>
            <p:cNvPr id="512" name="Freeform 511"/>
            <p:cNvSpPr/>
            <p:nvPr/>
          </p:nvSpPr>
          <p:spPr>
            <a:xfrm>
              <a:off x="6378815" y="3082713"/>
              <a:ext cx="60325" cy="73025"/>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13" name="Rectangle 512"/>
            <p:cNvSpPr/>
            <p:nvPr/>
          </p:nvSpPr>
          <p:spPr>
            <a:xfrm>
              <a:off x="6232231" y="2939072"/>
              <a:ext cx="321312"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Richmond</a:t>
              </a:r>
            </a:p>
          </p:txBody>
        </p:sp>
        <p:sp>
          <p:nvSpPr>
            <p:cNvPr id="514" name="Freeform 513"/>
            <p:cNvSpPr/>
            <p:nvPr/>
          </p:nvSpPr>
          <p:spPr>
            <a:xfrm>
              <a:off x="6572491" y="2984289"/>
              <a:ext cx="63500" cy="14605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15" name="Rectangle 514"/>
            <p:cNvSpPr/>
            <p:nvPr/>
          </p:nvSpPr>
          <p:spPr>
            <a:xfrm>
              <a:off x="6402649" y="3310845"/>
              <a:ext cx="367449"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Hughenden</a:t>
              </a:r>
            </a:p>
          </p:txBody>
        </p:sp>
        <p:sp>
          <p:nvSpPr>
            <p:cNvPr id="516" name="Freeform 515"/>
            <p:cNvSpPr/>
            <p:nvPr/>
          </p:nvSpPr>
          <p:spPr>
            <a:xfrm flipV="1">
              <a:off x="6498196" y="3203363"/>
              <a:ext cx="45719" cy="81597"/>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17" name="Rectangle 516"/>
            <p:cNvSpPr/>
            <p:nvPr/>
          </p:nvSpPr>
          <p:spPr>
            <a:xfrm>
              <a:off x="6706308" y="3023642"/>
              <a:ext cx="281766"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Pentland</a:t>
              </a:r>
            </a:p>
          </p:txBody>
        </p:sp>
        <p:sp>
          <p:nvSpPr>
            <p:cNvPr id="518" name="Freeform 517"/>
            <p:cNvSpPr/>
            <p:nvPr/>
          </p:nvSpPr>
          <p:spPr>
            <a:xfrm flipV="1">
              <a:off x="6777596" y="3203362"/>
              <a:ext cx="45719" cy="15758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19" name="Rectangle 518"/>
            <p:cNvSpPr/>
            <p:nvPr/>
          </p:nvSpPr>
          <p:spPr>
            <a:xfrm>
              <a:off x="6906641" y="3213126"/>
              <a:ext cx="250459" cy="86079"/>
            </a:xfrm>
            <a:prstGeom prst="rect">
              <a:avLst/>
            </a:prstGeom>
            <a:solidFill>
              <a:srgbClr val="DDDCDB"/>
            </a:solidFill>
          </p:spPr>
          <p:txBody>
            <a:bodyPr wrap="none" lIns="0" tIns="0" rIns="0" bIns="0">
              <a:spAutoFit/>
            </a:bodyPr>
            <a:lstStyle/>
            <a:p>
              <a:pPr lvl="0" algn="r">
                <a:defRPr/>
              </a:pPr>
              <a:r>
                <a:rPr lang="en-AU" sz="544" kern="0" dirty="0">
                  <a:effectLst>
                    <a:glow rad="101600">
                      <a:schemeClr val="bg1">
                        <a:alpha val="60000"/>
                      </a:schemeClr>
                    </a:glow>
                  </a:effectLst>
                </a:rPr>
                <a:t>Mingela</a:t>
              </a:r>
            </a:p>
          </p:txBody>
        </p:sp>
        <p:cxnSp>
          <p:nvCxnSpPr>
            <p:cNvPr id="520" name="Straight Connector 519"/>
            <p:cNvCxnSpPr/>
            <p:nvPr/>
          </p:nvCxnSpPr>
          <p:spPr>
            <a:xfrm>
              <a:off x="7061061" y="3157657"/>
              <a:ext cx="0" cy="6548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21" name="Rectangle 520"/>
            <p:cNvSpPr/>
            <p:nvPr/>
          </p:nvSpPr>
          <p:spPr>
            <a:xfrm>
              <a:off x="7400061" y="2970587"/>
              <a:ext cx="25045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Lucinda</a:t>
              </a:r>
            </a:p>
          </p:txBody>
        </p:sp>
        <p:cxnSp>
          <p:nvCxnSpPr>
            <p:cNvPr id="522" name="Straight Connector 521"/>
            <p:cNvCxnSpPr/>
            <p:nvPr/>
          </p:nvCxnSpPr>
          <p:spPr>
            <a:xfrm>
              <a:off x="7163306" y="3027609"/>
              <a:ext cx="219887"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23" name="Rectangle 522"/>
            <p:cNvSpPr/>
            <p:nvPr/>
          </p:nvSpPr>
          <p:spPr>
            <a:xfrm>
              <a:off x="7795295" y="3027737"/>
              <a:ext cx="50091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Magnetic Island</a:t>
              </a:r>
            </a:p>
          </p:txBody>
        </p:sp>
        <p:cxnSp>
          <p:nvCxnSpPr>
            <p:cNvPr id="524" name="Straight Connector 523"/>
            <p:cNvCxnSpPr/>
            <p:nvPr/>
          </p:nvCxnSpPr>
          <p:spPr>
            <a:xfrm>
              <a:off x="7220456" y="3077616"/>
              <a:ext cx="550377"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25" name="Rectangle 524"/>
            <p:cNvSpPr/>
            <p:nvPr/>
          </p:nvSpPr>
          <p:spPr>
            <a:xfrm>
              <a:off x="7424293" y="3073903"/>
              <a:ext cx="33614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Townsville</a:t>
              </a:r>
            </a:p>
          </p:txBody>
        </p:sp>
        <p:sp>
          <p:nvSpPr>
            <p:cNvPr id="526" name="Rectangle 525"/>
            <p:cNvSpPr/>
            <p:nvPr/>
          </p:nvSpPr>
          <p:spPr>
            <a:xfrm>
              <a:off x="7281196" y="3115527"/>
              <a:ext cx="10710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Ayr</a:t>
              </a:r>
            </a:p>
          </p:txBody>
        </p:sp>
        <p:cxnSp>
          <p:nvCxnSpPr>
            <p:cNvPr id="527" name="Straight Connector 526"/>
            <p:cNvCxnSpPr/>
            <p:nvPr/>
          </p:nvCxnSpPr>
          <p:spPr>
            <a:xfrm flipV="1">
              <a:off x="7201406" y="3120070"/>
              <a:ext cx="216000" cy="40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28" name="Rectangle 527"/>
            <p:cNvSpPr/>
            <p:nvPr/>
          </p:nvSpPr>
          <p:spPr>
            <a:xfrm>
              <a:off x="7536009" y="3152361"/>
              <a:ext cx="21750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Bowen</a:t>
              </a:r>
            </a:p>
          </p:txBody>
        </p:sp>
        <p:cxnSp>
          <p:nvCxnSpPr>
            <p:cNvPr id="529" name="Straight Connector 528"/>
            <p:cNvCxnSpPr/>
            <p:nvPr/>
          </p:nvCxnSpPr>
          <p:spPr>
            <a:xfrm flipV="1">
              <a:off x="7296656" y="3220083"/>
              <a:ext cx="216000" cy="40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30" name="Rectangle 529"/>
            <p:cNvSpPr/>
            <p:nvPr/>
          </p:nvSpPr>
          <p:spPr>
            <a:xfrm>
              <a:off x="7474096" y="3345242"/>
              <a:ext cx="24716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Mackay</a:t>
              </a:r>
            </a:p>
          </p:txBody>
        </p:sp>
        <p:sp>
          <p:nvSpPr>
            <p:cNvPr id="531" name="Rectangle 530"/>
            <p:cNvSpPr/>
            <p:nvPr/>
          </p:nvSpPr>
          <p:spPr>
            <a:xfrm>
              <a:off x="7367291" y="3244694"/>
              <a:ext cx="34438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Proserpine</a:t>
              </a:r>
            </a:p>
          </p:txBody>
        </p:sp>
        <p:sp>
          <p:nvSpPr>
            <p:cNvPr id="532" name="Rectangle 531"/>
            <p:cNvSpPr/>
            <p:nvPr/>
          </p:nvSpPr>
          <p:spPr>
            <a:xfrm>
              <a:off x="7261371" y="3421442"/>
              <a:ext cx="20597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Dysart</a:t>
              </a:r>
            </a:p>
          </p:txBody>
        </p:sp>
        <p:sp>
          <p:nvSpPr>
            <p:cNvPr id="533" name="Rectangle 532"/>
            <p:cNvSpPr/>
            <p:nvPr/>
          </p:nvSpPr>
          <p:spPr>
            <a:xfrm>
              <a:off x="6453874" y="3446842"/>
              <a:ext cx="222447"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Winton</a:t>
              </a:r>
            </a:p>
          </p:txBody>
        </p:sp>
        <p:sp>
          <p:nvSpPr>
            <p:cNvPr id="534" name="Rectangle 533"/>
            <p:cNvSpPr/>
            <p:nvPr/>
          </p:nvSpPr>
          <p:spPr>
            <a:xfrm>
              <a:off x="6390979" y="3573842"/>
              <a:ext cx="336142"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Longreach</a:t>
              </a:r>
            </a:p>
          </p:txBody>
        </p:sp>
        <p:sp>
          <p:nvSpPr>
            <p:cNvPr id="535" name="Rectangle 534"/>
            <p:cNvSpPr/>
            <p:nvPr/>
          </p:nvSpPr>
          <p:spPr>
            <a:xfrm>
              <a:off x="6608469" y="3653598"/>
              <a:ext cx="337790"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Barcaldine</a:t>
              </a:r>
            </a:p>
          </p:txBody>
        </p:sp>
        <p:sp>
          <p:nvSpPr>
            <p:cNvPr id="536" name="Rectangle 535"/>
            <p:cNvSpPr/>
            <p:nvPr/>
          </p:nvSpPr>
          <p:spPr>
            <a:xfrm>
              <a:off x="6997619" y="3487841"/>
              <a:ext cx="18290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Alpha</a:t>
              </a:r>
            </a:p>
          </p:txBody>
        </p:sp>
        <p:sp>
          <p:nvSpPr>
            <p:cNvPr id="537" name="Rectangle 536"/>
            <p:cNvSpPr/>
            <p:nvPr/>
          </p:nvSpPr>
          <p:spPr>
            <a:xfrm>
              <a:off x="7150009" y="3672265"/>
              <a:ext cx="265289"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Emerald</a:t>
              </a:r>
            </a:p>
          </p:txBody>
        </p:sp>
        <p:sp>
          <p:nvSpPr>
            <p:cNvPr id="538" name="Rectangle 537"/>
            <p:cNvSpPr/>
            <p:nvPr/>
          </p:nvSpPr>
          <p:spPr>
            <a:xfrm>
              <a:off x="7583831" y="3565860"/>
              <a:ext cx="43995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Rockhampton</a:t>
              </a:r>
            </a:p>
          </p:txBody>
        </p:sp>
        <p:sp>
          <p:nvSpPr>
            <p:cNvPr id="539" name="Rectangle 538"/>
            <p:cNvSpPr/>
            <p:nvPr/>
          </p:nvSpPr>
          <p:spPr>
            <a:xfrm>
              <a:off x="7662299" y="3673071"/>
              <a:ext cx="32625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Gladstone</a:t>
              </a:r>
            </a:p>
          </p:txBody>
        </p:sp>
        <p:sp>
          <p:nvSpPr>
            <p:cNvPr id="540" name="Rectangle 539"/>
            <p:cNvSpPr/>
            <p:nvPr/>
          </p:nvSpPr>
          <p:spPr>
            <a:xfrm>
              <a:off x="7762638" y="3809226"/>
              <a:ext cx="3476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Bundaberg</a:t>
              </a:r>
            </a:p>
          </p:txBody>
        </p:sp>
        <p:sp>
          <p:nvSpPr>
            <p:cNvPr id="541" name="Rectangle 540"/>
            <p:cNvSpPr/>
            <p:nvPr/>
          </p:nvSpPr>
          <p:spPr>
            <a:xfrm>
              <a:off x="7322432" y="3811045"/>
              <a:ext cx="19773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Monto</a:t>
              </a:r>
            </a:p>
          </p:txBody>
        </p:sp>
        <p:cxnSp>
          <p:nvCxnSpPr>
            <p:cNvPr id="542" name="Straight Connector 541"/>
            <p:cNvCxnSpPr/>
            <p:nvPr/>
          </p:nvCxnSpPr>
          <p:spPr>
            <a:xfrm>
              <a:off x="6906280" y="3614857"/>
              <a:ext cx="0" cy="3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43" name="Rectangle 542"/>
            <p:cNvSpPr/>
            <p:nvPr/>
          </p:nvSpPr>
          <p:spPr>
            <a:xfrm>
              <a:off x="6529285" y="4051267"/>
              <a:ext cx="224094"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Quilpie</a:t>
              </a:r>
            </a:p>
          </p:txBody>
        </p:sp>
        <p:sp>
          <p:nvSpPr>
            <p:cNvPr id="544" name="Rectangle 543"/>
            <p:cNvSpPr/>
            <p:nvPr/>
          </p:nvSpPr>
          <p:spPr>
            <a:xfrm>
              <a:off x="6650660" y="3949667"/>
              <a:ext cx="334494"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Charleville</a:t>
              </a:r>
            </a:p>
          </p:txBody>
        </p:sp>
        <p:sp>
          <p:nvSpPr>
            <p:cNvPr id="545" name="Rectangle 544"/>
            <p:cNvSpPr/>
            <p:nvPr/>
          </p:nvSpPr>
          <p:spPr>
            <a:xfrm>
              <a:off x="6563248" y="4165567"/>
              <a:ext cx="38063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Cunnamulla</a:t>
              </a:r>
            </a:p>
          </p:txBody>
        </p:sp>
        <p:sp>
          <p:nvSpPr>
            <p:cNvPr id="546" name="Rectangle 545"/>
            <p:cNvSpPr/>
            <p:nvPr/>
          </p:nvSpPr>
          <p:spPr>
            <a:xfrm>
              <a:off x="7117599" y="3982529"/>
              <a:ext cx="189492"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Roma</a:t>
              </a:r>
            </a:p>
          </p:txBody>
        </p:sp>
        <p:sp>
          <p:nvSpPr>
            <p:cNvPr id="547" name="Rectangle 546"/>
            <p:cNvSpPr/>
            <p:nvPr/>
          </p:nvSpPr>
          <p:spPr>
            <a:xfrm>
              <a:off x="7133545" y="4197405"/>
              <a:ext cx="392167"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Toowoomba</a:t>
              </a:r>
            </a:p>
          </p:txBody>
        </p:sp>
        <p:sp>
          <p:nvSpPr>
            <p:cNvPr id="548" name="Rectangle 547"/>
            <p:cNvSpPr/>
            <p:nvPr/>
          </p:nvSpPr>
          <p:spPr>
            <a:xfrm>
              <a:off x="7795558" y="3898013"/>
              <a:ext cx="41853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Maryborough</a:t>
              </a:r>
            </a:p>
          </p:txBody>
        </p:sp>
        <p:sp>
          <p:nvSpPr>
            <p:cNvPr id="549" name="Rectangle 548"/>
            <p:cNvSpPr/>
            <p:nvPr/>
          </p:nvSpPr>
          <p:spPr>
            <a:xfrm>
              <a:off x="7805064" y="3986095"/>
              <a:ext cx="24716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Gympie</a:t>
              </a:r>
            </a:p>
          </p:txBody>
        </p:sp>
        <p:sp>
          <p:nvSpPr>
            <p:cNvPr id="550" name="Rectangle 549"/>
            <p:cNvSpPr/>
            <p:nvPr/>
          </p:nvSpPr>
          <p:spPr>
            <a:xfrm>
              <a:off x="7823869" y="4072139"/>
              <a:ext cx="50421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Sunshine Coast</a:t>
              </a:r>
            </a:p>
          </p:txBody>
        </p:sp>
        <p:sp>
          <p:nvSpPr>
            <p:cNvPr id="551" name="Rectangle 550"/>
            <p:cNvSpPr/>
            <p:nvPr/>
          </p:nvSpPr>
          <p:spPr>
            <a:xfrm>
              <a:off x="7806883" y="4245907"/>
              <a:ext cx="35756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Gold Coast</a:t>
              </a:r>
            </a:p>
          </p:txBody>
        </p:sp>
        <p:sp>
          <p:nvSpPr>
            <p:cNvPr id="552" name="Rectangle 551"/>
            <p:cNvSpPr/>
            <p:nvPr/>
          </p:nvSpPr>
          <p:spPr>
            <a:xfrm>
              <a:off x="7824747" y="4153783"/>
              <a:ext cx="357563"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Brisbane</a:t>
              </a:r>
            </a:p>
          </p:txBody>
        </p:sp>
        <p:sp>
          <p:nvSpPr>
            <p:cNvPr id="553" name="Rectangle 552"/>
            <p:cNvSpPr/>
            <p:nvPr/>
          </p:nvSpPr>
          <p:spPr>
            <a:xfrm>
              <a:off x="7757039" y="4362227"/>
              <a:ext cx="25375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Lismore</a:t>
              </a:r>
            </a:p>
          </p:txBody>
        </p:sp>
        <p:sp>
          <p:nvSpPr>
            <p:cNvPr id="554" name="Rectangle 553"/>
            <p:cNvSpPr/>
            <p:nvPr/>
          </p:nvSpPr>
          <p:spPr>
            <a:xfrm>
              <a:off x="7368931" y="4369218"/>
              <a:ext cx="23068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Inverell</a:t>
              </a:r>
            </a:p>
          </p:txBody>
        </p:sp>
        <p:sp>
          <p:nvSpPr>
            <p:cNvPr id="555" name="Rectangle 554"/>
            <p:cNvSpPr/>
            <p:nvPr/>
          </p:nvSpPr>
          <p:spPr>
            <a:xfrm>
              <a:off x="7149925" y="4442552"/>
              <a:ext cx="20102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Moree</a:t>
              </a:r>
            </a:p>
          </p:txBody>
        </p:sp>
        <p:sp>
          <p:nvSpPr>
            <p:cNvPr id="556" name="Rectangle 555"/>
            <p:cNvSpPr/>
            <p:nvPr/>
          </p:nvSpPr>
          <p:spPr>
            <a:xfrm>
              <a:off x="7715920" y="4484000"/>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Grafton</a:t>
              </a:r>
            </a:p>
          </p:txBody>
        </p:sp>
        <p:sp>
          <p:nvSpPr>
            <p:cNvPr id="557" name="Rectangle 556"/>
            <p:cNvSpPr/>
            <p:nvPr/>
          </p:nvSpPr>
          <p:spPr>
            <a:xfrm>
              <a:off x="7737712" y="4558198"/>
              <a:ext cx="44159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Coffs Harbour</a:t>
              </a:r>
            </a:p>
          </p:txBody>
        </p:sp>
        <p:sp>
          <p:nvSpPr>
            <p:cNvPr id="558" name="Rectangle 557"/>
            <p:cNvSpPr/>
            <p:nvPr/>
          </p:nvSpPr>
          <p:spPr>
            <a:xfrm>
              <a:off x="7696222" y="4646854"/>
              <a:ext cx="48279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Port Macquarie</a:t>
              </a:r>
            </a:p>
          </p:txBody>
        </p:sp>
        <p:sp>
          <p:nvSpPr>
            <p:cNvPr id="559" name="Rectangle 558"/>
            <p:cNvSpPr/>
            <p:nvPr/>
          </p:nvSpPr>
          <p:spPr>
            <a:xfrm>
              <a:off x="8239907" y="4711453"/>
              <a:ext cx="18619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Taree</a:t>
              </a:r>
            </a:p>
          </p:txBody>
        </p:sp>
        <p:cxnSp>
          <p:nvCxnSpPr>
            <p:cNvPr id="560" name="Straight Connector 559"/>
            <p:cNvCxnSpPr/>
            <p:nvPr/>
          </p:nvCxnSpPr>
          <p:spPr>
            <a:xfrm flipV="1">
              <a:off x="7634826" y="4760772"/>
              <a:ext cx="585578"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61" name="Rectangle 560"/>
            <p:cNvSpPr/>
            <p:nvPr/>
          </p:nvSpPr>
          <p:spPr>
            <a:xfrm>
              <a:off x="7592327" y="4787979"/>
              <a:ext cx="32955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Newcastle</a:t>
              </a:r>
            </a:p>
          </p:txBody>
        </p:sp>
        <p:sp>
          <p:nvSpPr>
            <p:cNvPr id="562" name="Rectangle 561"/>
            <p:cNvSpPr/>
            <p:nvPr/>
          </p:nvSpPr>
          <p:spPr>
            <a:xfrm>
              <a:off x="7507894" y="4847498"/>
              <a:ext cx="25375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Gosford</a:t>
              </a:r>
            </a:p>
          </p:txBody>
        </p:sp>
        <p:sp>
          <p:nvSpPr>
            <p:cNvPr id="563" name="Rectangle 562"/>
            <p:cNvSpPr/>
            <p:nvPr/>
          </p:nvSpPr>
          <p:spPr>
            <a:xfrm>
              <a:off x="8298453" y="4842361"/>
              <a:ext cx="296596"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Sydney</a:t>
              </a:r>
            </a:p>
          </p:txBody>
        </p:sp>
        <p:sp>
          <p:nvSpPr>
            <p:cNvPr id="564" name="Rectangle 563"/>
            <p:cNvSpPr/>
            <p:nvPr/>
          </p:nvSpPr>
          <p:spPr>
            <a:xfrm>
              <a:off x="8460720" y="4995135"/>
              <a:ext cx="37733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Wollongong</a:t>
              </a:r>
            </a:p>
          </p:txBody>
        </p:sp>
        <p:sp>
          <p:nvSpPr>
            <p:cNvPr id="565" name="Rectangle 564"/>
            <p:cNvSpPr/>
            <p:nvPr/>
          </p:nvSpPr>
          <p:spPr>
            <a:xfrm>
              <a:off x="7405500" y="5042760"/>
              <a:ext cx="20432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Nowra</a:t>
              </a:r>
            </a:p>
          </p:txBody>
        </p:sp>
        <p:sp>
          <p:nvSpPr>
            <p:cNvPr id="566" name="Rectangle 565"/>
            <p:cNvSpPr/>
            <p:nvPr/>
          </p:nvSpPr>
          <p:spPr>
            <a:xfrm>
              <a:off x="7365018" y="5126104"/>
              <a:ext cx="46466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Batemans Bay</a:t>
              </a:r>
            </a:p>
          </p:txBody>
        </p:sp>
        <p:sp>
          <p:nvSpPr>
            <p:cNvPr id="567" name="Rectangle 566"/>
            <p:cNvSpPr/>
            <p:nvPr/>
          </p:nvSpPr>
          <p:spPr>
            <a:xfrm>
              <a:off x="7315011" y="5238022"/>
              <a:ext cx="16642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Bega</a:t>
              </a:r>
            </a:p>
          </p:txBody>
        </p:sp>
        <p:sp>
          <p:nvSpPr>
            <p:cNvPr id="568" name="Rectangle 567"/>
            <p:cNvSpPr/>
            <p:nvPr/>
          </p:nvSpPr>
          <p:spPr>
            <a:xfrm>
              <a:off x="7899248" y="5195978"/>
              <a:ext cx="22903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Cooma</a:t>
              </a:r>
            </a:p>
          </p:txBody>
        </p:sp>
        <p:sp>
          <p:nvSpPr>
            <p:cNvPr id="569" name="Freeform 568"/>
            <p:cNvSpPr/>
            <p:nvPr/>
          </p:nvSpPr>
          <p:spPr>
            <a:xfrm flipH="1" flipV="1">
              <a:off x="7201140" y="5227094"/>
              <a:ext cx="684000" cy="1800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70" name="Rectangle 569"/>
            <p:cNvSpPr/>
            <p:nvPr/>
          </p:nvSpPr>
          <p:spPr>
            <a:xfrm>
              <a:off x="6740123" y="4442552"/>
              <a:ext cx="22574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Bourke</a:t>
              </a:r>
            </a:p>
          </p:txBody>
        </p:sp>
        <p:sp>
          <p:nvSpPr>
            <p:cNvPr id="571" name="Rectangle 570"/>
            <p:cNvSpPr/>
            <p:nvPr/>
          </p:nvSpPr>
          <p:spPr>
            <a:xfrm>
              <a:off x="6263979" y="4516749"/>
              <a:ext cx="34602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Broken Hill</a:t>
              </a:r>
            </a:p>
          </p:txBody>
        </p:sp>
        <p:sp>
          <p:nvSpPr>
            <p:cNvPr id="572" name="Rectangle 571"/>
            <p:cNvSpPr/>
            <p:nvPr/>
          </p:nvSpPr>
          <p:spPr>
            <a:xfrm>
              <a:off x="6671390" y="4659946"/>
              <a:ext cx="24551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Nyngan</a:t>
              </a:r>
            </a:p>
          </p:txBody>
        </p:sp>
        <p:sp>
          <p:nvSpPr>
            <p:cNvPr id="573" name="Rectangle 572"/>
            <p:cNvSpPr/>
            <p:nvPr/>
          </p:nvSpPr>
          <p:spPr>
            <a:xfrm>
              <a:off x="6714015" y="4590226"/>
              <a:ext cx="36415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Coonamble</a:t>
              </a:r>
            </a:p>
          </p:txBody>
        </p:sp>
        <p:sp>
          <p:nvSpPr>
            <p:cNvPr id="574" name="Rectangle 573"/>
            <p:cNvSpPr/>
            <p:nvPr/>
          </p:nvSpPr>
          <p:spPr>
            <a:xfrm>
              <a:off x="8254483" y="4602543"/>
              <a:ext cx="28176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Armidale</a:t>
              </a:r>
            </a:p>
          </p:txBody>
        </p:sp>
        <p:cxnSp>
          <p:nvCxnSpPr>
            <p:cNvPr id="575" name="Straight Connector 574"/>
            <p:cNvCxnSpPr/>
            <p:nvPr/>
          </p:nvCxnSpPr>
          <p:spPr>
            <a:xfrm flipV="1">
              <a:off x="7587201" y="4649647"/>
              <a:ext cx="64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76" name="Rectangle 575"/>
            <p:cNvSpPr/>
            <p:nvPr/>
          </p:nvSpPr>
          <p:spPr>
            <a:xfrm>
              <a:off x="7169077" y="4514195"/>
              <a:ext cx="3163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Tamworth</a:t>
              </a:r>
            </a:p>
          </p:txBody>
        </p:sp>
        <p:sp>
          <p:nvSpPr>
            <p:cNvPr id="577" name="Rectangle 576"/>
            <p:cNvSpPr/>
            <p:nvPr/>
          </p:nvSpPr>
          <p:spPr>
            <a:xfrm>
              <a:off x="6684961" y="4323661"/>
              <a:ext cx="49267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Coonabarabran</a:t>
              </a:r>
            </a:p>
          </p:txBody>
        </p:sp>
        <p:sp>
          <p:nvSpPr>
            <p:cNvPr id="578" name="Freeform 577"/>
            <p:cNvSpPr/>
            <p:nvPr/>
          </p:nvSpPr>
          <p:spPr>
            <a:xfrm flipH="1" flipV="1">
              <a:off x="7140078" y="4422838"/>
              <a:ext cx="36000" cy="290268"/>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79" name="Rectangle 578"/>
            <p:cNvSpPr/>
            <p:nvPr/>
          </p:nvSpPr>
          <p:spPr>
            <a:xfrm>
              <a:off x="8001448" y="4766631"/>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Orange</a:t>
              </a:r>
            </a:p>
          </p:txBody>
        </p:sp>
        <p:cxnSp>
          <p:nvCxnSpPr>
            <p:cNvPr id="580" name="Straight Connector 579"/>
            <p:cNvCxnSpPr/>
            <p:nvPr/>
          </p:nvCxnSpPr>
          <p:spPr>
            <a:xfrm flipV="1">
              <a:off x="7544339" y="4798872"/>
              <a:ext cx="43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81" name="Rectangle 580"/>
            <p:cNvSpPr/>
            <p:nvPr/>
          </p:nvSpPr>
          <p:spPr>
            <a:xfrm>
              <a:off x="6905219" y="4714606"/>
              <a:ext cx="20926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Dubbo</a:t>
              </a:r>
            </a:p>
          </p:txBody>
        </p:sp>
        <p:sp>
          <p:nvSpPr>
            <p:cNvPr id="582" name="Rectangle 581"/>
            <p:cNvSpPr/>
            <p:nvPr/>
          </p:nvSpPr>
          <p:spPr>
            <a:xfrm>
              <a:off x="6669769" y="4764586"/>
              <a:ext cx="33119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Narromine</a:t>
              </a:r>
            </a:p>
          </p:txBody>
        </p:sp>
        <p:sp>
          <p:nvSpPr>
            <p:cNvPr id="583" name="Rectangle 582"/>
            <p:cNvSpPr/>
            <p:nvPr/>
          </p:nvSpPr>
          <p:spPr>
            <a:xfrm>
              <a:off x="7150279" y="4585970"/>
              <a:ext cx="25704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Mudgee</a:t>
              </a:r>
            </a:p>
          </p:txBody>
        </p:sp>
        <p:cxnSp>
          <p:nvCxnSpPr>
            <p:cNvPr id="584" name="Straight Connector 583"/>
            <p:cNvCxnSpPr/>
            <p:nvPr/>
          </p:nvCxnSpPr>
          <p:spPr>
            <a:xfrm>
              <a:off x="7461111" y="4605457"/>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p:cNvCxnSpPr/>
            <p:nvPr/>
          </p:nvCxnSpPr>
          <p:spPr>
            <a:xfrm>
              <a:off x="7311092" y="4688801"/>
              <a:ext cx="0" cy="9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86" name="Rectangle 585"/>
            <p:cNvSpPr/>
            <p:nvPr/>
          </p:nvSpPr>
          <p:spPr>
            <a:xfrm>
              <a:off x="7824589" y="4873307"/>
              <a:ext cx="26528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Bathurst</a:t>
              </a:r>
            </a:p>
          </p:txBody>
        </p:sp>
        <p:cxnSp>
          <p:nvCxnSpPr>
            <p:cNvPr id="587" name="Straight Connector 586"/>
            <p:cNvCxnSpPr/>
            <p:nvPr/>
          </p:nvCxnSpPr>
          <p:spPr>
            <a:xfrm flipV="1">
              <a:off x="7339550" y="4929842"/>
              <a:ext cx="46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88" name="Rectangle 587"/>
            <p:cNvSpPr/>
            <p:nvPr/>
          </p:nvSpPr>
          <p:spPr>
            <a:xfrm>
              <a:off x="6957944" y="4921372"/>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Orange</a:t>
              </a:r>
            </a:p>
          </p:txBody>
        </p:sp>
        <p:sp>
          <p:nvSpPr>
            <p:cNvPr id="589" name="Rectangle 588"/>
            <p:cNvSpPr/>
            <p:nvPr/>
          </p:nvSpPr>
          <p:spPr>
            <a:xfrm>
              <a:off x="6895988" y="4819354"/>
              <a:ext cx="22244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Parkes</a:t>
              </a:r>
            </a:p>
          </p:txBody>
        </p:sp>
        <p:sp>
          <p:nvSpPr>
            <p:cNvPr id="590" name="Rectangle 589"/>
            <p:cNvSpPr/>
            <p:nvPr/>
          </p:nvSpPr>
          <p:spPr>
            <a:xfrm>
              <a:off x="6884081" y="4874123"/>
              <a:ext cx="22244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Forbes</a:t>
              </a:r>
            </a:p>
          </p:txBody>
        </p:sp>
        <p:sp>
          <p:nvSpPr>
            <p:cNvPr id="591" name="Rectangle 590"/>
            <p:cNvSpPr/>
            <p:nvPr/>
          </p:nvSpPr>
          <p:spPr>
            <a:xfrm>
              <a:off x="8909980" y="4964213"/>
              <a:ext cx="20432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Cowra</a:t>
              </a:r>
            </a:p>
          </p:txBody>
        </p:sp>
        <p:cxnSp>
          <p:nvCxnSpPr>
            <p:cNvPr id="592" name="Straight Connector 591"/>
            <p:cNvCxnSpPr/>
            <p:nvPr/>
          </p:nvCxnSpPr>
          <p:spPr>
            <a:xfrm flipV="1">
              <a:off x="7367291" y="4998898"/>
              <a:ext cx="1374546"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p:cNvCxnSpPr/>
            <p:nvPr/>
          </p:nvCxnSpPr>
          <p:spPr>
            <a:xfrm flipV="1">
              <a:off x="7415750" y="5025092"/>
              <a:ext cx="100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94" name="Rectangle 593"/>
            <p:cNvSpPr/>
            <p:nvPr/>
          </p:nvSpPr>
          <p:spPr>
            <a:xfrm>
              <a:off x="8106900" y="5011582"/>
              <a:ext cx="29330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Goulburn</a:t>
              </a:r>
            </a:p>
          </p:txBody>
        </p:sp>
        <p:cxnSp>
          <p:nvCxnSpPr>
            <p:cNvPr id="595" name="Straight Connector 594"/>
            <p:cNvCxnSpPr/>
            <p:nvPr/>
          </p:nvCxnSpPr>
          <p:spPr>
            <a:xfrm flipV="1">
              <a:off x="7270494" y="5041761"/>
              <a:ext cx="82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96" name="Rectangle 595"/>
            <p:cNvSpPr/>
            <p:nvPr/>
          </p:nvSpPr>
          <p:spPr>
            <a:xfrm>
              <a:off x="6763246" y="5598854"/>
              <a:ext cx="421825"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Melbourne</a:t>
              </a:r>
            </a:p>
          </p:txBody>
        </p:sp>
        <p:sp>
          <p:nvSpPr>
            <p:cNvPr id="597" name="Freeform 596"/>
            <p:cNvSpPr/>
            <p:nvPr/>
          </p:nvSpPr>
          <p:spPr>
            <a:xfrm>
              <a:off x="6773868" y="5389191"/>
              <a:ext cx="18000" cy="21600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98" name="Rectangle 597"/>
            <p:cNvSpPr/>
            <p:nvPr/>
          </p:nvSpPr>
          <p:spPr>
            <a:xfrm>
              <a:off x="6868899" y="5482197"/>
              <a:ext cx="16642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Bega</a:t>
              </a:r>
            </a:p>
          </p:txBody>
        </p:sp>
        <p:sp>
          <p:nvSpPr>
            <p:cNvPr id="599" name="Rectangle 598"/>
            <p:cNvSpPr/>
            <p:nvPr/>
          </p:nvSpPr>
          <p:spPr>
            <a:xfrm>
              <a:off x="7023820" y="5405874"/>
              <a:ext cx="33779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Bairnsdale</a:t>
              </a:r>
            </a:p>
          </p:txBody>
        </p:sp>
        <p:sp>
          <p:nvSpPr>
            <p:cNvPr id="600" name="Rectangle 599"/>
            <p:cNvSpPr/>
            <p:nvPr/>
          </p:nvSpPr>
          <p:spPr>
            <a:xfrm>
              <a:off x="7435613" y="5375099"/>
              <a:ext cx="2883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Warragul</a:t>
              </a:r>
            </a:p>
          </p:txBody>
        </p:sp>
        <p:cxnSp>
          <p:nvCxnSpPr>
            <p:cNvPr id="601" name="Straight Connector 600"/>
            <p:cNvCxnSpPr/>
            <p:nvPr/>
          </p:nvCxnSpPr>
          <p:spPr>
            <a:xfrm flipV="1">
              <a:off x="6844250" y="5413235"/>
              <a:ext cx="576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02" name="Rectangle 601"/>
            <p:cNvSpPr/>
            <p:nvPr/>
          </p:nvSpPr>
          <p:spPr>
            <a:xfrm>
              <a:off x="6862565" y="5269075"/>
              <a:ext cx="28506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Seymour</a:t>
              </a:r>
            </a:p>
          </p:txBody>
        </p:sp>
        <p:sp>
          <p:nvSpPr>
            <p:cNvPr id="603" name="Rectangle 602"/>
            <p:cNvSpPr/>
            <p:nvPr/>
          </p:nvSpPr>
          <p:spPr>
            <a:xfrm>
              <a:off x="6888806" y="5196190"/>
              <a:ext cx="23892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Benalla</a:t>
              </a:r>
            </a:p>
          </p:txBody>
        </p:sp>
        <p:sp>
          <p:nvSpPr>
            <p:cNvPr id="604" name="Rectangle 603"/>
            <p:cNvSpPr/>
            <p:nvPr/>
          </p:nvSpPr>
          <p:spPr>
            <a:xfrm>
              <a:off x="5670443" y="5173020"/>
              <a:ext cx="36744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Shepparton</a:t>
              </a:r>
            </a:p>
          </p:txBody>
        </p:sp>
        <p:sp>
          <p:nvSpPr>
            <p:cNvPr id="605" name="Rectangle 604"/>
            <p:cNvSpPr/>
            <p:nvPr/>
          </p:nvSpPr>
          <p:spPr>
            <a:xfrm>
              <a:off x="6430378" y="5552364"/>
              <a:ext cx="27023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Geelong</a:t>
              </a:r>
            </a:p>
          </p:txBody>
        </p:sp>
        <p:cxnSp>
          <p:nvCxnSpPr>
            <p:cNvPr id="606" name="Straight Connector 605"/>
            <p:cNvCxnSpPr/>
            <p:nvPr/>
          </p:nvCxnSpPr>
          <p:spPr>
            <a:xfrm>
              <a:off x="6687170" y="5462364"/>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07" name="Rectangle 606"/>
            <p:cNvSpPr/>
            <p:nvPr/>
          </p:nvSpPr>
          <p:spPr>
            <a:xfrm>
              <a:off x="6022091" y="5406848"/>
              <a:ext cx="4267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Warrnambool</a:t>
              </a:r>
            </a:p>
          </p:txBody>
        </p:sp>
        <p:sp>
          <p:nvSpPr>
            <p:cNvPr id="608" name="Rectangle 607"/>
            <p:cNvSpPr/>
            <p:nvPr/>
          </p:nvSpPr>
          <p:spPr>
            <a:xfrm>
              <a:off x="5759055" y="5368093"/>
              <a:ext cx="18290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Colac</a:t>
              </a:r>
            </a:p>
          </p:txBody>
        </p:sp>
        <p:cxnSp>
          <p:nvCxnSpPr>
            <p:cNvPr id="609" name="Straight Connector 608"/>
            <p:cNvCxnSpPr/>
            <p:nvPr/>
          </p:nvCxnSpPr>
          <p:spPr>
            <a:xfrm>
              <a:off x="6006817" y="5408624"/>
              <a:ext cx="54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0" name="Straight Connector 609"/>
            <p:cNvCxnSpPr/>
            <p:nvPr/>
          </p:nvCxnSpPr>
          <p:spPr>
            <a:xfrm>
              <a:off x="5725535" y="5359075"/>
              <a:ext cx="72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11" name="Rectangle 610"/>
            <p:cNvSpPr/>
            <p:nvPr/>
          </p:nvSpPr>
          <p:spPr>
            <a:xfrm>
              <a:off x="5414533" y="5313541"/>
              <a:ext cx="28176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Hamilton</a:t>
              </a:r>
            </a:p>
          </p:txBody>
        </p:sp>
        <p:sp>
          <p:nvSpPr>
            <p:cNvPr id="612" name="Rectangle 611"/>
            <p:cNvSpPr/>
            <p:nvPr/>
          </p:nvSpPr>
          <p:spPr>
            <a:xfrm>
              <a:off x="5754067" y="5267834"/>
              <a:ext cx="49103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Mount Gambier</a:t>
              </a:r>
            </a:p>
          </p:txBody>
        </p:sp>
        <p:sp>
          <p:nvSpPr>
            <p:cNvPr id="613" name="Freeform 612"/>
            <p:cNvSpPr/>
            <p:nvPr/>
          </p:nvSpPr>
          <p:spPr>
            <a:xfrm flipV="1">
              <a:off x="6439872" y="5383037"/>
              <a:ext cx="192391" cy="165725"/>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614" name="Rectangle 613"/>
            <p:cNvSpPr/>
            <p:nvPr/>
          </p:nvSpPr>
          <p:spPr>
            <a:xfrm>
              <a:off x="6107160" y="5505059"/>
              <a:ext cx="24222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Ballarat</a:t>
              </a:r>
            </a:p>
          </p:txBody>
        </p:sp>
        <p:sp>
          <p:nvSpPr>
            <p:cNvPr id="615" name="Rectangle 614"/>
            <p:cNvSpPr/>
            <p:nvPr/>
          </p:nvSpPr>
          <p:spPr>
            <a:xfrm>
              <a:off x="6370383" y="5223160"/>
              <a:ext cx="26199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Bendigo</a:t>
              </a:r>
            </a:p>
          </p:txBody>
        </p:sp>
        <p:cxnSp>
          <p:nvCxnSpPr>
            <p:cNvPr id="616" name="Straight Connector 615"/>
            <p:cNvCxnSpPr/>
            <p:nvPr/>
          </p:nvCxnSpPr>
          <p:spPr>
            <a:xfrm flipV="1">
              <a:off x="6096701" y="5223262"/>
              <a:ext cx="64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17" name="Rectangle 616"/>
            <p:cNvSpPr/>
            <p:nvPr/>
          </p:nvSpPr>
          <p:spPr>
            <a:xfrm>
              <a:off x="5245962" y="5227094"/>
              <a:ext cx="35097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Naracoorte</a:t>
              </a:r>
            </a:p>
          </p:txBody>
        </p:sp>
        <p:cxnSp>
          <p:nvCxnSpPr>
            <p:cNvPr id="618" name="Straight Connector 617"/>
            <p:cNvCxnSpPr/>
            <p:nvPr/>
          </p:nvCxnSpPr>
          <p:spPr>
            <a:xfrm flipV="1">
              <a:off x="5643921" y="5266208"/>
              <a:ext cx="64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19" name="Rectangle 618"/>
            <p:cNvSpPr/>
            <p:nvPr/>
          </p:nvSpPr>
          <p:spPr>
            <a:xfrm>
              <a:off x="5246693" y="5145048"/>
              <a:ext cx="2883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Horsham</a:t>
              </a:r>
            </a:p>
          </p:txBody>
        </p:sp>
        <p:cxnSp>
          <p:nvCxnSpPr>
            <p:cNvPr id="620" name="Straight Connector 619"/>
            <p:cNvCxnSpPr/>
            <p:nvPr/>
          </p:nvCxnSpPr>
          <p:spPr>
            <a:xfrm flipV="1">
              <a:off x="5572824" y="5192305"/>
              <a:ext cx="90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21" name="Rectangle 620"/>
            <p:cNvSpPr/>
            <p:nvPr/>
          </p:nvSpPr>
          <p:spPr>
            <a:xfrm>
              <a:off x="6625043" y="5129101"/>
              <a:ext cx="21091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Griffith</a:t>
              </a:r>
            </a:p>
          </p:txBody>
        </p:sp>
        <p:sp>
          <p:nvSpPr>
            <p:cNvPr id="622" name="Rectangle 621"/>
            <p:cNvSpPr/>
            <p:nvPr/>
          </p:nvSpPr>
          <p:spPr>
            <a:xfrm>
              <a:off x="4907011" y="5102575"/>
              <a:ext cx="240573" cy="172158"/>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Murray </a:t>
              </a:r>
              <a:br>
                <a:rPr lang="en-AU" sz="544" kern="0" dirty="0">
                  <a:effectLst>
                    <a:glow rad="101600">
                      <a:schemeClr val="bg1">
                        <a:alpha val="60000"/>
                      </a:schemeClr>
                    </a:glow>
                  </a:effectLst>
                </a:rPr>
              </a:br>
              <a:r>
                <a:rPr lang="en-AU" sz="544" kern="0" dirty="0">
                  <a:effectLst>
                    <a:glow rad="101600">
                      <a:schemeClr val="bg1">
                        <a:alpha val="60000"/>
                      </a:schemeClr>
                    </a:glow>
                  </a:effectLst>
                </a:rPr>
                <a:t>Bridge</a:t>
              </a:r>
            </a:p>
          </p:txBody>
        </p:sp>
        <p:cxnSp>
          <p:nvCxnSpPr>
            <p:cNvPr id="623" name="Straight Connector 622"/>
            <p:cNvCxnSpPr/>
            <p:nvPr/>
          </p:nvCxnSpPr>
          <p:spPr>
            <a:xfrm flipV="1">
              <a:off x="5134674" y="5144681"/>
              <a:ext cx="115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24" name="Rectangle 623"/>
            <p:cNvSpPr/>
            <p:nvPr/>
          </p:nvSpPr>
          <p:spPr>
            <a:xfrm>
              <a:off x="6486398" y="5076775"/>
              <a:ext cx="12687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Hay</a:t>
              </a:r>
            </a:p>
          </p:txBody>
        </p:sp>
        <p:cxnSp>
          <p:nvCxnSpPr>
            <p:cNvPr id="625" name="Straight Connector 624"/>
            <p:cNvCxnSpPr/>
            <p:nvPr/>
          </p:nvCxnSpPr>
          <p:spPr>
            <a:xfrm flipV="1">
              <a:off x="6637884" y="5123042"/>
              <a:ext cx="144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26" name="Rectangle 625"/>
            <p:cNvSpPr/>
            <p:nvPr/>
          </p:nvSpPr>
          <p:spPr>
            <a:xfrm>
              <a:off x="7008036" y="5144097"/>
              <a:ext cx="20267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Albury</a:t>
              </a:r>
            </a:p>
          </p:txBody>
        </p:sp>
        <p:sp>
          <p:nvSpPr>
            <p:cNvPr id="627" name="Rectangle 626"/>
            <p:cNvSpPr/>
            <p:nvPr/>
          </p:nvSpPr>
          <p:spPr>
            <a:xfrm>
              <a:off x="7956222" y="5091583"/>
              <a:ext cx="47125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Wagga Wagga</a:t>
              </a:r>
            </a:p>
          </p:txBody>
        </p:sp>
        <p:cxnSp>
          <p:nvCxnSpPr>
            <p:cNvPr id="628" name="Straight Connector 627"/>
            <p:cNvCxnSpPr/>
            <p:nvPr/>
          </p:nvCxnSpPr>
          <p:spPr>
            <a:xfrm flipV="1">
              <a:off x="6979983" y="5127486"/>
              <a:ext cx="97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29" name="Rectangle 628"/>
            <p:cNvSpPr/>
            <p:nvPr/>
          </p:nvSpPr>
          <p:spPr>
            <a:xfrm>
              <a:off x="6851067" y="5010605"/>
              <a:ext cx="21750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Leeton</a:t>
              </a:r>
            </a:p>
          </p:txBody>
        </p:sp>
        <p:sp>
          <p:nvSpPr>
            <p:cNvPr id="630" name="Rectangle 629"/>
            <p:cNvSpPr/>
            <p:nvPr/>
          </p:nvSpPr>
          <p:spPr>
            <a:xfrm>
              <a:off x="6508599" y="4829264"/>
              <a:ext cx="31472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Deniliquin</a:t>
              </a:r>
            </a:p>
          </p:txBody>
        </p:sp>
        <p:cxnSp>
          <p:nvCxnSpPr>
            <p:cNvPr id="631" name="Straight Connector 630"/>
            <p:cNvCxnSpPr/>
            <p:nvPr/>
          </p:nvCxnSpPr>
          <p:spPr>
            <a:xfrm>
              <a:off x="6756165" y="4936247"/>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32" name="Rectangle 631"/>
            <p:cNvSpPr/>
            <p:nvPr/>
          </p:nvSpPr>
          <p:spPr>
            <a:xfrm>
              <a:off x="5402086" y="5059289"/>
              <a:ext cx="51904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Kangaroo Island</a:t>
              </a:r>
            </a:p>
          </p:txBody>
        </p:sp>
        <p:sp>
          <p:nvSpPr>
            <p:cNvPr id="633" name="Rectangle 632"/>
            <p:cNvSpPr/>
            <p:nvPr/>
          </p:nvSpPr>
          <p:spPr>
            <a:xfrm>
              <a:off x="4870971" y="5014265"/>
              <a:ext cx="4267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Mount Barker</a:t>
              </a:r>
            </a:p>
          </p:txBody>
        </p:sp>
        <p:sp>
          <p:nvSpPr>
            <p:cNvPr id="634" name="Rectangle 633"/>
            <p:cNvSpPr/>
            <p:nvPr/>
          </p:nvSpPr>
          <p:spPr>
            <a:xfrm>
              <a:off x="5741601" y="4987938"/>
              <a:ext cx="347676" cy="100447"/>
            </a:xfrm>
            <a:prstGeom prst="rect">
              <a:avLst/>
            </a:prstGeom>
          </p:spPr>
          <p:txBody>
            <a:bodyPr wrap="none" lIns="0" tIns="0" rIns="0" bIns="0">
              <a:spAutoFit/>
            </a:bodyPr>
            <a:lstStyle/>
            <a:p>
              <a:pPr lvl="0" algn="r">
                <a:defRPr/>
              </a:pPr>
              <a:r>
                <a:rPr lang="en-AU" sz="635" b="1" kern="0" dirty="0">
                  <a:effectLst>
                    <a:glow rad="101600">
                      <a:schemeClr val="bg1">
                        <a:alpha val="60000"/>
                      </a:schemeClr>
                    </a:glow>
                  </a:effectLst>
                </a:rPr>
                <a:t>Adelaide</a:t>
              </a:r>
            </a:p>
          </p:txBody>
        </p:sp>
        <p:cxnSp>
          <p:nvCxnSpPr>
            <p:cNvPr id="635" name="Straight Connector 634"/>
            <p:cNvCxnSpPr/>
            <p:nvPr/>
          </p:nvCxnSpPr>
          <p:spPr>
            <a:xfrm flipV="1">
              <a:off x="5335647" y="5079343"/>
              <a:ext cx="90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36" name="Rectangle 635"/>
            <p:cNvSpPr/>
            <p:nvPr/>
          </p:nvSpPr>
          <p:spPr>
            <a:xfrm>
              <a:off x="6310505" y="5014948"/>
              <a:ext cx="29824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Swan Hill</a:t>
              </a:r>
            </a:p>
          </p:txBody>
        </p:sp>
        <p:sp>
          <p:nvSpPr>
            <p:cNvPr id="637" name="Rectangle 636"/>
            <p:cNvSpPr/>
            <p:nvPr/>
          </p:nvSpPr>
          <p:spPr>
            <a:xfrm>
              <a:off x="6136290" y="4289738"/>
              <a:ext cx="36085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Jamestown</a:t>
              </a:r>
            </a:p>
          </p:txBody>
        </p:sp>
        <p:sp>
          <p:nvSpPr>
            <p:cNvPr id="638" name="Rectangle 637"/>
            <p:cNvSpPr/>
            <p:nvPr/>
          </p:nvSpPr>
          <p:spPr>
            <a:xfrm>
              <a:off x="6340666" y="4941078"/>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Waikerie</a:t>
              </a:r>
            </a:p>
          </p:txBody>
        </p:sp>
        <p:sp>
          <p:nvSpPr>
            <p:cNvPr id="639" name="Rectangle 638"/>
            <p:cNvSpPr/>
            <p:nvPr/>
          </p:nvSpPr>
          <p:spPr>
            <a:xfrm>
              <a:off x="6276673" y="4401874"/>
              <a:ext cx="22574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Gawler</a:t>
              </a:r>
            </a:p>
          </p:txBody>
        </p:sp>
        <p:sp>
          <p:nvSpPr>
            <p:cNvPr id="640" name="Freeform 639"/>
            <p:cNvSpPr/>
            <p:nvPr/>
          </p:nvSpPr>
          <p:spPr>
            <a:xfrm flipH="1">
              <a:off x="6213828" y="4450969"/>
              <a:ext cx="54626" cy="498603"/>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641" name="Rectangle 640"/>
            <p:cNvSpPr/>
            <p:nvPr/>
          </p:nvSpPr>
          <p:spPr>
            <a:xfrm>
              <a:off x="6226709" y="4770569"/>
              <a:ext cx="16971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Clare</a:t>
              </a:r>
            </a:p>
          </p:txBody>
        </p:sp>
        <p:sp>
          <p:nvSpPr>
            <p:cNvPr id="642" name="Rectangle 641"/>
            <p:cNvSpPr/>
            <p:nvPr/>
          </p:nvSpPr>
          <p:spPr>
            <a:xfrm>
              <a:off x="6386350" y="4707695"/>
              <a:ext cx="23398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Mildura</a:t>
              </a:r>
            </a:p>
          </p:txBody>
        </p:sp>
        <p:cxnSp>
          <p:nvCxnSpPr>
            <p:cNvPr id="643" name="Straight Connector 642"/>
            <p:cNvCxnSpPr/>
            <p:nvPr/>
          </p:nvCxnSpPr>
          <p:spPr>
            <a:xfrm>
              <a:off x="6494402" y="4793380"/>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Straight Connector 643"/>
            <p:cNvCxnSpPr/>
            <p:nvPr/>
          </p:nvCxnSpPr>
          <p:spPr>
            <a:xfrm>
              <a:off x="6181686" y="4387449"/>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45" name="Rectangle 644"/>
            <p:cNvSpPr/>
            <p:nvPr/>
          </p:nvSpPr>
          <p:spPr>
            <a:xfrm>
              <a:off x="6312700" y="4843625"/>
              <a:ext cx="14994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Berri</a:t>
              </a:r>
            </a:p>
          </p:txBody>
        </p:sp>
        <p:sp>
          <p:nvSpPr>
            <p:cNvPr id="646" name="Rectangle 645"/>
            <p:cNvSpPr/>
            <p:nvPr/>
          </p:nvSpPr>
          <p:spPr>
            <a:xfrm>
              <a:off x="7661651" y="5021243"/>
              <a:ext cx="367449"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Canberra</a:t>
              </a:r>
            </a:p>
          </p:txBody>
        </p:sp>
        <p:cxnSp>
          <p:nvCxnSpPr>
            <p:cNvPr id="647" name="Straight Connector 646"/>
            <p:cNvCxnSpPr/>
            <p:nvPr/>
          </p:nvCxnSpPr>
          <p:spPr>
            <a:xfrm flipV="1">
              <a:off x="7210313" y="5076006"/>
              <a:ext cx="46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48" name="Freeform 647"/>
            <p:cNvSpPr/>
            <p:nvPr/>
          </p:nvSpPr>
          <p:spPr>
            <a:xfrm flipV="1">
              <a:off x="7466679" y="4939831"/>
              <a:ext cx="1008000" cy="1800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649" name="Rectangle 648"/>
            <p:cNvSpPr/>
            <p:nvPr/>
          </p:nvSpPr>
          <p:spPr>
            <a:xfrm>
              <a:off x="5059723" y="2532943"/>
              <a:ext cx="32131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Wyndham</a:t>
              </a:r>
            </a:p>
          </p:txBody>
        </p:sp>
        <p:sp>
          <p:nvSpPr>
            <p:cNvPr id="650" name="Rectangle 649"/>
            <p:cNvSpPr/>
            <p:nvPr/>
          </p:nvSpPr>
          <p:spPr>
            <a:xfrm>
              <a:off x="5043550" y="2683136"/>
              <a:ext cx="33119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Kununurra</a:t>
              </a:r>
            </a:p>
          </p:txBody>
        </p:sp>
        <p:sp>
          <p:nvSpPr>
            <p:cNvPr id="651" name="Rectangle 650"/>
            <p:cNvSpPr/>
            <p:nvPr/>
          </p:nvSpPr>
          <p:spPr>
            <a:xfrm>
              <a:off x="4960561" y="2823645"/>
              <a:ext cx="36909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Halls Creek</a:t>
              </a:r>
            </a:p>
          </p:txBody>
        </p:sp>
        <p:sp>
          <p:nvSpPr>
            <p:cNvPr id="652" name="Rectangle 651"/>
            <p:cNvSpPr/>
            <p:nvPr/>
          </p:nvSpPr>
          <p:spPr>
            <a:xfrm>
              <a:off x="4665268" y="2924420"/>
              <a:ext cx="627198" cy="86079"/>
            </a:xfrm>
            <a:prstGeom prst="rect">
              <a:avLst/>
            </a:prstGeom>
          </p:spPr>
          <p:txBody>
            <a:bodyPr wrap="square" lIns="0" tIns="0" rIns="0" bIns="0">
              <a:spAutoFit/>
            </a:bodyPr>
            <a:lstStyle/>
            <a:p>
              <a:pPr lvl="0">
                <a:defRPr/>
              </a:pPr>
              <a:r>
                <a:rPr lang="en-AU" sz="544" kern="0" dirty="0">
                  <a:effectLst>
                    <a:glow rad="101600">
                      <a:schemeClr val="bg1">
                        <a:alpha val="60000"/>
                      </a:schemeClr>
                    </a:glow>
                  </a:effectLst>
                </a:rPr>
                <a:t>Fitzroy Crossing</a:t>
              </a:r>
            </a:p>
          </p:txBody>
        </p:sp>
        <p:sp>
          <p:nvSpPr>
            <p:cNvPr id="653" name="Rectangle 652"/>
            <p:cNvSpPr/>
            <p:nvPr/>
          </p:nvSpPr>
          <p:spPr>
            <a:xfrm>
              <a:off x="4487294" y="2788310"/>
              <a:ext cx="18949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Derby</a:t>
              </a:r>
            </a:p>
          </p:txBody>
        </p:sp>
        <p:sp>
          <p:nvSpPr>
            <p:cNvPr id="654" name="Rectangle 653"/>
            <p:cNvSpPr/>
            <p:nvPr/>
          </p:nvSpPr>
          <p:spPr>
            <a:xfrm>
              <a:off x="4284322" y="3014726"/>
              <a:ext cx="24881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Broome</a:t>
              </a:r>
            </a:p>
          </p:txBody>
        </p:sp>
        <p:sp>
          <p:nvSpPr>
            <p:cNvPr id="655" name="Rectangle 654"/>
            <p:cNvSpPr/>
            <p:nvPr/>
          </p:nvSpPr>
          <p:spPr>
            <a:xfrm>
              <a:off x="5723453" y="3571626"/>
              <a:ext cx="483949" cy="86079"/>
            </a:xfrm>
            <a:prstGeom prst="rect">
              <a:avLst/>
            </a:prstGeom>
          </p:spPr>
          <p:txBody>
            <a:bodyPr wrap="square" lIns="0" tIns="0" rIns="0" bIns="0">
              <a:spAutoFit/>
            </a:bodyPr>
            <a:lstStyle/>
            <a:p>
              <a:pPr lvl="0">
                <a:defRPr/>
              </a:pPr>
              <a:r>
                <a:rPr lang="en-AU" sz="544" kern="0" dirty="0">
                  <a:effectLst>
                    <a:glow rad="101600">
                      <a:schemeClr val="bg1">
                        <a:alpha val="60000"/>
                      </a:schemeClr>
                    </a:glow>
                  </a:effectLst>
                </a:rPr>
                <a:t>Alice Springs</a:t>
              </a:r>
            </a:p>
          </p:txBody>
        </p:sp>
        <p:sp>
          <p:nvSpPr>
            <p:cNvPr id="656" name="Rectangle 655"/>
            <p:cNvSpPr/>
            <p:nvPr/>
          </p:nvSpPr>
          <p:spPr>
            <a:xfrm>
              <a:off x="5871757" y="4146641"/>
              <a:ext cx="483949" cy="86079"/>
            </a:xfrm>
            <a:prstGeom prst="rect">
              <a:avLst/>
            </a:prstGeom>
          </p:spPr>
          <p:txBody>
            <a:bodyPr wrap="square" lIns="0" tIns="0" rIns="0" bIns="0">
              <a:spAutoFit/>
            </a:bodyPr>
            <a:lstStyle/>
            <a:p>
              <a:pPr lvl="0">
                <a:defRPr/>
              </a:pPr>
              <a:r>
                <a:rPr lang="en-AU" sz="544" kern="0" dirty="0">
                  <a:effectLst>
                    <a:glow rad="101600">
                      <a:schemeClr val="bg1">
                        <a:alpha val="60000"/>
                      </a:schemeClr>
                    </a:glow>
                  </a:effectLst>
                </a:rPr>
                <a:t>Coober Pedy</a:t>
              </a:r>
            </a:p>
          </p:txBody>
        </p:sp>
        <p:sp>
          <p:nvSpPr>
            <p:cNvPr id="657" name="Rectangle 656"/>
            <p:cNvSpPr/>
            <p:nvPr/>
          </p:nvSpPr>
          <p:spPr>
            <a:xfrm>
              <a:off x="5388200" y="4960378"/>
              <a:ext cx="27023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Minlaton</a:t>
              </a:r>
            </a:p>
          </p:txBody>
        </p:sp>
        <p:cxnSp>
          <p:nvCxnSpPr>
            <p:cNvPr id="658" name="Straight Connector 657"/>
            <p:cNvCxnSpPr/>
            <p:nvPr/>
          </p:nvCxnSpPr>
          <p:spPr>
            <a:xfrm flipV="1">
              <a:off x="5690208" y="4993648"/>
              <a:ext cx="324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59" name="Rectangle 658"/>
            <p:cNvSpPr/>
            <p:nvPr/>
          </p:nvSpPr>
          <p:spPr>
            <a:xfrm>
              <a:off x="5417207" y="4886755"/>
              <a:ext cx="37733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Port Lincoln</a:t>
              </a:r>
            </a:p>
          </p:txBody>
        </p:sp>
        <p:sp>
          <p:nvSpPr>
            <p:cNvPr id="660" name="Rectangle 659"/>
            <p:cNvSpPr/>
            <p:nvPr/>
          </p:nvSpPr>
          <p:spPr>
            <a:xfrm>
              <a:off x="5527068" y="4817611"/>
              <a:ext cx="23233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Elliston</a:t>
              </a:r>
            </a:p>
          </p:txBody>
        </p:sp>
        <p:sp>
          <p:nvSpPr>
            <p:cNvPr id="661" name="Rectangle 660"/>
            <p:cNvSpPr/>
            <p:nvPr/>
          </p:nvSpPr>
          <p:spPr>
            <a:xfrm>
              <a:off x="5860646" y="4441445"/>
              <a:ext cx="313075"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Bowmans</a:t>
              </a:r>
            </a:p>
          </p:txBody>
        </p:sp>
        <p:cxnSp>
          <p:nvCxnSpPr>
            <p:cNvPr id="662" name="Straight Connector 661"/>
            <p:cNvCxnSpPr/>
            <p:nvPr/>
          </p:nvCxnSpPr>
          <p:spPr>
            <a:xfrm>
              <a:off x="6143586" y="4546589"/>
              <a:ext cx="0" cy="29611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63" name="Rectangle 662"/>
            <p:cNvSpPr/>
            <p:nvPr/>
          </p:nvSpPr>
          <p:spPr>
            <a:xfrm>
              <a:off x="5705779" y="4746110"/>
              <a:ext cx="25540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Whyalla</a:t>
              </a:r>
            </a:p>
          </p:txBody>
        </p:sp>
        <p:sp>
          <p:nvSpPr>
            <p:cNvPr id="664" name="Rectangle 663"/>
            <p:cNvSpPr/>
            <p:nvPr/>
          </p:nvSpPr>
          <p:spPr>
            <a:xfrm>
              <a:off x="5276121" y="4682157"/>
              <a:ext cx="38557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Streaky Bay</a:t>
              </a:r>
            </a:p>
          </p:txBody>
        </p:sp>
        <p:sp>
          <p:nvSpPr>
            <p:cNvPr id="665" name="Rectangle 664"/>
            <p:cNvSpPr/>
            <p:nvPr/>
          </p:nvSpPr>
          <p:spPr>
            <a:xfrm>
              <a:off x="5834444" y="4524834"/>
              <a:ext cx="29330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Port Pirie</a:t>
              </a:r>
            </a:p>
          </p:txBody>
        </p:sp>
        <p:cxnSp>
          <p:nvCxnSpPr>
            <p:cNvPr id="666" name="Straight Connector 665"/>
            <p:cNvCxnSpPr/>
            <p:nvPr/>
          </p:nvCxnSpPr>
          <p:spPr>
            <a:xfrm>
              <a:off x="6113731" y="4613257"/>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67" name="Rectangle 666"/>
            <p:cNvSpPr/>
            <p:nvPr/>
          </p:nvSpPr>
          <p:spPr>
            <a:xfrm>
              <a:off x="5592092" y="4613779"/>
              <a:ext cx="41193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Port Augusta</a:t>
              </a:r>
            </a:p>
          </p:txBody>
        </p:sp>
        <p:sp>
          <p:nvSpPr>
            <p:cNvPr id="668" name="Rectangle 667"/>
            <p:cNvSpPr/>
            <p:nvPr/>
          </p:nvSpPr>
          <p:spPr>
            <a:xfrm>
              <a:off x="5365312" y="4481872"/>
              <a:ext cx="24881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Ceduna</a:t>
              </a:r>
            </a:p>
          </p:txBody>
        </p:sp>
        <p:sp>
          <p:nvSpPr>
            <p:cNvPr id="669" name="Rectangle 668"/>
            <p:cNvSpPr/>
            <p:nvPr/>
          </p:nvSpPr>
          <p:spPr>
            <a:xfrm>
              <a:off x="3918290" y="3198527"/>
              <a:ext cx="41523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Port Hedland</a:t>
              </a:r>
            </a:p>
          </p:txBody>
        </p:sp>
        <p:sp>
          <p:nvSpPr>
            <p:cNvPr id="670" name="Rectangle 669"/>
            <p:cNvSpPr/>
            <p:nvPr/>
          </p:nvSpPr>
          <p:spPr>
            <a:xfrm>
              <a:off x="3976635" y="3287519"/>
              <a:ext cx="29824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Nullagine</a:t>
              </a:r>
            </a:p>
          </p:txBody>
        </p:sp>
        <p:sp>
          <p:nvSpPr>
            <p:cNvPr id="671" name="Rectangle 670"/>
            <p:cNvSpPr/>
            <p:nvPr/>
          </p:nvSpPr>
          <p:spPr>
            <a:xfrm>
              <a:off x="3325035" y="3281211"/>
              <a:ext cx="3476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Marble Bar</a:t>
              </a:r>
            </a:p>
          </p:txBody>
        </p:sp>
        <p:sp>
          <p:nvSpPr>
            <p:cNvPr id="672" name="Rectangle 671"/>
            <p:cNvSpPr/>
            <p:nvPr/>
          </p:nvSpPr>
          <p:spPr>
            <a:xfrm>
              <a:off x="3248235" y="3379852"/>
              <a:ext cx="27188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Karratha</a:t>
              </a:r>
            </a:p>
          </p:txBody>
        </p:sp>
        <p:sp>
          <p:nvSpPr>
            <p:cNvPr id="673" name="Rectangle 672"/>
            <p:cNvSpPr/>
            <p:nvPr/>
          </p:nvSpPr>
          <p:spPr>
            <a:xfrm>
              <a:off x="3602154" y="3469341"/>
              <a:ext cx="42841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Pannawonica</a:t>
              </a:r>
            </a:p>
          </p:txBody>
        </p:sp>
        <p:sp>
          <p:nvSpPr>
            <p:cNvPr id="674" name="Rectangle 673"/>
            <p:cNvSpPr/>
            <p:nvPr/>
          </p:nvSpPr>
          <p:spPr>
            <a:xfrm>
              <a:off x="3187138" y="3459298"/>
              <a:ext cx="23892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Onslow</a:t>
              </a:r>
            </a:p>
          </p:txBody>
        </p:sp>
        <p:sp>
          <p:nvSpPr>
            <p:cNvPr id="675" name="Rectangle 674"/>
            <p:cNvSpPr/>
            <p:nvPr/>
          </p:nvSpPr>
          <p:spPr>
            <a:xfrm>
              <a:off x="3052585" y="3545173"/>
              <a:ext cx="28176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Exmouth</a:t>
              </a:r>
            </a:p>
          </p:txBody>
        </p:sp>
        <p:sp>
          <p:nvSpPr>
            <p:cNvPr id="676" name="Rectangle 675"/>
            <p:cNvSpPr/>
            <p:nvPr/>
          </p:nvSpPr>
          <p:spPr>
            <a:xfrm>
              <a:off x="3919771" y="3556349"/>
              <a:ext cx="32625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Tom Price</a:t>
              </a:r>
            </a:p>
          </p:txBody>
        </p:sp>
        <p:sp>
          <p:nvSpPr>
            <p:cNvPr id="677" name="Rectangle 676"/>
            <p:cNvSpPr/>
            <p:nvPr/>
          </p:nvSpPr>
          <p:spPr>
            <a:xfrm>
              <a:off x="3401188" y="3621772"/>
              <a:ext cx="37074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Paraburdoo</a:t>
              </a:r>
            </a:p>
          </p:txBody>
        </p:sp>
        <p:sp>
          <p:nvSpPr>
            <p:cNvPr id="678" name="Rectangle 677"/>
            <p:cNvSpPr/>
            <p:nvPr/>
          </p:nvSpPr>
          <p:spPr>
            <a:xfrm>
              <a:off x="4094395" y="3635621"/>
              <a:ext cx="28011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Newman</a:t>
              </a:r>
            </a:p>
          </p:txBody>
        </p:sp>
        <p:sp>
          <p:nvSpPr>
            <p:cNvPr id="679" name="Rectangle 678"/>
            <p:cNvSpPr/>
            <p:nvPr/>
          </p:nvSpPr>
          <p:spPr>
            <a:xfrm>
              <a:off x="3029736" y="3867104"/>
              <a:ext cx="33119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Carnarvon</a:t>
              </a:r>
            </a:p>
          </p:txBody>
        </p:sp>
        <p:sp>
          <p:nvSpPr>
            <p:cNvPr id="680" name="Rectangle 679"/>
            <p:cNvSpPr/>
            <p:nvPr/>
          </p:nvSpPr>
          <p:spPr>
            <a:xfrm>
              <a:off x="4011362" y="3915741"/>
              <a:ext cx="21915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Wiluna</a:t>
              </a:r>
            </a:p>
          </p:txBody>
        </p:sp>
        <p:sp>
          <p:nvSpPr>
            <p:cNvPr id="681" name="Rectangle 680"/>
            <p:cNvSpPr/>
            <p:nvPr/>
          </p:nvSpPr>
          <p:spPr>
            <a:xfrm>
              <a:off x="3584335" y="3813231"/>
              <a:ext cx="3987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Meekatharra</a:t>
              </a:r>
            </a:p>
          </p:txBody>
        </p:sp>
        <p:cxnSp>
          <p:nvCxnSpPr>
            <p:cNvPr id="682" name="Straight Connector 681"/>
            <p:cNvCxnSpPr/>
            <p:nvPr/>
          </p:nvCxnSpPr>
          <p:spPr>
            <a:xfrm>
              <a:off x="3866938" y="3898873"/>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83" name="Rectangle 682"/>
            <p:cNvSpPr/>
            <p:nvPr/>
          </p:nvSpPr>
          <p:spPr>
            <a:xfrm>
              <a:off x="3846558" y="4074622"/>
              <a:ext cx="13017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Cue</a:t>
              </a:r>
            </a:p>
          </p:txBody>
        </p:sp>
        <p:sp>
          <p:nvSpPr>
            <p:cNvPr id="684" name="Rectangle 683"/>
            <p:cNvSpPr/>
            <p:nvPr/>
          </p:nvSpPr>
          <p:spPr>
            <a:xfrm>
              <a:off x="3093974" y="3968401"/>
              <a:ext cx="26858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Denham</a:t>
              </a:r>
            </a:p>
          </p:txBody>
        </p:sp>
        <p:sp>
          <p:nvSpPr>
            <p:cNvPr id="685" name="Rectangle 684"/>
            <p:cNvSpPr/>
            <p:nvPr/>
          </p:nvSpPr>
          <p:spPr>
            <a:xfrm>
              <a:off x="3332049" y="4120418"/>
              <a:ext cx="18290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Binnu</a:t>
              </a:r>
            </a:p>
          </p:txBody>
        </p:sp>
        <p:sp>
          <p:nvSpPr>
            <p:cNvPr id="686" name="Rectangle 685"/>
            <p:cNvSpPr/>
            <p:nvPr/>
          </p:nvSpPr>
          <p:spPr>
            <a:xfrm>
              <a:off x="3205193" y="4197405"/>
              <a:ext cx="24551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Kalbarri</a:t>
              </a:r>
            </a:p>
          </p:txBody>
        </p:sp>
        <p:sp>
          <p:nvSpPr>
            <p:cNvPr id="687" name="Rectangle 686"/>
            <p:cNvSpPr/>
            <p:nvPr/>
          </p:nvSpPr>
          <p:spPr>
            <a:xfrm>
              <a:off x="3196216" y="4270408"/>
              <a:ext cx="31307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Geraldton</a:t>
              </a:r>
            </a:p>
          </p:txBody>
        </p:sp>
        <p:sp>
          <p:nvSpPr>
            <p:cNvPr id="688" name="Rectangle 687"/>
            <p:cNvSpPr/>
            <p:nvPr/>
          </p:nvSpPr>
          <p:spPr>
            <a:xfrm>
              <a:off x="3865706" y="4170377"/>
              <a:ext cx="45478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Mount Magnet</a:t>
              </a:r>
            </a:p>
          </p:txBody>
        </p:sp>
        <p:sp>
          <p:nvSpPr>
            <p:cNvPr id="689" name="Rectangle 688"/>
            <p:cNvSpPr/>
            <p:nvPr/>
          </p:nvSpPr>
          <p:spPr>
            <a:xfrm>
              <a:off x="3738177" y="4252426"/>
              <a:ext cx="26199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Mullewa</a:t>
              </a:r>
            </a:p>
          </p:txBody>
        </p:sp>
        <p:sp>
          <p:nvSpPr>
            <p:cNvPr id="690" name="Rectangle 689"/>
            <p:cNvSpPr/>
            <p:nvPr/>
          </p:nvSpPr>
          <p:spPr>
            <a:xfrm>
              <a:off x="4484049" y="4205290"/>
              <a:ext cx="25375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Leinster</a:t>
              </a:r>
            </a:p>
          </p:txBody>
        </p:sp>
        <p:sp>
          <p:nvSpPr>
            <p:cNvPr id="691" name="Rectangle 690"/>
            <p:cNvSpPr/>
            <p:nvPr/>
          </p:nvSpPr>
          <p:spPr>
            <a:xfrm>
              <a:off x="4655692" y="4293715"/>
              <a:ext cx="27682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Laverton</a:t>
              </a:r>
            </a:p>
          </p:txBody>
        </p:sp>
        <p:sp>
          <p:nvSpPr>
            <p:cNvPr id="692" name="Rectangle 691"/>
            <p:cNvSpPr/>
            <p:nvPr/>
          </p:nvSpPr>
          <p:spPr>
            <a:xfrm>
              <a:off x="3282950" y="4343387"/>
              <a:ext cx="28506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Eneabba</a:t>
              </a:r>
            </a:p>
          </p:txBody>
        </p:sp>
        <p:sp>
          <p:nvSpPr>
            <p:cNvPr id="693" name="Rectangle 692"/>
            <p:cNvSpPr/>
            <p:nvPr/>
          </p:nvSpPr>
          <p:spPr>
            <a:xfrm>
              <a:off x="2842914" y="4377783"/>
              <a:ext cx="33119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Carnamah</a:t>
              </a:r>
            </a:p>
          </p:txBody>
        </p:sp>
        <p:sp>
          <p:nvSpPr>
            <p:cNvPr id="694" name="Rectangle 693"/>
            <p:cNvSpPr/>
            <p:nvPr/>
          </p:nvSpPr>
          <p:spPr>
            <a:xfrm>
              <a:off x="3752615" y="4318055"/>
              <a:ext cx="25210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Morawa</a:t>
              </a:r>
            </a:p>
          </p:txBody>
        </p:sp>
        <p:cxnSp>
          <p:nvCxnSpPr>
            <p:cNvPr id="695" name="Straight Connector 694"/>
            <p:cNvCxnSpPr/>
            <p:nvPr/>
          </p:nvCxnSpPr>
          <p:spPr>
            <a:xfrm flipV="1">
              <a:off x="3230538" y="4428533"/>
              <a:ext cx="43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96" name="Rectangle 695"/>
            <p:cNvSpPr/>
            <p:nvPr/>
          </p:nvSpPr>
          <p:spPr>
            <a:xfrm>
              <a:off x="3708138" y="4410159"/>
              <a:ext cx="24386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Coorow</a:t>
              </a:r>
            </a:p>
          </p:txBody>
        </p:sp>
        <p:sp>
          <p:nvSpPr>
            <p:cNvPr id="697" name="Rectangle 696"/>
            <p:cNvSpPr/>
            <p:nvPr/>
          </p:nvSpPr>
          <p:spPr>
            <a:xfrm>
              <a:off x="3274155" y="4424919"/>
              <a:ext cx="324608"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Cervantes</a:t>
              </a:r>
            </a:p>
          </p:txBody>
        </p:sp>
        <p:sp>
          <p:nvSpPr>
            <p:cNvPr id="698" name="Rectangle 697"/>
            <p:cNvSpPr/>
            <p:nvPr/>
          </p:nvSpPr>
          <p:spPr>
            <a:xfrm>
              <a:off x="3274985" y="4507402"/>
              <a:ext cx="387222"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Badgingarra</a:t>
              </a:r>
            </a:p>
          </p:txBody>
        </p:sp>
        <p:sp>
          <p:nvSpPr>
            <p:cNvPr id="699" name="Rectangle 698"/>
            <p:cNvSpPr/>
            <p:nvPr/>
          </p:nvSpPr>
          <p:spPr>
            <a:xfrm>
              <a:off x="4057162" y="4378752"/>
              <a:ext cx="33779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Bencubbin</a:t>
              </a:r>
            </a:p>
          </p:txBody>
        </p:sp>
        <p:sp>
          <p:nvSpPr>
            <p:cNvPr id="700" name="Rectangle 699"/>
            <p:cNvSpPr/>
            <p:nvPr/>
          </p:nvSpPr>
          <p:spPr>
            <a:xfrm>
              <a:off x="4500839" y="4363244"/>
              <a:ext cx="26034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Leonora</a:t>
              </a:r>
            </a:p>
          </p:txBody>
        </p:sp>
        <p:sp>
          <p:nvSpPr>
            <p:cNvPr id="701" name="Rectangle 700"/>
            <p:cNvSpPr/>
            <p:nvPr/>
          </p:nvSpPr>
          <p:spPr>
            <a:xfrm>
              <a:off x="4500839" y="4441166"/>
              <a:ext cx="26693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Menzies</a:t>
              </a:r>
            </a:p>
          </p:txBody>
        </p:sp>
        <p:sp>
          <p:nvSpPr>
            <p:cNvPr id="702" name="Rectangle 701"/>
            <p:cNvSpPr/>
            <p:nvPr/>
          </p:nvSpPr>
          <p:spPr>
            <a:xfrm>
              <a:off x="4497633" y="4533427"/>
              <a:ext cx="31801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Kalgoorlie</a:t>
              </a:r>
            </a:p>
          </p:txBody>
        </p:sp>
        <p:sp>
          <p:nvSpPr>
            <p:cNvPr id="703" name="Rectangle 702"/>
            <p:cNvSpPr/>
            <p:nvPr/>
          </p:nvSpPr>
          <p:spPr>
            <a:xfrm>
              <a:off x="3850971" y="4470582"/>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Latham</a:t>
              </a:r>
            </a:p>
          </p:txBody>
        </p:sp>
        <p:sp>
          <p:nvSpPr>
            <p:cNvPr id="704" name="Rectangle 703"/>
            <p:cNvSpPr/>
            <p:nvPr/>
          </p:nvSpPr>
          <p:spPr>
            <a:xfrm>
              <a:off x="4016777" y="4545411"/>
              <a:ext cx="25869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Calingiri</a:t>
              </a:r>
            </a:p>
          </p:txBody>
        </p:sp>
        <p:sp>
          <p:nvSpPr>
            <p:cNvPr id="705" name="Freeform 704"/>
            <p:cNvSpPr/>
            <p:nvPr/>
          </p:nvSpPr>
          <p:spPr>
            <a:xfrm flipH="1">
              <a:off x="3864069" y="4584631"/>
              <a:ext cx="130231" cy="2880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706" name="Rectangle 705"/>
            <p:cNvSpPr/>
            <p:nvPr/>
          </p:nvSpPr>
          <p:spPr>
            <a:xfrm>
              <a:off x="4105511" y="4612006"/>
              <a:ext cx="25540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Bodallin</a:t>
              </a:r>
            </a:p>
          </p:txBody>
        </p:sp>
        <p:sp>
          <p:nvSpPr>
            <p:cNvPr id="707" name="Rectangle 706"/>
            <p:cNvSpPr/>
            <p:nvPr/>
          </p:nvSpPr>
          <p:spPr>
            <a:xfrm>
              <a:off x="4409871" y="4650391"/>
              <a:ext cx="32955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Meckering</a:t>
              </a:r>
            </a:p>
          </p:txBody>
        </p:sp>
        <p:cxnSp>
          <p:nvCxnSpPr>
            <p:cNvPr id="708" name="Straight Connector 707"/>
            <p:cNvCxnSpPr/>
            <p:nvPr/>
          </p:nvCxnSpPr>
          <p:spPr>
            <a:xfrm flipV="1">
              <a:off x="4027463" y="4711108"/>
              <a:ext cx="36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09" name="Rectangle 708"/>
            <p:cNvSpPr/>
            <p:nvPr/>
          </p:nvSpPr>
          <p:spPr>
            <a:xfrm>
              <a:off x="3939571" y="4717098"/>
              <a:ext cx="27188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Northam</a:t>
              </a:r>
            </a:p>
          </p:txBody>
        </p:sp>
        <p:sp>
          <p:nvSpPr>
            <p:cNvPr id="710" name="Rectangle 709"/>
            <p:cNvSpPr/>
            <p:nvPr/>
          </p:nvSpPr>
          <p:spPr>
            <a:xfrm>
              <a:off x="3959503" y="5349191"/>
              <a:ext cx="2883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Denmark</a:t>
              </a:r>
            </a:p>
          </p:txBody>
        </p:sp>
        <p:cxnSp>
          <p:nvCxnSpPr>
            <p:cNvPr id="711" name="Straight Connector 710"/>
            <p:cNvCxnSpPr/>
            <p:nvPr/>
          </p:nvCxnSpPr>
          <p:spPr>
            <a:xfrm>
              <a:off x="3981738" y="5098425"/>
              <a:ext cx="0" cy="25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12" name="Rectangle 711"/>
            <p:cNvSpPr/>
            <p:nvPr/>
          </p:nvSpPr>
          <p:spPr>
            <a:xfrm>
              <a:off x="4089251" y="5073498"/>
              <a:ext cx="21915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Albany</a:t>
              </a:r>
            </a:p>
          </p:txBody>
        </p:sp>
        <p:sp>
          <p:nvSpPr>
            <p:cNvPr id="713" name="Rectangle 712"/>
            <p:cNvSpPr/>
            <p:nvPr/>
          </p:nvSpPr>
          <p:spPr>
            <a:xfrm>
              <a:off x="3996599" y="5248357"/>
              <a:ext cx="4267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Mount Barker</a:t>
              </a:r>
            </a:p>
          </p:txBody>
        </p:sp>
        <p:sp>
          <p:nvSpPr>
            <p:cNvPr id="714" name="Rectangle 713"/>
            <p:cNvSpPr/>
            <p:nvPr/>
          </p:nvSpPr>
          <p:spPr>
            <a:xfrm>
              <a:off x="4086717" y="4991773"/>
              <a:ext cx="496216" cy="86079"/>
            </a:xfrm>
            <a:prstGeom prst="rect">
              <a:avLst/>
            </a:prstGeom>
          </p:spPr>
          <p:txBody>
            <a:bodyPr wrap="square" lIns="0" tIns="0" rIns="0" bIns="0">
              <a:spAutoFit/>
            </a:bodyPr>
            <a:lstStyle/>
            <a:p>
              <a:pPr lvl="0">
                <a:defRPr/>
              </a:pPr>
              <a:r>
                <a:rPr lang="en-AU" sz="544" kern="0" dirty="0">
                  <a:effectLst>
                    <a:glow rad="101600">
                      <a:schemeClr val="bg1">
                        <a:alpha val="60000"/>
                      </a:schemeClr>
                    </a:glow>
                  </a:effectLst>
                </a:rPr>
                <a:t>Boxwood Hill</a:t>
              </a:r>
            </a:p>
          </p:txBody>
        </p:sp>
        <p:sp>
          <p:nvSpPr>
            <p:cNvPr id="715" name="Rectangle 714"/>
            <p:cNvSpPr/>
            <p:nvPr/>
          </p:nvSpPr>
          <p:spPr>
            <a:xfrm>
              <a:off x="4206592" y="4905526"/>
              <a:ext cx="37568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Bremer Bay</a:t>
              </a:r>
            </a:p>
          </p:txBody>
        </p:sp>
        <p:sp>
          <p:nvSpPr>
            <p:cNvPr id="716" name="Rectangle 715"/>
            <p:cNvSpPr/>
            <p:nvPr/>
          </p:nvSpPr>
          <p:spPr>
            <a:xfrm>
              <a:off x="4568140" y="4819354"/>
              <a:ext cx="34108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Esperance</a:t>
              </a:r>
            </a:p>
          </p:txBody>
        </p:sp>
        <p:sp>
          <p:nvSpPr>
            <p:cNvPr id="717" name="Rectangle 716"/>
            <p:cNvSpPr/>
            <p:nvPr/>
          </p:nvSpPr>
          <p:spPr>
            <a:xfrm>
              <a:off x="4136615" y="4783866"/>
              <a:ext cx="22903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Borden</a:t>
              </a:r>
            </a:p>
          </p:txBody>
        </p:sp>
        <p:sp>
          <p:nvSpPr>
            <p:cNvPr id="718" name="Rectangle 717"/>
            <p:cNvSpPr/>
            <p:nvPr/>
          </p:nvSpPr>
          <p:spPr>
            <a:xfrm>
              <a:off x="3901601" y="5424859"/>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Beverley</a:t>
              </a:r>
            </a:p>
          </p:txBody>
        </p:sp>
        <p:cxnSp>
          <p:nvCxnSpPr>
            <p:cNvPr id="719" name="Straight Connector 718"/>
            <p:cNvCxnSpPr/>
            <p:nvPr/>
          </p:nvCxnSpPr>
          <p:spPr>
            <a:xfrm>
              <a:off x="3926057" y="4878922"/>
              <a:ext cx="0" cy="54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0" name="Straight Connector 719"/>
            <p:cNvCxnSpPr/>
            <p:nvPr/>
          </p:nvCxnSpPr>
          <p:spPr>
            <a:xfrm>
              <a:off x="4016663" y="5031750"/>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21" name="Rectangle 720"/>
            <p:cNvSpPr/>
            <p:nvPr/>
          </p:nvSpPr>
          <p:spPr>
            <a:xfrm>
              <a:off x="3854457" y="5538671"/>
              <a:ext cx="36085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Boddington</a:t>
              </a:r>
            </a:p>
          </p:txBody>
        </p:sp>
        <p:cxnSp>
          <p:nvCxnSpPr>
            <p:cNvPr id="722" name="Straight Connector 721"/>
            <p:cNvCxnSpPr/>
            <p:nvPr/>
          </p:nvCxnSpPr>
          <p:spPr>
            <a:xfrm>
              <a:off x="3875257" y="4917530"/>
              <a:ext cx="0" cy="61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23" name="Rectangle 722"/>
            <p:cNvSpPr/>
            <p:nvPr/>
          </p:nvSpPr>
          <p:spPr>
            <a:xfrm>
              <a:off x="3568049" y="5335587"/>
              <a:ext cx="26199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Augusta</a:t>
              </a:r>
            </a:p>
          </p:txBody>
        </p:sp>
        <p:sp>
          <p:nvSpPr>
            <p:cNvPr id="724" name="Rectangle 723"/>
            <p:cNvSpPr/>
            <p:nvPr/>
          </p:nvSpPr>
          <p:spPr>
            <a:xfrm>
              <a:off x="3509766" y="5227480"/>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Balingup</a:t>
              </a:r>
            </a:p>
          </p:txBody>
        </p:sp>
        <p:cxnSp>
          <p:nvCxnSpPr>
            <p:cNvPr id="725" name="Straight Connector 724"/>
            <p:cNvCxnSpPr/>
            <p:nvPr/>
          </p:nvCxnSpPr>
          <p:spPr>
            <a:xfrm>
              <a:off x="3833982" y="5092155"/>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6" name="Straight Connector 725"/>
            <p:cNvCxnSpPr/>
            <p:nvPr/>
          </p:nvCxnSpPr>
          <p:spPr>
            <a:xfrm>
              <a:off x="3795882" y="5028655"/>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27" name="Rectangle 726"/>
            <p:cNvSpPr/>
            <p:nvPr/>
          </p:nvSpPr>
          <p:spPr>
            <a:xfrm>
              <a:off x="3255452" y="5041301"/>
              <a:ext cx="46961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Margaret River</a:t>
              </a:r>
            </a:p>
          </p:txBody>
        </p:sp>
        <p:sp>
          <p:nvSpPr>
            <p:cNvPr id="728" name="Rectangle 727"/>
            <p:cNvSpPr/>
            <p:nvPr/>
          </p:nvSpPr>
          <p:spPr>
            <a:xfrm>
              <a:off x="3379143" y="4933405"/>
              <a:ext cx="31472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Busselton</a:t>
              </a:r>
            </a:p>
          </p:txBody>
        </p:sp>
        <p:sp>
          <p:nvSpPr>
            <p:cNvPr id="729" name="Rectangle 728"/>
            <p:cNvSpPr/>
            <p:nvPr/>
          </p:nvSpPr>
          <p:spPr>
            <a:xfrm>
              <a:off x="3038477" y="4873232"/>
              <a:ext cx="26528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Bunbury</a:t>
              </a:r>
            </a:p>
          </p:txBody>
        </p:sp>
        <p:cxnSp>
          <p:nvCxnSpPr>
            <p:cNvPr id="730" name="Straight Connector 729"/>
            <p:cNvCxnSpPr/>
            <p:nvPr/>
          </p:nvCxnSpPr>
          <p:spPr>
            <a:xfrm flipV="1">
              <a:off x="3344729" y="4930183"/>
              <a:ext cx="43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31" name="Rectangle 730"/>
            <p:cNvSpPr/>
            <p:nvPr/>
          </p:nvSpPr>
          <p:spPr>
            <a:xfrm>
              <a:off x="3407187" y="4831748"/>
              <a:ext cx="31966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Mandurah</a:t>
              </a:r>
            </a:p>
          </p:txBody>
        </p:sp>
        <p:sp>
          <p:nvSpPr>
            <p:cNvPr id="732" name="Rectangle 731"/>
            <p:cNvSpPr/>
            <p:nvPr/>
          </p:nvSpPr>
          <p:spPr>
            <a:xfrm>
              <a:off x="2977563" y="4774490"/>
              <a:ext cx="32131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Fremantle</a:t>
              </a:r>
            </a:p>
          </p:txBody>
        </p:sp>
        <p:cxnSp>
          <p:nvCxnSpPr>
            <p:cNvPr id="733" name="Straight Connector 732"/>
            <p:cNvCxnSpPr/>
            <p:nvPr/>
          </p:nvCxnSpPr>
          <p:spPr>
            <a:xfrm flipV="1">
              <a:off x="3344729" y="4831748"/>
              <a:ext cx="43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070" name="Rectangle 1069"/>
            <p:cNvSpPr/>
            <p:nvPr/>
          </p:nvSpPr>
          <p:spPr>
            <a:xfrm>
              <a:off x="3395547" y="4691719"/>
              <a:ext cx="214208"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Perth</a:t>
              </a:r>
            </a:p>
          </p:txBody>
        </p:sp>
        <p:sp>
          <p:nvSpPr>
            <p:cNvPr id="1097" name="Rectangle 1096"/>
            <p:cNvSpPr/>
            <p:nvPr/>
          </p:nvSpPr>
          <p:spPr>
            <a:xfrm>
              <a:off x="6284647" y="5642364"/>
              <a:ext cx="35426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King Island</a:t>
              </a:r>
            </a:p>
          </p:txBody>
        </p:sp>
        <p:sp>
          <p:nvSpPr>
            <p:cNvPr id="1098" name="Rectangle 1097"/>
            <p:cNvSpPr/>
            <p:nvPr/>
          </p:nvSpPr>
          <p:spPr>
            <a:xfrm>
              <a:off x="6553542" y="5728560"/>
              <a:ext cx="20597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Burnie</a:t>
              </a:r>
            </a:p>
          </p:txBody>
        </p:sp>
        <p:sp>
          <p:nvSpPr>
            <p:cNvPr id="1099" name="Rectangle 1098"/>
            <p:cNvSpPr/>
            <p:nvPr/>
          </p:nvSpPr>
          <p:spPr>
            <a:xfrm>
              <a:off x="6454241" y="5831256"/>
              <a:ext cx="32790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Devonport</a:t>
              </a:r>
            </a:p>
          </p:txBody>
        </p:sp>
        <p:sp>
          <p:nvSpPr>
            <p:cNvPr id="1100" name="Rectangle 1099"/>
            <p:cNvSpPr/>
            <p:nvPr/>
          </p:nvSpPr>
          <p:spPr>
            <a:xfrm>
              <a:off x="6914108" y="5740270"/>
              <a:ext cx="36909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Launceston</a:t>
              </a:r>
            </a:p>
          </p:txBody>
        </p:sp>
        <p:sp>
          <p:nvSpPr>
            <p:cNvPr id="1101" name="Rectangle 1100"/>
            <p:cNvSpPr/>
            <p:nvPr/>
          </p:nvSpPr>
          <p:spPr>
            <a:xfrm>
              <a:off x="7061061" y="5822515"/>
              <a:ext cx="30977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St Helens</a:t>
              </a:r>
            </a:p>
          </p:txBody>
        </p:sp>
        <p:sp>
          <p:nvSpPr>
            <p:cNvPr id="1102" name="Rectangle 1101"/>
            <p:cNvSpPr/>
            <p:nvPr/>
          </p:nvSpPr>
          <p:spPr>
            <a:xfrm>
              <a:off x="7425922" y="5859805"/>
              <a:ext cx="28671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Midlands</a:t>
              </a:r>
            </a:p>
          </p:txBody>
        </p:sp>
        <p:cxnSp>
          <p:nvCxnSpPr>
            <p:cNvPr id="1104" name="Straight Connector 1103"/>
            <p:cNvCxnSpPr/>
            <p:nvPr/>
          </p:nvCxnSpPr>
          <p:spPr>
            <a:xfrm flipV="1">
              <a:off x="6975218" y="5918060"/>
              <a:ext cx="43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05" name="Rectangle 1104"/>
            <p:cNvSpPr/>
            <p:nvPr/>
          </p:nvSpPr>
          <p:spPr>
            <a:xfrm>
              <a:off x="7023279" y="5913889"/>
              <a:ext cx="16312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Ross</a:t>
              </a:r>
            </a:p>
          </p:txBody>
        </p:sp>
        <p:sp>
          <p:nvSpPr>
            <p:cNvPr id="1106" name="Rectangle 1105"/>
            <p:cNvSpPr/>
            <p:nvPr/>
          </p:nvSpPr>
          <p:spPr>
            <a:xfrm>
              <a:off x="6675860" y="5933988"/>
              <a:ext cx="18619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Boyer</a:t>
              </a:r>
            </a:p>
          </p:txBody>
        </p:sp>
        <p:sp>
          <p:nvSpPr>
            <p:cNvPr id="1107" name="Rectangle 1106"/>
            <p:cNvSpPr/>
            <p:nvPr/>
          </p:nvSpPr>
          <p:spPr>
            <a:xfrm>
              <a:off x="7023279" y="5985307"/>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Dunalley</a:t>
              </a:r>
            </a:p>
          </p:txBody>
        </p:sp>
        <p:sp>
          <p:nvSpPr>
            <p:cNvPr id="1108" name="Rectangle 1107"/>
            <p:cNvSpPr/>
            <p:nvPr/>
          </p:nvSpPr>
          <p:spPr>
            <a:xfrm>
              <a:off x="7046947" y="6075833"/>
              <a:ext cx="270231"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Hobart</a:t>
              </a:r>
            </a:p>
          </p:txBody>
        </p:sp>
        <p:sp>
          <p:nvSpPr>
            <p:cNvPr id="1109" name="Rectangle 1108"/>
            <p:cNvSpPr/>
            <p:nvPr/>
          </p:nvSpPr>
          <p:spPr>
            <a:xfrm>
              <a:off x="6630575" y="6026724"/>
              <a:ext cx="19443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Grove</a:t>
              </a:r>
            </a:p>
          </p:txBody>
        </p:sp>
        <p:sp>
          <p:nvSpPr>
            <p:cNvPr id="1110" name="Rectangle 1109"/>
            <p:cNvSpPr/>
            <p:nvPr/>
          </p:nvSpPr>
          <p:spPr>
            <a:xfrm>
              <a:off x="9156849" y="5321656"/>
              <a:ext cx="242220" cy="86079"/>
            </a:xfrm>
            <a:prstGeom prst="rect">
              <a:avLst/>
            </a:prstGeom>
          </p:spPr>
          <p:txBody>
            <a:bodyPr wrap="none" lIns="0" tIns="0" rIns="0" bIns="0">
              <a:spAutoFit/>
            </a:bodyPr>
            <a:lstStyle/>
            <a:p>
              <a:pPr lvl="0">
                <a:defRPr/>
              </a:pPr>
              <a:r>
                <a:rPr lang="en-AU" sz="544" kern="0" dirty="0" err="1">
                  <a:effectLst>
                    <a:glow rad="101600">
                      <a:schemeClr val="bg1">
                        <a:alpha val="60000"/>
                      </a:schemeClr>
                    </a:glow>
                  </a:effectLst>
                </a:rPr>
                <a:t>Kerikeri</a:t>
              </a:r>
              <a:endParaRPr lang="en-AU" sz="544" kern="0" dirty="0">
                <a:effectLst>
                  <a:glow rad="101600">
                    <a:schemeClr val="bg1">
                      <a:alpha val="60000"/>
                    </a:schemeClr>
                  </a:glow>
                </a:effectLst>
              </a:endParaRPr>
            </a:p>
          </p:txBody>
        </p:sp>
        <p:sp>
          <p:nvSpPr>
            <p:cNvPr id="1111" name="Rectangle 1110"/>
            <p:cNvSpPr/>
            <p:nvPr/>
          </p:nvSpPr>
          <p:spPr>
            <a:xfrm>
              <a:off x="9218761" y="5440718"/>
              <a:ext cx="34438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Whangarei</a:t>
              </a:r>
            </a:p>
          </p:txBody>
        </p:sp>
        <p:sp>
          <p:nvSpPr>
            <p:cNvPr id="1112" name="Rectangle 1111"/>
            <p:cNvSpPr/>
            <p:nvPr/>
          </p:nvSpPr>
          <p:spPr>
            <a:xfrm>
              <a:off x="8811934" y="5531856"/>
              <a:ext cx="29494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Auckland</a:t>
              </a:r>
            </a:p>
          </p:txBody>
        </p:sp>
        <p:sp>
          <p:nvSpPr>
            <p:cNvPr id="1113" name="Rectangle 1112"/>
            <p:cNvSpPr/>
            <p:nvPr/>
          </p:nvSpPr>
          <p:spPr>
            <a:xfrm>
              <a:off x="9294588" y="5613170"/>
              <a:ext cx="28176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Hamilton</a:t>
              </a:r>
            </a:p>
          </p:txBody>
        </p:sp>
        <p:sp>
          <p:nvSpPr>
            <p:cNvPr id="1114" name="Rectangle 1113"/>
            <p:cNvSpPr/>
            <p:nvPr/>
          </p:nvSpPr>
          <p:spPr>
            <a:xfrm>
              <a:off x="9383605" y="5681386"/>
              <a:ext cx="25210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Rotorua</a:t>
              </a:r>
            </a:p>
          </p:txBody>
        </p:sp>
        <p:sp>
          <p:nvSpPr>
            <p:cNvPr id="1115" name="Rectangle 1114"/>
            <p:cNvSpPr/>
            <p:nvPr/>
          </p:nvSpPr>
          <p:spPr>
            <a:xfrm>
              <a:off x="9466948" y="5755205"/>
              <a:ext cx="29000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Gisborne</a:t>
              </a:r>
            </a:p>
          </p:txBody>
        </p:sp>
        <p:sp>
          <p:nvSpPr>
            <p:cNvPr id="1116" name="Rectangle 1115"/>
            <p:cNvSpPr/>
            <p:nvPr/>
          </p:nvSpPr>
          <p:spPr>
            <a:xfrm>
              <a:off x="8692834" y="5726892"/>
              <a:ext cx="459724"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New Plymouth</a:t>
              </a:r>
            </a:p>
          </p:txBody>
        </p:sp>
        <p:sp>
          <p:nvSpPr>
            <p:cNvPr id="1117" name="Rectangle 1116"/>
            <p:cNvSpPr/>
            <p:nvPr/>
          </p:nvSpPr>
          <p:spPr>
            <a:xfrm>
              <a:off x="9377537" y="5833354"/>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Hastings</a:t>
              </a:r>
            </a:p>
          </p:txBody>
        </p:sp>
        <p:sp>
          <p:nvSpPr>
            <p:cNvPr id="1118" name="Rectangle 1117"/>
            <p:cNvSpPr/>
            <p:nvPr/>
          </p:nvSpPr>
          <p:spPr>
            <a:xfrm>
              <a:off x="9316335" y="5922402"/>
              <a:ext cx="3163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Masterton</a:t>
              </a:r>
            </a:p>
          </p:txBody>
        </p:sp>
        <p:sp>
          <p:nvSpPr>
            <p:cNvPr id="1119" name="Rectangle 1118"/>
            <p:cNvSpPr/>
            <p:nvPr/>
          </p:nvSpPr>
          <p:spPr>
            <a:xfrm>
              <a:off x="8501449" y="5817667"/>
              <a:ext cx="553646"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Palmerston North</a:t>
              </a:r>
            </a:p>
          </p:txBody>
        </p:sp>
        <p:sp>
          <p:nvSpPr>
            <p:cNvPr id="1120" name="Freeform 1119"/>
            <p:cNvSpPr/>
            <p:nvPr/>
          </p:nvSpPr>
          <p:spPr>
            <a:xfrm>
              <a:off x="9076420" y="5867259"/>
              <a:ext cx="177224" cy="51823"/>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1121" name="Rectangle 1120"/>
            <p:cNvSpPr/>
            <p:nvPr/>
          </p:nvSpPr>
          <p:spPr>
            <a:xfrm>
              <a:off x="9512997" y="5990232"/>
              <a:ext cx="33449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Wellington</a:t>
              </a:r>
            </a:p>
          </p:txBody>
        </p:sp>
        <p:cxnSp>
          <p:nvCxnSpPr>
            <p:cNvPr id="1122" name="Straight Connector 1121"/>
            <p:cNvCxnSpPr/>
            <p:nvPr/>
          </p:nvCxnSpPr>
          <p:spPr>
            <a:xfrm flipV="1">
              <a:off x="9231850" y="6016485"/>
              <a:ext cx="25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23" name="Rectangle 1122"/>
            <p:cNvSpPr/>
            <p:nvPr/>
          </p:nvSpPr>
          <p:spPr>
            <a:xfrm>
              <a:off x="9186954" y="6034996"/>
              <a:ext cx="29824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Blenheim</a:t>
              </a:r>
            </a:p>
          </p:txBody>
        </p:sp>
        <p:sp>
          <p:nvSpPr>
            <p:cNvPr id="1124" name="Rectangle 1123"/>
            <p:cNvSpPr/>
            <p:nvPr/>
          </p:nvSpPr>
          <p:spPr>
            <a:xfrm>
              <a:off x="8825157" y="5934391"/>
              <a:ext cx="222447"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Nelson</a:t>
              </a:r>
            </a:p>
          </p:txBody>
        </p:sp>
        <p:sp>
          <p:nvSpPr>
            <p:cNvPr id="1125" name="Rectangle 1124"/>
            <p:cNvSpPr/>
            <p:nvPr/>
          </p:nvSpPr>
          <p:spPr>
            <a:xfrm>
              <a:off x="8543455" y="6111023"/>
              <a:ext cx="35262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Greymouth</a:t>
              </a:r>
            </a:p>
          </p:txBody>
        </p:sp>
        <p:sp>
          <p:nvSpPr>
            <p:cNvPr id="1126" name="Rectangle 1125"/>
            <p:cNvSpPr/>
            <p:nvPr/>
          </p:nvSpPr>
          <p:spPr>
            <a:xfrm>
              <a:off x="9117188" y="6151693"/>
              <a:ext cx="40040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Christchurch</a:t>
              </a:r>
            </a:p>
          </p:txBody>
        </p:sp>
        <p:sp>
          <p:nvSpPr>
            <p:cNvPr id="1127" name="Rectangle 1126"/>
            <p:cNvSpPr/>
            <p:nvPr/>
          </p:nvSpPr>
          <p:spPr>
            <a:xfrm>
              <a:off x="9050665" y="6216363"/>
              <a:ext cx="32460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Ashburton</a:t>
              </a:r>
            </a:p>
          </p:txBody>
        </p:sp>
        <p:sp>
          <p:nvSpPr>
            <p:cNvPr id="1128" name="Rectangle 1127"/>
            <p:cNvSpPr/>
            <p:nvPr/>
          </p:nvSpPr>
          <p:spPr>
            <a:xfrm>
              <a:off x="9003687" y="6285069"/>
              <a:ext cx="22244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Timaru</a:t>
              </a:r>
            </a:p>
          </p:txBody>
        </p:sp>
        <p:sp>
          <p:nvSpPr>
            <p:cNvPr id="1129" name="Rectangle 1128"/>
            <p:cNvSpPr/>
            <p:nvPr/>
          </p:nvSpPr>
          <p:spPr>
            <a:xfrm>
              <a:off x="8881547" y="6462881"/>
              <a:ext cx="26528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Dunedin</a:t>
              </a:r>
            </a:p>
          </p:txBody>
        </p:sp>
        <p:sp>
          <p:nvSpPr>
            <p:cNvPr id="1130" name="Rectangle 1129"/>
            <p:cNvSpPr/>
            <p:nvPr/>
          </p:nvSpPr>
          <p:spPr>
            <a:xfrm>
              <a:off x="8966195" y="6363510"/>
              <a:ext cx="25704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Oamaru</a:t>
              </a:r>
            </a:p>
          </p:txBody>
        </p:sp>
        <p:sp>
          <p:nvSpPr>
            <p:cNvPr id="1131" name="Rectangle 1130"/>
            <p:cNvSpPr/>
            <p:nvPr/>
          </p:nvSpPr>
          <p:spPr>
            <a:xfrm>
              <a:off x="8418914" y="6514990"/>
              <a:ext cx="346029"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Invercargill</a:t>
              </a:r>
            </a:p>
          </p:txBody>
        </p:sp>
        <p:sp>
          <p:nvSpPr>
            <p:cNvPr id="1132" name="Rectangle 1131"/>
            <p:cNvSpPr/>
            <p:nvPr/>
          </p:nvSpPr>
          <p:spPr>
            <a:xfrm>
              <a:off x="8487896" y="6253668"/>
              <a:ext cx="296596"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Cromwell</a:t>
              </a:r>
            </a:p>
          </p:txBody>
        </p:sp>
        <p:sp>
          <p:nvSpPr>
            <p:cNvPr id="1133" name="Rectangle 1132"/>
            <p:cNvSpPr/>
            <p:nvPr/>
          </p:nvSpPr>
          <p:spPr>
            <a:xfrm>
              <a:off x="8347152" y="6359039"/>
              <a:ext cx="400405"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Queenstown</a:t>
              </a:r>
            </a:p>
          </p:txBody>
        </p:sp>
      </p:grpSp>
      <p:grpSp>
        <p:nvGrpSpPr>
          <p:cNvPr id="14" name="Group 13">
            <a:extLst>
              <a:ext uri="{FF2B5EF4-FFF2-40B4-BE49-F238E27FC236}">
                <a16:creationId xmlns:a16="http://schemas.microsoft.com/office/drawing/2014/main" id="{E94BD70F-63F9-EAD0-F85B-9D4110FCD912}"/>
              </a:ext>
            </a:extLst>
          </p:cNvPr>
          <p:cNvGrpSpPr/>
          <p:nvPr/>
        </p:nvGrpSpPr>
        <p:grpSpPr>
          <a:xfrm>
            <a:off x="437385" y="1059108"/>
            <a:ext cx="6095158" cy="492443"/>
            <a:chOff x="437385" y="1138443"/>
            <a:chExt cx="6095158" cy="492443"/>
          </a:xfrm>
        </p:grpSpPr>
        <p:sp>
          <p:nvSpPr>
            <p:cNvPr id="11" name="TextBox 10">
              <a:extLst>
                <a:ext uri="{FF2B5EF4-FFF2-40B4-BE49-F238E27FC236}">
                  <a16:creationId xmlns:a16="http://schemas.microsoft.com/office/drawing/2014/main" id="{42E5B311-4F02-277C-22D2-2541C0B4146F}"/>
                </a:ext>
              </a:extLst>
            </p:cNvPr>
            <p:cNvSpPr txBox="1"/>
            <p:nvPr/>
          </p:nvSpPr>
          <p:spPr>
            <a:xfrm>
              <a:off x="437385" y="1138443"/>
              <a:ext cx="6095158" cy="492443"/>
            </a:xfrm>
            <a:prstGeom prst="rect">
              <a:avLst/>
            </a:prstGeom>
            <a:noFill/>
          </p:spPr>
          <p:txBody>
            <a:bodyPr wrap="square">
              <a:spAutoFit/>
            </a:bodyPr>
            <a:lstStyle/>
            <a:p>
              <a:r>
                <a:rPr lang="en-US" sz="2600" b="1" dirty="0">
                  <a:latin typeface="Franklin Gothic Demi" panose="020B0703020102020204" pitchFamily="34" charset="0"/>
                  <a:ea typeface="LF_Kai" panose="03000509000000000000" pitchFamily="65" charset="-120"/>
                </a:rPr>
                <a:t>Australia and New Zealand</a:t>
              </a:r>
              <a:endParaRPr lang="en-US" sz="2600" b="1" dirty="0">
                <a:solidFill>
                  <a:schemeClr val="tx1"/>
                </a:solidFill>
                <a:latin typeface="Franklin Gothic Demi" panose="020B0703020102020204" pitchFamily="34" charset="0"/>
                <a:ea typeface="LF_Kai" panose="03000509000000000000" pitchFamily="65" charset="-120"/>
              </a:endParaRPr>
            </a:p>
          </p:txBody>
        </p:sp>
        <p:cxnSp>
          <p:nvCxnSpPr>
            <p:cNvPr id="13" name="Straight Connector 12">
              <a:extLst>
                <a:ext uri="{FF2B5EF4-FFF2-40B4-BE49-F238E27FC236}">
                  <a16:creationId xmlns:a16="http://schemas.microsoft.com/office/drawing/2014/main" id="{8BD089CC-DA26-88CD-E6EC-D2733582002C}"/>
                </a:ext>
              </a:extLst>
            </p:cNvPr>
            <p:cNvCxnSpPr>
              <a:cxnSpLocks/>
            </p:cNvCxnSpPr>
            <p:nvPr/>
          </p:nvCxnSpPr>
          <p:spPr>
            <a:xfrm>
              <a:off x="547560" y="1615730"/>
              <a:ext cx="388535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60951E3-52C1-FB83-BAAA-D4C8DDED8351}"/>
              </a:ext>
            </a:extLst>
          </p:cNvPr>
          <p:cNvGrpSpPr/>
          <p:nvPr/>
        </p:nvGrpSpPr>
        <p:grpSpPr>
          <a:xfrm>
            <a:off x="711881" y="1834227"/>
            <a:ext cx="3273636" cy="1652555"/>
            <a:chOff x="711881" y="1834227"/>
            <a:chExt cx="3273636" cy="1652555"/>
          </a:xfrm>
        </p:grpSpPr>
        <p:grpSp>
          <p:nvGrpSpPr>
            <p:cNvPr id="8" name="Group 7">
              <a:extLst>
                <a:ext uri="{FF2B5EF4-FFF2-40B4-BE49-F238E27FC236}">
                  <a16:creationId xmlns:a16="http://schemas.microsoft.com/office/drawing/2014/main" id="{5378F8FF-A533-E8D9-0490-4EE8889D0EBF}"/>
                </a:ext>
              </a:extLst>
            </p:cNvPr>
            <p:cNvGrpSpPr/>
            <p:nvPr/>
          </p:nvGrpSpPr>
          <p:grpSpPr>
            <a:xfrm>
              <a:off x="943650" y="2723917"/>
              <a:ext cx="2323119" cy="279179"/>
              <a:chOff x="943650" y="2755667"/>
              <a:chExt cx="2323119" cy="279179"/>
            </a:xfrm>
          </p:grpSpPr>
          <p:sp>
            <p:nvSpPr>
              <p:cNvPr id="407" name="TextBox 406"/>
              <p:cNvSpPr txBox="1"/>
              <p:nvPr/>
            </p:nvSpPr>
            <p:spPr>
              <a:xfrm>
                <a:off x="1235254" y="2755667"/>
                <a:ext cx="2031515" cy="279179"/>
              </a:xfrm>
              <a:prstGeom prst="rect">
                <a:avLst/>
              </a:prstGeom>
              <a:noFill/>
            </p:spPr>
            <p:txBody>
              <a:bodyPr vert="horz" wrap="square" lIns="82918" tIns="0" rIns="82918" bIns="0" rtlCol="0" anchor="t">
                <a:spAutoFit/>
              </a:bodyPr>
              <a:lstStyle/>
              <a:p>
                <a:pPr marL="0" lvl="1">
                  <a:spcBef>
                    <a:spcPts val="1904"/>
                  </a:spcBef>
                  <a:spcAft>
                    <a:spcPct val="0"/>
                  </a:spcAft>
                  <a:buClr>
                    <a:schemeClr val="bg2"/>
                  </a:buClr>
                  <a:buSzPct val="92000"/>
                </a:pPr>
                <a:r>
                  <a:rPr lang="en-AU" sz="907" b="1" dirty="0">
                    <a:solidFill>
                      <a:schemeClr val="accent1"/>
                    </a:solidFill>
                    <a:latin typeface="Century Gothic" panose="020B0502020202020204" pitchFamily="34" charset="0"/>
                  </a:rPr>
                  <a:t>Highest frequency of any rail freight forwarder in Australia</a:t>
                </a:r>
              </a:p>
            </p:txBody>
          </p:sp>
          <p:pic>
            <p:nvPicPr>
              <p:cNvPr id="2" name="Picture 1" descr="Icon&#10;&#10;Description automatically generated">
                <a:extLst>
                  <a:ext uri="{FF2B5EF4-FFF2-40B4-BE49-F238E27FC236}">
                    <a16:creationId xmlns:a16="http://schemas.microsoft.com/office/drawing/2014/main" id="{BF92B72C-F8EF-6E4F-F6B2-80FDAEC89FDB}"/>
                  </a:ext>
                </a:extLst>
              </p:cNvPr>
              <p:cNvPicPr>
                <a:picLocks noChangeAspect="1"/>
              </p:cNvPicPr>
              <p:nvPr/>
            </p:nvPicPr>
            <p:blipFill rotWithShape="1">
              <a:blip r:embed="rId17">
                <a:extLst>
                  <a:ext uri="{28A0092B-C50C-407E-A947-70E740481C1C}">
                    <a14:useLocalDpi xmlns:a14="http://schemas.microsoft.com/office/drawing/2010/main" val="0"/>
                  </a:ext>
                </a:extLst>
              </a:blip>
              <a:srcRect l="26931" t="26224" r="27400" b="25283"/>
              <a:stretch/>
            </p:blipFill>
            <p:spPr>
              <a:xfrm>
                <a:off x="943650" y="2773297"/>
                <a:ext cx="239048" cy="253834"/>
              </a:xfrm>
              <a:prstGeom prst="rect">
                <a:avLst/>
              </a:prstGeom>
            </p:spPr>
          </p:pic>
        </p:grpSp>
        <p:sp>
          <p:nvSpPr>
            <p:cNvPr id="425" name="TextBox 424"/>
            <p:cNvSpPr txBox="1"/>
            <p:nvPr/>
          </p:nvSpPr>
          <p:spPr>
            <a:xfrm>
              <a:off x="1235255" y="1834227"/>
              <a:ext cx="2750262" cy="279179"/>
            </a:xfrm>
            <a:prstGeom prst="rect">
              <a:avLst/>
            </a:prstGeom>
            <a:noFill/>
          </p:spPr>
          <p:txBody>
            <a:bodyPr vert="horz" wrap="square" lIns="82918" tIns="0" rIns="82918" bIns="0" rtlCol="0" anchor="t">
              <a:spAutoFit/>
            </a:bodyPr>
            <a:lstStyle/>
            <a:p>
              <a:pPr marL="0" lvl="1">
                <a:spcBef>
                  <a:spcPts val="1904"/>
                </a:spcBef>
                <a:spcAft>
                  <a:spcPct val="0"/>
                </a:spcAft>
                <a:buClr>
                  <a:schemeClr val="bg2"/>
                </a:buClr>
                <a:buSzPct val="92000"/>
              </a:pPr>
              <a:r>
                <a:rPr lang="en-AU" sz="907" b="1" dirty="0">
                  <a:latin typeface="Century Gothic" panose="020B0502020202020204" pitchFamily="34" charset="0"/>
                </a:rPr>
                <a:t>Operator of the only independent air cargo network outside of commercial airlines</a:t>
              </a:r>
            </a:p>
          </p:txBody>
        </p:sp>
        <p:pic>
          <p:nvPicPr>
            <p:cNvPr id="3" name="Picture 2" descr="A picture containing logo&#10;&#10;Description automatically generated">
              <a:extLst>
                <a:ext uri="{FF2B5EF4-FFF2-40B4-BE49-F238E27FC236}">
                  <a16:creationId xmlns:a16="http://schemas.microsoft.com/office/drawing/2014/main" id="{DDB8973A-200D-DA50-1A0F-C24597A08F24}"/>
                </a:ext>
              </a:extLst>
            </p:cNvPr>
            <p:cNvPicPr>
              <a:picLocks noChangeAspect="1"/>
            </p:cNvPicPr>
            <p:nvPr/>
          </p:nvPicPr>
          <p:blipFill rotWithShape="1">
            <a:blip r:embed="rId18">
              <a:extLst>
                <a:ext uri="{28A0092B-C50C-407E-A947-70E740481C1C}">
                  <a14:useLocalDpi xmlns:a14="http://schemas.microsoft.com/office/drawing/2010/main" val="0"/>
                </a:ext>
              </a:extLst>
            </a:blip>
            <a:srcRect l="24388" t="31638" r="23400" b="32816"/>
            <a:stretch/>
          </p:blipFill>
          <p:spPr>
            <a:xfrm>
              <a:off x="853292" y="1870508"/>
              <a:ext cx="338591" cy="230511"/>
            </a:xfrm>
            <a:prstGeom prst="rect">
              <a:avLst/>
            </a:prstGeom>
          </p:spPr>
        </p:pic>
        <p:sp>
          <p:nvSpPr>
            <p:cNvPr id="401" name="TextBox 400"/>
            <p:cNvSpPr txBox="1"/>
            <p:nvPr/>
          </p:nvSpPr>
          <p:spPr>
            <a:xfrm>
              <a:off x="1235254" y="2244226"/>
              <a:ext cx="2713164" cy="279179"/>
            </a:xfrm>
            <a:prstGeom prst="rect">
              <a:avLst/>
            </a:prstGeom>
            <a:noFill/>
          </p:spPr>
          <p:txBody>
            <a:bodyPr vert="horz" wrap="square" lIns="82918" tIns="0" rIns="82918" bIns="0" rtlCol="0" anchor="t">
              <a:spAutoFit/>
            </a:bodyPr>
            <a:lstStyle/>
            <a:p>
              <a:pPr marL="0" lvl="1">
                <a:spcBef>
                  <a:spcPts val="1904"/>
                </a:spcBef>
                <a:spcAft>
                  <a:spcPct val="0"/>
                </a:spcAft>
                <a:buClr>
                  <a:schemeClr val="bg2"/>
                </a:buClr>
                <a:buSzPct val="92000"/>
              </a:pPr>
              <a:r>
                <a:rPr lang="en-AU" sz="907" b="1" dirty="0">
                  <a:solidFill>
                    <a:schemeClr val="accent4"/>
                  </a:solidFill>
                  <a:latin typeface="Century Gothic" panose="020B0502020202020204" pitchFamily="34" charset="0"/>
                </a:rPr>
                <a:t>Largest and most far reaching road network supported by strategically located depots</a:t>
              </a:r>
            </a:p>
          </p:txBody>
        </p:sp>
        <p:sp>
          <p:nvSpPr>
            <p:cNvPr id="414" name="TextBox 413"/>
            <p:cNvSpPr txBox="1"/>
            <p:nvPr/>
          </p:nvSpPr>
          <p:spPr>
            <a:xfrm>
              <a:off x="1235253" y="3203765"/>
              <a:ext cx="1924743" cy="279179"/>
            </a:xfrm>
            <a:prstGeom prst="rect">
              <a:avLst/>
            </a:prstGeom>
            <a:noFill/>
          </p:spPr>
          <p:txBody>
            <a:bodyPr vert="horz" wrap="square" lIns="82918" tIns="0" rIns="82918" bIns="0" rtlCol="0" anchor="t">
              <a:spAutoFit/>
            </a:bodyPr>
            <a:lstStyle/>
            <a:p>
              <a:pPr marL="0" lvl="1">
                <a:spcBef>
                  <a:spcPts val="1904"/>
                </a:spcBef>
                <a:spcAft>
                  <a:spcPct val="0"/>
                </a:spcAft>
                <a:buClr>
                  <a:schemeClr val="bg2"/>
                </a:buClr>
                <a:buSzPct val="92000"/>
              </a:pPr>
              <a:r>
                <a:rPr lang="en-AU" sz="907" b="1" dirty="0">
                  <a:solidFill>
                    <a:schemeClr val="accent6"/>
                  </a:solidFill>
                  <a:latin typeface="Century Gothic" panose="020B0502020202020204" pitchFamily="34" charset="0"/>
                </a:rPr>
                <a:t>Leading position in key strategic shipping lanes</a:t>
              </a:r>
              <a:endParaRPr lang="en-AU" sz="907" dirty="0">
                <a:solidFill>
                  <a:schemeClr val="accent6"/>
                </a:solidFill>
                <a:latin typeface="Century Gothic" panose="020B0502020202020204" pitchFamily="34" charset="0"/>
              </a:endParaRPr>
            </a:p>
          </p:txBody>
        </p:sp>
        <p:pic>
          <p:nvPicPr>
            <p:cNvPr id="5" name="Picture 4" descr="Company name&#10;&#10;Description automatically generated with medium confidence">
              <a:extLst>
                <a:ext uri="{FF2B5EF4-FFF2-40B4-BE49-F238E27FC236}">
                  <a16:creationId xmlns:a16="http://schemas.microsoft.com/office/drawing/2014/main" id="{321548A2-D392-8CBB-E28F-3A423BA23C89}"/>
                </a:ext>
              </a:extLst>
            </p:cNvPr>
            <p:cNvPicPr>
              <a:picLocks noChangeAspect="1"/>
            </p:cNvPicPr>
            <p:nvPr/>
          </p:nvPicPr>
          <p:blipFill rotWithShape="1">
            <a:blip r:embed="rId19">
              <a:extLst>
                <a:ext uri="{28A0092B-C50C-407E-A947-70E740481C1C}">
                  <a14:useLocalDpi xmlns:a14="http://schemas.microsoft.com/office/drawing/2010/main" val="0"/>
                </a:ext>
              </a:extLst>
            </a:blip>
            <a:srcRect l="26459" t="26130" r="23400" b="26083"/>
            <a:stretch/>
          </p:blipFill>
          <p:spPr>
            <a:xfrm>
              <a:off x="896434" y="3195295"/>
              <a:ext cx="305846" cy="291487"/>
            </a:xfrm>
            <a:prstGeom prst="rect">
              <a:avLst/>
            </a:prstGeom>
          </p:spPr>
        </p:pic>
        <p:pic>
          <p:nvPicPr>
            <p:cNvPr id="24" name="Picture 23" descr="A picture containing icon&#10;&#10;Description automatically generated">
              <a:extLst>
                <a:ext uri="{FF2B5EF4-FFF2-40B4-BE49-F238E27FC236}">
                  <a16:creationId xmlns:a16="http://schemas.microsoft.com/office/drawing/2014/main" id="{CB5404D9-7047-7C6C-8AD8-9CC874BB017D}"/>
                </a:ext>
              </a:extLst>
            </p:cNvPr>
            <p:cNvPicPr>
              <a:picLocks noChangeAspect="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1881" y="2119518"/>
              <a:ext cx="535656" cy="535656"/>
            </a:xfrm>
            <a:prstGeom prst="rect">
              <a:avLst/>
            </a:prstGeom>
          </p:spPr>
        </p:pic>
      </p:grpSp>
    </p:spTree>
    <p:custDataLst>
      <p:tags r:id="rId1"/>
    </p:custDataLst>
    <p:extLst>
      <p:ext uri="{BB962C8B-B14F-4D97-AF65-F5344CB8AC3E}">
        <p14:creationId xmlns:p14="http://schemas.microsoft.com/office/powerpoint/2010/main" val="1813656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Title 1"/>
          <p:cNvSpPr>
            <a:spLocks noGrp="1"/>
          </p:cNvSpPr>
          <p:nvPr>
            <p:ph type="title"/>
          </p:nvPr>
        </p:nvSpPr>
        <p:spPr>
          <a:xfrm>
            <a:off x="405900" y="191265"/>
            <a:ext cx="11415357" cy="784830"/>
          </a:xfrm>
        </p:spPr>
        <p:txBody>
          <a:bodyPr/>
          <a:lstStyle/>
          <a:p>
            <a:r>
              <a:rPr lang="en-US" sz="5000" dirty="0">
                <a:solidFill>
                  <a:schemeClr val="tx1"/>
                </a:solidFill>
                <a:latin typeface="Franklin Gothic Demi" panose="020B0703020102020204" pitchFamily="34" charset="0"/>
              </a:rPr>
              <a:t>Unrivalled </a:t>
            </a:r>
            <a:r>
              <a:rPr lang="en-US" sz="5000" dirty="0">
                <a:solidFill>
                  <a:schemeClr val="tx1"/>
                </a:solidFill>
              </a:rPr>
              <a:t>L</a:t>
            </a:r>
            <a:r>
              <a:rPr lang="en-US" sz="5000" dirty="0">
                <a:solidFill>
                  <a:schemeClr val="tx1"/>
                </a:solidFill>
                <a:latin typeface="Franklin Gothic Demi" panose="020B0703020102020204" pitchFamily="34" charset="0"/>
              </a:rPr>
              <a:t>ogistics </a:t>
            </a:r>
            <a:r>
              <a:rPr lang="en-US" sz="5000" dirty="0">
                <a:solidFill>
                  <a:schemeClr val="tx1"/>
                </a:solidFill>
              </a:rPr>
              <a:t>N</a:t>
            </a:r>
            <a:r>
              <a:rPr lang="en-US" sz="5000" dirty="0">
                <a:solidFill>
                  <a:schemeClr val="tx1"/>
                </a:solidFill>
                <a:latin typeface="Franklin Gothic Demi" panose="020B0703020102020204" pitchFamily="34" charset="0"/>
              </a:rPr>
              <a:t>etwork</a:t>
            </a:r>
            <a:endParaRPr lang="en-AU" sz="5000" dirty="0">
              <a:solidFill>
                <a:schemeClr val="tx1"/>
              </a:solidFill>
              <a:latin typeface="Franklin Gothic Demi" panose="020B0703020102020204" pitchFamily="34" charset="0"/>
            </a:endParaRPr>
          </a:p>
        </p:txBody>
      </p:sp>
      <p:sp>
        <p:nvSpPr>
          <p:cNvPr id="431" name="Freeform 115">
            <a:extLst>
              <a:ext uri="{FF2B5EF4-FFF2-40B4-BE49-F238E27FC236}">
                <a16:creationId xmlns:a16="http://schemas.microsoft.com/office/drawing/2014/main" id="{39C33B5A-583B-4CB0-A15F-8FD559C72A5F}"/>
              </a:ext>
            </a:extLst>
          </p:cNvPr>
          <p:cNvSpPr>
            <a:spLocks noEditPoints="1"/>
          </p:cNvSpPr>
          <p:nvPr/>
        </p:nvSpPr>
        <p:spPr bwMode="auto">
          <a:xfrm rot="14581681" flipV="1">
            <a:off x="1821909" y="6098067"/>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cxnSp>
        <p:nvCxnSpPr>
          <p:cNvPr id="432" name="Straight Connector 431"/>
          <p:cNvCxnSpPr/>
          <p:nvPr/>
        </p:nvCxnSpPr>
        <p:spPr bwMode="auto">
          <a:xfrm>
            <a:off x="547560" y="5550349"/>
            <a:ext cx="205442" cy="0"/>
          </a:xfrm>
          <a:prstGeom prst="line">
            <a:avLst/>
          </a:prstGeom>
          <a:noFill/>
          <a:ln w="19050" cap="flat" cmpd="sng" algn="ctr">
            <a:solidFill>
              <a:schemeClr val="tx1"/>
            </a:solidFill>
            <a:prstDash val="solid"/>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3" name="Straight Connector 432"/>
          <p:cNvCxnSpPr/>
          <p:nvPr/>
        </p:nvCxnSpPr>
        <p:spPr bwMode="auto">
          <a:xfrm>
            <a:off x="547560" y="5726349"/>
            <a:ext cx="205442" cy="0"/>
          </a:xfrm>
          <a:prstGeom prst="line">
            <a:avLst/>
          </a:prstGeom>
          <a:noFill/>
          <a:ln w="19050">
            <a:solidFill>
              <a:schemeClr val="accent4"/>
            </a:solidFill>
            <a:headEnd type="none"/>
            <a:tailEnd type="none"/>
          </a:ln>
          <a:effectLst/>
        </p:spPr>
      </p:cxnSp>
      <p:cxnSp>
        <p:nvCxnSpPr>
          <p:cNvPr id="434" name="Straight Connector 433"/>
          <p:cNvCxnSpPr/>
          <p:nvPr/>
        </p:nvCxnSpPr>
        <p:spPr bwMode="auto">
          <a:xfrm>
            <a:off x="547560" y="5902348"/>
            <a:ext cx="205442" cy="0"/>
          </a:xfrm>
          <a:prstGeom prst="line">
            <a:avLst/>
          </a:prstGeom>
          <a:noFill/>
          <a:ln w="19050" cap="flat" cmpd="sng" algn="ctr">
            <a:solidFill>
              <a:schemeClr val="accent1"/>
            </a:solidFill>
            <a:prstDash val="dash"/>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5" name="Rectangle 434"/>
          <p:cNvSpPr/>
          <p:nvPr/>
        </p:nvSpPr>
        <p:spPr bwMode="auto">
          <a:xfrm>
            <a:off x="729786" y="5473200"/>
            <a:ext cx="886826" cy="154297"/>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Air</a:t>
            </a:r>
          </a:p>
        </p:txBody>
      </p:sp>
      <p:sp>
        <p:nvSpPr>
          <p:cNvPr id="436" name="Rectangle 435"/>
          <p:cNvSpPr/>
          <p:nvPr/>
        </p:nvSpPr>
        <p:spPr bwMode="auto">
          <a:xfrm>
            <a:off x="729786" y="5632578"/>
            <a:ext cx="886826" cy="183969"/>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Road</a:t>
            </a:r>
          </a:p>
        </p:txBody>
      </p:sp>
      <p:sp>
        <p:nvSpPr>
          <p:cNvPr id="437" name="Rectangle 436"/>
          <p:cNvSpPr/>
          <p:nvPr/>
        </p:nvSpPr>
        <p:spPr bwMode="auto">
          <a:xfrm>
            <a:off x="729786" y="5821627"/>
            <a:ext cx="886826" cy="162538"/>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Rail</a:t>
            </a:r>
          </a:p>
        </p:txBody>
      </p:sp>
      <p:sp>
        <p:nvSpPr>
          <p:cNvPr id="438" name="Rectangle 437"/>
          <p:cNvSpPr/>
          <p:nvPr/>
        </p:nvSpPr>
        <p:spPr bwMode="auto">
          <a:xfrm>
            <a:off x="729782" y="5989244"/>
            <a:ext cx="1265288" cy="178205"/>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Coastal shipping</a:t>
            </a:r>
          </a:p>
        </p:txBody>
      </p:sp>
      <p:cxnSp>
        <p:nvCxnSpPr>
          <p:cNvPr id="439" name="Straight Connector 438"/>
          <p:cNvCxnSpPr/>
          <p:nvPr/>
        </p:nvCxnSpPr>
        <p:spPr bwMode="auto">
          <a:xfrm>
            <a:off x="547560" y="6066852"/>
            <a:ext cx="205442" cy="0"/>
          </a:xfrm>
          <a:prstGeom prst="line">
            <a:avLst/>
          </a:prstGeom>
          <a:noFill/>
          <a:ln w="19050" cap="flat" cmpd="sng" algn="ctr">
            <a:solidFill>
              <a:schemeClr val="accent6"/>
            </a:solidFill>
            <a:prstDash val="solid"/>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1" name="Rectangle 440"/>
          <p:cNvSpPr/>
          <p:nvPr/>
        </p:nvSpPr>
        <p:spPr>
          <a:xfrm>
            <a:off x="1855063" y="5511396"/>
            <a:ext cx="68481" cy="68481"/>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tx2"/>
              </a:solidFill>
            </a:endParaRPr>
          </a:p>
        </p:txBody>
      </p:sp>
      <p:sp>
        <p:nvSpPr>
          <p:cNvPr id="442" name="Oval 441"/>
          <p:cNvSpPr/>
          <p:nvPr/>
        </p:nvSpPr>
        <p:spPr>
          <a:xfrm>
            <a:off x="1855063" y="5848276"/>
            <a:ext cx="68481" cy="68481"/>
          </a:xfrm>
          <a:prstGeom prst="ellipse">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accent1"/>
              </a:solidFill>
            </a:endParaRPr>
          </a:p>
        </p:txBody>
      </p:sp>
      <p:sp>
        <p:nvSpPr>
          <p:cNvPr id="443" name="Oval 442"/>
          <p:cNvSpPr/>
          <p:nvPr/>
        </p:nvSpPr>
        <p:spPr>
          <a:xfrm>
            <a:off x="1855063" y="5688255"/>
            <a:ext cx="68481" cy="68481"/>
          </a:xfrm>
          <a:prstGeom prst="ellipse">
            <a:avLst/>
          </a:prstGeom>
          <a:solidFill>
            <a:schemeClr val="tx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tx2"/>
              </a:solidFill>
            </a:endParaRPr>
          </a:p>
        </p:txBody>
      </p:sp>
      <p:sp>
        <p:nvSpPr>
          <p:cNvPr id="445" name="Rectangle 444"/>
          <p:cNvSpPr/>
          <p:nvPr/>
        </p:nvSpPr>
        <p:spPr bwMode="auto">
          <a:xfrm>
            <a:off x="1956974" y="5448428"/>
            <a:ext cx="886826" cy="183969"/>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Agents</a:t>
            </a:r>
          </a:p>
        </p:txBody>
      </p:sp>
      <p:sp>
        <p:nvSpPr>
          <p:cNvPr id="446" name="Rectangle 445"/>
          <p:cNvSpPr/>
          <p:nvPr/>
        </p:nvSpPr>
        <p:spPr bwMode="auto">
          <a:xfrm>
            <a:off x="1950623" y="5872239"/>
            <a:ext cx="2044121" cy="162538"/>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Palletised Express /Intermodal </a:t>
            </a:r>
            <a:br>
              <a:rPr lang="en-US" sz="725" kern="0" dirty="0">
                <a:latin typeface="Arial"/>
                <a:cs typeface="Arial" panose="020B0604020202020204" pitchFamily="34" charset="0"/>
              </a:rPr>
            </a:br>
            <a:r>
              <a:rPr lang="en-US" sz="725" kern="0" dirty="0">
                <a:latin typeface="Arial"/>
                <a:cs typeface="Arial" panose="020B0604020202020204" pitchFamily="34" charset="0"/>
              </a:rPr>
              <a:t>&amp; Specialised depots</a:t>
            </a:r>
          </a:p>
        </p:txBody>
      </p:sp>
      <p:sp>
        <p:nvSpPr>
          <p:cNvPr id="447" name="Rectangle 446"/>
          <p:cNvSpPr/>
          <p:nvPr/>
        </p:nvSpPr>
        <p:spPr bwMode="auto">
          <a:xfrm>
            <a:off x="1950623" y="5637477"/>
            <a:ext cx="1706709" cy="178205"/>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a:latin typeface="Arial"/>
                <a:cs typeface="Arial" panose="020B0604020202020204" pitchFamily="34" charset="0"/>
              </a:rPr>
              <a:t>Express Parcel </a:t>
            </a:r>
            <a:r>
              <a:rPr lang="en-US" sz="725" kern="0" dirty="0">
                <a:latin typeface="Arial"/>
                <a:cs typeface="Arial" panose="020B0604020202020204" pitchFamily="34" charset="0"/>
              </a:rPr>
              <a:t>depots</a:t>
            </a:r>
          </a:p>
        </p:txBody>
      </p:sp>
      <p:sp>
        <p:nvSpPr>
          <p:cNvPr id="448" name="Rectangle 447"/>
          <p:cNvSpPr/>
          <p:nvPr/>
        </p:nvSpPr>
        <p:spPr bwMode="auto">
          <a:xfrm>
            <a:off x="1956970" y="6082848"/>
            <a:ext cx="1225680" cy="178205"/>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Major depots</a:t>
            </a:r>
          </a:p>
        </p:txBody>
      </p:sp>
      <p:sp>
        <p:nvSpPr>
          <p:cNvPr id="449" name="TextBox 448"/>
          <p:cNvSpPr txBox="1"/>
          <p:nvPr/>
        </p:nvSpPr>
        <p:spPr>
          <a:xfrm>
            <a:off x="458016" y="5285388"/>
            <a:ext cx="574618" cy="211199"/>
          </a:xfrm>
          <a:prstGeom prst="rect">
            <a:avLst/>
          </a:prstGeom>
          <a:noFill/>
        </p:spPr>
        <p:txBody>
          <a:bodyPr vert="horz" wrap="none" lIns="82918" tIns="41459" rIns="82918" bIns="41459" rtlCol="0" anchor="t">
            <a:spAutoFit/>
          </a:bodyPr>
          <a:lstStyle/>
          <a:p>
            <a:pPr algn="l">
              <a:lnSpc>
                <a:spcPct val="110000"/>
              </a:lnSpc>
            </a:pPr>
            <a:r>
              <a:rPr lang="en-AU" sz="816" b="1" dirty="0">
                <a:latin typeface="Arial"/>
              </a:rPr>
              <a:t>Legend</a:t>
            </a:r>
            <a:r>
              <a:rPr lang="en-AU" sz="816" b="1" dirty="0">
                <a:solidFill>
                  <a:schemeClr val="tx2"/>
                </a:solidFill>
                <a:latin typeface="Arial"/>
              </a:rPr>
              <a:t>:</a:t>
            </a:r>
          </a:p>
        </p:txBody>
      </p:sp>
      <p:grpSp>
        <p:nvGrpSpPr>
          <p:cNvPr id="450" name="Group 449"/>
          <p:cNvGrpSpPr/>
          <p:nvPr/>
        </p:nvGrpSpPr>
        <p:grpSpPr>
          <a:xfrm>
            <a:off x="4086598" y="1732542"/>
            <a:ext cx="5931029" cy="4388409"/>
            <a:chOff x="3010575" y="1886640"/>
            <a:chExt cx="5827481" cy="4311764"/>
          </a:xfrm>
        </p:grpSpPr>
        <p:sp>
          <p:nvSpPr>
            <p:cNvPr id="451" name="Freeform 400">
              <a:extLst>
                <a:ext uri="{FF2B5EF4-FFF2-40B4-BE49-F238E27FC236}">
                  <a16:creationId xmlns:a16="http://schemas.microsoft.com/office/drawing/2014/main" id="{8395E316-D4ED-40A7-82C8-F7A3B4DDD743}"/>
                </a:ext>
              </a:extLst>
            </p:cNvPr>
            <p:cNvSpPr/>
            <p:nvPr>
              <p:custDataLst>
                <p:tags r:id="rId2"/>
              </p:custDataLst>
            </p:nvPr>
          </p:nvSpPr>
          <p:spPr bwMode="auto">
            <a:xfrm>
              <a:off x="7009312" y="5669205"/>
              <a:ext cx="72603" cy="97693"/>
            </a:xfrm>
            <a:custGeom>
              <a:avLst/>
              <a:gdLst>
                <a:gd name="connsiteX0" fmla="*/ 0 w 84495"/>
                <a:gd name="connsiteY0" fmla="*/ 14778 h 113203"/>
                <a:gd name="connsiteX1" fmla="*/ 28575 w 84495"/>
                <a:gd name="connsiteY1" fmla="*/ 71928 h 113203"/>
                <a:gd name="connsiteX2" fmla="*/ 25400 w 84495"/>
                <a:gd name="connsiteY2" fmla="*/ 106853 h 113203"/>
                <a:gd name="connsiteX3" fmla="*/ 50800 w 84495"/>
                <a:gd name="connsiteY3" fmla="*/ 113203 h 113203"/>
                <a:gd name="connsiteX4" fmla="*/ 76200 w 84495"/>
                <a:gd name="connsiteY4" fmla="*/ 87803 h 113203"/>
                <a:gd name="connsiteX5" fmla="*/ 50800 w 84495"/>
                <a:gd name="connsiteY5" fmla="*/ 65578 h 113203"/>
                <a:gd name="connsiteX6" fmla="*/ 60325 w 84495"/>
                <a:gd name="connsiteY6" fmla="*/ 37003 h 113203"/>
                <a:gd name="connsiteX7" fmla="*/ 0 w 84495"/>
                <a:gd name="connsiteY7" fmla="*/ 14778 h 11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95" h="113203">
                  <a:moveTo>
                    <a:pt x="0" y="14778"/>
                  </a:moveTo>
                  <a:lnTo>
                    <a:pt x="28575" y="71928"/>
                  </a:lnTo>
                  <a:lnTo>
                    <a:pt x="25400" y="106853"/>
                  </a:lnTo>
                  <a:lnTo>
                    <a:pt x="50800" y="113203"/>
                  </a:lnTo>
                  <a:cubicBezTo>
                    <a:pt x="81344" y="92840"/>
                    <a:pt x="84495" y="104392"/>
                    <a:pt x="76200" y="87803"/>
                  </a:cubicBezTo>
                  <a:cubicBezTo>
                    <a:pt x="49953" y="68118"/>
                    <a:pt x="50800" y="79336"/>
                    <a:pt x="50800" y="65578"/>
                  </a:cubicBezTo>
                  <a:cubicBezTo>
                    <a:pt x="67929" y="38171"/>
                    <a:pt x="75605" y="44643"/>
                    <a:pt x="60325" y="37003"/>
                  </a:cubicBezTo>
                  <a:cubicBezTo>
                    <a:pt x="40142" y="0"/>
                    <a:pt x="47205" y="13939"/>
                    <a:pt x="0" y="14778"/>
                  </a:cubicBezTo>
                  <a:close/>
                </a:path>
              </a:pathLst>
            </a:custGeom>
            <a:solidFill>
              <a:srgbClr val="DDDCDB"/>
            </a:solidFill>
            <a:ln w="6350">
              <a:solidFill>
                <a:srgbClr val="FFFFFF"/>
              </a:solidFill>
              <a:prstDash val="solid"/>
              <a:miter lim="800000"/>
              <a:headEnd/>
              <a:tailEnd/>
            </a:ln>
          </p:spPr>
          <p:txBody>
            <a:bodyPr/>
            <a:lstStyle/>
            <a:p>
              <a:pPr defTabSz="829178">
                <a:defRPr/>
              </a:pPr>
              <a:endParaRPr lang="en-AU" sz="1632" kern="0" dirty="0">
                <a:latin typeface="Arial"/>
              </a:endParaRPr>
            </a:p>
          </p:txBody>
        </p:sp>
        <p:grpSp>
          <p:nvGrpSpPr>
            <p:cNvPr id="452" name="Group 451"/>
            <p:cNvGrpSpPr/>
            <p:nvPr/>
          </p:nvGrpSpPr>
          <p:grpSpPr>
            <a:xfrm>
              <a:off x="3333990" y="1980221"/>
              <a:ext cx="4516416" cy="4169199"/>
              <a:chOff x="3333990" y="1980221"/>
              <a:chExt cx="4516416" cy="4169199"/>
            </a:xfrm>
          </p:grpSpPr>
          <p:grpSp>
            <p:nvGrpSpPr>
              <p:cNvPr id="1358" name="Group 1357"/>
              <p:cNvGrpSpPr/>
              <p:nvPr/>
            </p:nvGrpSpPr>
            <p:grpSpPr>
              <a:xfrm>
                <a:off x="3333990" y="1980221"/>
                <a:ext cx="4516416" cy="4169199"/>
                <a:chOff x="3228975" y="2294758"/>
                <a:chExt cx="4516416" cy="4169199"/>
              </a:xfrm>
            </p:grpSpPr>
            <p:sp>
              <p:nvSpPr>
                <p:cNvPr id="1434" name="Freeform 401">
                  <a:extLst>
                    <a:ext uri="{FF2B5EF4-FFF2-40B4-BE49-F238E27FC236}">
                      <a16:creationId xmlns:a16="http://schemas.microsoft.com/office/drawing/2014/main" id="{BD48CB55-8197-4F9F-B96E-D3199402D846}"/>
                    </a:ext>
                  </a:extLst>
                </p:cNvPr>
                <p:cNvSpPr/>
                <p:nvPr>
                  <p:custDataLst>
                    <p:tags r:id="rId5"/>
                  </p:custDataLst>
                </p:nvPr>
              </p:nvSpPr>
              <p:spPr bwMode="auto">
                <a:xfrm>
                  <a:off x="5016637" y="4185345"/>
                  <a:ext cx="1342458" cy="1538338"/>
                </a:xfrm>
                <a:custGeom>
                  <a:avLst/>
                  <a:gdLst>
                    <a:gd name="connsiteX0" fmla="*/ 0 w 1555750"/>
                    <a:gd name="connsiteY0" fmla="*/ 3175 h 1774825"/>
                    <a:gd name="connsiteX1" fmla="*/ 1171575 w 1555750"/>
                    <a:gd name="connsiteY1" fmla="*/ 0 h 1774825"/>
                    <a:gd name="connsiteX2" fmla="*/ 1555750 w 1555750"/>
                    <a:gd name="connsiteY2" fmla="*/ 28575 h 1774825"/>
                    <a:gd name="connsiteX3" fmla="*/ 1438275 w 1555750"/>
                    <a:gd name="connsiteY3" fmla="*/ 1774825 h 1774825"/>
                    <a:gd name="connsiteX4" fmla="*/ 1368425 w 1555750"/>
                    <a:gd name="connsiteY4" fmla="*/ 1720850 h 1774825"/>
                    <a:gd name="connsiteX5" fmla="*/ 1358900 w 1555750"/>
                    <a:gd name="connsiteY5" fmla="*/ 1682750 h 1774825"/>
                    <a:gd name="connsiteX6" fmla="*/ 1311275 w 1555750"/>
                    <a:gd name="connsiteY6" fmla="*/ 1635125 h 1774825"/>
                    <a:gd name="connsiteX7" fmla="*/ 1308100 w 1555750"/>
                    <a:gd name="connsiteY7" fmla="*/ 1590675 h 1774825"/>
                    <a:gd name="connsiteX8" fmla="*/ 1327150 w 1555750"/>
                    <a:gd name="connsiteY8" fmla="*/ 1520825 h 1774825"/>
                    <a:gd name="connsiteX9" fmla="*/ 1285875 w 1555750"/>
                    <a:gd name="connsiteY9" fmla="*/ 1425575 h 1774825"/>
                    <a:gd name="connsiteX10" fmla="*/ 1209675 w 1555750"/>
                    <a:gd name="connsiteY10" fmla="*/ 1381125 h 1774825"/>
                    <a:gd name="connsiteX11" fmla="*/ 1171575 w 1555750"/>
                    <a:gd name="connsiteY11" fmla="*/ 1403350 h 1774825"/>
                    <a:gd name="connsiteX12" fmla="*/ 1136650 w 1555750"/>
                    <a:gd name="connsiteY12" fmla="*/ 1384300 h 1774825"/>
                    <a:gd name="connsiteX13" fmla="*/ 1177925 w 1555750"/>
                    <a:gd name="connsiteY13" fmla="*/ 1320800 h 1774825"/>
                    <a:gd name="connsiteX14" fmla="*/ 1187450 w 1555750"/>
                    <a:gd name="connsiteY14" fmla="*/ 1254125 h 1774825"/>
                    <a:gd name="connsiteX15" fmla="*/ 1152525 w 1555750"/>
                    <a:gd name="connsiteY15" fmla="*/ 1222375 h 1774825"/>
                    <a:gd name="connsiteX16" fmla="*/ 1143000 w 1555750"/>
                    <a:gd name="connsiteY16" fmla="*/ 1181100 h 1774825"/>
                    <a:gd name="connsiteX17" fmla="*/ 1133475 w 1555750"/>
                    <a:gd name="connsiteY17" fmla="*/ 1168400 h 1774825"/>
                    <a:gd name="connsiteX18" fmla="*/ 1111250 w 1555750"/>
                    <a:gd name="connsiteY18" fmla="*/ 1190625 h 1774825"/>
                    <a:gd name="connsiteX19" fmla="*/ 1120775 w 1555750"/>
                    <a:gd name="connsiteY19" fmla="*/ 1209675 h 1774825"/>
                    <a:gd name="connsiteX20" fmla="*/ 1089025 w 1555750"/>
                    <a:gd name="connsiteY20" fmla="*/ 1241425 h 1774825"/>
                    <a:gd name="connsiteX21" fmla="*/ 1104900 w 1555750"/>
                    <a:gd name="connsiteY21" fmla="*/ 1276350 h 1774825"/>
                    <a:gd name="connsiteX22" fmla="*/ 1082675 w 1555750"/>
                    <a:gd name="connsiteY22" fmla="*/ 1295400 h 1774825"/>
                    <a:gd name="connsiteX23" fmla="*/ 1085850 w 1555750"/>
                    <a:gd name="connsiteY23" fmla="*/ 1330325 h 1774825"/>
                    <a:gd name="connsiteX24" fmla="*/ 1047750 w 1555750"/>
                    <a:gd name="connsiteY24" fmla="*/ 1349375 h 1774825"/>
                    <a:gd name="connsiteX25" fmla="*/ 1016000 w 1555750"/>
                    <a:gd name="connsiteY25" fmla="*/ 1349375 h 1774825"/>
                    <a:gd name="connsiteX26" fmla="*/ 984250 w 1555750"/>
                    <a:gd name="connsiteY26" fmla="*/ 1301750 h 1774825"/>
                    <a:gd name="connsiteX27" fmla="*/ 1009650 w 1555750"/>
                    <a:gd name="connsiteY27" fmla="*/ 1282700 h 1774825"/>
                    <a:gd name="connsiteX28" fmla="*/ 1031875 w 1555750"/>
                    <a:gd name="connsiteY28" fmla="*/ 1292225 h 1774825"/>
                    <a:gd name="connsiteX29" fmla="*/ 1060450 w 1555750"/>
                    <a:gd name="connsiteY29" fmla="*/ 1247775 h 1774825"/>
                    <a:gd name="connsiteX30" fmla="*/ 1063625 w 1555750"/>
                    <a:gd name="connsiteY30" fmla="*/ 1155700 h 1774825"/>
                    <a:gd name="connsiteX31" fmla="*/ 1114425 w 1555750"/>
                    <a:gd name="connsiteY31" fmla="*/ 1095375 h 1774825"/>
                    <a:gd name="connsiteX32" fmla="*/ 1117600 w 1555750"/>
                    <a:gd name="connsiteY32" fmla="*/ 1028700 h 1774825"/>
                    <a:gd name="connsiteX33" fmla="*/ 1127125 w 1555750"/>
                    <a:gd name="connsiteY33" fmla="*/ 1016000 h 1774825"/>
                    <a:gd name="connsiteX34" fmla="*/ 1104900 w 1555750"/>
                    <a:gd name="connsiteY34" fmla="*/ 942975 h 1774825"/>
                    <a:gd name="connsiteX35" fmla="*/ 1085850 w 1555750"/>
                    <a:gd name="connsiteY35" fmla="*/ 1000125 h 1774825"/>
                    <a:gd name="connsiteX36" fmla="*/ 1057275 w 1555750"/>
                    <a:gd name="connsiteY36" fmla="*/ 1028700 h 1774825"/>
                    <a:gd name="connsiteX37" fmla="*/ 1038225 w 1555750"/>
                    <a:gd name="connsiteY37" fmla="*/ 1098550 h 1774825"/>
                    <a:gd name="connsiteX38" fmla="*/ 993775 w 1555750"/>
                    <a:gd name="connsiteY38" fmla="*/ 1111250 h 1774825"/>
                    <a:gd name="connsiteX39" fmla="*/ 984250 w 1555750"/>
                    <a:gd name="connsiteY39" fmla="*/ 1136650 h 1774825"/>
                    <a:gd name="connsiteX40" fmla="*/ 952500 w 1555750"/>
                    <a:gd name="connsiteY40" fmla="*/ 1133475 h 1774825"/>
                    <a:gd name="connsiteX41" fmla="*/ 873125 w 1555750"/>
                    <a:gd name="connsiteY41" fmla="*/ 1222375 h 1774825"/>
                    <a:gd name="connsiteX42" fmla="*/ 876300 w 1555750"/>
                    <a:gd name="connsiteY42" fmla="*/ 1282700 h 1774825"/>
                    <a:gd name="connsiteX43" fmla="*/ 835025 w 1555750"/>
                    <a:gd name="connsiteY43" fmla="*/ 1282700 h 1774825"/>
                    <a:gd name="connsiteX44" fmla="*/ 806450 w 1555750"/>
                    <a:gd name="connsiteY44" fmla="*/ 1238250 h 1774825"/>
                    <a:gd name="connsiteX45" fmla="*/ 803275 w 1555750"/>
                    <a:gd name="connsiteY45" fmla="*/ 1162050 h 1774825"/>
                    <a:gd name="connsiteX46" fmla="*/ 777875 w 1555750"/>
                    <a:gd name="connsiteY46" fmla="*/ 1136650 h 1774825"/>
                    <a:gd name="connsiteX47" fmla="*/ 781050 w 1555750"/>
                    <a:gd name="connsiteY47" fmla="*/ 1114425 h 1774825"/>
                    <a:gd name="connsiteX48" fmla="*/ 739775 w 1555750"/>
                    <a:gd name="connsiteY48" fmla="*/ 1085850 h 1774825"/>
                    <a:gd name="connsiteX49" fmla="*/ 736600 w 1555750"/>
                    <a:gd name="connsiteY49" fmla="*/ 1041400 h 1774825"/>
                    <a:gd name="connsiteX50" fmla="*/ 676275 w 1555750"/>
                    <a:gd name="connsiteY50" fmla="*/ 1022350 h 1774825"/>
                    <a:gd name="connsiteX51" fmla="*/ 657225 w 1555750"/>
                    <a:gd name="connsiteY51" fmla="*/ 971550 h 1774825"/>
                    <a:gd name="connsiteX52" fmla="*/ 682625 w 1555750"/>
                    <a:gd name="connsiteY52" fmla="*/ 949325 h 1774825"/>
                    <a:gd name="connsiteX53" fmla="*/ 657225 w 1555750"/>
                    <a:gd name="connsiteY53" fmla="*/ 920750 h 1774825"/>
                    <a:gd name="connsiteX54" fmla="*/ 625475 w 1555750"/>
                    <a:gd name="connsiteY54" fmla="*/ 923925 h 1774825"/>
                    <a:gd name="connsiteX55" fmla="*/ 606425 w 1555750"/>
                    <a:gd name="connsiteY55" fmla="*/ 889000 h 1774825"/>
                    <a:gd name="connsiteX56" fmla="*/ 568325 w 1555750"/>
                    <a:gd name="connsiteY56" fmla="*/ 901700 h 1774825"/>
                    <a:gd name="connsiteX57" fmla="*/ 485775 w 1555750"/>
                    <a:gd name="connsiteY57" fmla="*/ 844550 h 1774825"/>
                    <a:gd name="connsiteX58" fmla="*/ 425450 w 1555750"/>
                    <a:gd name="connsiteY58" fmla="*/ 857250 h 1774825"/>
                    <a:gd name="connsiteX59" fmla="*/ 333375 w 1555750"/>
                    <a:gd name="connsiteY59" fmla="*/ 793750 h 1774825"/>
                    <a:gd name="connsiteX60" fmla="*/ 273050 w 1555750"/>
                    <a:gd name="connsiteY60" fmla="*/ 793750 h 1774825"/>
                    <a:gd name="connsiteX61" fmla="*/ 117475 w 1555750"/>
                    <a:gd name="connsiteY61" fmla="*/ 800100 h 1774825"/>
                    <a:gd name="connsiteX62" fmla="*/ 95250 w 1555750"/>
                    <a:gd name="connsiteY62" fmla="*/ 819150 h 1774825"/>
                    <a:gd name="connsiteX63" fmla="*/ 31750 w 1555750"/>
                    <a:gd name="connsiteY63" fmla="*/ 809625 h 1774825"/>
                    <a:gd name="connsiteX64" fmla="*/ 0 w 1555750"/>
                    <a:gd name="connsiteY64" fmla="*/ 3175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55750" h="1774825">
                      <a:moveTo>
                        <a:pt x="0" y="3175"/>
                      </a:moveTo>
                      <a:lnTo>
                        <a:pt x="1171575" y="0"/>
                      </a:lnTo>
                      <a:lnTo>
                        <a:pt x="1555750" y="28575"/>
                      </a:lnTo>
                      <a:lnTo>
                        <a:pt x="1438275" y="1774825"/>
                      </a:lnTo>
                      <a:lnTo>
                        <a:pt x="1368425" y="1720850"/>
                      </a:lnTo>
                      <a:lnTo>
                        <a:pt x="1358900" y="1682750"/>
                      </a:lnTo>
                      <a:lnTo>
                        <a:pt x="1311275" y="1635125"/>
                      </a:lnTo>
                      <a:lnTo>
                        <a:pt x="1308100" y="1590675"/>
                      </a:lnTo>
                      <a:lnTo>
                        <a:pt x="1327150" y="1520825"/>
                      </a:lnTo>
                      <a:cubicBezTo>
                        <a:pt x="1284984" y="1430005"/>
                        <a:pt x="1285875" y="1464596"/>
                        <a:pt x="1285875" y="1425575"/>
                      </a:cubicBezTo>
                      <a:lnTo>
                        <a:pt x="1209675" y="1381125"/>
                      </a:lnTo>
                      <a:lnTo>
                        <a:pt x="1171575" y="1403350"/>
                      </a:lnTo>
                      <a:lnTo>
                        <a:pt x="1136650" y="1384300"/>
                      </a:lnTo>
                      <a:cubicBezTo>
                        <a:pt x="1178523" y="1323102"/>
                        <a:pt x="1177925" y="1348340"/>
                        <a:pt x="1177925" y="1320800"/>
                      </a:cubicBezTo>
                      <a:cubicBezTo>
                        <a:pt x="1187607" y="1256253"/>
                        <a:pt x="1187450" y="1278703"/>
                        <a:pt x="1187450" y="1254125"/>
                      </a:cubicBezTo>
                      <a:lnTo>
                        <a:pt x="1152525" y="1222375"/>
                      </a:lnTo>
                      <a:lnTo>
                        <a:pt x="1143000" y="1181100"/>
                      </a:lnTo>
                      <a:lnTo>
                        <a:pt x="1133475" y="1168400"/>
                      </a:lnTo>
                      <a:lnTo>
                        <a:pt x="1111250" y="1190625"/>
                      </a:lnTo>
                      <a:lnTo>
                        <a:pt x="1120775" y="1209675"/>
                      </a:lnTo>
                      <a:lnTo>
                        <a:pt x="1089025" y="1241425"/>
                      </a:lnTo>
                      <a:lnTo>
                        <a:pt x="1104900" y="1276350"/>
                      </a:lnTo>
                      <a:lnTo>
                        <a:pt x="1082675" y="1295400"/>
                      </a:lnTo>
                      <a:lnTo>
                        <a:pt x="1085850" y="1330325"/>
                      </a:lnTo>
                      <a:lnTo>
                        <a:pt x="1047750" y="1349375"/>
                      </a:lnTo>
                      <a:lnTo>
                        <a:pt x="1016000" y="1349375"/>
                      </a:lnTo>
                      <a:lnTo>
                        <a:pt x="984250" y="1301750"/>
                      </a:lnTo>
                      <a:cubicBezTo>
                        <a:pt x="1004797" y="1281203"/>
                        <a:pt x="994320" y="1282700"/>
                        <a:pt x="1009650" y="1282700"/>
                      </a:cubicBezTo>
                      <a:lnTo>
                        <a:pt x="1031875" y="1292225"/>
                      </a:lnTo>
                      <a:cubicBezTo>
                        <a:pt x="1061052" y="1250080"/>
                        <a:pt x="1060450" y="1267684"/>
                        <a:pt x="1060450" y="1247775"/>
                      </a:cubicBezTo>
                      <a:lnTo>
                        <a:pt x="1063625" y="1155700"/>
                      </a:lnTo>
                      <a:cubicBezTo>
                        <a:pt x="1115128" y="1097759"/>
                        <a:pt x="1114425" y="1124038"/>
                        <a:pt x="1114425" y="1095375"/>
                      </a:cubicBezTo>
                      <a:lnTo>
                        <a:pt x="1117600" y="1028700"/>
                      </a:lnTo>
                      <a:lnTo>
                        <a:pt x="1127125" y="1016000"/>
                      </a:lnTo>
                      <a:lnTo>
                        <a:pt x="1104900" y="942975"/>
                      </a:lnTo>
                      <a:lnTo>
                        <a:pt x="1085850" y="1000125"/>
                      </a:lnTo>
                      <a:lnTo>
                        <a:pt x="1057275" y="1028700"/>
                      </a:lnTo>
                      <a:lnTo>
                        <a:pt x="1038225" y="1098550"/>
                      </a:lnTo>
                      <a:lnTo>
                        <a:pt x="993775" y="1111250"/>
                      </a:lnTo>
                      <a:lnTo>
                        <a:pt x="984250" y="1136650"/>
                      </a:lnTo>
                      <a:lnTo>
                        <a:pt x="952500" y="1133475"/>
                      </a:lnTo>
                      <a:lnTo>
                        <a:pt x="873125" y="1222375"/>
                      </a:lnTo>
                      <a:cubicBezTo>
                        <a:pt x="879586" y="1283753"/>
                        <a:pt x="899694" y="1282700"/>
                        <a:pt x="876300" y="1282700"/>
                      </a:cubicBezTo>
                      <a:cubicBezTo>
                        <a:pt x="836708" y="1285999"/>
                        <a:pt x="847211" y="1294886"/>
                        <a:pt x="835025" y="1282700"/>
                      </a:cubicBezTo>
                      <a:lnTo>
                        <a:pt x="806450" y="1238250"/>
                      </a:lnTo>
                      <a:lnTo>
                        <a:pt x="803275" y="1162050"/>
                      </a:lnTo>
                      <a:lnTo>
                        <a:pt x="777875" y="1136650"/>
                      </a:lnTo>
                      <a:cubicBezTo>
                        <a:pt x="781465" y="1118699"/>
                        <a:pt x="781050" y="1126171"/>
                        <a:pt x="781050" y="1114425"/>
                      </a:cubicBezTo>
                      <a:lnTo>
                        <a:pt x="739775" y="1085850"/>
                      </a:lnTo>
                      <a:lnTo>
                        <a:pt x="736600" y="1041400"/>
                      </a:lnTo>
                      <a:lnTo>
                        <a:pt x="676275" y="1022350"/>
                      </a:lnTo>
                      <a:cubicBezTo>
                        <a:pt x="656832" y="973742"/>
                        <a:pt x="657225" y="991823"/>
                        <a:pt x="657225" y="971550"/>
                      </a:cubicBezTo>
                      <a:lnTo>
                        <a:pt x="682625" y="949325"/>
                      </a:lnTo>
                      <a:lnTo>
                        <a:pt x="657225" y="920750"/>
                      </a:lnTo>
                      <a:lnTo>
                        <a:pt x="625475" y="923925"/>
                      </a:lnTo>
                      <a:lnTo>
                        <a:pt x="606425" y="889000"/>
                      </a:lnTo>
                      <a:lnTo>
                        <a:pt x="568325" y="901700"/>
                      </a:lnTo>
                      <a:cubicBezTo>
                        <a:pt x="490432" y="843280"/>
                        <a:pt x="523875" y="844550"/>
                        <a:pt x="485775" y="844550"/>
                      </a:cubicBezTo>
                      <a:lnTo>
                        <a:pt x="425450" y="857250"/>
                      </a:lnTo>
                      <a:lnTo>
                        <a:pt x="333375" y="793750"/>
                      </a:lnTo>
                      <a:lnTo>
                        <a:pt x="273050" y="793750"/>
                      </a:lnTo>
                      <a:lnTo>
                        <a:pt x="117475" y="800100"/>
                      </a:lnTo>
                      <a:lnTo>
                        <a:pt x="95250" y="819150"/>
                      </a:lnTo>
                      <a:lnTo>
                        <a:pt x="31750" y="809625"/>
                      </a:lnTo>
                      <a:lnTo>
                        <a:pt x="0" y="3175"/>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5" name="Freeform 402">
                  <a:extLst>
                    <a:ext uri="{FF2B5EF4-FFF2-40B4-BE49-F238E27FC236}">
                      <a16:creationId xmlns:a16="http://schemas.microsoft.com/office/drawing/2014/main" id="{FC92C844-26FD-4BF8-8D0E-EFF7501554B8}"/>
                    </a:ext>
                  </a:extLst>
                </p:cNvPr>
                <p:cNvSpPr/>
                <p:nvPr>
                  <p:custDataLst>
                    <p:tags r:id="rId6"/>
                  </p:custDataLst>
                </p:nvPr>
              </p:nvSpPr>
              <p:spPr bwMode="auto">
                <a:xfrm>
                  <a:off x="3228975" y="2671775"/>
                  <a:ext cx="1820538" cy="2753322"/>
                </a:xfrm>
                <a:custGeom>
                  <a:avLst/>
                  <a:gdLst>
                    <a:gd name="connsiteX0" fmla="*/ 33338 w 2109788"/>
                    <a:gd name="connsiteY0" fmla="*/ 1728788 h 3176588"/>
                    <a:gd name="connsiteX1" fmla="*/ 28575 w 2109788"/>
                    <a:gd name="connsiteY1" fmla="*/ 1628775 h 3176588"/>
                    <a:gd name="connsiteX2" fmla="*/ 61913 w 2109788"/>
                    <a:gd name="connsiteY2" fmla="*/ 1585913 h 3176588"/>
                    <a:gd name="connsiteX3" fmla="*/ 47625 w 2109788"/>
                    <a:gd name="connsiteY3" fmla="*/ 1533525 h 3176588"/>
                    <a:gd name="connsiteX4" fmla="*/ 47625 w 2109788"/>
                    <a:gd name="connsiteY4" fmla="*/ 1500188 h 3176588"/>
                    <a:gd name="connsiteX5" fmla="*/ 14288 w 2109788"/>
                    <a:gd name="connsiteY5" fmla="*/ 1457325 h 3176588"/>
                    <a:gd name="connsiteX6" fmla="*/ 42863 w 2109788"/>
                    <a:gd name="connsiteY6" fmla="*/ 1414463 h 3176588"/>
                    <a:gd name="connsiteX7" fmla="*/ 47625 w 2109788"/>
                    <a:gd name="connsiteY7" fmla="*/ 1347788 h 3176588"/>
                    <a:gd name="connsiteX8" fmla="*/ 100013 w 2109788"/>
                    <a:gd name="connsiteY8" fmla="*/ 1443038 h 3176588"/>
                    <a:gd name="connsiteX9" fmla="*/ 123825 w 2109788"/>
                    <a:gd name="connsiteY9" fmla="*/ 1395413 h 3176588"/>
                    <a:gd name="connsiteX10" fmla="*/ 123825 w 2109788"/>
                    <a:gd name="connsiteY10" fmla="*/ 1347788 h 3176588"/>
                    <a:gd name="connsiteX11" fmla="*/ 242888 w 2109788"/>
                    <a:gd name="connsiteY11" fmla="*/ 1266825 h 3176588"/>
                    <a:gd name="connsiteX12" fmla="*/ 309563 w 2109788"/>
                    <a:gd name="connsiteY12" fmla="*/ 1195388 h 3176588"/>
                    <a:gd name="connsiteX13" fmla="*/ 347663 w 2109788"/>
                    <a:gd name="connsiteY13" fmla="*/ 1152525 h 3176588"/>
                    <a:gd name="connsiteX14" fmla="*/ 361950 w 2109788"/>
                    <a:gd name="connsiteY14" fmla="*/ 1109663 h 3176588"/>
                    <a:gd name="connsiteX15" fmla="*/ 390525 w 2109788"/>
                    <a:gd name="connsiteY15" fmla="*/ 1095375 h 3176588"/>
                    <a:gd name="connsiteX16" fmla="*/ 414338 w 2109788"/>
                    <a:gd name="connsiteY16" fmla="*/ 1128713 h 3176588"/>
                    <a:gd name="connsiteX17" fmla="*/ 481013 w 2109788"/>
                    <a:gd name="connsiteY17" fmla="*/ 1128713 h 3176588"/>
                    <a:gd name="connsiteX18" fmla="*/ 576263 w 2109788"/>
                    <a:gd name="connsiteY18" fmla="*/ 1057275 h 3176588"/>
                    <a:gd name="connsiteX19" fmla="*/ 623888 w 2109788"/>
                    <a:gd name="connsiteY19" fmla="*/ 1057275 h 3176588"/>
                    <a:gd name="connsiteX20" fmla="*/ 728663 w 2109788"/>
                    <a:gd name="connsiteY20" fmla="*/ 962025 h 3176588"/>
                    <a:gd name="connsiteX21" fmla="*/ 747713 w 2109788"/>
                    <a:gd name="connsiteY21" fmla="*/ 1009650 h 3176588"/>
                    <a:gd name="connsiteX22" fmla="*/ 890588 w 2109788"/>
                    <a:gd name="connsiteY22" fmla="*/ 952500 h 3176588"/>
                    <a:gd name="connsiteX23" fmla="*/ 923925 w 2109788"/>
                    <a:gd name="connsiteY23" fmla="*/ 914400 h 3176588"/>
                    <a:gd name="connsiteX24" fmla="*/ 952500 w 2109788"/>
                    <a:gd name="connsiteY24" fmla="*/ 914400 h 3176588"/>
                    <a:gd name="connsiteX25" fmla="*/ 1009650 w 2109788"/>
                    <a:gd name="connsiteY25" fmla="*/ 842963 h 3176588"/>
                    <a:gd name="connsiteX26" fmla="*/ 1047750 w 2109788"/>
                    <a:gd name="connsiteY26" fmla="*/ 728663 h 3176588"/>
                    <a:gd name="connsiteX27" fmla="*/ 1095375 w 2109788"/>
                    <a:gd name="connsiteY27" fmla="*/ 700088 h 3176588"/>
                    <a:gd name="connsiteX28" fmla="*/ 1109663 w 2109788"/>
                    <a:gd name="connsiteY28" fmla="*/ 666750 h 3176588"/>
                    <a:gd name="connsiteX29" fmla="*/ 1071563 w 2109788"/>
                    <a:gd name="connsiteY29" fmla="*/ 600075 h 3176588"/>
                    <a:gd name="connsiteX30" fmla="*/ 1081088 w 2109788"/>
                    <a:gd name="connsiteY30" fmla="*/ 528638 h 3176588"/>
                    <a:gd name="connsiteX31" fmla="*/ 1143000 w 2109788"/>
                    <a:gd name="connsiteY31" fmla="*/ 490538 h 3176588"/>
                    <a:gd name="connsiteX32" fmla="*/ 1162050 w 2109788"/>
                    <a:gd name="connsiteY32" fmla="*/ 461963 h 3176588"/>
                    <a:gd name="connsiteX33" fmla="*/ 1176338 w 2109788"/>
                    <a:gd name="connsiteY33" fmla="*/ 423863 h 3176588"/>
                    <a:gd name="connsiteX34" fmla="*/ 1204913 w 2109788"/>
                    <a:gd name="connsiteY34" fmla="*/ 485775 h 3176588"/>
                    <a:gd name="connsiteX35" fmla="*/ 1266825 w 2109788"/>
                    <a:gd name="connsiteY35" fmla="*/ 576263 h 3176588"/>
                    <a:gd name="connsiteX36" fmla="*/ 1266825 w 2109788"/>
                    <a:gd name="connsiteY36" fmla="*/ 504825 h 3176588"/>
                    <a:gd name="connsiteX37" fmla="*/ 1319213 w 2109788"/>
                    <a:gd name="connsiteY37" fmla="*/ 509588 h 3176588"/>
                    <a:gd name="connsiteX38" fmla="*/ 1247775 w 2109788"/>
                    <a:gd name="connsiteY38" fmla="*/ 438150 h 3176588"/>
                    <a:gd name="connsiteX39" fmla="*/ 1271588 w 2109788"/>
                    <a:gd name="connsiteY39" fmla="*/ 414338 h 3176588"/>
                    <a:gd name="connsiteX40" fmla="*/ 1266825 w 2109788"/>
                    <a:gd name="connsiteY40" fmla="*/ 381000 h 3176588"/>
                    <a:gd name="connsiteX41" fmla="*/ 1285875 w 2109788"/>
                    <a:gd name="connsiteY41" fmla="*/ 381000 h 3176588"/>
                    <a:gd name="connsiteX42" fmla="*/ 1300163 w 2109788"/>
                    <a:gd name="connsiteY42" fmla="*/ 423863 h 3176588"/>
                    <a:gd name="connsiteX43" fmla="*/ 1323975 w 2109788"/>
                    <a:gd name="connsiteY43" fmla="*/ 390525 h 3176588"/>
                    <a:gd name="connsiteX44" fmla="*/ 1357313 w 2109788"/>
                    <a:gd name="connsiteY44" fmla="*/ 414338 h 3176588"/>
                    <a:gd name="connsiteX45" fmla="*/ 1433513 w 2109788"/>
                    <a:gd name="connsiteY45" fmla="*/ 404813 h 3176588"/>
                    <a:gd name="connsiteX46" fmla="*/ 1366838 w 2109788"/>
                    <a:gd name="connsiteY46" fmla="*/ 381000 h 3176588"/>
                    <a:gd name="connsiteX47" fmla="*/ 1409700 w 2109788"/>
                    <a:gd name="connsiteY47" fmla="*/ 347663 h 3176588"/>
                    <a:gd name="connsiteX48" fmla="*/ 1376363 w 2109788"/>
                    <a:gd name="connsiteY48" fmla="*/ 319088 h 3176588"/>
                    <a:gd name="connsiteX49" fmla="*/ 1376363 w 2109788"/>
                    <a:gd name="connsiteY49" fmla="*/ 257175 h 3176588"/>
                    <a:gd name="connsiteX50" fmla="*/ 1347788 w 2109788"/>
                    <a:gd name="connsiteY50" fmla="*/ 233363 h 3176588"/>
                    <a:gd name="connsiteX51" fmla="*/ 1395413 w 2109788"/>
                    <a:gd name="connsiteY51" fmla="*/ 257175 h 3176588"/>
                    <a:gd name="connsiteX52" fmla="*/ 1433513 w 2109788"/>
                    <a:gd name="connsiteY52" fmla="*/ 238125 h 3176588"/>
                    <a:gd name="connsiteX53" fmla="*/ 1466850 w 2109788"/>
                    <a:gd name="connsiteY53" fmla="*/ 285750 h 3176588"/>
                    <a:gd name="connsiteX54" fmla="*/ 1481138 w 2109788"/>
                    <a:gd name="connsiteY54" fmla="*/ 257175 h 3176588"/>
                    <a:gd name="connsiteX55" fmla="*/ 1423988 w 2109788"/>
                    <a:gd name="connsiteY55" fmla="*/ 190500 h 3176588"/>
                    <a:gd name="connsiteX56" fmla="*/ 1500188 w 2109788"/>
                    <a:gd name="connsiteY56" fmla="*/ 190500 h 3176588"/>
                    <a:gd name="connsiteX57" fmla="*/ 1462088 w 2109788"/>
                    <a:gd name="connsiteY57" fmla="*/ 104775 h 3176588"/>
                    <a:gd name="connsiteX58" fmla="*/ 1528763 w 2109788"/>
                    <a:gd name="connsiteY58" fmla="*/ 123825 h 3176588"/>
                    <a:gd name="connsiteX59" fmla="*/ 1538288 w 2109788"/>
                    <a:gd name="connsiteY59" fmla="*/ 57150 h 3176588"/>
                    <a:gd name="connsiteX60" fmla="*/ 1576388 w 2109788"/>
                    <a:gd name="connsiteY60" fmla="*/ 128588 h 3176588"/>
                    <a:gd name="connsiteX61" fmla="*/ 1609725 w 2109788"/>
                    <a:gd name="connsiteY61" fmla="*/ 71438 h 3176588"/>
                    <a:gd name="connsiteX62" fmla="*/ 1566863 w 2109788"/>
                    <a:gd name="connsiteY62" fmla="*/ 23813 h 3176588"/>
                    <a:gd name="connsiteX63" fmla="*/ 1595438 w 2109788"/>
                    <a:gd name="connsiteY63" fmla="*/ 19050 h 3176588"/>
                    <a:gd name="connsiteX64" fmla="*/ 1624013 w 2109788"/>
                    <a:gd name="connsiteY64" fmla="*/ 57150 h 3176588"/>
                    <a:gd name="connsiteX65" fmla="*/ 1647825 w 2109788"/>
                    <a:gd name="connsiteY65" fmla="*/ 19050 h 3176588"/>
                    <a:gd name="connsiteX66" fmla="*/ 1690688 w 2109788"/>
                    <a:gd name="connsiteY66" fmla="*/ 52388 h 3176588"/>
                    <a:gd name="connsiteX67" fmla="*/ 1704975 w 2109788"/>
                    <a:gd name="connsiteY67" fmla="*/ 0 h 3176588"/>
                    <a:gd name="connsiteX68" fmla="*/ 1771650 w 2109788"/>
                    <a:gd name="connsiteY68" fmla="*/ 23813 h 3176588"/>
                    <a:gd name="connsiteX69" fmla="*/ 1900238 w 2109788"/>
                    <a:gd name="connsiteY69" fmla="*/ 142875 h 3176588"/>
                    <a:gd name="connsiteX70" fmla="*/ 1895475 w 2109788"/>
                    <a:gd name="connsiteY70" fmla="*/ 233363 h 3176588"/>
                    <a:gd name="connsiteX71" fmla="*/ 1909763 w 2109788"/>
                    <a:gd name="connsiteY71" fmla="*/ 252413 h 3176588"/>
                    <a:gd name="connsiteX72" fmla="*/ 1928813 w 2109788"/>
                    <a:gd name="connsiteY72" fmla="*/ 214313 h 3176588"/>
                    <a:gd name="connsiteX73" fmla="*/ 1924050 w 2109788"/>
                    <a:gd name="connsiteY73" fmla="*/ 166688 h 3176588"/>
                    <a:gd name="connsiteX74" fmla="*/ 1938338 w 2109788"/>
                    <a:gd name="connsiteY74" fmla="*/ 171450 h 3176588"/>
                    <a:gd name="connsiteX75" fmla="*/ 1957388 w 2109788"/>
                    <a:gd name="connsiteY75" fmla="*/ 133350 h 3176588"/>
                    <a:gd name="connsiteX76" fmla="*/ 2014538 w 2109788"/>
                    <a:gd name="connsiteY76" fmla="*/ 157163 h 3176588"/>
                    <a:gd name="connsiteX77" fmla="*/ 2109788 w 2109788"/>
                    <a:gd name="connsiteY77" fmla="*/ 2562225 h 3176588"/>
                    <a:gd name="connsiteX78" fmla="*/ 1895475 w 2109788"/>
                    <a:gd name="connsiteY78" fmla="*/ 2657475 h 3176588"/>
                    <a:gd name="connsiteX79" fmla="*/ 1852613 w 2109788"/>
                    <a:gd name="connsiteY79" fmla="*/ 2671763 h 3176588"/>
                    <a:gd name="connsiteX80" fmla="*/ 1733550 w 2109788"/>
                    <a:gd name="connsiteY80" fmla="*/ 2657475 h 3176588"/>
                    <a:gd name="connsiteX81" fmla="*/ 1671638 w 2109788"/>
                    <a:gd name="connsiteY81" fmla="*/ 2728913 h 3176588"/>
                    <a:gd name="connsiteX82" fmla="*/ 1519238 w 2109788"/>
                    <a:gd name="connsiteY82" fmla="*/ 2786063 h 3176588"/>
                    <a:gd name="connsiteX83" fmla="*/ 1514475 w 2109788"/>
                    <a:gd name="connsiteY83" fmla="*/ 2876550 h 3176588"/>
                    <a:gd name="connsiteX84" fmla="*/ 1457325 w 2109788"/>
                    <a:gd name="connsiteY84" fmla="*/ 2933700 h 3176588"/>
                    <a:gd name="connsiteX85" fmla="*/ 1419225 w 2109788"/>
                    <a:gd name="connsiteY85" fmla="*/ 2943225 h 3176588"/>
                    <a:gd name="connsiteX86" fmla="*/ 1366838 w 2109788"/>
                    <a:gd name="connsiteY86" fmla="*/ 2919413 h 3176588"/>
                    <a:gd name="connsiteX87" fmla="*/ 1295400 w 2109788"/>
                    <a:gd name="connsiteY87" fmla="*/ 2962275 h 3176588"/>
                    <a:gd name="connsiteX88" fmla="*/ 1223963 w 2109788"/>
                    <a:gd name="connsiteY88" fmla="*/ 2933700 h 3176588"/>
                    <a:gd name="connsiteX89" fmla="*/ 1109663 w 2109788"/>
                    <a:gd name="connsiteY89" fmla="*/ 2952750 h 3176588"/>
                    <a:gd name="connsiteX90" fmla="*/ 1095375 w 2109788"/>
                    <a:gd name="connsiteY90" fmla="*/ 2976563 h 3176588"/>
                    <a:gd name="connsiteX91" fmla="*/ 1033463 w 2109788"/>
                    <a:gd name="connsiteY91" fmla="*/ 2957513 h 3176588"/>
                    <a:gd name="connsiteX92" fmla="*/ 976313 w 2109788"/>
                    <a:gd name="connsiteY92" fmla="*/ 3014663 h 3176588"/>
                    <a:gd name="connsiteX93" fmla="*/ 985838 w 2109788"/>
                    <a:gd name="connsiteY93" fmla="*/ 3043238 h 3176588"/>
                    <a:gd name="connsiteX94" fmla="*/ 914400 w 2109788"/>
                    <a:gd name="connsiteY94" fmla="*/ 3052763 h 3176588"/>
                    <a:gd name="connsiteX95" fmla="*/ 838200 w 2109788"/>
                    <a:gd name="connsiteY95" fmla="*/ 3157538 h 3176588"/>
                    <a:gd name="connsiteX96" fmla="*/ 762000 w 2109788"/>
                    <a:gd name="connsiteY96" fmla="*/ 3167063 h 3176588"/>
                    <a:gd name="connsiteX97" fmla="*/ 681038 w 2109788"/>
                    <a:gd name="connsiteY97" fmla="*/ 3157538 h 3176588"/>
                    <a:gd name="connsiteX98" fmla="*/ 638175 w 2109788"/>
                    <a:gd name="connsiteY98" fmla="*/ 3176588 h 3176588"/>
                    <a:gd name="connsiteX99" fmla="*/ 619125 w 2109788"/>
                    <a:gd name="connsiteY99" fmla="*/ 3138488 h 3176588"/>
                    <a:gd name="connsiteX100" fmla="*/ 581025 w 2109788"/>
                    <a:gd name="connsiteY100" fmla="*/ 3157538 h 3176588"/>
                    <a:gd name="connsiteX101" fmla="*/ 523875 w 2109788"/>
                    <a:gd name="connsiteY101" fmla="*/ 3090863 h 3176588"/>
                    <a:gd name="connsiteX102" fmla="*/ 452438 w 2109788"/>
                    <a:gd name="connsiteY102" fmla="*/ 3105150 h 3176588"/>
                    <a:gd name="connsiteX103" fmla="*/ 428625 w 2109788"/>
                    <a:gd name="connsiteY103" fmla="*/ 2971800 h 3176588"/>
                    <a:gd name="connsiteX104" fmla="*/ 466725 w 2109788"/>
                    <a:gd name="connsiteY104" fmla="*/ 3009900 h 3176588"/>
                    <a:gd name="connsiteX105" fmla="*/ 509588 w 2109788"/>
                    <a:gd name="connsiteY105" fmla="*/ 2967038 h 3176588"/>
                    <a:gd name="connsiteX106" fmla="*/ 500063 w 2109788"/>
                    <a:gd name="connsiteY106" fmla="*/ 2886075 h 3176588"/>
                    <a:gd name="connsiteX107" fmla="*/ 495300 w 2109788"/>
                    <a:gd name="connsiteY107" fmla="*/ 2805113 h 3176588"/>
                    <a:gd name="connsiteX108" fmla="*/ 471488 w 2109788"/>
                    <a:gd name="connsiteY108" fmla="*/ 2762250 h 3176588"/>
                    <a:gd name="connsiteX109" fmla="*/ 495300 w 2109788"/>
                    <a:gd name="connsiteY109" fmla="*/ 2733675 h 3176588"/>
                    <a:gd name="connsiteX110" fmla="*/ 433388 w 2109788"/>
                    <a:gd name="connsiteY110" fmla="*/ 2662238 h 3176588"/>
                    <a:gd name="connsiteX111" fmla="*/ 414338 w 2109788"/>
                    <a:gd name="connsiteY111" fmla="*/ 2614613 h 3176588"/>
                    <a:gd name="connsiteX112" fmla="*/ 366713 w 2109788"/>
                    <a:gd name="connsiteY112" fmla="*/ 2576513 h 3176588"/>
                    <a:gd name="connsiteX113" fmla="*/ 342900 w 2109788"/>
                    <a:gd name="connsiteY113" fmla="*/ 2505075 h 3176588"/>
                    <a:gd name="connsiteX114" fmla="*/ 338138 w 2109788"/>
                    <a:gd name="connsiteY114" fmla="*/ 2386013 h 3176588"/>
                    <a:gd name="connsiteX115" fmla="*/ 276225 w 2109788"/>
                    <a:gd name="connsiteY115" fmla="*/ 2309813 h 3176588"/>
                    <a:gd name="connsiteX116" fmla="*/ 200025 w 2109788"/>
                    <a:gd name="connsiteY116" fmla="*/ 2200275 h 3176588"/>
                    <a:gd name="connsiteX117" fmla="*/ 190500 w 2109788"/>
                    <a:gd name="connsiteY117" fmla="*/ 2143125 h 3176588"/>
                    <a:gd name="connsiteX118" fmla="*/ 9525 w 2109788"/>
                    <a:gd name="connsiteY118" fmla="*/ 1938338 h 3176588"/>
                    <a:gd name="connsiteX119" fmla="*/ 0 w 2109788"/>
                    <a:gd name="connsiteY119" fmla="*/ 1895475 h 3176588"/>
                    <a:gd name="connsiteX120" fmla="*/ 38100 w 2109788"/>
                    <a:gd name="connsiteY120" fmla="*/ 1957388 h 3176588"/>
                    <a:gd name="connsiteX121" fmla="*/ 104775 w 2109788"/>
                    <a:gd name="connsiteY121" fmla="*/ 2014538 h 3176588"/>
                    <a:gd name="connsiteX122" fmla="*/ 123825 w 2109788"/>
                    <a:gd name="connsiteY122" fmla="*/ 2038350 h 3176588"/>
                    <a:gd name="connsiteX123" fmla="*/ 142875 w 2109788"/>
                    <a:gd name="connsiteY123" fmla="*/ 1995488 h 3176588"/>
                    <a:gd name="connsiteX124" fmla="*/ 85725 w 2109788"/>
                    <a:gd name="connsiteY124" fmla="*/ 1933575 h 3176588"/>
                    <a:gd name="connsiteX125" fmla="*/ 76200 w 2109788"/>
                    <a:gd name="connsiteY125" fmla="*/ 1881188 h 3176588"/>
                    <a:gd name="connsiteX126" fmla="*/ 128588 w 2109788"/>
                    <a:gd name="connsiteY126" fmla="*/ 1938338 h 3176588"/>
                    <a:gd name="connsiteX127" fmla="*/ 157163 w 2109788"/>
                    <a:gd name="connsiteY127" fmla="*/ 1985963 h 3176588"/>
                    <a:gd name="connsiteX128" fmla="*/ 176213 w 2109788"/>
                    <a:gd name="connsiteY128" fmla="*/ 1933575 h 3176588"/>
                    <a:gd name="connsiteX129" fmla="*/ 157163 w 2109788"/>
                    <a:gd name="connsiteY129" fmla="*/ 1895475 h 3176588"/>
                    <a:gd name="connsiteX130" fmla="*/ 123825 w 2109788"/>
                    <a:gd name="connsiteY130" fmla="*/ 1852613 h 3176588"/>
                    <a:gd name="connsiteX131" fmla="*/ 71438 w 2109788"/>
                    <a:gd name="connsiteY131" fmla="*/ 1800225 h 3176588"/>
                    <a:gd name="connsiteX132" fmla="*/ 33338 w 2109788"/>
                    <a:gd name="connsiteY132" fmla="*/ 1728788 h 3176588"/>
                    <a:gd name="connsiteX0" fmla="*/ 33338 w 2109788"/>
                    <a:gd name="connsiteY0" fmla="*/ 1728788 h 3176588"/>
                    <a:gd name="connsiteX1" fmla="*/ 28575 w 2109788"/>
                    <a:gd name="connsiteY1" fmla="*/ 1628775 h 3176588"/>
                    <a:gd name="connsiteX2" fmla="*/ 61913 w 2109788"/>
                    <a:gd name="connsiteY2" fmla="*/ 1585913 h 3176588"/>
                    <a:gd name="connsiteX3" fmla="*/ 47625 w 2109788"/>
                    <a:gd name="connsiteY3" fmla="*/ 1533525 h 3176588"/>
                    <a:gd name="connsiteX4" fmla="*/ 47625 w 2109788"/>
                    <a:gd name="connsiteY4" fmla="*/ 1500188 h 3176588"/>
                    <a:gd name="connsiteX5" fmla="*/ 14288 w 2109788"/>
                    <a:gd name="connsiteY5" fmla="*/ 1457325 h 3176588"/>
                    <a:gd name="connsiteX6" fmla="*/ 42863 w 2109788"/>
                    <a:gd name="connsiteY6" fmla="*/ 1414463 h 3176588"/>
                    <a:gd name="connsiteX7" fmla="*/ 47625 w 2109788"/>
                    <a:gd name="connsiteY7" fmla="*/ 1347788 h 3176588"/>
                    <a:gd name="connsiteX8" fmla="*/ 100013 w 2109788"/>
                    <a:gd name="connsiteY8" fmla="*/ 1443038 h 3176588"/>
                    <a:gd name="connsiteX9" fmla="*/ 123825 w 2109788"/>
                    <a:gd name="connsiteY9" fmla="*/ 1395413 h 3176588"/>
                    <a:gd name="connsiteX10" fmla="*/ 123825 w 2109788"/>
                    <a:gd name="connsiteY10" fmla="*/ 1347788 h 3176588"/>
                    <a:gd name="connsiteX11" fmla="*/ 242888 w 2109788"/>
                    <a:gd name="connsiteY11" fmla="*/ 1266825 h 3176588"/>
                    <a:gd name="connsiteX12" fmla="*/ 309563 w 2109788"/>
                    <a:gd name="connsiteY12" fmla="*/ 1195388 h 3176588"/>
                    <a:gd name="connsiteX13" fmla="*/ 347663 w 2109788"/>
                    <a:gd name="connsiteY13" fmla="*/ 1152525 h 3176588"/>
                    <a:gd name="connsiteX14" fmla="*/ 361950 w 2109788"/>
                    <a:gd name="connsiteY14" fmla="*/ 1109663 h 3176588"/>
                    <a:gd name="connsiteX15" fmla="*/ 390525 w 2109788"/>
                    <a:gd name="connsiteY15" fmla="*/ 1095375 h 3176588"/>
                    <a:gd name="connsiteX16" fmla="*/ 414338 w 2109788"/>
                    <a:gd name="connsiteY16" fmla="*/ 1128713 h 3176588"/>
                    <a:gd name="connsiteX17" fmla="*/ 481013 w 2109788"/>
                    <a:gd name="connsiteY17" fmla="*/ 1128713 h 3176588"/>
                    <a:gd name="connsiteX18" fmla="*/ 576263 w 2109788"/>
                    <a:gd name="connsiteY18" fmla="*/ 1057275 h 3176588"/>
                    <a:gd name="connsiteX19" fmla="*/ 623888 w 2109788"/>
                    <a:gd name="connsiteY19" fmla="*/ 1057275 h 3176588"/>
                    <a:gd name="connsiteX20" fmla="*/ 728663 w 2109788"/>
                    <a:gd name="connsiteY20" fmla="*/ 962025 h 3176588"/>
                    <a:gd name="connsiteX21" fmla="*/ 747713 w 2109788"/>
                    <a:gd name="connsiteY21" fmla="*/ 1009650 h 3176588"/>
                    <a:gd name="connsiteX22" fmla="*/ 890588 w 2109788"/>
                    <a:gd name="connsiteY22" fmla="*/ 952500 h 3176588"/>
                    <a:gd name="connsiteX23" fmla="*/ 923925 w 2109788"/>
                    <a:gd name="connsiteY23" fmla="*/ 914400 h 3176588"/>
                    <a:gd name="connsiteX24" fmla="*/ 952500 w 2109788"/>
                    <a:gd name="connsiteY24" fmla="*/ 914400 h 3176588"/>
                    <a:gd name="connsiteX25" fmla="*/ 1009650 w 2109788"/>
                    <a:gd name="connsiteY25" fmla="*/ 842963 h 3176588"/>
                    <a:gd name="connsiteX26" fmla="*/ 1047750 w 2109788"/>
                    <a:gd name="connsiteY26" fmla="*/ 728663 h 3176588"/>
                    <a:gd name="connsiteX27" fmla="*/ 1095375 w 2109788"/>
                    <a:gd name="connsiteY27" fmla="*/ 700088 h 3176588"/>
                    <a:gd name="connsiteX28" fmla="*/ 1109663 w 2109788"/>
                    <a:gd name="connsiteY28" fmla="*/ 666750 h 3176588"/>
                    <a:gd name="connsiteX29" fmla="*/ 1071563 w 2109788"/>
                    <a:gd name="connsiteY29" fmla="*/ 600075 h 3176588"/>
                    <a:gd name="connsiteX30" fmla="*/ 1081088 w 2109788"/>
                    <a:gd name="connsiteY30" fmla="*/ 528638 h 3176588"/>
                    <a:gd name="connsiteX31" fmla="*/ 1143000 w 2109788"/>
                    <a:gd name="connsiteY31" fmla="*/ 490538 h 3176588"/>
                    <a:gd name="connsiteX32" fmla="*/ 1162050 w 2109788"/>
                    <a:gd name="connsiteY32" fmla="*/ 461963 h 3176588"/>
                    <a:gd name="connsiteX33" fmla="*/ 1176338 w 2109788"/>
                    <a:gd name="connsiteY33" fmla="*/ 423863 h 3176588"/>
                    <a:gd name="connsiteX34" fmla="*/ 1204913 w 2109788"/>
                    <a:gd name="connsiteY34" fmla="*/ 485775 h 3176588"/>
                    <a:gd name="connsiteX35" fmla="*/ 1266825 w 2109788"/>
                    <a:gd name="connsiteY35" fmla="*/ 576263 h 3176588"/>
                    <a:gd name="connsiteX36" fmla="*/ 1266825 w 2109788"/>
                    <a:gd name="connsiteY36" fmla="*/ 504825 h 3176588"/>
                    <a:gd name="connsiteX37" fmla="*/ 1319213 w 2109788"/>
                    <a:gd name="connsiteY37" fmla="*/ 509588 h 3176588"/>
                    <a:gd name="connsiteX38" fmla="*/ 1247775 w 2109788"/>
                    <a:gd name="connsiteY38" fmla="*/ 438150 h 3176588"/>
                    <a:gd name="connsiteX39" fmla="*/ 1271588 w 2109788"/>
                    <a:gd name="connsiteY39" fmla="*/ 414338 h 3176588"/>
                    <a:gd name="connsiteX40" fmla="*/ 1266825 w 2109788"/>
                    <a:gd name="connsiteY40" fmla="*/ 381000 h 3176588"/>
                    <a:gd name="connsiteX41" fmla="*/ 1285875 w 2109788"/>
                    <a:gd name="connsiteY41" fmla="*/ 381000 h 3176588"/>
                    <a:gd name="connsiteX42" fmla="*/ 1300163 w 2109788"/>
                    <a:gd name="connsiteY42" fmla="*/ 423863 h 3176588"/>
                    <a:gd name="connsiteX43" fmla="*/ 1323975 w 2109788"/>
                    <a:gd name="connsiteY43" fmla="*/ 390525 h 3176588"/>
                    <a:gd name="connsiteX44" fmla="*/ 1357313 w 2109788"/>
                    <a:gd name="connsiteY44" fmla="*/ 414338 h 3176588"/>
                    <a:gd name="connsiteX45" fmla="*/ 1433513 w 2109788"/>
                    <a:gd name="connsiteY45" fmla="*/ 404813 h 3176588"/>
                    <a:gd name="connsiteX46" fmla="*/ 1366838 w 2109788"/>
                    <a:gd name="connsiteY46" fmla="*/ 381000 h 3176588"/>
                    <a:gd name="connsiteX47" fmla="*/ 1409700 w 2109788"/>
                    <a:gd name="connsiteY47" fmla="*/ 347663 h 3176588"/>
                    <a:gd name="connsiteX48" fmla="*/ 1376363 w 2109788"/>
                    <a:gd name="connsiteY48" fmla="*/ 319088 h 3176588"/>
                    <a:gd name="connsiteX49" fmla="*/ 1376363 w 2109788"/>
                    <a:gd name="connsiteY49" fmla="*/ 257175 h 3176588"/>
                    <a:gd name="connsiteX50" fmla="*/ 1347788 w 2109788"/>
                    <a:gd name="connsiteY50" fmla="*/ 233363 h 3176588"/>
                    <a:gd name="connsiteX51" fmla="*/ 1395413 w 2109788"/>
                    <a:gd name="connsiteY51" fmla="*/ 257175 h 3176588"/>
                    <a:gd name="connsiteX52" fmla="*/ 1433513 w 2109788"/>
                    <a:gd name="connsiteY52" fmla="*/ 238125 h 3176588"/>
                    <a:gd name="connsiteX53" fmla="*/ 1466850 w 2109788"/>
                    <a:gd name="connsiteY53" fmla="*/ 285750 h 3176588"/>
                    <a:gd name="connsiteX54" fmla="*/ 1481138 w 2109788"/>
                    <a:gd name="connsiteY54" fmla="*/ 257175 h 3176588"/>
                    <a:gd name="connsiteX55" fmla="*/ 1423988 w 2109788"/>
                    <a:gd name="connsiteY55" fmla="*/ 190500 h 3176588"/>
                    <a:gd name="connsiteX56" fmla="*/ 1500188 w 2109788"/>
                    <a:gd name="connsiteY56" fmla="*/ 190500 h 3176588"/>
                    <a:gd name="connsiteX57" fmla="*/ 1462088 w 2109788"/>
                    <a:gd name="connsiteY57" fmla="*/ 104775 h 3176588"/>
                    <a:gd name="connsiteX58" fmla="*/ 1528763 w 2109788"/>
                    <a:gd name="connsiteY58" fmla="*/ 123825 h 3176588"/>
                    <a:gd name="connsiteX59" fmla="*/ 1538288 w 2109788"/>
                    <a:gd name="connsiteY59" fmla="*/ 57150 h 3176588"/>
                    <a:gd name="connsiteX60" fmla="*/ 1576388 w 2109788"/>
                    <a:gd name="connsiteY60" fmla="*/ 128588 h 3176588"/>
                    <a:gd name="connsiteX61" fmla="*/ 1609725 w 2109788"/>
                    <a:gd name="connsiteY61" fmla="*/ 71438 h 3176588"/>
                    <a:gd name="connsiteX62" fmla="*/ 1566863 w 2109788"/>
                    <a:gd name="connsiteY62" fmla="*/ 23813 h 3176588"/>
                    <a:gd name="connsiteX63" fmla="*/ 1595438 w 2109788"/>
                    <a:gd name="connsiteY63" fmla="*/ 19050 h 3176588"/>
                    <a:gd name="connsiteX64" fmla="*/ 1624013 w 2109788"/>
                    <a:gd name="connsiteY64" fmla="*/ 57150 h 3176588"/>
                    <a:gd name="connsiteX65" fmla="*/ 1647825 w 2109788"/>
                    <a:gd name="connsiteY65" fmla="*/ 19050 h 3176588"/>
                    <a:gd name="connsiteX66" fmla="*/ 1690688 w 2109788"/>
                    <a:gd name="connsiteY66" fmla="*/ 52388 h 3176588"/>
                    <a:gd name="connsiteX67" fmla="*/ 1704975 w 2109788"/>
                    <a:gd name="connsiteY67" fmla="*/ 0 h 3176588"/>
                    <a:gd name="connsiteX68" fmla="*/ 1771650 w 2109788"/>
                    <a:gd name="connsiteY68" fmla="*/ 23813 h 3176588"/>
                    <a:gd name="connsiteX69" fmla="*/ 1900238 w 2109788"/>
                    <a:gd name="connsiteY69" fmla="*/ 142875 h 3176588"/>
                    <a:gd name="connsiteX70" fmla="*/ 1895475 w 2109788"/>
                    <a:gd name="connsiteY70" fmla="*/ 233363 h 3176588"/>
                    <a:gd name="connsiteX71" fmla="*/ 1909763 w 2109788"/>
                    <a:gd name="connsiteY71" fmla="*/ 252413 h 3176588"/>
                    <a:gd name="connsiteX72" fmla="*/ 1928813 w 2109788"/>
                    <a:gd name="connsiteY72" fmla="*/ 214313 h 3176588"/>
                    <a:gd name="connsiteX73" fmla="*/ 1924050 w 2109788"/>
                    <a:gd name="connsiteY73" fmla="*/ 166688 h 3176588"/>
                    <a:gd name="connsiteX74" fmla="*/ 1938338 w 2109788"/>
                    <a:gd name="connsiteY74" fmla="*/ 171450 h 3176588"/>
                    <a:gd name="connsiteX75" fmla="*/ 1957388 w 2109788"/>
                    <a:gd name="connsiteY75" fmla="*/ 133350 h 3176588"/>
                    <a:gd name="connsiteX76" fmla="*/ 2024063 w 2109788"/>
                    <a:gd name="connsiteY76" fmla="*/ 158759 h 3176588"/>
                    <a:gd name="connsiteX77" fmla="*/ 2109788 w 2109788"/>
                    <a:gd name="connsiteY77" fmla="*/ 2562225 h 3176588"/>
                    <a:gd name="connsiteX78" fmla="*/ 1895475 w 2109788"/>
                    <a:gd name="connsiteY78" fmla="*/ 2657475 h 3176588"/>
                    <a:gd name="connsiteX79" fmla="*/ 1852613 w 2109788"/>
                    <a:gd name="connsiteY79" fmla="*/ 2671763 h 3176588"/>
                    <a:gd name="connsiteX80" fmla="*/ 1733550 w 2109788"/>
                    <a:gd name="connsiteY80" fmla="*/ 2657475 h 3176588"/>
                    <a:gd name="connsiteX81" fmla="*/ 1671638 w 2109788"/>
                    <a:gd name="connsiteY81" fmla="*/ 2728913 h 3176588"/>
                    <a:gd name="connsiteX82" fmla="*/ 1519238 w 2109788"/>
                    <a:gd name="connsiteY82" fmla="*/ 2786063 h 3176588"/>
                    <a:gd name="connsiteX83" fmla="*/ 1514475 w 2109788"/>
                    <a:gd name="connsiteY83" fmla="*/ 2876550 h 3176588"/>
                    <a:gd name="connsiteX84" fmla="*/ 1457325 w 2109788"/>
                    <a:gd name="connsiteY84" fmla="*/ 2933700 h 3176588"/>
                    <a:gd name="connsiteX85" fmla="*/ 1419225 w 2109788"/>
                    <a:gd name="connsiteY85" fmla="*/ 2943225 h 3176588"/>
                    <a:gd name="connsiteX86" fmla="*/ 1366838 w 2109788"/>
                    <a:gd name="connsiteY86" fmla="*/ 2919413 h 3176588"/>
                    <a:gd name="connsiteX87" fmla="*/ 1295400 w 2109788"/>
                    <a:gd name="connsiteY87" fmla="*/ 2962275 h 3176588"/>
                    <a:gd name="connsiteX88" fmla="*/ 1223963 w 2109788"/>
                    <a:gd name="connsiteY88" fmla="*/ 2933700 h 3176588"/>
                    <a:gd name="connsiteX89" fmla="*/ 1109663 w 2109788"/>
                    <a:gd name="connsiteY89" fmla="*/ 2952750 h 3176588"/>
                    <a:gd name="connsiteX90" fmla="*/ 1095375 w 2109788"/>
                    <a:gd name="connsiteY90" fmla="*/ 2976563 h 3176588"/>
                    <a:gd name="connsiteX91" fmla="*/ 1033463 w 2109788"/>
                    <a:gd name="connsiteY91" fmla="*/ 2957513 h 3176588"/>
                    <a:gd name="connsiteX92" fmla="*/ 976313 w 2109788"/>
                    <a:gd name="connsiteY92" fmla="*/ 3014663 h 3176588"/>
                    <a:gd name="connsiteX93" fmla="*/ 985838 w 2109788"/>
                    <a:gd name="connsiteY93" fmla="*/ 3043238 h 3176588"/>
                    <a:gd name="connsiteX94" fmla="*/ 914400 w 2109788"/>
                    <a:gd name="connsiteY94" fmla="*/ 3052763 h 3176588"/>
                    <a:gd name="connsiteX95" fmla="*/ 838200 w 2109788"/>
                    <a:gd name="connsiteY95" fmla="*/ 3157538 h 3176588"/>
                    <a:gd name="connsiteX96" fmla="*/ 762000 w 2109788"/>
                    <a:gd name="connsiteY96" fmla="*/ 3167063 h 3176588"/>
                    <a:gd name="connsiteX97" fmla="*/ 681038 w 2109788"/>
                    <a:gd name="connsiteY97" fmla="*/ 3157538 h 3176588"/>
                    <a:gd name="connsiteX98" fmla="*/ 638175 w 2109788"/>
                    <a:gd name="connsiteY98" fmla="*/ 3176588 h 3176588"/>
                    <a:gd name="connsiteX99" fmla="*/ 619125 w 2109788"/>
                    <a:gd name="connsiteY99" fmla="*/ 3138488 h 3176588"/>
                    <a:gd name="connsiteX100" fmla="*/ 581025 w 2109788"/>
                    <a:gd name="connsiteY100" fmla="*/ 3157538 h 3176588"/>
                    <a:gd name="connsiteX101" fmla="*/ 523875 w 2109788"/>
                    <a:gd name="connsiteY101" fmla="*/ 3090863 h 3176588"/>
                    <a:gd name="connsiteX102" fmla="*/ 452438 w 2109788"/>
                    <a:gd name="connsiteY102" fmla="*/ 3105150 h 3176588"/>
                    <a:gd name="connsiteX103" fmla="*/ 428625 w 2109788"/>
                    <a:gd name="connsiteY103" fmla="*/ 2971800 h 3176588"/>
                    <a:gd name="connsiteX104" fmla="*/ 466725 w 2109788"/>
                    <a:gd name="connsiteY104" fmla="*/ 3009900 h 3176588"/>
                    <a:gd name="connsiteX105" fmla="*/ 509588 w 2109788"/>
                    <a:gd name="connsiteY105" fmla="*/ 2967038 h 3176588"/>
                    <a:gd name="connsiteX106" fmla="*/ 500063 w 2109788"/>
                    <a:gd name="connsiteY106" fmla="*/ 2886075 h 3176588"/>
                    <a:gd name="connsiteX107" fmla="*/ 495300 w 2109788"/>
                    <a:gd name="connsiteY107" fmla="*/ 2805113 h 3176588"/>
                    <a:gd name="connsiteX108" fmla="*/ 471488 w 2109788"/>
                    <a:gd name="connsiteY108" fmla="*/ 2762250 h 3176588"/>
                    <a:gd name="connsiteX109" fmla="*/ 495300 w 2109788"/>
                    <a:gd name="connsiteY109" fmla="*/ 2733675 h 3176588"/>
                    <a:gd name="connsiteX110" fmla="*/ 433388 w 2109788"/>
                    <a:gd name="connsiteY110" fmla="*/ 2662238 h 3176588"/>
                    <a:gd name="connsiteX111" fmla="*/ 414338 w 2109788"/>
                    <a:gd name="connsiteY111" fmla="*/ 2614613 h 3176588"/>
                    <a:gd name="connsiteX112" fmla="*/ 366713 w 2109788"/>
                    <a:gd name="connsiteY112" fmla="*/ 2576513 h 3176588"/>
                    <a:gd name="connsiteX113" fmla="*/ 342900 w 2109788"/>
                    <a:gd name="connsiteY113" fmla="*/ 2505075 h 3176588"/>
                    <a:gd name="connsiteX114" fmla="*/ 338138 w 2109788"/>
                    <a:gd name="connsiteY114" fmla="*/ 2386013 h 3176588"/>
                    <a:gd name="connsiteX115" fmla="*/ 276225 w 2109788"/>
                    <a:gd name="connsiteY115" fmla="*/ 2309813 h 3176588"/>
                    <a:gd name="connsiteX116" fmla="*/ 200025 w 2109788"/>
                    <a:gd name="connsiteY116" fmla="*/ 2200275 h 3176588"/>
                    <a:gd name="connsiteX117" fmla="*/ 190500 w 2109788"/>
                    <a:gd name="connsiteY117" fmla="*/ 2143125 h 3176588"/>
                    <a:gd name="connsiteX118" fmla="*/ 9525 w 2109788"/>
                    <a:gd name="connsiteY118" fmla="*/ 1938338 h 3176588"/>
                    <a:gd name="connsiteX119" fmla="*/ 0 w 2109788"/>
                    <a:gd name="connsiteY119" fmla="*/ 1895475 h 3176588"/>
                    <a:gd name="connsiteX120" fmla="*/ 38100 w 2109788"/>
                    <a:gd name="connsiteY120" fmla="*/ 1957388 h 3176588"/>
                    <a:gd name="connsiteX121" fmla="*/ 104775 w 2109788"/>
                    <a:gd name="connsiteY121" fmla="*/ 2014538 h 3176588"/>
                    <a:gd name="connsiteX122" fmla="*/ 123825 w 2109788"/>
                    <a:gd name="connsiteY122" fmla="*/ 2038350 h 3176588"/>
                    <a:gd name="connsiteX123" fmla="*/ 142875 w 2109788"/>
                    <a:gd name="connsiteY123" fmla="*/ 1995488 h 3176588"/>
                    <a:gd name="connsiteX124" fmla="*/ 85725 w 2109788"/>
                    <a:gd name="connsiteY124" fmla="*/ 1933575 h 3176588"/>
                    <a:gd name="connsiteX125" fmla="*/ 76200 w 2109788"/>
                    <a:gd name="connsiteY125" fmla="*/ 1881188 h 3176588"/>
                    <a:gd name="connsiteX126" fmla="*/ 128588 w 2109788"/>
                    <a:gd name="connsiteY126" fmla="*/ 1938338 h 3176588"/>
                    <a:gd name="connsiteX127" fmla="*/ 157163 w 2109788"/>
                    <a:gd name="connsiteY127" fmla="*/ 1985963 h 3176588"/>
                    <a:gd name="connsiteX128" fmla="*/ 176213 w 2109788"/>
                    <a:gd name="connsiteY128" fmla="*/ 1933575 h 3176588"/>
                    <a:gd name="connsiteX129" fmla="*/ 157163 w 2109788"/>
                    <a:gd name="connsiteY129" fmla="*/ 1895475 h 3176588"/>
                    <a:gd name="connsiteX130" fmla="*/ 123825 w 2109788"/>
                    <a:gd name="connsiteY130" fmla="*/ 1852613 h 3176588"/>
                    <a:gd name="connsiteX131" fmla="*/ 71438 w 2109788"/>
                    <a:gd name="connsiteY131" fmla="*/ 1800225 h 3176588"/>
                    <a:gd name="connsiteX132" fmla="*/ 33338 w 2109788"/>
                    <a:gd name="connsiteY132" fmla="*/ 1728788 h 317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2109788" h="3176588">
                      <a:moveTo>
                        <a:pt x="33338" y="1728788"/>
                      </a:moveTo>
                      <a:lnTo>
                        <a:pt x="28575" y="1628775"/>
                      </a:lnTo>
                      <a:lnTo>
                        <a:pt x="61913" y="1585913"/>
                      </a:lnTo>
                      <a:cubicBezTo>
                        <a:pt x="47169" y="1536767"/>
                        <a:pt x="47625" y="1554862"/>
                        <a:pt x="47625" y="1533525"/>
                      </a:cubicBezTo>
                      <a:cubicBezTo>
                        <a:pt x="58022" y="1497135"/>
                        <a:pt x="68707" y="1500188"/>
                        <a:pt x="47625" y="1500188"/>
                      </a:cubicBezTo>
                      <a:lnTo>
                        <a:pt x="14288" y="1457325"/>
                      </a:lnTo>
                      <a:lnTo>
                        <a:pt x="42863" y="1414463"/>
                      </a:lnTo>
                      <a:lnTo>
                        <a:pt x="47625" y="1347788"/>
                      </a:lnTo>
                      <a:lnTo>
                        <a:pt x="100013" y="1443038"/>
                      </a:lnTo>
                      <a:cubicBezTo>
                        <a:pt x="124596" y="1398787"/>
                        <a:pt x="123825" y="1416519"/>
                        <a:pt x="123825" y="1395413"/>
                      </a:cubicBezTo>
                      <a:lnTo>
                        <a:pt x="123825" y="1347788"/>
                      </a:lnTo>
                      <a:lnTo>
                        <a:pt x="242888" y="1266825"/>
                      </a:lnTo>
                      <a:lnTo>
                        <a:pt x="309563" y="1195388"/>
                      </a:lnTo>
                      <a:lnTo>
                        <a:pt x="347663" y="1152525"/>
                      </a:lnTo>
                      <a:lnTo>
                        <a:pt x="361950" y="1109663"/>
                      </a:lnTo>
                      <a:lnTo>
                        <a:pt x="390525" y="1095375"/>
                      </a:lnTo>
                      <a:lnTo>
                        <a:pt x="414338" y="1128713"/>
                      </a:lnTo>
                      <a:lnTo>
                        <a:pt x="481013" y="1128713"/>
                      </a:lnTo>
                      <a:lnTo>
                        <a:pt x="576263" y="1057275"/>
                      </a:lnTo>
                      <a:lnTo>
                        <a:pt x="623888" y="1057275"/>
                      </a:lnTo>
                      <a:lnTo>
                        <a:pt x="728663" y="962025"/>
                      </a:lnTo>
                      <a:lnTo>
                        <a:pt x="747713" y="1009650"/>
                      </a:lnTo>
                      <a:lnTo>
                        <a:pt x="890588" y="952500"/>
                      </a:lnTo>
                      <a:lnTo>
                        <a:pt x="923925" y="914400"/>
                      </a:lnTo>
                      <a:cubicBezTo>
                        <a:pt x="955512" y="924929"/>
                        <a:pt x="952500" y="933965"/>
                        <a:pt x="952500" y="914400"/>
                      </a:cubicBezTo>
                      <a:cubicBezTo>
                        <a:pt x="1010683" y="846520"/>
                        <a:pt x="1009650" y="876997"/>
                        <a:pt x="1009650" y="842963"/>
                      </a:cubicBezTo>
                      <a:lnTo>
                        <a:pt x="1047750" y="728663"/>
                      </a:lnTo>
                      <a:cubicBezTo>
                        <a:pt x="1096795" y="704140"/>
                        <a:pt x="1095375" y="722599"/>
                        <a:pt x="1095375" y="700088"/>
                      </a:cubicBezTo>
                      <a:lnTo>
                        <a:pt x="1109663" y="666750"/>
                      </a:lnTo>
                      <a:lnTo>
                        <a:pt x="1071563" y="600075"/>
                      </a:lnTo>
                      <a:lnTo>
                        <a:pt x="1081088" y="528638"/>
                      </a:lnTo>
                      <a:lnTo>
                        <a:pt x="1143000" y="490538"/>
                      </a:lnTo>
                      <a:cubicBezTo>
                        <a:pt x="1163042" y="465485"/>
                        <a:pt x="1162050" y="476890"/>
                        <a:pt x="1162050" y="461963"/>
                      </a:cubicBezTo>
                      <a:lnTo>
                        <a:pt x="1176338" y="423863"/>
                      </a:lnTo>
                      <a:lnTo>
                        <a:pt x="1204913" y="485775"/>
                      </a:lnTo>
                      <a:lnTo>
                        <a:pt x="1266825" y="576263"/>
                      </a:lnTo>
                      <a:lnTo>
                        <a:pt x="1266825" y="504825"/>
                      </a:lnTo>
                      <a:cubicBezTo>
                        <a:pt x="1325557" y="509720"/>
                        <a:pt x="1343091" y="509588"/>
                        <a:pt x="1319213" y="509588"/>
                      </a:cubicBezTo>
                      <a:lnTo>
                        <a:pt x="1247775" y="438150"/>
                      </a:lnTo>
                      <a:lnTo>
                        <a:pt x="1271588" y="414338"/>
                      </a:lnTo>
                      <a:lnTo>
                        <a:pt x="1266825" y="381000"/>
                      </a:lnTo>
                      <a:lnTo>
                        <a:pt x="1285875" y="381000"/>
                      </a:lnTo>
                      <a:lnTo>
                        <a:pt x="1300163" y="423863"/>
                      </a:lnTo>
                      <a:cubicBezTo>
                        <a:pt x="1324816" y="384417"/>
                        <a:pt x="1323975" y="370787"/>
                        <a:pt x="1323975" y="390525"/>
                      </a:cubicBezTo>
                      <a:cubicBezTo>
                        <a:pt x="1358518" y="420133"/>
                        <a:pt x="1357313" y="433736"/>
                        <a:pt x="1357313" y="414338"/>
                      </a:cubicBezTo>
                      <a:cubicBezTo>
                        <a:pt x="1439851" y="404628"/>
                        <a:pt x="1465448" y="404813"/>
                        <a:pt x="1433513" y="404813"/>
                      </a:cubicBezTo>
                      <a:lnTo>
                        <a:pt x="1366838" y="381000"/>
                      </a:lnTo>
                      <a:lnTo>
                        <a:pt x="1409700" y="347663"/>
                      </a:lnTo>
                      <a:lnTo>
                        <a:pt x="1376363" y="319088"/>
                      </a:lnTo>
                      <a:lnTo>
                        <a:pt x="1376363" y="257175"/>
                      </a:lnTo>
                      <a:lnTo>
                        <a:pt x="1347788" y="233363"/>
                      </a:lnTo>
                      <a:lnTo>
                        <a:pt x="1395413" y="257175"/>
                      </a:lnTo>
                      <a:lnTo>
                        <a:pt x="1433513" y="238125"/>
                      </a:lnTo>
                      <a:lnTo>
                        <a:pt x="1466850" y="285750"/>
                      </a:lnTo>
                      <a:lnTo>
                        <a:pt x="1481138" y="257175"/>
                      </a:lnTo>
                      <a:lnTo>
                        <a:pt x="1423988" y="190500"/>
                      </a:lnTo>
                      <a:cubicBezTo>
                        <a:pt x="1508475" y="200440"/>
                        <a:pt x="1517101" y="224330"/>
                        <a:pt x="1500188" y="190500"/>
                      </a:cubicBezTo>
                      <a:lnTo>
                        <a:pt x="1462088" y="104775"/>
                      </a:lnTo>
                      <a:cubicBezTo>
                        <a:pt x="1531681" y="134601"/>
                        <a:pt x="1528763" y="157530"/>
                        <a:pt x="1528763" y="123825"/>
                      </a:cubicBezTo>
                      <a:lnTo>
                        <a:pt x="1538288" y="57150"/>
                      </a:lnTo>
                      <a:lnTo>
                        <a:pt x="1576388" y="128588"/>
                      </a:lnTo>
                      <a:lnTo>
                        <a:pt x="1609725" y="71438"/>
                      </a:lnTo>
                      <a:lnTo>
                        <a:pt x="1566863" y="23813"/>
                      </a:lnTo>
                      <a:lnTo>
                        <a:pt x="1595438" y="19050"/>
                      </a:lnTo>
                      <a:lnTo>
                        <a:pt x="1624013" y="57150"/>
                      </a:lnTo>
                      <a:lnTo>
                        <a:pt x="1647825" y="19050"/>
                      </a:lnTo>
                      <a:lnTo>
                        <a:pt x="1690688" y="52388"/>
                      </a:lnTo>
                      <a:lnTo>
                        <a:pt x="1704975" y="0"/>
                      </a:lnTo>
                      <a:lnTo>
                        <a:pt x="1771650" y="23813"/>
                      </a:lnTo>
                      <a:lnTo>
                        <a:pt x="1900238" y="142875"/>
                      </a:lnTo>
                      <a:lnTo>
                        <a:pt x="1895475" y="233363"/>
                      </a:lnTo>
                      <a:lnTo>
                        <a:pt x="1909763" y="252413"/>
                      </a:lnTo>
                      <a:lnTo>
                        <a:pt x="1928813" y="214313"/>
                      </a:lnTo>
                      <a:lnTo>
                        <a:pt x="1924050" y="166688"/>
                      </a:lnTo>
                      <a:lnTo>
                        <a:pt x="1938338" y="171450"/>
                      </a:lnTo>
                      <a:cubicBezTo>
                        <a:pt x="1953182" y="131863"/>
                        <a:pt x="1939061" y="133350"/>
                        <a:pt x="1957388" y="133350"/>
                      </a:cubicBezTo>
                      <a:lnTo>
                        <a:pt x="2024063" y="158759"/>
                      </a:lnTo>
                      <a:lnTo>
                        <a:pt x="2109788" y="2562225"/>
                      </a:lnTo>
                      <a:lnTo>
                        <a:pt x="1895475" y="2657475"/>
                      </a:lnTo>
                      <a:lnTo>
                        <a:pt x="1852613" y="2671763"/>
                      </a:lnTo>
                      <a:lnTo>
                        <a:pt x="1733550" y="2657475"/>
                      </a:lnTo>
                      <a:lnTo>
                        <a:pt x="1671638" y="2728913"/>
                      </a:lnTo>
                      <a:lnTo>
                        <a:pt x="1519238" y="2786063"/>
                      </a:lnTo>
                      <a:lnTo>
                        <a:pt x="1514475" y="2876550"/>
                      </a:lnTo>
                      <a:lnTo>
                        <a:pt x="1457325" y="2933700"/>
                      </a:lnTo>
                      <a:lnTo>
                        <a:pt x="1419225" y="2943225"/>
                      </a:lnTo>
                      <a:lnTo>
                        <a:pt x="1366838" y="2919413"/>
                      </a:lnTo>
                      <a:lnTo>
                        <a:pt x="1295400" y="2962275"/>
                      </a:lnTo>
                      <a:lnTo>
                        <a:pt x="1223963" y="2933700"/>
                      </a:lnTo>
                      <a:lnTo>
                        <a:pt x="1109663" y="2952750"/>
                      </a:lnTo>
                      <a:lnTo>
                        <a:pt x="1095375" y="2976563"/>
                      </a:lnTo>
                      <a:lnTo>
                        <a:pt x="1033463" y="2957513"/>
                      </a:lnTo>
                      <a:lnTo>
                        <a:pt x="976313" y="3014663"/>
                      </a:lnTo>
                      <a:lnTo>
                        <a:pt x="985838" y="3043238"/>
                      </a:lnTo>
                      <a:lnTo>
                        <a:pt x="914400" y="3052763"/>
                      </a:lnTo>
                      <a:lnTo>
                        <a:pt x="838200" y="3157538"/>
                      </a:lnTo>
                      <a:lnTo>
                        <a:pt x="762000" y="3167063"/>
                      </a:lnTo>
                      <a:lnTo>
                        <a:pt x="681038" y="3157538"/>
                      </a:lnTo>
                      <a:lnTo>
                        <a:pt x="638175" y="3176588"/>
                      </a:lnTo>
                      <a:lnTo>
                        <a:pt x="619125" y="3138488"/>
                      </a:lnTo>
                      <a:lnTo>
                        <a:pt x="581025" y="3157538"/>
                      </a:lnTo>
                      <a:lnTo>
                        <a:pt x="523875" y="3090863"/>
                      </a:lnTo>
                      <a:lnTo>
                        <a:pt x="452438" y="3105150"/>
                      </a:lnTo>
                      <a:lnTo>
                        <a:pt x="428625" y="2971800"/>
                      </a:lnTo>
                      <a:cubicBezTo>
                        <a:pt x="463008" y="3011095"/>
                        <a:pt x="445088" y="3009900"/>
                        <a:pt x="466725" y="3009900"/>
                      </a:cubicBezTo>
                      <a:lnTo>
                        <a:pt x="509588" y="2967038"/>
                      </a:lnTo>
                      <a:lnTo>
                        <a:pt x="500063" y="2886075"/>
                      </a:lnTo>
                      <a:lnTo>
                        <a:pt x="495300" y="2805113"/>
                      </a:lnTo>
                      <a:lnTo>
                        <a:pt x="471488" y="2762250"/>
                      </a:lnTo>
                      <a:lnTo>
                        <a:pt x="495300" y="2733675"/>
                      </a:lnTo>
                      <a:cubicBezTo>
                        <a:pt x="436689" y="2665296"/>
                        <a:pt x="458848" y="2687698"/>
                        <a:pt x="433388" y="2662238"/>
                      </a:cubicBezTo>
                      <a:lnTo>
                        <a:pt x="414338" y="2614613"/>
                      </a:lnTo>
                      <a:lnTo>
                        <a:pt x="366713" y="2576513"/>
                      </a:lnTo>
                      <a:lnTo>
                        <a:pt x="342900" y="2505075"/>
                      </a:lnTo>
                      <a:lnTo>
                        <a:pt x="338138" y="2386013"/>
                      </a:lnTo>
                      <a:cubicBezTo>
                        <a:pt x="280035" y="2308543"/>
                        <a:pt x="312738" y="2309813"/>
                        <a:pt x="276225" y="2309813"/>
                      </a:cubicBezTo>
                      <a:lnTo>
                        <a:pt x="200025" y="2200275"/>
                      </a:lnTo>
                      <a:cubicBezTo>
                        <a:pt x="195060" y="2145652"/>
                        <a:pt x="207662" y="2160287"/>
                        <a:pt x="190500" y="2143125"/>
                      </a:cubicBezTo>
                      <a:cubicBezTo>
                        <a:pt x="130282" y="2074769"/>
                        <a:pt x="73948" y="2002747"/>
                        <a:pt x="9525" y="1938338"/>
                      </a:cubicBezTo>
                      <a:lnTo>
                        <a:pt x="0" y="1895475"/>
                      </a:lnTo>
                      <a:lnTo>
                        <a:pt x="38100" y="1957388"/>
                      </a:lnTo>
                      <a:lnTo>
                        <a:pt x="104775" y="2014538"/>
                      </a:lnTo>
                      <a:lnTo>
                        <a:pt x="123825" y="2038350"/>
                      </a:lnTo>
                      <a:lnTo>
                        <a:pt x="142875" y="1995488"/>
                      </a:lnTo>
                      <a:lnTo>
                        <a:pt x="85725" y="1933575"/>
                      </a:lnTo>
                      <a:cubicBezTo>
                        <a:pt x="75889" y="1884393"/>
                        <a:pt x="76200" y="1902139"/>
                        <a:pt x="76200" y="1881188"/>
                      </a:cubicBezTo>
                      <a:lnTo>
                        <a:pt x="128588" y="1938338"/>
                      </a:lnTo>
                      <a:lnTo>
                        <a:pt x="157163" y="1985963"/>
                      </a:lnTo>
                      <a:lnTo>
                        <a:pt x="176213" y="1933575"/>
                      </a:lnTo>
                      <a:lnTo>
                        <a:pt x="157163" y="1895475"/>
                      </a:lnTo>
                      <a:lnTo>
                        <a:pt x="123825" y="1852613"/>
                      </a:lnTo>
                      <a:lnTo>
                        <a:pt x="71438" y="1800225"/>
                      </a:lnTo>
                      <a:lnTo>
                        <a:pt x="33338" y="1728788"/>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6" name="Freeform 394">
                  <a:extLst>
                    <a:ext uri="{FF2B5EF4-FFF2-40B4-BE49-F238E27FC236}">
                      <a16:creationId xmlns:a16="http://schemas.microsoft.com/office/drawing/2014/main" id="{D0928171-C5F4-4828-A3E6-C22C93CFC59E}"/>
                    </a:ext>
                  </a:extLst>
                </p:cNvPr>
                <p:cNvSpPr/>
                <p:nvPr>
                  <p:custDataLst>
                    <p:tags r:id="rId7"/>
                  </p:custDataLst>
                </p:nvPr>
              </p:nvSpPr>
              <p:spPr bwMode="auto">
                <a:xfrm>
                  <a:off x="6027591" y="2300262"/>
                  <a:ext cx="1717800" cy="2410704"/>
                </a:xfrm>
                <a:custGeom>
                  <a:avLst/>
                  <a:gdLst>
                    <a:gd name="connsiteX0" fmla="*/ 176212 w 1990725"/>
                    <a:gd name="connsiteY0" fmla="*/ 876300 h 2956153"/>
                    <a:gd name="connsiteX1" fmla="*/ 214312 w 1990725"/>
                    <a:gd name="connsiteY1" fmla="*/ 942975 h 2956153"/>
                    <a:gd name="connsiteX2" fmla="*/ 309562 w 1990725"/>
                    <a:gd name="connsiteY2" fmla="*/ 995362 h 2956153"/>
                    <a:gd name="connsiteX3" fmla="*/ 328612 w 1990725"/>
                    <a:gd name="connsiteY3" fmla="*/ 1014412 h 2956153"/>
                    <a:gd name="connsiteX4" fmla="*/ 442912 w 1990725"/>
                    <a:gd name="connsiteY4" fmla="*/ 981075 h 2956153"/>
                    <a:gd name="connsiteX5" fmla="*/ 447675 w 1990725"/>
                    <a:gd name="connsiteY5" fmla="*/ 919162 h 2956153"/>
                    <a:gd name="connsiteX6" fmla="*/ 528637 w 1990725"/>
                    <a:gd name="connsiteY6" fmla="*/ 795337 h 2956153"/>
                    <a:gd name="connsiteX7" fmla="*/ 533400 w 1990725"/>
                    <a:gd name="connsiteY7" fmla="*/ 704850 h 2956153"/>
                    <a:gd name="connsiteX8" fmla="*/ 581025 w 1990725"/>
                    <a:gd name="connsiteY8" fmla="*/ 638175 h 2956153"/>
                    <a:gd name="connsiteX9" fmla="*/ 561975 w 1990725"/>
                    <a:gd name="connsiteY9" fmla="*/ 552450 h 2956153"/>
                    <a:gd name="connsiteX10" fmla="*/ 585787 w 1990725"/>
                    <a:gd name="connsiteY10" fmla="*/ 500062 h 2956153"/>
                    <a:gd name="connsiteX11" fmla="*/ 552450 w 1990725"/>
                    <a:gd name="connsiteY11" fmla="*/ 461962 h 2956153"/>
                    <a:gd name="connsiteX12" fmla="*/ 552450 w 1990725"/>
                    <a:gd name="connsiteY12" fmla="*/ 428625 h 2956153"/>
                    <a:gd name="connsiteX13" fmla="*/ 595312 w 1990725"/>
                    <a:gd name="connsiteY13" fmla="*/ 376237 h 2956153"/>
                    <a:gd name="connsiteX14" fmla="*/ 595312 w 1990725"/>
                    <a:gd name="connsiteY14" fmla="*/ 304800 h 2956153"/>
                    <a:gd name="connsiteX15" fmla="*/ 628650 w 1990725"/>
                    <a:gd name="connsiteY15" fmla="*/ 276225 h 2956153"/>
                    <a:gd name="connsiteX16" fmla="*/ 585787 w 1990725"/>
                    <a:gd name="connsiteY16" fmla="*/ 252412 h 2956153"/>
                    <a:gd name="connsiteX17" fmla="*/ 633412 w 1990725"/>
                    <a:gd name="connsiteY17" fmla="*/ 209550 h 2956153"/>
                    <a:gd name="connsiteX18" fmla="*/ 676275 w 1990725"/>
                    <a:gd name="connsiteY18" fmla="*/ 80962 h 2956153"/>
                    <a:gd name="connsiteX19" fmla="*/ 676275 w 1990725"/>
                    <a:gd name="connsiteY19" fmla="*/ 28575 h 2956153"/>
                    <a:gd name="connsiteX20" fmla="*/ 747712 w 1990725"/>
                    <a:gd name="connsiteY20" fmla="*/ 0 h 2956153"/>
                    <a:gd name="connsiteX21" fmla="*/ 757237 w 1990725"/>
                    <a:gd name="connsiteY21" fmla="*/ 42862 h 2956153"/>
                    <a:gd name="connsiteX22" fmla="*/ 785812 w 1990725"/>
                    <a:gd name="connsiteY22" fmla="*/ 66675 h 2956153"/>
                    <a:gd name="connsiteX23" fmla="*/ 781050 w 1990725"/>
                    <a:gd name="connsiteY23" fmla="*/ 166687 h 2956153"/>
                    <a:gd name="connsiteX24" fmla="*/ 823912 w 1990725"/>
                    <a:gd name="connsiteY24" fmla="*/ 214312 h 2956153"/>
                    <a:gd name="connsiteX25" fmla="*/ 847725 w 1990725"/>
                    <a:gd name="connsiteY25" fmla="*/ 171450 h 2956153"/>
                    <a:gd name="connsiteX26" fmla="*/ 809625 w 1990725"/>
                    <a:gd name="connsiteY26" fmla="*/ 257175 h 2956153"/>
                    <a:gd name="connsiteX27" fmla="*/ 823912 w 1990725"/>
                    <a:gd name="connsiteY27" fmla="*/ 271462 h 2956153"/>
                    <a:gd name="connsiteX28" fmla="*/ 852487 w 1990725"/>
                    <a:gd name="connsiteY28" fmla="*/ 242887 h 2956153"/>
                    <a:gd name="connsiteX29" fmla="*/ 833437 w 1990725"/>
                    <a:gd name="connsiteY29" fmla="*/ 323850 h 2956153"/>
                    <a:gd name="connsiteX30" fmla="*/ 862012 w 1990725"/>
                    <a:gd name="connsiteY30" fmla="*/ 338137 h 2956153"/>
                    <a:gd name="connsiteX31" fmla="*/ 862012 w 1990725"/>
                    <a:gd name="connsiteY31" fmla="*/ 495300 h 2956153"/>
                    <a:gd name="connsiteX32" fmla="*/ 890587 w 1990725"/>
                    <a:gd name="connsiteY32" fmla="*/ 523875 h 2956153"/>
                    <a:gd name="connsiteX33" fmla="*/ 890587 w 1990725"/>
                    <a:gd name="connsiteY33" fmla="*/ 581025 h 2956153"/>
                    <a:gd name="connsiteX34" fmla="*/ 971550 w 1990725"/>
                    <a:gd name="connsiteY34" fmla="*/ 552450 h 2956153"/>
                    <a:gd name="connsiteX35" fmla="*/ 1028700 w 1990725"/>
                    <a:gd name="connsiteY35" fmla="*/ 542925 h 2956153"/>
                    <a:gd name="connsiteX36" fmla="*/ 995362 w 1990725"/>
                    <a:gd name="connsiteY36" fmla="*/ 571500 h 2956153"/>
                    <a:gd name="connsiteX37" fmla="*/ 1023937 w 1990725"/>
                    <a:gd name="connsiteY37" fmla="*/ 614362 h 2956153"/>
                    <a:gd name="connsiteX38" fmla="*/ 1090612 w 1990725"/>
                    <a:gd name="connsiteY38" fmla="*/ 657225 h 2956153"/>
                    <a:gd name="connsiteX39" fmla="*/ 1066800 w 1990725"/>
                    <a:gd name="connsiteY39" fmla="*/ 700087 h 2956153"/>
                    <a:gd name="connsiteX40" fmla="*/ 1090612 w 1990725"/>
                    <a:gd name="connsiteY40" fmla="*/ 800100 h 2956153"/>
                    <a:gd name="connsiteX41" fmla="*/ 1081087 w 1990725"/>
                    <a:gd name="connsiteY41" fmla="*/ 933450 h 2956153"/>
                    <a:gd name="connsiteX42" fmla="*/ 1147762 w 1990725"/>
                    <a:gd name="connsiteY42" fmla="*/ 957262 h 2956153"/>
                    <a:gd name="connsiteX43" fmla="*/ 1152525 w 1990725"/>
                    <a:gd name="connsiteY43" fmla="*/ 1047750 h 2956153"/>
                    <a:gd name="connsiteX44" fmla="*/ 1143000 w 1990725"/>
                    <a:gd name="connsiteY44" fmla="*/ 1152525 h 2956153"/>
                    <a:gd name="connsiteX45" fmla="*/ 1190625 w 1990725"/>
                    <a:gd name="connsiteY45" fmla="*/ 1185862 h 2956153"/>
                    <a:gd name="connsiteX46" fmla="*/ 1171575 w 1990725"/>
                    <a:gd name="connsiteY46" fmla="*/ 1233487 h 2956153"/>
                    <a:gd name="connsiteX47" fmla="*/ 1171575 w 1990725"/>
                    <a:gd name="connsiteY47" fmla="*/ 1281112 h 2956153"/>
                    <a:gd name="connsiteX48" fmla="*/ 1219200 w 1990725"/>
                    <a:gd name="connsiteY48" fmla="*/ 1285875 h 2956153"/>
                    <a:gd name="connsiteX49" fmla="*/ 1281112 w 1990725"/>
                    <a:gd name="connsiteY49" fmla="*/ 1357312 h 2956153"/>
                    <a:gd name="connsiteX50" fmla="*/ 1328737 w 1990725"/>
                    <a:gd name="connsiteY50" fmla="*/ 1343025 h 2956153"/>
                    <a:gd name="connsiteX51" fmla="*/ 1338262 w 1990725"/>
                    <a:gd name="connsiteY51" fmla="*/ 1390650 h 2956153"/>
                    <a:gd name="connsiteX52" fmla="*/ 1371600 w 1990725"/>
                    <a:gd name="connsiteY52" fmla="*/ 1395412 h 2956153"/>
                    <a:gd name="connsiteX53" fmla="*/ 1433512 w 1990725"/>
                    <a:gd name="connsiteY53" fmla="*/ 1457325 h 2956153"/>
                    <a:gd name="connsiteX54" fmla="*/ 1500187 w 1990725"/>
                    <a:gd name="connsiteY54" fmla="*/ 1485900 h 2956153"/>
                    <a:gd name="connsiteX55" fmla="*/ 1519237 w 1990725"/>
                    <a:gd name="connsiteY55" fmla="*/ 1476375 h 2956153"/>
                    <a:gd name="connsiteX56" fmla="*/ 1514475 w 1990725"/>
                    <a:gd name="connsiteY56" fmla="*/ 1519237 h 2956153"/>
                    <a:gd name="connsiteX57" fmla="*/ 1462087 w 1990725"/>
                    <a:gd name="connsiteY57" fmla="*/ 1528762 h 2956153"/>
                    <a:gd name="connsiteX58" fmla="*/ 1462087 w 1990725"/>
                    <a:gd name="connsiteY58" fmla="*/ 1557337 h 2956153"/>
                    <a:gd name="connsiteX59" fmla="*/ 1543050 w 1990725"/>
                    <a:gd name="connsiteY59" fmla="*/ 1614487 h 2956153"/>
                    <a:gd name="connsiteX60" fmla="*/ 1543050 w 1990725"/>
                    <a:gd name="connsiteY60" fmla="*/ 1676400 h 2956153"/>
                    <a:gd name="connsiteX61" fmla="*/ 1576387 w 1990725"/>
                    <a:gd name="connsiteY61" fmla="*/ 1695450 h 2956153"/>
                    <a:gd name="connsiteX62" fmla="*/ 1552575 w 1990725"/>
                    <a:gd name="connsiteY62" fmla="*/ 1771650 h 2956153"/>
                    <a:gd name="connsiteX63" fmla="*/ 1590675 w 1990725"/>
                    <a:gd name="connsiteY63" fmla="*/ 1843087 h 2956153"/>
                    <a:gd name="connsiteX64" fmla="*/ 1624012 w 1990725"/>
                    <a:gd name="connsiteY64" fmla="*/ 1857375 h 2956153"/>
                    <a:gd name="connsiteX65" fmla="*/ 1624012 w 1990725"/>
                    <a:gd name="connsiteY65" fmla="*/ 1747837 h 2956153"/>
                    <a:gd name="connsiteX66" fmla="*/ 1671637 w 1990725"/>
                    <a:gd name="connsiteY66" fmla="*/ 1828800 h 2956153"/>
                    <a:gd name="connsiteX67" fmla="*/ 1685925 w 1990725"/>
                    <a:gd name="connsiteY67" fmla="*/ 1795462 h 2956153"/>
                    <a:gd name="connsiteX68" fmla="*/ 1714500 w 1990725"/>
                    <a:gd name="connsiteY68" fmla="*/ 1885950 h 2956153"/>
                    <a:gd name="connsiteX69" fmla="*/ 1676400 w 1990725"/>
                    <a:gd name="connsiteY69" fmla="*/ 1947862 h 2956153"/>
                    <a:gd name="connsiteX70" fmla="*/ 1738312 w 1990725"/>
                    <a:gd name="connsiteY70" fmla="*/ 2000250 h 2956153"/>
                    <a:gd name="connsiteX71" fmla="*/ 1762125 w 1990725"/>
                    <a:gd name="connsiteY71" fmla="*/ 2052637 h 2956153"/>
                    <a:gd name="connsiteX72" fmla="*/ 1833562 w 1990725"/>
                    <a:gd name="connsiteY72" fmla="*/ 2095500 h 2956153"/>
                    <a:gd name="connsiteX73" fmla="*/ 1833562 w 1990725"/>
                    <a:gd name="connsiteY73" fmla="*/ 2157412 h 2956153"/>
                    <a:gd name="connsiteX74" fmla="*/ 1890712 w 1990725"/>
                    <a:gd name="connsiteY74" fmla="*/ 2219325 h 2956153"/>
                    <a:gd name="connsiteX75" fmla="*/ 1895475 w 1990725"/>
                    <a:gd name="connsiteY75" fmla="*/ 2266950 h 2956153"/>
                    <a:gd name="connsiteX76" fmla="*/ 1966912 w 1990725"/>
                    <a:gd name="connsiteY76" fmla="*/ 2238375 h 2956153"/>
                    <a:gd name="connsiteX77" fmla="*/ 1990725 w 1990725"/>
                    <a:gd name="connsiteY77" fmla="*/ 2190750 h 2956153"/>
                    <a:gd name="connsiteX78" fmla="*/ 1990725 w 1990725"/>
                    <a:gd name="connsiteY78" fmla="*/ 2252662 h 2956153"/>
                    <a:gd name="connsiteX79" fmla="*/ 1928812 w 1990725"/>
                    <a:gd name="connsiteY79" fmla="*/ 2314575 h 2956153"/>
                    <a:gd name="connsiteX80" fmla="*/ 1952625 w 1990725"/>
                    <a:gd name="connsiteY80" fmla="*/ 2376487 h 2956153"/>
                    <a:gd name="connsiteX81" fmla="*/ 1919287 w 1990725"/>
                    <a:gd name="connsiteY81" fmla="*/ 2428875 h 2956153"/>
                    <a:gd name="connsiteX82" fmla="*/ 1919287 w 1990725"/>
                    <a:gd name="connsiteY82" fmla="*/ 2543175 h 2956153"/>
                    <a:gd name="connsiteX83" fmla="*/ 1900237 w 1990725"/>
                    <a:gd name="connsiteY83" fmla="*/ 2581275 h 2956153"/>
                    <a:gd name="connsiteX84" fmla="*/ 1938337 w 1990725"/>
                    <a:gd name="connsiteY84" fmla="*/ 2638425 h 2956153"/>
                    <a:gd name="connsiteX85" fmla="*/ 1933575 w 1990725"/>
                    <a:gd name="connsiteY85" fmla="*/ 2705100 h 2956153"/>
                    <a:gd name="connsiteX86" fmla="*/ 1847850 w 1990725"/>
                    <a:gd name="connsiteY86" fmla="*/ 2700337 h 2956153"/>
                    <a:gd name="connsiteX87" fmla="*/ 1795462 w 1990725"/>
                    <a:gd name="connsiteY87" fmla="*/ 2676525 h 2956153"/>
                    <a:gd name="connsiteX88" fmla="*/ 1733550 w 1990725"/>
                    <a:gd name="connsiteY88" fmla="*/ 2728912 h 2956153"/>
                    <a:gd name="connsiteX89" fmla="*/ 1728787 w 1990725"/>
                    <a:gd name="connsiteY89" fmla="*/ 2757487 h 2956153"/>
                    <a:gd name="connsiteX90" fmla="*/ 1681162 w 1990725"/>
                    <a:gd name="connsiteY90" fmla="*/ 2747962 h 2956153"/>
                    <a:gd name="connsiteX91" fmla="*/ 1657350 w 1990725"/>
                    <a:gd name="connsiteY91" fmla="*/ 2781300 h 2956153"/>
                    <a:gd name="connsiteX92" fmla="*/ 1600200 w 1990725"/>
                    <a:gd name="connsiteY92" fmla="*/ 2705100 h 2956153"/>
                    <a:gd name="connsiteX93" fmla="*/ 1543050 w 1990725"/>
                    <a:gd name="connsiteY93" fmla="*/ 2724150 h 2956153"/>
                    <a:gd name="connsiteX94" fmla="*/ 1504950 w 1990725"/>
                    <a:gd name="connsiteY94" fmla="*/ 2676525 h 2956153"/>
                    <a:gd name="connsiteX95" fmla="*/ 1452562 w 1990725"/>
                    <a:gd name="connsiteY95" fmla="*/ 2695575 h 2956153"/>
                    <a:gd name="connsiteX96" fmla="*/ 1423987 w 1990725"/>
                    <a:gd name="connsiteY96" fmla="*/ 2662237 h 2956153"/>
                    <a:gd name="connsiteX97" fmla="*/ 1357312 w 1990725"/>
                    <a:gd name="connsiteY97" fmla="*/ 2724150 h 2956153"/>
                    <a:gd name="connsiteX98" fmla="*/ 352425 w 1990725"/>
                    <a:gd name="connsiteY98" fmla="*/ 2619375 h 2956153"/>
                    <a:gd name="connsiteX99" fmla="*/ 390525 w 1990725"/>
                    <a:gd name="connsiteY99" fmla="*/ 2209800 h 2956153"/>
                    <a:gd name="connsiteX100" fmla="*/ 0 w 1990725"/>
                    <a:gd name="connsiteY100" fmla="*/ 2181225 h 2956153"/>
                    <a:gd name="connsiteX101" fmla="*/ 42862 w 1990725"/>
                    <a:gd name="connsiteY101" fmla="*/ 838200 h 2956153"/>
                    <a:gd name="connsiteX102" fmla="*/ 123825 w 1990725"/>
                    <a:gd name="connsiteY102" fmla="*/ 862012 h 2956153"/>
                    <a:gd name="connsiteX103" fmla="*/ 176212 w 1990725"/>
                    <a:gd name="connsiteY103" fmla="*/ 876300 h 2956153"/>
                    <a:gd name="connsiteX0" fmla="*/ 176212 w 1990725"/>
                    <a:gd name="connsiteY0" fmla="*/ 876300 h 2781300"/>
                    <a:gd name="connsiteX1" fmla="*/ 214312 w 1990725"/>
                    <a:gd name="connsiteY1" fmla="*/ 942975 h 2781300"/>
                    <a:gd name="connsiteX2" fmla="*/ 309562 w 1990725"/>
                    <a:gd name="connsiteY2" fmla="*/ 995362 h 2781300"/>
                    <a:gd name="connsiteX3" fmla="*/ 328612 w 1990725"/>
                    <a:gd name="connsiteY3" fmla="*/ 1014412 h 2781300"/>
                    <a:gd name="connsiteX4" fmla="*/ 442912 w 1990725"/>
                    <a:gd name="connsiteY4" fmla="*/ 981075 h 2781300"/>
                    <a:gd name="connsiteX5" fmla="*/ 447675 w 1990725"/>
                    <a:gd name="connsiteY5" fmla="*/ 919162 h 2781300"/>
                    <a:gd name="connsiteX6" fmla="*/ 528637 w 1990725"/>
                    <a:gd name="connsiteY6" fmla="*/ 795337 h 2781300"/>
                    <a:gd name="connsiteX7" fmla="*/ 533400 w 1990725"/>
                    <a:gd name="connsiteY7" fmla="*/ 704850 h 2781300"/>
                    <a:gd name="connsiteX8" fmla="*/ 581025 w 1990725"/>
                    <a:gd name="connsiteY8" fmla="*/ 638175 h 2781300"/>
                    <a:gd name="connsiteX9" fmla="*/ 561975 w 1990725"/>
                    <a:gd name="connsiteY9" fmla="*/ 552450 h 2781300"/>
                    <a:gd name="connsiteX10" fmla="*/ 585787 w 1990725"/>
                    <a:gd name="connsiteY10" fmla="*/ 500062 h 2781300"/>
                    <a:gd name="connsiteX11" fmla="*/ 552450 w 1990725"/>
                    <a:gd name="connsiteY11" fmla="*/ 461962 h 2781300"/>
                    <a:gd name="connsiteX12" fmla="*/ 552450 w 1990725"/>
                    <a:gd name="connsiteY12" fmla="*/ 428625 h 2781300"/>
                    <a:gd name="connsiteX13" fmla="*/ 595312 w 1990725"/>
                    <a:gd name="connsiteY13" fmla="*/ 376237 h 2781300"/>
                    <a:gd name="connsiteX14" fmla="*/ 595312 w 1990725"/>
                    <a:gd name="connsiteY14" fmla="*/ 304800 h 2781300"/>
                    <a:gd name="connsiteX15" fmla="*/ 628650 w 1990725"/>
                    <a:gd name="connsiteY15" fmla="*/ 276225 h 2781300"/>
                    <a:gd name="connsiteX16" fmla="*/ 585787 w 1990725"/>
                    <a:gd name="connsiteY16" fmla="*/ 252412 h 2781300"/>
                    <a:gd name="connsiteX17" fmla="*/ 633412 w 1990725"/>
                    <a:gd name="connsiteY17" fmla="*/ 209550 h 2781300"/>
                    <a:gd name="connsiteX18" fmla="*/ 676275 w 1990725"/>
                    <a:gd name="connsiteY18" fmla="*/ 80962 h 2781300"/>
                    <a:gd name="connsiteX19" fmla="*/ 676275 w 1990725"/>
                    <a:gd name="connsiteY19" fmla="*/ 28575 h 2781300"/>
                    <a:gd name="connsiteX20" fmla="*/ 747712 w 1990725"/>
                    <a:gd name="connsiteY20" fmla="*/ 0 h 2781300"/>
                    <a:gd name="connsiteX21" fmla="*/ 757237 w 1990725"/>
                    <a:gd name="connsiteY21" fmla="*/ 42862 h 2781300"/>
                    <a:gd name="connsiteX22" fmla="*/ 785812 w 1990725"/>
                    <a:gd name="connsiteY22" fmla="*/ 66675 h 2781300"/>
                    <a:gd name="connsiteX23" fmla="*/ 781050 w 1990725"/>
                    <a:gd name="connsiteY23" fmla="*/ 166687 h 2781300"/>
                    <a:gd name="connsiteX24" fmla="*/ 823912 w 1990725"/>
                    <a:gd name="connsiteY24" fmla="*/ 214312 h 2781300"/>
                    <a:gd name="connsiteX25" fmla="*/ 847725 w 1990725"/>
                    <a:gd name="connsiteY25" fmla="*/ 171450 h 2781300"/>
                    <a:gd name="connsiteX26" fmla="*/ 809625 w 1990725"/>
                    <a:gd name="connsiteY26" fmla="*/ 257175 h 2781300"/>
                    <a:gd name="connsiteX27" fmla="*/ 823912 w 1990725"/>
                    <a:gd name="connsiteY27" fmla="*/ 271462 h 2781300"/>
                    <a:gd name="connsiteX28" fmla="*/ 852487 w 1990725"/>
                    <a:gd name="connsiteY28" fmla="*/ 242887 h 2781300"/>
                    <a:gd name="connsiteX29" fmla="*/ 833437 w 1990725"/>
                    <a:gd name="connsiteY29" fmla="*/ 323850 h 2781300"/>
                    <a:gd name="connsiteX30" fmla="*/ 862012 w 1990725"/>
                    <a:gd name="connsiteY30" fmla="*/ 338137 h 2781300"/>
                    <a:gd name="connsiteX31" fmla="*/ 862012 w 1990725"/>
                    <a:gd name="connsiteY31" fmla="*/ 495300 h 2781300"/>
                    <a:gd name="connsiteX32" fmla="*/ 890587 w 1990725"/>
                    <a:gd name="connsiteY32" fmla="*/ 523875 h 2781300"/>
                    <a:gd name="connsiteX33" fmla="*/ 890587 w 1990725"/>
                    <a:gd name="connsiteY33" fmla="*/ 581025 h 2781300"/>
                    <a:gd name="connsiteX34" fmla="*/ 971550 w 1990725"/>
                    <a:gd name="connsiteY34" fmla="*/ 552450 h 2781300"/>
                    <a:gd name="connsiteX35" fmla="*/ 1028700 w 1990725"/>
                    <a:gd name="connsiteY35" fmla="*/ 542925 h 2781300"/>
                    <a:gd name="connsiteX36" fmla="*/ 995362 w 1990725"/>
                    <a:gd name="connsiteY36" fmla="*/ 571500 h 2781300"/>
                    <a:gd name="connsiteX37" fmla="*/ 1023937 w 1990725"/>
                    <a:gd name="connsiteY37" fmla="*/ 614362 h 2781300"/>
                    <a:gd name="connsiteX38" fmla="*/ 1090612 w 1990725"/>
                    <a:gd name="connsiteY38" fmla="*/ 657225 h 2781300"/>
                    <a:gd name="connsiteX39" fmla="*/ 1066800 w 1990725"/>
                    <a:gd name="connsiteY39" fmla="*/ 700087 h 2781300"/>
                    <a:gd name="connsiteX40" fmla="*/ 1090612 w 1990725"/>
                    <a:gd name="connsiteY40" fmla="*/ 800100 h 2781300"/>
                    <a:gd name="connsiteX41" fmla="*/ 1081087 w 1990725"/>
                    <a:gd name="connsiteY41" fmla="*/ 933450 h 2781300"/>
                    <a:gd name="connsiteX42" fmla="*/ 1147762 w 1990725"/>
                    <a:gd name="connsiteY42" fmla="*/ 957262 h 2781300"/>
                    <a:gd name="connsiteX43" fmla="*/ 1152525 w 1990725"/>
                    <a:gd name="connsiteY43" fmla="*/ 1047750 h 2781300"/>
                    <a:gd name="connsiteX44" fmla="*/ 1143000 w 1990725"/>
                    <a:gd name="connsiteY44" fmla="*/ 1152525 h 2781300"/>
                    <a:gd name="connsiteX45" fmla="*/ 1190625 w 1990725"/>
                    <a:gd name="connsiteY45" fmla="*/ 1185862 h 2781300"/>
                    <a:gd name="connsiteX46" fmla="*/ 1171575 w 1990725"/>
                    <a:gd name="connsiteY46" fmla="*/ 1233487 h 2781300"/>
                    <a:gd name="connsiteX47" fmla="*/ 1171575 w 1990725"/>
                    <a:gd name="connsiteY47" fmla="*/ 1281112 h 2781300"/>
                    <a:gd name="connsiteX48" fmla="*/ 1219200 w 1990725"/>
                    <a:gd name="connsiteY48" fmla="*/ 1285875 h 2781300"/>
                    <a:gd name="connsiteX49" fmla="*/ 1281112 w 1990725"/>
                    <a:gd name="connsiteY49" fmla="*/ 1357312 h 2781300"/>
                    <a:gd name="connsiteX50" fmla="*/ 1328737 w 1990725"/>
                    <a:gd name="connsiteY50" fmla="*/ 1343025 h 2781300"/>
                    <a:gd name="connsiteX51" fmla="*/ 1338262 w 1990725"/>
                    <a:gd name="connsiteY51" fmla="*/ 1390650 h 2781300"/>
                    <a:gd name="connsiteX52" fmla="*/ 1371600 w 1990725"/>
                    <a:gd name="connsiteY52" fmla="*/ 1395412 h 2781300"/>
                    <a:gd name="connsiteX53" fmla="*/ 1433512 w 1990725"/>
                    <a:gd name="connsiteY53" fmla="*/ 1457325 h 2781300"/>
                    <a:gd name="connsiteX54" fmla="*/ 1500187 w 1990725"/>
                    <a:gd name="connsiteY54" fmla="*/ 1485900 h 2781300"/>
                    <a:gd name="connsiteX55" fmla="*/ 1519237 w 1990725"/>
                    <a:gd name="connsiteY55" fmla="*/ 1476375 h 2781300"/>
                    <a:gd name="connsiteX56" fmla="*/ 1514475 w 1990725"/>
                    <a:gd name="connsiteY56" fmla="*/ 1519237 h 2781300"/>
                    <a:gd name="connsiteX57" fmla="*/ 1462087 w 1990725"/>
                    <a:gd name="connsiteY57" fmla="*/ 1528762 h 2781300"/>
                    <a:gd name="connsiteX58" fmla="*/ 1462087 w 1990725"/>
                    <a:gd name="connsiteY58" fmla="*/ 1557337 h 2781300"/>
                    <a:gd name="connsiteX59" fmla="*/ 1543050 w 1990725"/>
                    <a:gd name="connsiteY59" fmla="*/ 1614487 h 2781300"/>
                    <a:gd name="connsiteX60" fmla="*/ 1543050 w 1990725"/>
                    <a:gd name="connsiteY60" fmla="*/ 1676400 h 2781300"/>
                    <a:gd name="connsiteX61" fmla="*/ 1576387 w 1990725"/>
                    <a:gd name="connsiteY61" fmla="*/ 1695450 h 2781300"/>
                    <a:gd name="connsiteX62" fmla="*/ 1552575 w 1990725"/>
                    <a:gd name="connsiteY62" fmla="*/ 1771650 h 2781300"/>
                    <a:gd name="connsiteX63" fmla="*/ 1590675 w 1990725"/>
                    <a:gd name="connsiteY63" fmla="*/ 1843087 h 2781300"/>
                    <a:gd name="connsiteX64" fmla="*/ 1624012 w 1990725"/>
                    <a:gd name="connsiteY64" fmla="*/ 1857375 h 2781300"/>
                    <a:gd name="connsiteX65" fmla="*/ 1624012 w 1990725"/>
                    <a:gd name="connsiteY65" fmla="*/ 1747837 h 2781300"/>
                    <a:gd name="connsiteX66" fmla="*/ 1671637 w 1990725"/>
                    <a:gd name="connsiteY66" fmla="*/ 1828800 h 2781300"/>
                    <a:gd name="connsiteX67" fmla="*/ 1685925 w 1990725"/>
                    <a:gd name="connsiteY67" fmla="*/ 1795462 h 2781300"/>
                    <a:gd name="connsiteX68" fmla="*/ 1714500 w 1990725"/>
                    <a:gd name="connsiteY68" fmla="*/ 1885950 h 2781300"/>
                    <a:gd name="connsiteX69" fmla="*/ 1676400 w 1990725"/>
                    <a:gd name="connsiteY69" fmla="*/ 1947862 h 2781300"/>
                    <a:gd name="connsiteX70" fmla="*/ 1738312 w 1990725"/>
                    <a:gd name="connsiteY70" fmla="*/ 2000250 h 2781300"/>
                    <a:gd name="connsiteX71" fmla="*/ 1762125 w 1990725"/>
                    <a:gd name="connsiteY71" fmla="*/ 2052637 h 2781300"/>
                    <a:gd name="connsiteX72" fmla="*/ 1833562 w 1990725"/>
                    <a:gd name="connsiteY72" fmla="*/ 2095500 h 2781300"/>
                    <a:gd name="connsiteX73" fmla="*/ 1833562 w 1990725"/>
                    <a:gd name="connsiteY73" fmla="*/ 2157412 h 2781300"/>
                    <a:gd name="connsiteX74" fmla="*/ 1890712 w 1990725"/>
                    <a:gd name="connsiteY74" fmla="*/ 2219325 h 2781300"/>
                    <a:gd name="connsiteX75" fmla="*/ 1895475 w 1990725"/>
                    <a:gd name="connsiteY75" fmla="*/ 2266950 h 2781300"/>
                    <a:gd name="connsiteX76" fmla="*/ 1966912 w 1990725"/>
                    <a:gd name="connsiteY76" fmla="*/ 2238375 h 2781300"/>
                    <a:gd name="connsiteX77" fmla="*/ 1990725 w 1990725"/>
                    <a:gd name="connsiteY77" fmla="*/ 2190750 h 2781300"/>
                    <a:gd name="connsiteX78" fmla="*/ 1990725 w 1990725"/>
                    <a:gd name="connsiteY78" fmla="*/ 2252662 h 2781300"/>
                    <a:gd name="connsiteX79" fmla="*/ 1928812 w 1990725"/>
                    <a:gd name="connsiteY79" fmla="*/ 2314575 h 2781300"/>
                    <a:gd name="connsiteX80" fmla="*/ 1952625 w 1990725"/>
                    <a:gd name="connsiteY80" fmla="*/ 2376487 h 2781300"/>
                    <a:gd name="connsiteX81" fmla="*/ 1919287 w 1990725"/>
                    <a:gd name="connsiteY81" fmla="*/ 2428875 h 2781300"/>
                    <a:gd name="connsiteX82" fmla="*/ 1919287 w 1990725"/>
                    <a:gd name="connsiteY82" fmla="*/ 2543175 h 2781300"/>
                    <a:gd name="connsiteX83" fmla="*/ 1900237 w 1990725"/>
                    <a:gd name="connsiteY83" fmla="*/ 2581275 h 2781300"/>
                    <a:gd name="connsiteX84" fmla="*/ 1938337 w 1990725"/>
                    <a:gd name="connsiteY84" fmla="*/ 2638425 h 2781300"/>
                    <a:gd name="connsiteX85" fmla="*/ 1933575 w 1990725"/>
                    <a:gd name="connsiteY85" fmla="*/ 2705100 h 2781300"/>
                    <a:gd name="connsiteX86" fmla="*/ 1847850 w 1990725"/>
                    <a:gd name="connsiteY86" fmla="*/ 2700337 h 2781300"/>
                    <a:gd name="connsiteX87" fmla="*/ 1795462 w 1990725"/>
                    <a:gd name="connsiteY87" fmla="*/ 2676525 h 2781300"/>
                    <a:gd name="connsiteX88" fmla="*/ 1733550 w 1990725"/>
                    <a:gd name="connsiteY88" fmla="*/ 2728912 h 2781300"/>
                    <a:gd name="connsiteX89" fmla="*/ 1728787 w 1990725"/>
                    <a:gd name="connsiteY89" fmla="*/ 2757487 h 2781300"/>
                    <a:gd name="connsiteX90" fmla="*/ 1681162 w 1990725"/>
                    <a:gd name="connsiteY90" fmla="*/ 2747962 h 2781300"/>
                    <a:gd name="connsiteX91" fmla="*/ 1657350 w 1990725"/>
                    <a:gd name="connsiteY91" fmla="*/ 2781300 h 2781300"/>
                    <a:gd name="connsiteX92" fmla="*/ 1600200 w 1990725"/>
                    <a:gd name="connsiteY92" fmla="*/ 2705100 h 2781300"/>
                    <a:gd name="connsiteX93" fmla="*/ 1543050 w 1990725"/>
                    <a:gd name="connsiteY93" fmla="*/ 2724150 h 2781300"/>
                    <a:gd name="connsiteX94" fmla="*/ 1504950 w 1990725"/>
                    <a:gd name="connsiteY94" fmla="*/ 2676525 h 2781300"/>
                    <a:gd name="connsiteX95" fmla="*/ 1452562 w 1990725"/>
                    <a:gd name="connsiteY95" fmla="*/ 2695575 h 2781300"/>
                    <a:gd name="connsiteX96" fmla="*/ 1423987 w 1990725"/>
                    <a:gd name="connsiteY96" fmla="*/ 2662237 h 2781300"/>
                    <a:gd name="connsiteX97" fmla="*/ 1357312 w 1990725"/>
                    <a:gd name="connsiteY97" fmla="*/ 2724150 h 2781300"/>
                    <a:gd name="connsiteX98" fmla="*/ 352425 w 1990725"/>
                    <a:gd name="connsiteY98" fmla="*/ 2619375 h 2781300"/>
                    <a:gd name="connsiteX99" fmla="*/ 390525 w 1990725"/>
                    <a:gd name="connsiteY99" fmla="*/ 2209800 h 2781300"/>
                    <a:gd name="connsiteX100" fmla="*/ 0 w 1990725"/>
                    <a:gd name="connsiteY100" fmla="*/ 2181225 h 2781300"/>
                    <a:gd name="connsiteX101" fmla="*/ 42862 w 1990725"/>
                    <a:gd name="connsiteY101" fmla="*/ 838200 h 2781300"/>
                    <a:gd name="connsiteX102" fmla="*/ 123825 w 1990725"/>
                    <a:gd name="connsiteY102" fmla="*/ 862012 h 2781300"/>
                    <a:gd name="connsiteX103" fmla="*/ 176212 w 1990725"/>
                    <a:gd name="connsiteY103" fmla="*/ 876300 h 2781300"/>
                    <a:gd name="connsiteX0" fmla="*/ 176212 w 1990725"/>
                    <a:gd name="connsiteY0" fmla="*/ 876300 h 2781300"/>
                    <a:gd name="connsiteX1" fmla="*/ 214312 w 1990725"/>
                    <a:gd name="connsiteY1" fmla="*/ 942975 h 2781300"/>
                    <a:gd name="connsiteX2" fmla="*/ 309562 w 1990725"/>
                    <a:gd name="connsiteY2" fmla="*/ 995362 h 2781300"/>
                    <a:gd name="connsiteX3" fmla="*/ 328612 w 1990725"/>
                    <a:gd name="connsiteY3" fmla="*/ 1014412 h 2781300"/>
                    <a:gd name="connsiteX4" fmla="*/ 442912 w 1990725"/>
                    <a:gd name="connsiteY4" fmla="*/ 981075 h 2781300"/>
                    <a:gd name="connsiteX5" fmla="*/ 447675 w 1990725"/>
                    <a:gd name="connsiteY5" fmla="*/ 919162 h 2781300"/>
                    <a:gd name="connsiteX6" fmla="*/ 528637 w 1990725"/>
                    <a:gd name="connsiteY6" fmla="*/ 795337 h 2781300"/>
                    <a:gd name="connsiteX7" fmla="*/ 533400 w 1990725"/>
                    <a:gd name="connsiteY7" fmla="*/ 704850 h 2781300"/>
                    <a:gd name="connsiteX8" fmla="*/ 581025 w 1990725"/>
                    <a:gd name="connsiteY8" fmla="*/ 638175 h 2781300"/>
                    <a:gd name="connsiteX9" fmla="*/ 561975 w 1990725"/>
                    <a:gd name="connsiteY9" fmla="*/ 552450 h 2781300"/>
                    <a:gd name="connsiteX10" fmla="*/ 585787 w 1990725"/>
                    <a:gd name="connsiteY10" fmla="*/ 500062 h 2781300"/>
                    <a:gd name="connsiteX11" fmla="*/ 552450 w 1990725"/>
                    <a:gd name="connsiteY11" fmla="*/ 461962 h 2781300"/>
                    <a:gd name="connsiteX12" fmla="*/ 552450 w 1990725"/>
                    <a:gd name="connsiteY12" fmla="*/ 428625 h 2781300"/>
                    <a:gd name="connsiteX13" fmla="*/ 595312 w 1990725"/>
                    <a:gd name="connsiteY13" fmla="*/ 376237 h 2781300"/>
                    <a:gd name="connsiteX14" fmla="*/ 595312 w 1990725"/>
                    <a:gd name="connsiteY14" fmla="*/ 304800 h 2781300"/>
                    <a:gd name="connsiteX15" fmla="*/ 628650 w 1990725"/>
                    <a:gd name="connsiteY15" fmla="*/ 276225 h 2781300"/>
                    <a:gd name="connsiteX16" fmla="*/ 585787 w 1990725"/>
                    <a:gd name="connsiteY16" fmla="*/ 252412 h 2781300"/>
                    <a:gd name="connsiteX17" fmla="*/ 633412 w 1990725"/>
                    <a:gd name="connsiteY17" fmla="*/ 209550 h 2781300"/>
                    <a:gd name="connsiteX18" fmla="*/ 676275 w 1990725"/>
                    <a:gd name="connsiteY18" fmla="*/ 80962 h 2781300"/>
                    <a:gd name="connsiteX19" fmla="*/ 676275 w 1990725"/>
                    <a:gd name="connsiteY19" fmla="*/ 28575 h 2781300"/>
                    <a:gd name="connsiteX20" fmla="*/ 747712 w 1990725"/>
                    <a:gd name="connsiteY20" fmla="*/ 0 h 2781300"/>
                    <a:gd name="connsiteX21" fmla="*/ 757237 w 1990725"/>
                    <a:gd name="connsiteY21" fmla="*/ 42862 h 2781300"/>
                    <a:gd name="connsiteX22" fmla="*/ 785812 w 1990725"/>
                    <a:gd name="connsiteY22" fmla="*/ 66675 h 2781300"/>
                    <a:gd name="connsiteX23" fmla="*/ 781050 w 1990725"/>
                    <a:gd name="connsiteY23" fmla="*/ 166687 h 2781300"/>
                    <a:gd name="connsiteX24" fmla="*/ 823912 w 1990725"/>
                    <a:gd name="connsiteY24" fmla="*/ 214312 h 2781300"/>
                    <a:gd name="connsiteX25" fmla="*/ 847725 w 1990725"/>
                    <a:gd name="connsiteY25" fmla="*/ 171450 h 2781300"/>
                    <a:gd name="connsiteX26" fmla="*/ 809625 w 1990725"/>
                    <a:gd name="connsiteY26" fmla="*/ 257175 h 2781300"/>
                    <a:gd name="connsiteX27" fmla="*/ 823912 w 1990725"/>
                    <a:gd name="connsiteY27" fmla="*/ 271462 h 2781300"/>
                    <a:gd name="connsiteX28" fmla="*/ 852487 w 1990725"/>
                    <a:gd name="connsiteY28" fmla="*/ 242887 h 2781300"/>
                    <a:gd name="connsiteX29" fmla="*/ 833437 w 1990725"/>
                    <a:gd name="connsiteY29" fmla="*/ 323850 h 2781300"/>
                    <a:gd name="connsiteX30" fmla="*/ 862012 w 1990725"/>
                    <a:gd name="connsiteY30" fmla="*/ 338137 h 2781300"/>
                    <a:gd name="connsiteX31" fmla="*/ 862012 w 1990725"/>
                    <a:gd name="connsiteY31" fmla="*/ 495300 h 2781300"/>
                    <a:gd name="connsiteX32" fmla="*/ 890587 w 1990725"/>
                    <a:gd name="connsiteY32" fmla="*/ 523875 h 2781300"/>
                    <a:gd name="connsiteX33" fmla="*/ 890587 w 1990725"/>
                    <a:gd name="connsiteY33" fmla="*/ 581025 h 2781300"/>
                    <a:gd name="connsiteX34" fmla="*/ 971550 w 1990725"/>
                    <a:gd name="connsiteY34" fmla="*/ 552450 h 2781300"/>
                    <a:gd name="connsiteX35" fmla="*/ 1028700 w 1990725"/>
                    <a:gd name="connsiteY35" fmla="*/ 542925 h 2781300"/>
                    <a:gd name="connsiteX36" fmla="*/ 995362 w 1990725"/>
                    <a:gd name="connsiteY36" fmla="*/ 571500 h 2781300"/>
                    <a:gd name="connsiteX37" fmla="*/ 1023937 w 1990725"/>
                    <a:gd name="connsiteY37" fmla="*/ 614362 h 2781300"/>
                    <a:gd name="connsiteX38" fmla="*/ 1090612 w 1990725"/>
                    <a:gd name="connsiteY38" fmla="*/ 657225 h 2781300"/>
                    <a:gd name="connsiteX39" fmla="*/ 1066800 w 1990725"/>
                    <a:gd name="connsiteY39" fmla="*/ 700087 h 2781300"/>
                    <a:gd name="connsiteX40" fmla="*/ 1090612 w 1990725"/>
                    <a:gd name="connsiteY40" fmla="*/ 800100 h 2781300"/>
                    <a:gd name="connsiteX41" fmla="*/ 1081087 w 1990725"/>
                    <a:gd name="connsiteY41" fmla="*/ 933450 h 2781300"/>
                    <a:gd name="connsiteX42" fmla="*/ 1147762 w 1990725"/>
                    <a:gd name="connsiteY42" fmla="*/ 957262 h 2781300"/>
                    <a:gd name="connsiteX43" fmla="*/ 1152525 w 1990725"/>
                    <a:gd name="connsiteY43" fmla="*/ 1047750 h 2781300"/>
                    <a:gd name="connsiteX44" fmla="*/ 1143000 w 1990725"/>
                    <a:gd name="connsiteY44" fmla="*/ 1152525 h 2781300"/>
                    <a:gd name="connsiteX45" fmla="*/ 1190625 w 1990725"/>
                    <a:gd name="connsiteY45" fmla="*/ 1185862 h 2781300"/>
                    <a:gd name="connsiteX46" fmla="*/ 1171575 w 1990725"/>
                    <a:gd name="connsiteY46" fmla="*/ 1233487 h 2781300"/>
                    <a:gd name="connsiteX47" fmla="*/ 1171575 w 1990725"/>
                    <a:gd name="connsiteY47" fmla="*/ 1281112 h 2781300"/>
                    <a:gd name="connsiteX48" fmla="*/ 1219200 w 1990725"/>
                    <a:gd name="connsiteY48" fmla="*/ 1285875 h 2781300"/>
                    <a:gd name="connsiteX49" fmla="*/ 1281112 w 1990725"/>
                    <a:gd name="connsiteY49" fmla="*/ 1357312 h 2781300"/>
                    <a:gd name="connsiteX50" fmla="*/ 1328737 w 1990725"/>
                    <a:gd name="connsiteY50" fmla="*/ 1343025 h 2781300"/>
                    <a:gd name="connsiteX51" fmla="*/ 1338262 w 1990725"/>
                    <a:gd name="connsiteY51" fmla="*/ 1390650 h 2781300"/>
                    <a:gd name="connsiteX52" fmla="*/ 1371600 w 1990725"/>
                    <a:gd name="connsiteY52" fmla="*/ 1395412 h 2781300"/>
                    <a:gd name="connsiteX53" fmla="*/ 1433512 w 1990725"/>
                    <a:gd name="connsiteY53" fmla="*/ 1457325 h 2781300"/>
                    <a:gd name="connsiteX54" fmla="*/ 1500187 w 1990725"/>
                    <a:gd name="connsiteY54" fmla="*/ 1485900 h 2781300"/>
                    <a:gd name="connsiteX55" fmla="*/ 1519237 w 1990725"/>
                    <a:gd name="connsiteY55" fmla="*/ 1476375 h 2781300"/>
                    <a:gd name="connsiteX56" fmla="*/ 1514475 w 1990725"/>
                    <a:gd name="connsiteY56" fmla="*/ 1519237 h 2781300"/>
                    <a:gd name="connsiteX57" fmla="*/ 1462087 w 1990725"/>
                    <a:gd name="connsiteY57" fmla="*/ 1528762 h 2781300"/>
                    <a:gd name="connsiteX58" fmla="*/ 1462087 w 1990725"/>
                    <a:gd name="connsiteY58" fmla="*/ 1557337 h 2781300"/>
                    <a:gd name="connsiteX59" fmla="*/ 1543050 w 1990725"/>
                    <a:gd name="connsiteY59" fmla="*/ 1614487 h 2781300"/>
                    <a:gd name="connsiteX60" fmla="*/ 1543050 w 1990725"/>
                    <a:gd name="connsiteY60" fmla="*/ 1676400 h 2781300"/>
                    <a:gd name="connsiteX61" fmla="*/ 1576387 w 1990725"/>
                    <a:gd name="connsiteY61" fmla="*/ 1695450 h 2781300"/>
                    <a:gd name="connsiteX62" fmla="*/ 1552575 w 1990725"/>
                    <a:gd name="connsiteY62" fmla="*/ 1771650 h 2781300"/>
                    <a:gd name="connsiteX63" fmla="*/ 1590675 w 1990725"/>
                    <a:gd name="connsiteY63" fmla="*/ 1843087 h 2781300"/>
                    <a:gd name="connsiteX64" fmla="*/ 1624012 w 1990725"/>
                    <a:gd name="connsiteY64" fmla="*/ 1857375 h 2781300"/>
                    <a:gd name="connsiteX65" fmla="*/ 1624012 w 1990725"/>
                    <a:gd name="connsiteY65" fmla="*/ 1747837 h 2781300"/>
                    <a:gd name="connsiteX66" fmla="*/ 1671637 w 1990725"/>
                    <a:gd name="connsiteY66" fmla="*/ 1828800 h 2781300"/>
                    <a:gd name="connsiteX67" fmla="*/ 1685925 w 1990725"/>
                    <a:gd name="connsiteY67" fmla="*/ 1795462 h 2781300"/>
                    <a:gd name="connsiteX68" fmla="*/ 1714500 w 1990725"/>
                    <a:gd name="connsiteY68" fmla="*/ 1885950 h 2781300"/>
                    <a:gd name="connsiteX69" fmla="*/ 1676400 w 1990725"/>
                    <a:gd name="connsiteY69" fmla="*/ 1947862 h 2781300"/>
                    <a:gd name="connsiteX70" fmla="*/ 1738312 w 1990725"/>
                    <a:gd name="connsiteY70" fmla="*/ 2000250 h 2781300"/>
                    <a:gd name="connsiteX71" fmla="*/ 1762125 w 1990725"/>
                    <a:gd name="connsiteY71" fmla="*/ 2052637 h 2781300"/>
                    <a:gd name="connsiteX72" fmla="*/ 1833562 w 1990725"/>
                    <a:gd name="connsiteY72" fmla="*/ 2095500 h 2781300"/>
                    <a:gd name="connsiteX73" fmla="*/ 1833562 w 1990725"/>
                    <a:gd name="connsiteY73" fmla="*/ 2157412 h 2781300"/>
                    <a:gd name="connsiteX74" fmla="*/ 1890712 w 1990725"/>
                    <a:gd name="connsiteY74" fmla="*/ 2219325 h 2781300"/>
                    <a:gd name="connsiteX75" fmla="*/ 1895475 w 1990725"/>
                    <a:gd name="connsiteY75" fmla="*/ 2266950 h 2781300"/>
                    <a:gd name="connsiteX76" fmla="*/ 1966912 w 1990725"/>
                    <a:gd name="connsiteY76" fmla="*/ 2238375 h 2781300"/>
                    <a:gd name="connsiteX77" fmla="*/ 1990725 w 1990725"/>
                    <a:gd name="connsiteY77" fmla="*/ 2190750 h 2781300"/>
                    <a:gd name="connsiteX78" fmla="*/ 1990725 w 1990725"/>
                    <a:gd name="connsiteY78" fmla="*/ 2252662 h 2781300"/>
                    <a:gd name="connsiteX79" fmla="*/ 1928812 w 1990725"/>
                    <a:gd name="connsiteY79" fmla="*/ 2314575 h 2781300"/>
                    <a:gd name="connsiteX80" fmla="*/ 1952625 w 1990725"/>
                    <a:gd name="connsiteY80" fmla="*/ 2376487 h 2781300"/>
                    <a:gd name="connsiteX81" fmla="*/ 1919287 w 1990725"/>
                    <a:gd name="connsiteY81" fmla="*/ 2428875 h 2781300"/>
                    <a:gd name="connsiteX82" fmla="*/ 1919287 w 1990725"/>
                    <a:gd name="connsiteY82" fmla="*/ 2543175 h 2781300"/>
                    <a:gd name="connsiteX83" fmla="*/ 1900237 w 1990725"/>
                    <a:gd name="connsiteY83" fmla="*/ 2581275 h 2781300"/>
                    <a:gd name="connsiteX84" fmla="*/ 1938337 w 1990725"/>
                    <a:gd name="connsiteY84" fmla="*/ 2638425 h 2781300"/>
                    <a:gd name="connsiteX85" fmla="*/ 1933575 w 1990725"/>
                    <a:gd name="connsiteY85" fmla="*/ 2705100 h 2781300"/>
                    <a:gd name="connsiteX86" fmla="*/ 1847850 w 1990725"/>
                    <a:gd name="connsiteY86" fmla="*/ 2700337 h 2781300"/>
                    <a:gd name="connsiteX87" fmla="*/ 1795462 w 1990725"/>
                    <a:gd name="connsiteY87" fmla="*/ 2676525 h 2781300"/>
                    <a:gd name="connsiteX88" fmla="*/ 1733550 w 1990725"/>
                    <a:gd name="connsiteY88" fmla="*/ 2728912 h 2781300"/>
                    <a:gd name="connsiteX89" fmla="*/ 1728787 w 1990725"/>
                    <a:gd name="connsiteY89" fmla="*/ 2757487 h 2781300"/>
                    <a:gd name="connsiteX90" fmla="*/ 1681162 w 1990725"/>
                    <a:gd name="connsiteY90" fmla="*/ 2747962 h 2781300"/>
                    <a:gd name="connsiteX91" fmla="*/ 1657350 w 1990725"/>
                    <a:gd name="connsiteY91" fmla="*/ 2781300 h 2781300"/>
                    <a:gd name="connsiteX92" fmla="*/ 1600200 w 1990725"/>
                    <a:gd name="connsiteY92" fmla="*/ 2705100 h 2781300"/>
                    <a:gd name="connsiteX93" fmla="*/ 1543050 w 1990725"/>
                    <a:gd name="connsiteY93" fmla="*/ 2724150 h 2781300"/>
                    <a:gd name="connsiteX94" fmla="*/ 1504950 w 1990725"/>
                    <a:gd name="connsiteY94" fmla="*/ 2676525 h 2781300"/>
                    <a:gd name="connsiteX95" fmla="*/ 1452562 w 1990725"/>
                    <a:gd name="connsiteY95" fmla="*/ 2695575 h 2781300"/>
                    <a:gd name="connsiteX96" fmla="*/ 1427149 w 1990725"/>
                    <a:gd name="connsiteY96" fmla="*/ 2668587 h 2781300"/>
                    <a:gd name="connsiteX97" fmla="*/ 1357312 w 1990725"/>
                    <a:gd name="connsiteY97" fmla="*/ 2724150 h 2781300"/>
                    <a:gd name="connsiteX98" fmla="*/ 352425 w 1990725"/>
                    <a:gd name="connsiteY98" fmla="*/ 2619375 h 2781300"/>
                    <a:gd name="connsiteX99" fmla="*/ 390525 w 1990725"/>
                    <a:gd name="connsiteY99" fmla="*/ 2209800 h 2781300"/>
                    <a:gd name="connsiteX100" fmla="*/ 0 w 1990725"/>
                    <a:gd name="connsiteY100" fmla="*/ 2181225 h 2781300"/>
                    <a:gd name="connsiteX101" fmla="*/ 42862 w 1990725"/>
                    <a:gd name="connsiteY101" fmla="*/ 838200 h 2781300"/>
                    <a:gd name="connsiteX102" fmla="*/ 123825 w 1990725"/>
                    <a:gd name="connsiteY102" fmla="*/ 862012 h 2781300"/>
                    <a:gd name="connsiteX103" fmla="*/ 176212 w 1990725"/>
                    <a:gd name="connsiteY103" fmla="*/ 876300 h 278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1990725" h="2781300">
                      <a:moveTo>
                        <a:pt x="176212" y="876300"/>
                      </a:moveTo>
                      <a:lnTo>
                        <a:pt x="214312" y="942975"/>
                      </a:lnTo>
                      <a:lnTo>
                        <a:pt x="309562" y="995362"/>
                      </a:lnTo>
                      <a:lnTo>
                        <a:pt x="328612" y="1014412"/>
                      </a:lnTo>
                      <a:lnTo>
                        <a:pt x="442912" y="981075"/>
                      </a:lnTo>
                      <a:lnTo>
                        <a:pt x="447675" y="919162"/>
                      </a:lnTo>
                      <a:cubicBezTo>
                        <a:pt x="530472" y="802271"/>
                        <a:pt x="528637" y="851552"/>
                        <a:pt x="528637" y="795337"/>
                      </a:cubicBezTo>
                      <a:lnTo>
                        <a:pt x="533400" y="704850"/>
                      </a:lnTo>
                      <a:lnTo>
                        <a:pt x="581025" y="638175"/>
                      </a:lnTo>
                      <a:cubicBezTo>
                        <a:pt x="556153" y="558587"/>
                        <a:pt x="545310" y="585776"/>
                        <a:pt x="561975" y="552450"/>
                      </a:cubicBezTo>
                      <a:cubicBezTo>
                        <a:pt x="586497" y="503405"/>
                        <a:pt x="585787" y="522574"/>
                        <a:pt x="585787" y="500062"/>
                      </a:cubicBezTo>
                      <a:cubicBezTo>
                        <a:pt x="551327" y="465602"/>
                        <a:pt x="552450" y="482440"/>
                        <a:pt x="552450" y="461962"/>
                      </a:cubicBezTo>
                      <a:lnTo>
                        <a:pt x="552450" y="428625"/>
                      </a:lnTo>
                      <a:cubicBezTo>
                        <a:pt x="596374" y="379820"/>
                        <a:pt x="595312" y="402358"/>
                        <a:pt x="595312" y="376237"/>
                      </a:cubicBezTo>
                      <a:lnTo>
                        <a:pt x="595312" y="304800"/>
                      </a:lnTo>
                      <a:cubicBezTo>
                        <a:pt x="631407" y="284175"/>
                        <a:pt x="628650" y="298549"/>
                        <a:pt x="628650" y="276225"/>
                      </a:cubicBezTo>
                      <a:lnTo>
                        <a:pt x="585787" y="252412"/>
                      </a:lnTo>
                      <a:lnTo>
                        <a:pt x="633412" y="209550"/>
                      </a:lnTo>
                      <a:cubicBezTo>
                        <a:pt x="676794" y="84225"/>
                        <a:pt x="676275" y="129403"/>
                        <a:pt x="676275" y="80962"/>
                      </a:cubicBezTo>
                      <a:lnTo>
                        <a:pt x="676275" y="28575"/>
                      </a:lnTo>
                      <a:lnTo>
                        <a:pt x="747712" y="0"/>
                      </a:lnTo>
                      <a:lnTo>
                        <a:pt x="757237" y="42862"/>
                      </a:lnTo>
                      <a:lnTo>
                        <a:pt x="785812" y="66675"/>
                      </a:lnTo>
                      <a:lnTo>
                        <a:pt x="781050" y="166687"/>
                      </a:lnTo>
                      <a:lnTo>
                        <a:pt x="823912" y="214312"/>
                      </a:lnTo>
                      <a:lnTo>
                        <a:pt x="847725" y="171450"/>
                      </a:lnTo>
                      <a:lnTo>
                        <a:pt x="809625" y="257175"/>
                      </a:lnTo>
                      <a:lnTo>
                        <a:pt x="823912" y="271462"/>
                      </a:lnTo>
                      <a:lnTo>
                        <a:pt x="852487" y="242887"/>
                      </a:lnTo>
                      <a:lnTo>
                        <a:pt x="833437" y="323850"/>
                      </a:lnTo>
                      <a:lnTo>
                        <a:pt x="862012" y="338137"/>
                      </a:lnTo>
                      <a:lnTo>
                        <a:pt x="862012" y="495300"/>
                      </a:lnTo>
                      <a:lnTo>
                        <a:pt x="890587" y="523875"/>
                      </a:lnTo>
                      <a:lnTo>
                        <a:pt x="890587" y="581025"/>
                      </a:lnTo>
                      <a:lnTo>
                        <a:pt x="971550" y="552450"/>
                      </a:lnTo>
                      <a:lnTo>
                        <a:pt x="1028700" y="542925"/>
                      </a:lnTo>
                      <a:lnTo>
                        <a:pt x="995362" y="571500"/>
                      </a:lnTo>
                      <a:lnTo>
                        <a:pt x="1023937" y="614362"/>
                      </a:lnTo>
                      <a:lnTo>
                        <a:pt x="1090612" y="657225"/>
                      </a:lnTo>
                      <a:lnTo>
                        <a:pt x="1066800" y="700087"/>
                      </a:lnTo>
                      <a:lnTo>
                        <a:pt x="1090612" y="800100"/>
                      </a:lnTo>
                      <a:lnTo>
                        <a:pt x="1081087" y="933450"/>
                      </a:lnTo>
                      <a:lnTo>
                        <a:pt x="1147762" y="957262"/>
                      </a:lnTo>
                      <a:lnTo>
                        <a:pt x="1152525" y="1047750"/>
                      </a:lnTo>
                      <a:lnTo>
                        <a:pt x="1143000" y="1152525"/>
                      </a:lnTo>
                      <a:lnTo>
                        <a:pt x="1190625" y="1185862"/>
                      </a:lnTo>
                      <a:lnTo>
                        <a:pt x="1171575" y="1233487"/>
                      </a:lnTo>
                      <a:lnTo>
                        <a:pt x="1171575" y="1281112"/>
                      </a:lnTo>
                      <a:lnTo>
                        <a:pt x="1219200" y="1285875"/>
                      </a:lnTo>
                      <a:lnTo>
                        <a:pt x="1281112" y="1357312"/>
                      </a:lnTo>
                      <a:lnTo>
                        <a:pt x="1328737" y="1343025"/>
                      </a:lnTo>
                      <a:lnTo>
                        <a:pt x="1338262" y="1390650"/>
                      </a:lnTo>
                      <a:lnTo>
                        <a:pt x="1371600" y="1395412"/>
                      </a:lnTo>
                      <a:lnTo>
                        <a:pt x="1433512" y="1457325"/>
                      </a:lnTo>
                      <a:lnTo>
                        <a:pt x="1500187" y="1485900"/>
                      </a:lnTo>
                      <a:lnTo>
                        <a:pt x="1519237" y="1476375"/>
                      </a:lnTo>
                      <a:lnTo>
                        <a:pt x="1514475" y="1519237"/>
                      </a:lnTo>
                      <a:lnTo>
                        <a:pt x="1462087" y="1528762"/>
                      </a:lnTo>
                      <a:lnTo>
                        <a:pt x="1462087" y="1557337"/>
                      </a:lnTo>
                      <a:lnTo>
                        <a:pt x="1543050" y="1614487"/>
                      </a:lnTo>
                      <a:lnTo>
                        <a:pt x="1543050" y="1676400"/>
                      </a:lnTo>
                      <a:lnTo>
                        <a:pt x="1576387" y="1695450"/>
                      </a:lnTo>
                      <a:lnTo>
                        <a:pt x="1552575" y="1771650"/>
                      </a:lnTo>
                      <a:lnTo>
                        <a:pt x="1590675" y="1843087"/>
                      </a:lnTo>
                      <a:cubicBezTo>
                        <a:pt x="1620670" y="1858085"/>
                        <a:pt x="1608601" y="1857375"/>
                        <a:pt x="1624012" y="1857375"/>
                      </a:cubicBezTo>
                      <a:lnTo>
                        <a:pt x="1624012" y="1747837"/>
                      </a:lnTo>
                      <a:cubicBezTo>
                        <a:pt x="1672408" y="1834950"/>
                        <a:pt x="1671637" y="1866251"/>
                        <a:pt x="1671637" y="1828800"/>
                      </a:cubicBezTo>
                      <a:lnTo>
                        <a:pt x="1685925" y="1795462"/>
                      </a:lnTo>
                      <a:lnTo>
                        <a:pt x="1714500" y="1885950"/>
                      </a:lnTo>
                      <a:lnTo>
                        <a:pt x="1676400" y="1947862"/>
                      </a:lnTo>
                      <a:lnTo>
                        <a:pt x="1738312" y="2000250"/>
                      </a:lnTo>
                      <a:lnTo>
                        <a:pt x="1762125" y="2052637"/>
                      </a:lnTo>
                      <a:lnTo>
                        <a:pt x="1833562" y="2095500"/>
                      </a:lnTo>
                      <a:lnTo>
                        <a:pt x="1833562" y="2157412"/>
                      </a:lnTo>
                      <a:lnTo>
                        <a:pt x="1890712" y="2219325"/>
                      </a:lnTo>
                      <a:lnTo>
                        <a:pt x="1895475" y="2266950"/>
                      </a:lnTo>
                      <a:lnTo>
                        <a:pt x="1966912" y="2238375"/>
                      </a:lnTo>
                      <a:lnTo>
                        <a:pt x="1990725" y="2190750"/>
                      </a:lnTo>
                      <a:lnTo>
                        <a:pt x="1990725" y="2252662"/>
                      </a:lnTo>
                      <a:lnTo>
                        <a:pt x="1928812" y="2314575"/>
                      </a:lnTo>
                      <a:lnTo>
                        <a:pt x="1952625" y="2376487"/>
                      </a:lnTo>
                      <a:lnTo>
                        <a:pt x="1919287" y="2428875"/>
                      </a:lnTo>
                      <a:lnTo>
                        <a:pt x="1919287" y="2543175"/>
                      </a:lnTo>
                      <a:lnTo>
                        <a:pt x="1900237" y="2581275"/>
                      </a:lnTo>
                      <a:lnTo>
                        <a:pt x="1938337" y="2638425"/>
                      </a:lnTo>
                      <a:lnTo>
                        <a:pt x="1933575" y="2705100"/>
                      </a:lnTo>
                      <a:lnTo>
                        <a:pt x="1847850" y="2700337"/>
                      </a:lnTo>
                      <a:lnTo>
                        <a:pt x="1795462" y="2676525"/>
                      </a:lnTo>
                      <a:lnTo>
                        <a:pt x="1733550" y="2728912"/>
                      </a:lnTo>
                      <a:lnTo>
                        <a:pt x="1728787" y="2757487"/>
                      </a:lnTo>
                      <a:lnTo>
                        <a:pt x="1681162" y="2747962"/>
                      </a:lnTo>
                      <a:lnTo>
                        <a:pt x="1657350" y="2781300"/>
                      </a:lnTo>
                      <a:lnTo>
                        <a:pt x="1600200" y="2705100"/>
                      </a:lnTo>
                      <a:lnTo>
                        <a:pt x="1543050" y="2724150"/>
                      </a:lnTo>
                      <a:lnTo>
                        <a:pt x="1504950" y="2676525"/>
                      </a:lnTo>
                      <a:lnTo>
                        <a:pt x="1452562" y="2695575"/>
                      </a:lnTo>
                      <a:cubicBezTo>
                        <a:pt x="1431937" y="2659480"/>
                        <a:pt x="1449473" y="2668587"/>
                        <a:pt x="1427149" y="2668587"/>
                      </a:cubicBezTo>
                      <a:cubicBezTo>
                        <a:pt x="1359352" y="2736384"/>
                        <a:pt x="1357312" y="2760343"/>
                        <a:pt x="1357312" y="2724150"/>
                      </a:cubicBezTo>
                      <a:lnTo>
                        <a:pt x="352425" y="2619375"/>
                      </a:lnTo>
                      <a:lnTo>
                        <a:pt x="390525" y="2209800"/>
                      </a:lnTo>
                      <a:lnTo>
                        <a:pt x="0" y="2181225"/>
                      </a:lnTo>
                      <a:lnTo>
                        <a:pt x="42862" y="838200"/>
                      </a:lnTo>
                      <a:lnTo>
                        <a:pt x="123825" y="862012"/>
                      </a:lnTo>
                      <a:lnTo>
                        <a:pt x="176212" y="876300"/>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7" name="Freeform 395">
                  <a:extLst>
                    <a:ext uri="{FF2B5EF4-FFF2-40B4-BE49-F238E27FC236}">
                      <a16:creationId xmlns:a16="http://schemas.microsoft.com/office/drawing/2014/main" id="{2A36B665-DC9A-4E37-B7B7-226FA242EA09}"/>
                    </a:ext>
                  </a:extLst>
                </p:cNvPr>
                <p:cNvSpPr/>
                <p:nvPr>
                  <p:custDataLst>
                    <p:tags r:id="rId8"/>
                  </p:custDataLst>
                </p:nvPr>
              </p:nvSpPr>
              <p:spPr bwMode="auto">
                <a:xfrm>
                  <a:off x="4967322" y="2294758"/>
                  <a:ext cx="1095884" cy="1898843"/>
                </a:xfrm>
                <a:custGeom>
                  <a:avLst/>
                  <a:gdLst>
                    <a:gd name="connsiteX0" fmla="*/ 104775 w 1270000"/>
                    <a:gd name="connsiteY0" fmla="*/ 381000 h 2639728"/>
                    <a:gd name="connsiteX1" fmla="*/ 155575 w 1270000"/>
                    <a:gd name="connsiteY1" fmla="*/ 371475 h 2639728"/>
                    <a:gd name="connsiteX2" fmla="*/ 171450 w 1270000"/>
                    <a:gd name="connsiteY2" fmla="*/ 342900 h 2639728"/>
                    <a:gd name="connsiteX3" fmla="*/ 168275 w 1270000"/>
                    <a:gd name="connsiteY3" fmla="*/ 339725 h 2639728"/>
                    <a:gd name="connsiteX4" fmla="*/ 152400 w 1270000"/>
                    <a:gd name="connsiteY4" fmla="*/ 292100 h 2639728"/>
                    <a:gd name="connsiteX5" fmla="*/ 171450 w 1270000"/>
                    <a:gd name="connsiteY5" fmla="*/ 285750 h 2639728"/>
                    <a:gd name="connsiteX6" fmla="*/ 193675 w 1270000"/>
                    <a:gd name="connsiteY6" fmla="*/ 250825 h 2639728"/>
                    <a:gd name="connsiteX7" fmla="*/ 219075 w 1270000"/>
                    <a:gd name="connsiteY7" fmla="*/ 257175 h 2639728"/>
                    <a:gd name="connsiteX8" fmla="*/ 222250 w 1270000"/>
                    <a:gd name="connsiteY8" fmla="*/ 209550 h 2639728"/>
                    <a:gd name="connsiteX9" fmla="*/ 266700 w 1270000"/>
                    <a:gd name="connsiteY9" fmla="*/ 219075 h 2639728"/>
                    <a:gd name="connsiteX10" fmla="*/ 288925 w 1270000"/>
                    <a:gd name="connsiteY10" fmla="*/ 168275 h 2639728"/>
                    <a:gd name="connsiteX11" fmla="*/ 339725 w 1270000"/>
                    <a:gd name="connsiteY11" fmla="*/ 196850 h 2639728"/>
                    <a:gd name="connsiteX12" fmla="*/ 431800 w 1270000"/>
                    <a:gd name="connsiteY12" fmla="*/ 200025 h 2639728"/>
                    <a:gd name="connsiteX13" fmla="*/ 463550 w 1270000"/>
                    <a:gd name="connsiteY13" fmla="*/ 177800 h 2639728"/>
                    <a:gd name="connsiteX14" fmla="*/ 495300 w 1270000"/>
                    <a:gd name="connsiteY14" fmla="*/ 206375 h 2639728"/>
                    <a:gd name="connsiteX15" fmla="*/ 495300 w 1270000"/>
                    <a:gd name="connsiteY15" fmla="*/ 161925 h 2639728"/>
                    <a:gd name="connsiteX16" fmla="*/ 514350 w 1270000"/>
                    <a:gd name="connsiteY16" fmla="*/ 171450 h 2639728"/>
                    <a:gd name="connsiteX17" fmla="*/ 514350 w 1270000"/>
                    <a:gd name="connsiteY17" fmla="*/ 130175 h 2639728"/>
                    <a:gd name="connsiteX18" fmla="*/ 501650 w 1270000"/>
                    <a:gd name="connsiteY18" fmla="*/ 120650 h 2639728"/>
                    <a:gd name="connsiteX19" fmla="*/ 495300 w 1270000"/>
                    <a:gd name="connsiteY19" fmla="*/ 88900 h 2639728"/>
                    <a:gd name="connsiteX20" fmla="*/ 476250 w 1270000"/>
                    <a:gd name="connsiteY20" fmla="*/ 66675 h 2639728"/>
                    <a:gd name="connsiteX21" fmla="*/ 431800 w 1270000"/>
                    <a:gd name="connsiteY21" fmla="*/ 79375 h 2639728"/>
                    <a:gd name="connsiteX22" fmla="*/ 384175 w 1270000"/>
                    <a:gd name="connsiteY22" fmla="*/ 47625 h 2639728"/>
                    <a:gd name="connsiteX23" fmla="*/ 428625 w 1270000"/>
                    <a:gd name="connsiteY23" fmla="*/ 22225 h 2639728"/>
                    <a:gd name="connsiteX24" fmla="*/ 444500 w 1270000"/>
                    <a:gd name="connsiteY24" fmla="*/ 41275 h 2639728"/>
                    <a:gd name="connsiteX25" fmla="*/ 479425 w 1270000"/>
                    <a:gd name="connsiteY25" fmla="*/ 34925 h 2639728"/>
                    <a:gd name="connsiteX26" fmla="*/ 498475 w 1270000"/>
                    <a:gd name="connsiteY26" fmla="*/ 0 h 2639728"/>
                    <a:gd name="connsiteX27" fmla="*/ 517525 w 1270000"/>
                    <a:gd name="connsiteY27" fmla="*/ 41275 h 2639728"/>
                    <a:gd name="connsiteX28" fmla="*/ 514350 w 1270000"/>
                    <a:gd name="connsiteY28" fmla="*/ 66675 h 2639728"/>
                    <a:gd name="connsiteX29" fmla="*/ 527050 w 1270000"/>
                    <a:gd name="connsiteY29" fmla="*/ 76200 h 2639728"/>
                    <a:gd name="connsiteX30" fmla="*/ 555625 w 1270000"/>
                    <a:gd name="connsiteY30" fmla="*/ 53975 h 2639728"/>
                    <a:gd name="connsiteX31" fmla="*/ 574675 w 1270000"/>
                    <a:gd name="connsiteY31" fmla="*/ 76200 h 2639728"/>
                    <a:gd name="connsiteX32" fmla="*/ 574675 w 1270000"/>
                    <a:gd name="connsiteY32" fmla="*/ 107950 h 2639728"/>
                    <a:gd name="connsiteX33" fmla="*/ 625475 w 1270000"/>
                    <a:gd name="connsiteY33" fmla="*/ 111125 h 2639728"/>
                    <a:gd name="connsiteX34" fmla="*/ 631825 w 1270000"/>
                    <a:gd name="connsiteY34" fmla="*/ 79375 h 2639728"/>
                    <a:gd name="connsiteX35" fmla="*/ 641350 w 1270000"/>
                    <a:gd name="connsiteY35" fmla="*/ 130175 h 2639728"/>
                    <a:gd name="connsiteX36" fmla="*/ 682625 w 1270000"/>
                    <a:gd name="connsiteY36" fmla="*/ 111125 h 2639728"/>
                    <a:gd name="connsiteX37" fmla="*/ 708025 w 1270000"/>
                    <a:gd name="connsiteY37" fmla="*/ 142875 h 2639728"/>
                    <a:gd name="connsiteX38" fmla="*/ 739775 w 1270000"/>
                    <a:gd name="connsiteY38" fmla="*/ 142875 h 2639728"/>
                    <a:gd name="connsiteX39" fmla="*/ 752475 w 1270000"/>
                    <a:gd name="connsiteY39" fmla="*/ 165100 h 2639728"/>
                    <a:gd name="connsiteX40" fmla="*/ 825500 w 1270000"/>
                    <a:gd name="connsiteY40" fmla="*/ 142875 h 2639728"/>
                    <a:gd name="connsiteX41" fmla="*/ 882650 w 1270000"/>
                    <a:gd name="connsiteY41" fmla="*/ 212725 h 2639728"/>
                    <a:gd name="connsiteX42" fmla="*/ 914400 w 1270000"/>
                    <a:gd name="connsiteY42" fmla="*/ 200025 h 2639728"/>
                    <a:gd name="connsiteX43" fmla="*/ 917575 w 1270000"/>
                    <a:gd name="connsiteY43" fmla="*/ 165100 h 2639728"/>
                    <a:gd name="connsiteX44" fmla="*/ 968375 w 1270000"/>
                    <a:gd name="connsiteY44" fmla="*/ 146050 h 2639728"/>
                    <a:gd name="connsiteX45" fmla="*/ 981075 w 1270000"/>
                    <a:gd name="connsiteY45" fmla="*/ 161925 h 2639728"/>
                    <a:gd name="connsiteX46" fmla="*/ 962025 w 1270000"/>
                    <a:gd name="connsiteY46" fmla="*/ 193675 h 2639728"/>
                    <a:gd name="connsiteX47" fmla="*/ 993775 w 1270000"/>
                    <a:gd name="connsiteY47" fmla="*/ 187325 h 2639728"/>
                    <a:gd name="connsiteX48" fmla="*/ 1028700 w 1270000"/>
                    <a:gd name="connsiteY48" fmla="*/ 234950 h 2639728"/>
                    <a:gd name="connsiteX49" fmla="*/ 1057275 w 1270000"/>
                    <a:gd name="connsiteY49" fmla="*/ 206375 h 2639728"/>
                    <a:gd name="connsiteX50" fmla="*/ 1025525 w 1270000"/>
                    <a:gd name="connsiteY50" fmla="*/ 174625 h 2639728"/>
                    <a:gd name="connsiteX51" fmla="*/ 1060450 w 1270000"/>
                    <a:gd name="connsiteY51" fmla="*/ 149225 h 2639728"/>
                    <a:gd name="connsiteX52" fmla="*/ 1082675 w 1270000"/>
                    <a:gd name="connsiteY52" fmla="*/ 114300 h 2639728"/>
                    <a:gd name="connsiteX53" fmla="*/ 1085850 w 1270000"/>
                    <a:gd name="connsiteY53" fmla="*/ 174625 h 2639728"/>
                    <a:gd name="connsiteX54" fmla="*/ 1101725 w 1270000"/>
                    <a:gd name="connsiteY54" fmla="*/ 203200 h 2639728"/>
                    <a:gd name="connsiteX55" fmla="*/ 1120775 w 1270000"/>
                    <a:gd name="connsiteY55" fmla="*/ 184150 h 2639728"/>
                    <a:gd name="connsiteX56" fmla="*/ 1139825 w 1270000"/>
                    <a:gd name="connsiteY56" fmla="*/ 187325 h 2639728"/>
                    <a:gd name="connsiteX57" fmla="*/ 1149350 w 1270000"/>
                    <a:gd name="connsiteY57" fmla="*/ 222250 h 2639728"/>
                    <a:gd name="connsiteX58" fmla="*/ 1114425 w 1270000"/>
                    <a:gd name="connsiteY58" fmla="*/ 234950 h 2639728"/>
                    <a:gd name="connsiteX59" fmla="*/ 1076325 w 1270000"/>
                    <a:gd name="connsiteY59" fmla="*/ 282575 h 2639728"/>
                    <a:gd name="connsiteX60" fmla="*/ 1079500 w 1270000"/>
                    <a:gd name="connsiteY60" fmla="*/ 320675 h 2639728"/>
                    <a:gd name="connsiteX61" fmla="*/ 1057275 w 1270000"/>
                    <a:gd name="connsiteY61" fmla="*/ 336550 h 2639728"/>
                    <a:gd name="connsiteX62" fmla="*/ 1022350 w 1270000"/>
                    <a:gd name="connsiteY62" fmla="*/ 327025 h 2639728"/>
                    <a:gd name="connsiteX63" fmla="*/ 1006475 w 1270000"/>
                    <a:gd name="connsiteY63" fmla="*/ 336550 h 2639728"/>
                    <a:gd name="connsiteX64" fmla="*/ 1016000 w 1270000"/>
                    <a:gd name="connsiteY64" fmla="*/ 368300 h 2639728"/>
                    <a:gd name="connsiteX65" fmla="*/ 984250 w 1270000"/>
                    <a:gd name="connsiteY65" fmla="*/ 355600 h 2639728"/>
                    <a:gd name="connsiteX66" fmla="*/ 965200 w 1270000"/>
                    <a:gd name="connsiteY66" fmla="*/ 377825 h 2639728"/>
                    <a:gd name="connsiteX67" fmla="*/ 990600 w 1270000"/>
                    <a:gd name="connsiteY67" fmla="*/ 412750 h 2639728"/>
                    <a:gd name="connsiteX68" fmla="*/ 1050925 w 1270000"/>
                    <a:gd name="connsiteY68" fmla="*/ 431800 h 2639728"/>
                    <a:gd name="connsiteX69" fmla="*/ 1082675 w 1270000"/>
                    <a:gd name="connsiteY69" fmla="*/ 406400 h 2639728"/>
                    <a:gd name="connsiteX70" fmla="*/ 1120775 w 1270000"/>
                    <a:gd name="connsiteY70" fmla="*/ 419100 h 2639728"/>
                    <a:gd name="connsiteX71" fmla="*/ 1123950 w 1270000"/>
                    <a:gd name="connsiteY71" fmla="*/ 447675 h 2639728"/>
                    <a:gd name="connsiteX72" fmla="*/ 1111250 w 1270000"/>
                    <a:gd name="connsiteY72" fmla="*/ 463550 h 2639728"/>
                    <a:gd name="connsiteX73" fmla="*/ 1149350 w 1270000"/>
                    <a:gd name="connsiteY73" fmla="*/ 485775 h 2639728"/>
                    <a:gd name="connsiteX74" fmla="*/ 1123950 w 1270000"/>
                    <a:gd name="connsiteY74" fmla="*/ 504825 h 2639728"/>
                    <a:gd name="connsiteX75" fmla="*/ 1089025 w 1270000"/>
                    <a:gd name="connsiteY75" fmla="*/ 495300 h 2639728"/>
                    <a:gd name="connsiteX76" fmla="*/ 1054100 w 1270000"/>
                    <a:gd name="connsiteY76" fmla="*/ 488950 h 2639728"/>
                    <a:gd name="connsiteX77" fmla="*/ 1044575 w 1270000"/>
                    <a:gd name="connsiteY77" fmla="*/ 438150 h 2639728"/>
                    <a:gd name="connsiteX78" fmla="*/ 987425 w 1270000"/>
                    <a:gd name="connsiteY78" fmla="*/ 422275 h 2639728"/>
                    <a:gd name="connsiteX79" fmla="*/ 984250 w 1270000"/>
                    <a:gd name="connsiteY79" fmla="*/ 473075 h 2639728"/>
                    <a:gd name="connsiteX80" fmla="*/ 920750 w 1270000"/>
                    <a:gd name="connsiteY80" fmla="*/ 527050 h 2639728"/>
                    <a:gd name="connsiteX81" fmla="*/ 923925 w 1270000"/>
                    <a:gd name="connsiteY81" fmla="*/ 546100 h 2639728"/>
                    <a:gd name="connsiteX82" fmla="*/ 898525 w 1270000"/>
                    <a:gd name="connsiteY82" fmla="*/ 565150 h 2639728"/>
                    <a:gd name="connsiteX83" fmla="*/ 914400 w 1270000"/>
                    <a:gd name="connsiteY83" fmla="*/ 590550 h 2639728"/>
                    <a:gd name="connsiteX84" fmla="*/ 942975 w 1270000"/>
                    <a:gd name="connsiteY84" fmla="*/ 600075 h 2639728"/>
                    <a:gd name="connsiteX85" fmla="*/ 971550 w 1270000"/>
                    <a:gd name="connsiteY85" fmla="*/ 635000 h 2639728"/>
                    <a:gd name="connsiteX86" fmla="*/ 1000125 w 1270000"/>
                    <a:gd name="connsiteY86" fmla="*/ 628650 h 2639728"/>
                    <a:gd name="connsiteX87" fmla="*/ 1025525 w 1270000"/>
                    <a:gd name="connsiteY87" fmla="*/ 673100 h 2639728"/>
                    <a:gd name="connsiteX88" fmla="*/ 1060450 w 1270000"/>
                    <a:gd name="connsiteY88" fmla="*/ 688975 h 2639728"/>
                    <a:gd name="connsiteX89" fmla="*/ 1082675 w 1270000"/>
                    <a:gd name="connsiteY89" fmla="*/ 727075 h 2639728"/>
                    <a:gd name="connsiteX90" fmla="*/ 1104900 w 1270000"/>
                    <a:gd name="connsiteY90" fmla="*/ 746125 h 2639728"/>
                    <a:gd name="connsiteX91" fmla="*/ 1155700 w 1270000"/>
                    <a:gd name="connsiteY91" fmla="*/ 736600 h 2639728"/>
                    <a:gd name="connsiteX92" fmla="*/ 1193800 w 1270000"/>
                    <a:gd name="connsiteY92" fmla="*/ 774700 h 2639728"/>
                    <a:gd name="connsiteX93" fmla="*/ 1228725 w 1270000"/>
                    <a:gd name="connsiteY93" fmla="*/ 777875 h 2639728"/>
                    <a:gd name="connsiteX94" fmla="*/ 1270000 w 1270000"/>
                    <a:gd name="connsiteY94" fmla="*/ 844550 h 2639728"/>
                    <a:gd name="connsiteX95" fmla="*/ 1225550 w 1270000"/>
                    <a:gd name="connsiteY95" fmla="*/ 2190750 h 2639728"/>
                    <a:gd name="connsiteX96" fmla="*/ 60325 w 1270000"/>
                    <a:gd name="connsiteY96" fmla="*/ 2187575 h 2639728"/>
                    <a:gd name="connsiteX97" fmla="*/ 0 w 1270000"/>
                    <a:gd name="connsiteY97" fmla="*/ 587375 h 2639728"/>
                    <a:gd name="connsiteX98" fmla="*/ 28575 w 1270000"/>
                    <a:gd name="connsiteY98" fmla="*/ 600075 h 2639728"/>
                    <a:gd name="connsiteX99" fmla="*/ 34925 w 1270000"/>
                    <a:gd name="connsiteY99" fmla="*/ 622300 h 2639728"/>
                    <a:gd name="connsiteX100" fmla="*/ 53975 w 1270000"/>
                    <a:gd name="connsiteY100" fmla="*/ 577850 h 2639728"/>
                    <a:gd name="connsiteX101" fmla="*/ 82550 w 1270000"/>
                    <a:gd name="connsiteY101" fmla="*/ 609600 h 2639728"/>
                    <a:gd name="connsiteX102" fmla="*/ 95250 w 1270000"/>
                    <a:gd name="connsiteY102" fmla="*/ 631825 h 2639728"/>
                    <a:gd name="connsiteX103" fmla="*/ 85725 w 1270000"/>
                    <a:gd name="connsiteY103" fmla="*/ 584200 h 2639728"/>
                    <a:gd name="connsiteX104" fmla="*/ 107950 w 1270000"/>
                    <a:gd name="connsiteY104" fmla="*/ 558800 h 2639728"/>
                    <a:gd name="connsiteX105" fmla="*/ 44450 w 1270000"/>
                    <a:gd name="connsiteY105" fmla="*/ 501650 h 2639728"/>
                    <a:gd name="connsiteX106" fmla="*/ 47625 w 1270000"/>
                    <a:gd name="connsiteY106" fmla="*/ 476250 h 2639728"/>
                    <a:gd name="connsiteX107" fmla="*/ 92075 w 1270000"/>
                    <a:gd name="connsiteY107" fmla="*/ 463550 h 2639728"/>
                    <a:gd name="connsiteX108" fmla="*/ 104775 w 1270000"/>
                    <a:gd name="connsiteY108" fmla="*/ 381000 h 2639728"/>
                    <a:gd name="connsiteX0" fmla="*/ 104775 w 1419886"/>
                    <a:gd name="connsiteY0" fmla="*/ 381000 h 2471473"/>
                    <a:gd name="connsiteX1" fmla="*/ 155575 w 1419886"/>
                    <a:gd name="connsiteY1" fmla="*/ 371475 h 2471473"/>
                    <a:gd name="connsiteX2" fmla="*/ 171450 w 1419886"/>
                    <a:gd name="connsiteY2" fmla="*/ 342900 h 2471473"/>
                    <a:gd name="connsiteX3" fmla="*/ 168275 w 1419886"/>
                    <a:gd name="connsiteY3" fmla="*/ 339725 h 2471473"/>
                    <a:gd name="connsiteX4" fmla="*/ 152400 w 1419886"/>
                    <a:gd name="connsiteY4" fmla="*/ 292100 h 2471473"/>
                    <a:gd name="connsiteX5" fmla="*/ 171450 w 1419886"/>
                    <a:gd name="connsiteY5" fmla="*/ 285750 h 2471473"/>
                    <a:gd name="connsiteX6" fmla="*/ 193675 w 1419886"/>
                    <a:gd name="connsiteY6" fmla="*/ 250825 h 2471473"/>
                    <a:gd name="connsiteX7" fmla="*/ 219075 w 1419886"/>
                    <a:gd name="connsiteY7" fmla="*/ 257175 h 2471473"/>
                    <a:gd name="connsiteX8" fmla="*/ 222250 w 1419886"/>
                    <a:gd name="connsiteY8" fmla="*/ 209550 h 2471473"/>
                    <a:gd name="connsiteX9" fmla="*/ 266700 w 1419886"/>
                    <a:gd name="connsiteY9" fmla="*/ 219075 h 2471473"/>
                    <a:gd name="connsiteX10" fmla="*/ 288925 w 1419886"/>
                    <a:gd name="connsiteY10" fmla="*/ 168275 h 2471473"/>
                    <a:gd name="connsiteX11" fmla="*/ 339725 w 1419886"/>
                    <a:gd name="connsiteY11" fmla="*/ 196850 h 2471473"/>
                    <a:gd name="connsiteX12" fmla="*/ 431800 w 1419886"/>
                    <a:gd name="connsiteY12" fmla="*/ 200025 h 2471473"/>
                    <a:gd name="connsiteX13" fmla="*/ 463550 w 1419886"/>
                    <a:gd name="connsiteY13" fmla="*/ 177800 h 2471473"/>
                    <a:gd name="connsiteX14" fmla="*/ 495300 w 1419886"/>
                    <a:gd name="connsiteY14" fmla="*/ 206375 h 2471473"/>
                    <a:gd name="connsiteX15" fmla="*/ 495300 w 1419886"/>
                    <a:gd name="connsiteY15" fmla="*/ 161925 h 2471473"/>
                    <a:gd name="connsiteX16" fmla="*/ 514350 w 1419886"/>
                    <a:gd name="connsiteY16" fmla="*/ 171450 h 2471473"/>
                    <a:gd name="connsiteX17" fmla="*/ 514350 w 1419886"/>
                    <a:gd name="connsiteY17" fmla="*/ 130175 h 2471473"/>
                    <a:gd name="connsiteX18" fmla="*/ 501650 w 1419886"/>
                    <a:gd name="connsiteY18" fmla="*/ 120650 h 2471473"/>
                    <a:gd name="connsiteX19" fmla="*/ 495300 w 1419886"/>
                    <a:gd name="connsiteY19" fmla="*/ 88900 h 2471473"/>
                    <a:gd name="connsiteX20" fmla="*/ 476250 w 1419886"/>
                    <a:gd name="connsiteY20" fmla="*/ 66675 h 2471473"/>
                    <a:gd name="connsiteX21" fmla="*/ 431800 w 1419886"/>
                    <a:gd name="connsiteY21" fmla="*/ 79375 h 2471473"/>
                    <a:gd name="connsiteX22" fmla="*/ 384175 w 1419886"/>
                    <a:gd name="connsiteY22" fmla="*/ 47625 h 2471473"/>
                    <a:gd name="connsiteX23" fmla="*/ 428625 w 1419886"/>
                    <a:gd name="connsiteY23" fmla="*/ 22225 h 2471473"/>
                    <a:gd name="connsiteX24" fmla="*/ 444500 w 1419886"/>
                    <a:gd name="connsiteY24" fmla="*/ 41275 h 2471473"/>
                    <a:gd name="connsiteX25" fmla="*/ 479425 w 1419886"/>
                    <a:gd name="connsiteY25" fmla="*/ 34925 h 2471473"/>
                    <a:gd name="connsiteX26" fmla="*/ 498475 w 1419886"/>
                    <a:gd name="connsiteY26" fmla="*/ 0 h 2471473"/>
                    <a:gd name="connsiteX27" fmla="*/ 517525 w 1419886"/>
                    <a:gd name="connsiteY27" fmla="*/ 41275 h 2471473"/>
                    <a:gd name="connsiteX28" fmla="*/ 514350 w 1419886"/>
                    <a:gd name="connsiteY28" fmla="*/ 66675 h 2471473"/>
                    <a:gd name="connsiteX29" fmla="*/ 527050 w 1419886"/>
                    <a:gd name="connsiteY29" fmla="*/ 76200 h 2471473"/>
                    <a:gd name="connsiteX30" fmla="*/ 555625 w 1419886"/>
                    <a:gd name="connsiteY30" fmla="*/ 53975 h 2471473"/>
                    <a:gd name="connsiteX31" fmla="*/ 574675 w 1419886"/>
                    <a:gd name="connsiteY31" fmla="*/ 76200 h 2471473"/>
                    <a:gd name="connsiteX32" fmla="*/ 574675 w 1419886"/>
                    <a:gd name="connsiteY32" fmla="*/ 107950 h 2471473"/>
                    <a:gd name="connsiteX33" fmla="*/ 625475 w 1419886"/>
                    <a:gd name="connsiteY33" fmla="*/ 111125 h 2471473"/>
                    <a:gd name="connsiteX34" fmla="*/ 631825 w 1419886"/>
                    <a:gd name="connsiteY34" fmla="*/ 79375 h 2471473"/>
                    <a:gd name="connsiteX35" fmla="*/ 641350 w 1419886"/>
                    <a:gd name="connsiteY35" fmla="*/ 130175 h 2471473"/>
                    <a:gd name="connsiteX36" fmla="*/ 682625 w 1419886"/>
                    <a:gd name="connsiteY36" fmla="*/ 111125 h 2471473"/>
                    <a:gd name="connsiteX37" fmla="*/ 708025 w 1419886"/>
                    <a:gd name="connsiteY37" fmla="*/ 142875 h 2471473"/>
                    <a:gd name="connsiteX38" fmla="*/ 739775 w 1419886"/>
                    <a:gd name="connsiteY38" fmla="*/ 142875 h 2471473"/>
                    <a:gd name="connsiteX39" fmla="*/ 752475 w 1419886"/>
                    <a:gd name="connsiteY39" fmla="*/ 165100 h 2471473"/>
                    <a:gd name="connsiteX40" fmla="*/ 825500 w 1419886"/>
                    <a:gd name="connsiteY40" fmla="*/ 142875 h 2471473"/>
                    <a:gd name="connsiteX41" fmla="*/ 882650 w 1419886"/>
                    <a:gd name="connsiteY41" fmla="*/ 212725 h 2471473"/>
                    <a:gd name="connsiteX42" fmla="*/ 914400 w 1419886"/>
                    <a:gd name="connsiteY42" fmla="*/ 200025 h 2471473"/>
                    <a:gd name="connsiteX43" fmla="*/ 917575 w 1419886"/>
                    <a:gd name="connsiteY43" fmla="*/ 165100 h 2471473"/>
                    <a:gd name="connsiteX44" fmla="*/ 968375 w 1419886"/>
                    <a:gd name="connsiteY44" fmla="*/ 146050 h 2471473"/>
                    <a:gd name="connsiteX45" fmla="*/ 981075 w 1419886"/>
                    <a:gd name="connsiteY45" fmla="*/ 161925 h 2471473"/>
                    <a:gd name="connsiteX46" fmla="*/ 962025 w 1419886"/>
                    <a:gd name="connsiteY46" fmla="*/ 193675 h 2471473"/>
                    <a:gd name="connsiteX47" fmla="*/ 993775 w 1419886"/>
                    <a:gd name="connsiteY47" fmla="*/ 187325 h 2471473"/>
                    <a:gd name="connsiteX48" fmla="*/ 1028700 w 1419886"/>
                    <a:gd name="connsiteY48" fmla="*/ 234950 h 2471473"/>
                    <a:gd name="connsiteX49" fmla="*/ 1057275 w 1419886"/>
                    <a:gd name="connsiteY49" fmla="*/ 206375 h 2471473"/>
                    <a:gd name="connsiteX50" fmla="*/ 1025525 w 1419886"/>
                    <a:gd name="connsiteY50" fmla="*/ 174625 h 2471473"/>
                    <a:gd name="connsiteX51" fmla="*/ 1060450 w 1419886"/>
                    <a:gd name="connsiteY51" fmla="*/ 149225 h 2471473"/>
                    <a:gd name="connsiteX52" fmla="*/ 1082675 w 1419886"/>
                    <a:gd name="connsiteY52" fmla="*/ 114300 h 2471473"/>
                    <a:gd name="connsiteX53" fmla="*/ 1085850 w 1419886"/>
                    <a:gd name="connsiteY53" fmla="*/ 174625 h 2471473"/>
                    <a:gd name="connsiteX54" fmla="*/ 1101725 w 1419886"/>
                    <a:gd name="connsiteY54" fmla="*/ 203200 h 2471473"/>
                    <a:gd name="connsiteX55" fmla="*/ 1120775 w 1419886"/>
                    <a:gd name="connsiteY55" fmla="*/ 184150 h 2471473"/>
                    <a:gd name="connsiteX56" fmla="*/ 1139825 w 1419886"/>
                    <a:gd name="connsiteY56" fmla="*/ 187325 h 2471473"/>
                    <a:gd name="connsiteX57" fmla="*/ 1149350 w 1419886"/>
                    <a:gd name="connsiteY57" fmla="*/ 222250 h 2471473"/>
                    <a:gd name="connsiteX58" fmla="*/ 1114425 w 1419886"/>
                    <a:gd name="connsiteY58" fmla="*/ 234950 h 2471473"/>
                    <a:gd name="connsiteX59" fmla="*/ 1076325 w 1419886"/>
                    <a:gd name="connsiteY59" fmla="*/ 282575 h 2471473"/>
                    <a:gd name="connsiteX60" fmla="*/ 1079500 w 1419886"/>
                    <a:gd name="connsiteY60" fmla="*/ 320675 h 2471473"/>
                    <a:gd name="connsiteX61" fmla="*/ 1057275 w 1419886"/>
                    <a:gd name="connsiteY61" fmla="*/ 336550 h 2471473"/>
                    <a:gd name="connsiteX62" fmla="*/ 1022350 w 1419886"/>
                    <a:gd name="connsiteY62" fmla="*/ 327025 h 2471473"/>
                    <a:gd name="connsiteX63" fmla="*/ 1006475 w 1419886"/>
                    <a:gd name="connsiteY63" fmla="*/ 336550 h 2471473"/>
                    <a:gd name="connsiteX64" fmla="*/ 1016000 w 1419886"/>
                    <a:gd name="connsiteY64" fmla="*/ 368300 h 2471473"/>
                    <a:gd name="connsiteX65" fmla="*/ 984250 w 1419886"/>
                    <a:gd name="connsiteY65" fmla="*/ 355600 h 2471473"/>
                    <a:gd name="connsiteX66" fmla="*/ 965200 w 1419886"/>
                    <a:gd name="connsiteY66" fmla="*/ 377825 h 2471473"/>
                    <a:gd name="connsiteX67" fmla="*/ 990600 w 1419886"/>
                    <a:gd name="connsiteY67" fmla="*/ 412750 h 2471473"/>
                    <a:gd name="connsiteX68" fmla="*/ 1050925 w 1419886"/>
                    <a:gd name="connsiteY68" fmla="*/ 431800 h 2471473"/>
                    <a:gd name="connsiteX69" fmla="*/ 1082675 w 1419886"/>
                    <a:gd name="connsiteY69" fmla="*/ 406400 h 2471473"/>
                    <a:gd name="connsiteX70" fmla="*/ 1120775 w 1419886"/>
                    <a:gd name="connsiteY70" fmla="*/ 419100 h 2471473"/>
                    <a:gd name="connsiteX71" fmla="*/ 1123950 w 1419886"/>
                    <a:gd name="connsiteY71" fmla="*/ 447675 h 2471473"/>
                    <a:gd name="connsiteX72" fmla="*/ 1111250 w 1419886"/>
                    <a:gd name="connsiteY72" fmla="*/ 463550 h 2471473"/>
                    <a:gd name="connsiteX73" fmla="*/ 1149350 w 1419886"/>
                    <a:gd name="connsiteY73" fmla="*/ 485775 h 2471473"/>
                    <a:gd name="connsiteX74" fmla="*/ 1123950 w 1419886"/>
                    <a:gd name="connsiteY74" fmla="*/ 504825 h 2471473"/>
                    <a:gd name="connsiteX75" fmla="*/ 1089025 w 1419886"/>
                    <a:gd name="connsiteY75" fmla="*/ 495300 h 2471473"/>
                    <a:gd name="connsiteX76" fmla="*/ 1054100 w 1419886"/>
                    <a:gd name="connsiteY76" fmla="*/ 488950 h 2471473"/>
                    <a:gd name="connsiteX77" fmla="*/ 1044575 w 1419886"/>
                    <a:gd name="connsiteY77" fmla="*/ 438150 h 2471473"/>
                    <a:gd name="connsiteX78" fmla="*/ 987425 w 1419886"/>
                    <a:gd name="connsiteY78" fmla="*/ 422275 h 2471473"/>
                    <a:gd name="connsiteX79" fmla="*/ 984250 w 1419886"/>
                    <a:gd name="connsiteY79" fmla="*/ 473075 h 2471473"/>
                    <a:gd name="connsiteX80" fmla="*/ 920750 w 1419886"/>
                    <a:gd name="connsiteY80" fmla="*/ 527050 h 2471473"/>
                    <a:gd name="connsiteX81" fmla="*/ 923925 w 1419886"/>
                    <a:gd name="connsiteY81" fmla="*/ 546100 h 2471473"/>
                    <a:gd name="connsiteX82" fmla="*/ 898525 w 1419886"/>
                    <a:gd name="connsiteY82" fmla="*/ 565150 h 2471473"/>
                    <a:gd name="connsiteX83" fmla="*/ 914400 w 1419886"/>
                    <a:gd name="connsiteY83" fmla="*/ 590550 h 2471473"/>
                    <a:gd name="connsiteX84" fmla="*/ 942975 w 1419886"/>
                    <a:gd name="connsiteY84" fmla="*/ 600075 h 2471473"/>
                    <a:gd name="connsiteX85" fmla="*/ 971550 w 1419886"/>
                    <a:gd name="connsiteY85" fmla="*/ 635000 h 2471473"/>
                    <a:gd name="connsiteX86" fmla="*/ 1000125 w 1419886"/>
                    <a:gd name="connsiteY86" fmla="*/ 628650 h 2471473"/>
                    <a:gd name="connsiteX87" fmla="*/ 1025525 w 1419886"/>
                    <a:gd name="connsiteY87" fmla="*/ 673100 h 2471473"/>
                    <a:gd name="connsiteX88" fmla="*/ 1060450 w 1419886"/>
                    <a:gd name="connsiteY88" fmla="*/ 688975 h 2471473"/>
                    <a:gd name="connsiteX89" fmla="*/ 1082675 w 1419886"/>
                    <a:gd name="connsiteY89" fmla="*/ 727075 h 2471473"/>
                    <a:gd name="connsiteX90" fmla="*/ 1104900 w 1419886"/>
                    <a:gd name="connsiteY90" fmla="*/ 746125 h 2471473"/>
                    <a:gd name="connsiteX91" fmla="*/ 1155700 w 1419886"/>
                    <a:gd name="connsiteY91" fmla="*/ 736600 h 2471473"/>
                    <a:gd name="connsiteX92" fmla="*/ 1193800 w 1419886"/>
                    <a:gd name="connsiteY92" fmla="*/ 774700 h 2471473"/>
                    <a:gd name="connsiteX93" fmla="*/ 1228725 w 1419886"/>
                    <a:gd name="connsiteY93" fmla="*/ 777875 h 2471473"/>
                    <a:gd name="connsiteX94" fmla="*/ 1270000 w 1419886"/>
                    <a:gd name="connsiteY94" fmla="*/ 844550 h 2471473"/>
                    <a:gd name="connsiteX95" fmla="*/ 1226344 w 1419886"/>
                    <a:gd name="connsiteY95" fmla="*/ 2247106 h 2471473"/>
                    <a:gd name="connsiteX96" fmla="*/ 1225550 w 1419886"/>
                    <a:gd name="connsiteY96" fmla="*/ 2190750 h 2471473"/>
                    <a:gd name="connsiteX97" fmla="*/ 60325 w 1419886"/>
                    <a:gd name="connsiteY97" fmla="*/ 2187575 h 2471473"/>
                    <a:gd name="connsiteX98" fmla="*/ 0 w 1419886"/>
                    <a:gd name="connsiteY98" fmla="*/ 587375 h 2471473"/>
                    <a:gd name="connsiteX99" fmla="*/ 28575 w 1419886"/>
                    <a:gd name="connsiteY99" fmla="*/ 600075 h 2471473"/>
                    <a:gd name="connsiteX100" fmla="*/ 34925 w 1419886"/>
                    <a:gd name="connsiteY100" fmla="*/ 622300 h 2471473"/>
                    <a:gd name="connsiteX101" fmla="*/ 53975 w 1419886"/>
                    <a:gd name="connsiteY101" fmla="*/ 577850 h 2471473"/>
                    <a:gd name="connsiteX102" fmla="*/ 82550 w 1419886"/>
                    <a:gd name="connsiteY102" fmla="*/ 609600 h 2471473"/>
                    <a:gd name="connsiteX103" fmla="*/ 95250 w 1419886"/>
                    <a:gd name="connsiteY103" fmla="*/ 631825 h 2471473"/>
                    <a:gd name="connsiteX104" fmla="*/ 85725 w 1419886"/>
                    <a:gd name="connsiteY104" fmla="*/ 584200 h 2471473"/>
                    <a:gd name="connsiteX105" fmla="*/ 107950 w 1419886"/>
                    <a:gd name="connsiteY105" fmla="*/ 558800 h 2471473"/>
                    <a:gd name="connsiteX106" fmla="*/ 44450 w 1419886"/>
                    <a:gd name="connsiteY106" fmla="*/ 501650 h 2471473"/>
                    <a:gd name="connsiteX107" fmla="*/ 47625 w 1419886"/>
                    <a:gd name="connsiteY107" fmla="*/ 476250 h 2471473"/>
                    <a:gd name="connsiteX108" fmla="*/ 92075 w 1419886"/>
                    <a:gd name="connsiteY108" fmla="*/ 463550 h 2471473"/>
                    <a:gd name="connsiteX109" fmla="*/ 104775 w 1419886"/>
                    <a:gd name="connsiteY109" fmla="*/ 381000 h 2471473"/>
                    <a:gd name="connsiteX0" fmla="*/ 104775 w 1419886"/>
                    <a:gd name="connsiteY0" fmla="*/ 381000 h 2471473"/>
                    <a:gd name="connsiteX1" fmla="*/ 155575 w 1419886"/>
                    <a:gd name="connsiteY1" fmla="*/ 371475 h 2471473"/>
                    <a:gd name="connsiteX2" fmla="*/ 171450 w 1419886"/>
                    <a:gd name="connsiteY2" fmla="*/ 342900 h 2471473"/>
                    <a:gd name="connsiteX3" fmla="*/ 168275 w 1419886"/>
                    <a:gd name="connsiteY3" fmla="*/ 339725 h 2471473"/>
                    <a:gd name="connsiteX4" fmla="*/ 152400 w 1419886"/>
                    <a:gd name="connsiteY4" fmla="*/ 292100 h 2471473"/>
                    <a:gd name="connsiteX5" fmla="*/ 171450 w 1419886"/>
                    <a:gd name="connsiteY5" fmla="*/ 285750 h 2471473"/>
                    <a:gd name="connsiteX6" fmla="*/ 193675 w 1419886"/>
                    <a:gd name="connsiteY6" fmla="*/ 250825 h 2471473"/>
                    <a:gd name="connsiteX7" fmla="*/ 219075 w 1419886"/>
                    <a:gd name="connsiteY7" fmla="*/ 257175 h 2471473"/>
                    <a:gd name="connsiteX8" fmla="*/ 222250 w 1419886"/>
                    <a:gd name="connsiteY8" fmla="*/ 209550 h 2471473"/>
                    <a:gd name="connsiteX9" fmla="*/ 266700 w 1419886"/>
                    <a:gd name="connsiteY9" fmla="*/ 219075 h 2471473"/>
                    <a:gd name="connsiteX10" fmla="*/ 288925 w 1419886"/>
                    <a:gd name="connsiteY10" fmla="*/ 168275 h 2471473"/>
                    <a:gd name="connsiteX11" fmla="*/ 339725 w 1419886"/>
                    <a:gd name="connsiteY11" fmla="*/ 196850 h 2471473"/>
                    <a:gd name="connsiteX12" fmla="*/ 431800 w 1419886"/>
                    <a:gd name="connsiteY12" fmla="*/ 200025 h 2471473"/>
                    <a:gd name="connsiteX13" fmla="*/ 463550 w 1419886"/>
                    <a:gd name="connsiteY13" fmla="*/ 177800 h 2471473"/>
                    <a:gd name="connsiteX14" fmla="*/ 495300 w 1419886"/>
                    <a:gd name="connsiteY14" fmla="*/ 206375 h 2471473"/>
                    <a:gd name="connsiteX15" fmla="*/ 495300 w 1419886"/>
                    <a:gd name="connsiteY15" fmla="*/ 161925 h 2471473"/>
                    <a:gd name="connsiteX16" fmla="*/ 514350 w 1419886"/>
                    <a:gd name="connsiteY16" fmla="*/ 171450 h 2471473"/>
                    <a:gd name="connsiteX17" fmla="*/ 514350 w 1419886"/>
                    <a:gd name="connsiteY17" fmla="*/ 130175 h 2471473"/>
                    <a:gd name="connsiteX18" fmla="*/ 501650 w 1419886"/>
                    <a:gd name="connsiteY18" fmla="*/ 120650 h 2471473"/>
                    <a:gd name="connsiteX19" fmla="*/ 495300 w 1419886"/>
                    <a:gd name="connsiteY19" fmla="*/ 88900 h 2471473"/>
                    <a:gd name="connsiteX20" fmla="*/ 476250 w 1419886"/>
                    <a:gd name="connsiteY20" fmla="*/ 66675 h 2471473"/>
                    <a:gd name="connsiteX21" fmla="*/ 431800 w 1419886"/>
                    <a:gd name="connsiteY21" fmla="*/ 79375 h 2471473"/>
                    <a:gd name="connsiteX22" fmla="*/ 384175 w 1419886"/>
                    <a:gd name="connsiteY22" fmla="*/ 47625 h 2471473"/>
                    <a:gd name="connsiteX23" fmla="*/ 428625 w 1419886"/>
                    <a:gd name="connsiteY23" fmla="*/ 22225 h 2471473"/>
                    <a:gd name="connsiteX24" fmla="*/ 444500 w 1419886"/>
                    <a:gd name="connsiteY24" fmla="*/ 41275 h 2471473"/>
                    <a:gd name="connsiteX25" fmla="*/ 479425 w 1419886"/>
                    <a:gd name="connsiteY25" fmla="*/ 34925 h 2471473"/>
                    <a:gd name="connsiteX26" fmla="*/ 498475 w 1419886"/>
                    <a:gd name="connsiteY26" fmla="*/ 0 h 2471473"/>
                    <a:gd name="connsiteX27" fmla="*/ 517525 w 1419886"/>
                    <a:gd name="connsiteY27" fmla="*/ 41275 h 2471473"/>
                    <a:gd name="connsiteX28" fmla="*/ 514350 w 1419886"/>
                    <a:gd name="connsiteY28" fmla="*/ 66675 h 2471473"/>
                    <a:gd name="connsiteX29" fmla="*/ 527050 w 1419886"/>
                    <a:gd name="connsiteY29" fmla="*/ 76200 h 2471473"/>
                    <a:gd name="connsiteX30" fmla="*/ 555625 w 1419886"/>
                    <a:gd name="connsiteY30" fmla="*/ 53975 h 2471473"/>
                    <a:gd name="connsiteX31" fmla="*/ 574675 w 1419886"/>
                    <a:gd name="connsiteY31" fmla="*/ 76200 h 2471473"/>
                    <a:gd name="connsiteX32" fmla="*/ 574675 w 1419886"/>
                    <a:gd name="connsiteY32" fmla="*/ 107950 h 2471473"/>
                    <a:gd name="connsiteX33" fmla="*/ 625475 w 1419886"/>
                    <a:gd name="connsiteY33" fmla="*/ 111125 h 2471473"/>
                    <a:gd name="connsiteX34" fmla="*/ 631825 w 1419886"/>
                    <a:gd name="connsiteY34" fmla="*/ 79375 h 2471473"/>
                    <a:gd name="connsiteX35" fmla="*/ 641350 w 1419886"/>
                    <a:gd name="connsiteY35" fmla="*/ 130175 h 2471473"/>
                    <a:gd name="connsiteX36" fmla="*/ 682625 w 1419886"/>
                    <a:gd name="connsiteY36" fmla="*/ 111125 h 2471473"/>
                    <a:gd name="connsiteX37" fmla="*/ 708025 w 1419886"/>
                    <a:gd name="connsiteY37" fmla="*/ 142875 h 2471473"/>
                    <a:gd name="connsiteX38" fmla="*/ 739775 w 1419886"/>
                    <a:gd name="connsiteY38" fmla="*/ 142875 h 2471473"/>
                    <a:gd name="connsiteX39" fmla="*/ 752475 w 1419886"/>
                    <a:gd name="connsiteY39" fmla="*/ 165100 h 2471473"/>
                    <a:gd name="connsiteX40" fmla="*/ 825500 w 1419886"/>
                    <a:gd name="connsiteY40" fmla="*/ 142875 h 2471473"/>
                    <a:gd name="connsiteX41" fmla="*/ 882650 w 1419886"/>
                    <a:gd name="connsiteY41" fmla="*/ 212725 h 2471473"/>
                    <a:gd name="connsiteX42" fmla="*/ 914400 w 1419886"/>
                    <a:gd name="connsiteY42" fmla="*/ 200025 h 2471473"/>
                    <a:gd name="connsiteX43" fmla="*/ 917575 w 1419886"/>
                    <a:gd name="connsiteY43" fmla="*/ 165100 h 2471473"/>
                    <a:gd name="connsiteX44" fmla="*/ 968375 w 1419886"/>
                    <a:gd name="connsiteY44" fmla="*/ 146050 h 2471473"/>
                    <a:gd name="connsiteX45" fmla="*/ 981075 w 1419886"/>
                    <a:gd name="connsiteY45" fmla="*/ 161925 h 2471473"/>
                    <a:gd name="connsiteX46" fmla="*/ 962025 w 1419886"/>
                    <a:gd name="connsiteY46" fmla="*/ 193675 h 2471473"/>
                    <a:gd name="connsiteX47" fmla="*/ 993775 w 1419886"/>
                    <a:gd name="connsiteY47" fmla="*/ 187325 h 2471473"/>
                    <a:gd name="connsiteX48" fmla="*/ 1028700 w 1419886"/>
                    <a:gd name="connsiteY48" fmla="*/ 234950 h 2471473"/>
                    <a:gd name="connsiteX49" fmla="*/ 1057275 w 1419886"/>
                    <a:gd name="connsiteY49" fmla="*/ 206375 h 2471473"/>
                    <a:gd name="connsiteX50" fmla="*/ 1025525 w 1419886"/>
                    <a:gd name="connsiteY50" fmla="*/ 174625 h 2471473"/>
                    <a:gd name="connsiteX51" fmla="*/ 1060450 w 1419886"/>
                    <a:gd name="connsiteY51" fmla="*/ 149225 h 2471473"/>
                    <a:gd name="connsiteX52" fmla="*/ 1082675 w 1419886"/>
                    <a:gd name="connsiteY52" fmla="*/ 114300 h 2471473"/>
                    <a:gd name="connsiteX53" fmla="*/ 1085850 w 1419886"/>
                    <a:gd name="connsiteY53" fmla="*/ 174625 h 2471473"/>
                    <a:gd name="connsiteX54" fmla="*/ 1101725 w 1419886"/>
                    <a:gd name="connsiteY54" fmla="*/ 203200 h 2471473"/>
                    <a:gd name="connsiteX55" fmla="*/ 1120775 w 1419886"/>
                    <a:gd name="connsiteY55" fmla="*/ 184150 h 2471473"/>
                    <a:gd name="connsiteX56" fmla="*/ 1139825 w 1419886"/>
                    <a:gd name="connsiteY56" fmla="*/ 187325 h 2471473"/>
                    <a:gd name="connsiteX57" fmla="*/ 1149350 w 1419886"/>
                    <a:gd name="connsiteY57" fmla="*/ 222250 h 2471473"/>
                    <a:gd name="connsiteX58" fmla="*/ 1114425 w 1419886"/>
                    <a:gd name="connsiteY58" fmla="*/ 234950 h 2471473"/>
                    <a:gd name="connsiteX59" fmla="*/ 1076325 w 1419886"/>
                    <a:gd name="connsiteY59" fmla="*/ 282575 h 2471473"/>
                    <a:gd name="connsiteX60" fmla="*/ 1079500 w 1419886"/>
                    <a:gd name="connsiteY60" fmla="*/ 320675 h 2471473"/>
                    <a:gd name="connsiteX61" fmla="*/ 1057275 w 1419886"/>
                    <a:gd name="connsiteY61" fmla="*/ 336550 h 2471473"/>
                    <a:gd name="connsiteX62" fmla="*/ 1022350 w 1419886"/>
                    <a:gd name="connsiteY62" fmla="*/ 327025 h 2471473"/>
                    <a:gd name="connsiteX63" fmla="*/ 1006475 w 1419886"/>
                    <a:gd name="connsiteY63" fmla="*/ 336550 h 2471473"/>
                    <a:gd name="connsiteX64" fmla="*/ 1016000 w 1419886"/>
                    <a:gd name="connsiteY64" fmla="*/ 368300 h 2471473"/>
                    <a:gd name="connsiteX65" fmla="*/ 984250 w 1419886"/>
                    <a:gd name="connsiteY65" fmla="*/ 355600 h 2471473"/>
                    <a:gd name="connsiteX66" fmla="*/ 965200 w 1419886"/>
                    <a:gd name="connsiteY66" fmla="*/ 377825 h 2471473"/>
                    <a:gd name="connsiteX67" fmla="*/ 990600 w 1419886"/>
                    <a:gd name="connsiteY67" fmla="*/ 412750 h 2471473"/>
                    <a:gd name="connsiteX68" fmla="*/ 1050925 w 1419886"/>
                    <a:gd name="connsiteY68" fmla="*/ 431800 h 2471473"/>
                    <a:gd name="connsiteX69" fmla="*/ 1082675 w 1419886"/>
                    <a:gd name="connsiteY69" fmla="*/ 406400 h 2471473"/>
                    <a:gd name="connsiteX70" fmla="*/ 1120775 w 1419886"/>
                    <a:gd name="connsiteY70" fmla="*/ 419100 h 2471473"/>
                    <a:gd name="connsiteX71" fmla="*/ 1123950 w 1419886"/>
                    <a:gd name="connsiteY71" fmla="*/ 447675 h 2471473"/>
                    <a:gd name="connsiteX72" fmla="*/ 1111250 w 1419886"/>
                    <a:gd name="connsiteY72" fmla="*/ 463550 h 2471473"/>
                    <a:gd name="connsiteX73" fmla="*/ 1149350 w 1419886"/>
                    <a:gd name="connsiteY73" fmla="*/ 485775 h 2471473"/>
                    <a:gd name="connsiteX74" fmla="*/ 1123950 w 1419886"/>
                    <a:gd name="connsiteY74" fmla="*/ 504825 h 2471473"/>
                    <a:gd name="connsiteX75" fmla="*/ 1089025 w 1419886"/>
                    <a:gd name="connsiteY75" fmla="*/ 495300 h 2471473"/>
                    <a:gd name="connsiteX76" fmla="*/ 1054100 w 1419886"/>
                    <a:gd name="connsiteY76" fmla="*/ 488950 h 2471473"/>
                    <a:gd name="connsiteX77" fmla="*/ 1044575 w 1419886"/>
                    <a:gd name="connsiteY77" fmla="*/ 438150 h 2471473"/>
                    <a:gd name="connsiteX78" fmla="*/ 987425 w 1419886"/>
                    <a:gd name="connsiteY78" fmla="*/ 422275 h 2471473"/>
                    <a:gd name="connsiteX79" fmla="*/ 984250 w 1419886"/>
                    <a:gd name="connsiteY79" fmla="*/ 473075 h 2471473"/>
                    <a:gd name="connsiteX80" fmla="*/ 920750 w 1419886"/>
                    <a:gd name="connsiteY80" fmla="*/ 527050 h 2471473"/>
                    <a:gd name="connsiteX81" fmla="*/ 923925 w 1419886"/>
                    <a:gd name="connsiteY81" fmla="*/ 546100 h 2471473"/>
                    <a:gd name="connsiteX82" fmla="*/ 898525 w 1419886"/>
                    <a:gd name="connsiteY82" fmla="*/ 565150 h 2471473"/>
                    <a:gd name="connsiteX83" fmla="*/ 914400 w 1419886"/>
                    <a:gd name="connsiteY83" fmla="*/ 590550 h 2471473"/>
                    <a:gd name="connsiteX84" fmla="*/ 942975 w 1419886"/>
                    <a:gd name="connsiteY84" fmla="*/ 600075 h 2471473"/>
                    <a:gd name="connsiteX85" fmla="*/ 971550 w 1419886"/>
                    <a:gd name="connsiteY85" fmla="*/ 635000 h 2471473"/>
                    <a:gd name="connsiteX86" fmla="*/ 1000125 w 1419886"/>
                    <a:gd name="connsiteY86" fmla="*/ 628650 h 2471473"/>
                    <a:gd name="connsiteX87" fmla="*/ 1025525 w 1419886"/>
                    <a:gd name="connsiteY87" fmla="*/ 673100 h 2471473"/>
                    <a:gd name="connsiteX88" fmla="*/ 1060450 w 1419886"/>
                    <a:gd name="connsiteY88" fmla="*/ 688975 h 2471473"/>
                    <a:gd name="connsiteX89" fmla="*/ 1082675 w 1419886"/>
                    <a:gd name="connsiteY89" fmla="*/ 727075 h 2471473"/>
                    <a:gd name="connsiteX90" fmla="*/ 1104900 w 1419886"/>
                    <a:gd name="connsiteY90" fmla="*/ 746125 h 2471473"/>
                    <a:gd name="connsiteX91" fmla="*/ 1155700 w 1419886"/>
                    <a:gd name="connsiteY91" fmla="*/ 736600 h 2471473"/>
                    <a:gd name="connsiteX92" fmla="*/ 1193800 w 1419886"/>
                    <a:gd name="connsiteY92" fmla="*/ 774700 h 2471473"/>
                    <a:gd name="connsiteX93" fmla="*/ 1228725 w 1419886"/>
                    <a:gd name="connsiteY93" fmla="*/ 777875 h 2471473"/>
                    <a:gd name="connsiteX94" fmla="*/ 1270000 w 1419886"/>
                    <a:gd name="connsiteY94" fmla="*/ 844550 h 2471473"/>
                    <a:gd name="connsiteX95" fmla="*/ 1226344 w 1419886"/>
                    <a:gd name="connsiteY95" fmla="*/ 2247106 h 2471473"/>
                    <a:gd name="connsiteX96" fmla="*/ 1225550 w 1419886"/>
                    <a:gd name="connsiteY96" fmla="*/ 2190750 h 2471473"/>
                    <a:gd name="connsiteX97" fmla="*/ 60325 w 1419886"/>
                    <a:gd name="connsiteY97" fmla="*/ 2187575 h 2471473"/>
                    <a:gd name="connsiteX98" fmla="*/ 0 w 1419886"/>
                    <a:gd name="connsiteY98" fmla="*/ 587375 h 2471473"/>
                    <a:gd name="connsiteX99" fmla="*/ 28575 w 1419886"/>
                    <a:gd name="connsiteY99" fmla="*/ 600075 h 2471473"/>
                    <a:gd name="connsiteX100" fmla="*/ 34925 w 1419886"/>
                    <a:gd name="connsiteY100" fmla="*/ 622300 h 2471473"/>
                    <a:gd name="connsiteX101" fmla="*/ 53975 w 1419886"/>
                    <a:gd name="connsiteY101" fmla="*/ 577850 h 2471473"/>
                    <a:gd name="connsiteX102" fmla="*/ 82550 w 1419886"/>
                    <a:gd name="connsiteY102" fmla="*/ 609600 h 2471473"/>
                    <a:gd name="connsiteX103" fmla="*/ 95250 w 1419886"/>
                    <a:gd name="connsiteY103" fmla="*/ 631825 h 2471473"/>
                    <a:gd name="connsiteX104" fmla="*/ 85725 w 1419886"/>
                    <a:gd name="connsiteY104" fmla="*/ 584200 h 2471473"/>
                    <a:gd name="connsiteX105" fmla="*/ 107950 w 1419886"/>
                    <a:gd name="connsiteY105" fmla="*/ 558800 h 2471473"/>
                    <a:gd name="connsiteX106" fmla="*/ 44450 w 1419886"/>
                    <a:gd name="connsiteY106" fmla="*/ 501650 h 2471473"/>
                    <a:gd name="connsiteX107" fmla="*/ 47625 w 1419886"/>
                    <a:gd name="connsiteY107" fmla="*/ 476250 h 2471473"/>
                    <a:gd name="connsiteX108" fmla="*/ 92075 w 1419886"/>
                    <a:gd name="connsiteY108" fmla="*/ 463550 h 2471473"/>
                    <a:gd name="connsiteX109" fmla="*/ 104775 w 1419886"/>
                    <a:gd name="connsiteY109" fmla="*/ 381000 h 2471473"/>
                    <a:gd name="connsiteX0" fmla="*/ 104775 w 1270000"/>
                    <a:gd name="connsiteY0" fmla="*/ 381000 h 2247106"/>
                    <a:gd name="connsiteX1" fmla="*/ 155575 w 1270000"/>
                    <a:gd name="connsiteY1" fmla="*/ 371475 h 2247106"/>
                    <a:gd name="connsiteX2" fmla="*/ 171450 w 1270000"/>
                    <a:gd name="connsiteY2" fmla="*/ 342900 h 2247106"/>
                    <a:gd name="connsiteX3" fmla="*/ 168275 w 1270000"/>
                    <a:gd name="connsiteY3" fmla="*/ 339725 h 2247106"/>
                    <a:gd name="connsiteX4" fmla="*/ 152400 w 1270000"/>
                    <a:gd name="connsiteY4" fmla="*/ 292100 h 2247106"/>
                    <a:gd name="connsiteX5" fmla="*/ 171450 w 1270000"/>
                    <a:gd name="connsiteY5" fmla="*/ 285750 h 2247106"/>
                    <a:gd name="connsiteX6" fmla="*/ 193675 w 1270000"/>
                    <a:gd name="connsiteY6" fmla="*/ 250825 h 2247106"/>
                    <a:gd name="connsiteX7" fmla="*/ 219075 w 1270000"/>
                    <a:gd name="connsiteY7" fmla="*/ 257175 h 2247106"/>
                    <a:gd name="connsiteX8" fmla="*/ 222250 w 1270000"/>
                    <a:gd name="connsiteY8" fmla="*/ 209550 h 2247106"/>
                    <a:gd name="connsiteX9" fmla="*/ 266700 w 1270000"/>
                    <a:gd name="connsiteY9" fmla="*/ 219075 h 2247106"/>
                    <a:gd name="connsiteX10" fmla="*/ 288925 w 1270000"/>
                    <a:gd name="connsiteY10" fmla="*/ 168275 h 2247106"/>
                    <a:gd name="connsiteX11" fmla="*/ 339725 w 1270000"/>
                    <a:gd name="connsiteY11" fmla="*/ 196850 h 2247106"/>
                    <a:gd name="connsiteX12" fmla="*/ 431800 w 1270000"/>
                    <a:gd name="connsiteY12" fmla="*/ 200025 h 2247106"/>
                    <a:gd name="connsiteX13" fmla="*/ 463550 w 1270000"/>
                    <a:gd name="connsiteY13" fmla="*/ 177800 h 2247106"/>
                    <a:gd name="connsiteX14" fmla="*/ 495300 w 1270000"/>
                    <a:gd name="connsiteY14" fmla="*/ 206375 h 2247106"/>
                    <a:gd name="connsiteX15" fmla="*/ 495300 w 1270000"/>
                    <a:gd name="connsiteY15" fmla="*/ 161925 h 2247106"/>
                    <a:gd name="connsiteX16" fmla="*/ 514350 w 1270000"/>
                    <a:gd name="connsiteY16" fmla="*/ 171450 h 2247106"/>
                    <a:gd name="connsiteX17" fmla="*/ 514350 w 1270000"/>
                    <a:gd name="connsiteY17" fmla="*/ 130175 h 2247106"/>
                    <a:gd name="connsiteX18" fmla="*/ 501650 w 1270000"/>
                    <a:gd name="connsiteY18" fmla="*/ 120650 h 2247106"/>
                    <a:gd name="connsiteX19" fmla="*/ 495300 w 1270000"/>
                    <a:gd name="connsiteY19" fmla="*/ 88900 h 2247106"/>
                    <a:gd name="connsiteX20" fmla="*/ 476250 w 1270000"/>
                    <a:gd name="connsiteY20" fmla="*/ 66675 h 2247106"/>
                    <a:gd name="connsiteX21" fmla="*/ 431800 w 1270000"/>
                    <a:gd name="connsiteY21" fmla="*/ 79375 h 2247106"/>
                    <a:gd name="connsiteX22" fmla="*/ 384175 w 1270000"/>
                    <a:gd name="connsiteY22" fmla="*/ 47625 h 2247106"/>
                    <a:gd name="connsiteX23" fmla="*/ 428625 w 1270000"/>
                    <a:gd name="connsiteY23" fmla="*/ 22225 h 2247106"/>
                    <a:gd name="connsiteX24" fmla="*/ 444500 w 1270000"/>
                    <a:gd name="connsiteY24" fmla="*/ 41275 h 2247106"/>
                    <a:gd name="connsiteX25" fmla="*/ 479425 w 1270000"/>
                    <a:gd name="connsiteY25" fmla="*/ 34925 h 2247106"/>
                    <a:gd name="connsiteX26" fmla="*/ 498475 w 1270000"/>
                    <a:gd name="connsiteY26" fmla="*/ 0 h 2247106"/>
                    <a:gd name="connsiteX27" fmla="*/ 517525 w 1270000"/>
                    <a:gd name="connsiteY27" fmla="*/ 41275 h 2247106"/>
                    <a:gd name="connsiteX28" fmla="*/ 514350 w 1270000"/>
                    <a:gd name="connsiteY28" fmla="*/ 66675 h 2247106"/>
                    <a:gd name="connsiteX29" fmla="*/ 527050 w 1270000"/>
                    <a:gd name="connsiteY29" fmla="*/ 76200 h 2247106"/>
                    <a:gd name="connsiteX30" fmla="*/ 555625 w 1270000"/>
                    <a:gd name="connsiteY30" fmla="*/ 53975 h 2247106"/>
                    <a:gd name="connsiteX31" fmla="*/ 574675 w 1270000"/>
                    <a:gd name="connsiteY31" fmla="*/ 76200 h 2247106"/>
                    <a:gd name="connsiteX32" fmla="*/ 574675 w 1270000"/>
                    <a:gd name="connsiteY32" fmla="*/ 107950 h 2247106"/>
                    <a:gd name="connsiteX33" fmla="*/ 625475 w 1270000"/>
                    <a:gd name="connsiteY33" fmla="*/ 111125 h 2247106"/>
                    <a:gd name="connsiteX34" fmla="*/ 631825 w 1270000"/>
                    <a:gd name="connsiteY34" fmla="*/ 79375 h 2247106"/>
                    <a:gd name="connsiteX35" fmla="*/ 641350 w 1270000"/>
                    <a:gd name="connsiteY35" fmla="*/ 130175 h 2247106"/>
                    <a:gd name="connsiteX36" fmla="*/ 682625 w 1270000"/>
                    <a:gd name="connsiteY36" fmla="*/ 111125 h 2247106"/>
                    <a:gd name="connsiteX37" fmla="*/ 708025 w 1270000"/>
                    <a:gd name="connsiteY37" fmla="*/ 142875 h 2247106"/>
                    <a:gd name="connsiteX38" fmla="*/ 739775 w 1270000"/>
                    <a:gd name="connsiteY38" fmla="*/ 142875 h 2247106"/>
                    <a:gd name="connsiteX39" fmla="*/ 752475 w 1270000"/>
                    <a:gd name="connsiteY39" fmla="*/ 165100 h 2247106"/>
                    <a:gd name="connsiteX40" fmla="*/ 825500 w 1270000"/>
                    <a:gd name="connsiteY40" fmla="*/ 142875 h 2247106"/>
                    <a:gd name="connsiteX41" fmla="*/ 882650 w 1270000"/>
                    <a:gd name="connsiteY41" fmla="*/ 212725 h 2247106"/>
                    <a:gd name="connsiteX42" fmla="*/ 914400 w 1270000"/>
                    <a:gd name="connsiteY42" fmla="*/ 200025 h 2247106"/>
                    <a:gd name="connsiteX43" fmla="*/ 917575 w 1270000"/>
                    <a:gd name="connsiteY43" fmla="*/ 165100 h 2247106"/>
                    <a:gd name="connsiteX44" fmla="*/ 968375 w 1270000"/>
                    <a:gd name="connsiteY44" fmla="*/ 146050 h 2247106"/>
                    <a:gd name="connsiteX45" fmla="*/ 981075 w 1270000"/>
                    <a:gd name="connsiteY45" fmla="*/ 161925 h 2247106"/>
                    <a:gd name="connsiteX46" fmla="*/ 962025 w 1270000"/>
                    <a:gd name="connsiteY46" fmla="*/ 193675 h 2247106"/>
                    <a:gd name="connsiteX47" fmla="*/ 993775 w 1270000"/>
                    <a:gd name="connsiteY47" fmla="*/ 187325 h 2247106"/>
                    <a:gd name="connsiteX48" fmla="*/ 1028700 w 1270000"/>
                    <a:gd name="connsiteY48" fmla="*/ 234950 h 2247106"/>
                    <a:gd name="connsiteX49" fmla="*/ 1057275 w 1270000"/>
                    <a:gd name="connsiteY49" fmla="*/ 206375 h 2247106"/>
                    <a:gd name="connsiteX50" fmla="*/ 1025525 w 1270000"/>
                    <a:gd name="connsiteY50" fmla="*/ 174625 h 2247106"/>
                    <a:gd name="connsiteX51" fmla="*/ 1060450 w 1270000"/>
                    <a:gd name="connsiteY51" fmla="*/ 149225 h 2247106"/>
                    <a:gd name="connsiteX52" fmla="*/ 1082675 w 1270000"/>
                    <a:gd name="connsiteY52" fmla="*/ 114300 h 2247106"/>
                    <a:gd name="connsiteX53" fmla="*/ 1085850 w 1270000"/>
                    <a:gd name="connsiteY53" fmla="*/ 174625 h 2247106"/>
                    <a:gd name="connsiteX54" fmla="*/ 1101725 w 1270000"/>
                    <a:gd name="connsiteY54" fmla="*/ 203200 h 2247106"/>
                    <a:gd name="connsiteX55" fmla="*/ 1120775 w 1270000"/>
                    <a:gd name="connsiteY55" fmla="*/ 184150 h 2247106"/>
                    <a:gd name="connsiteX56" fmla="*/ 1139825 w 1270000"/>
                    <a:gd name="connsiteY56" fmla="*/ 187325 h 2247106"/>
                    <a:gd name="connsiteX57" fmla="*/ 1149350 w 1270000"/>
                    <a:gd name="connsiteY57" fmla="*/ 222250 h 2247106"/>
                    <a:gd name="connsiteX58" fmla="*/ 1114425 w 1270000"/>
                    <a:gd name="connsiteY58" fmla="*/ 234950 h 2247106"/>
                    <a:gd name="connsiteX59" fmla="*/ 1076325 w 1270000"/>
                    <a:gd name="connsiteY59" fmla="*/ 282575 h 2247106"/>
                    <a:gd name="connsiteX60" fmla="*/ 1079500 w 1270000"/>
                    <a:gd name="connsiteY60" fmla="*/ 320675 h 2247106"/>
                    <a:gd name="connsiteX61" fmla="*/ 1057275 w 1270000"/>
                    <a:gd name="connsiteY61" fmla="*/ 336550 h 2247106"/>
                    <a:gd name="connsiteX62" fmla="*/ 1022350 w 1270000"/>
                    <a:gd name="connsiteY62" fmla="*/ 327025 h 2247106"/>
                    <a:gd name="connsiteX63" fmla="*/ 1006475 w 1270000"/>
                    <a:gd name="connsiteY63" fmla="*/ 336550 h 2247106"/>
                    <a:gd name="connsiteX64" fmla="*/ 1016000 w 1270000"/>
                    <a:gd name="connsiteY64" fmla="*/ 368300 h 2247106"/>
                    <a:gd name="connsiteX65" fmla="*/ 984250 w 1270000"/>
                    <a:gd name="connsiteY65" fmla="*/ 355600 h 2247106"/>
                    <a:gd name="connsiteX66" fmla="*/ 965200 w 1270000"/>
                    <a:gd name="connsiteY66" fmla="*/ 377825 h 2247106"/>
                    <a:gd name="connsiteX67" fmla="*/ 990600 w 1270000"/>
                    <a:gd name="connsiteY67" fmla="*/ 412750 h 2247106"/>
                    <a:gd name="connsiteX68" fmla="*/ 1050925 w 1270000"/>
                    <a:gd name="connsiteY68" fmla="*/ 431800 h 2247106"/>
                    <a:gd name="connsiteX69" fmla="*/ 1082675 w 1270000"/>
                    <a:gd name="connsiteY69" fmla="*/ 406400 h 2247106"/>
                    <a:gd name="connsiteX70" fmla="*/ 1120775 w 1270000"/>
                    <a:gd name="connsiteY70" fmla="*/ 419100 h 2247106"/>
                    <a:gd name="connsiteX71" fmla="*/ 1123950 w 1270000"/>
                    <a:gd name="connsiteY71" fmla="*/ 447675 h 2247106"/>
                    <a:gd name="connsiteX72" fmla="*/ 1111250 w 1270000"/>
                    <a:gd name="connsiteY72" fmla="*/ 463550 h 2247106"/>
                    <a:gd name="connsiteX73" fmla="*/ 1149350 w 1270000"/>
                    <a:gd name="connsiteY73" fmla="*/ 485775 h 2247106"/>
                    <a:gd name="connsiteX74" fmla="*/ 1123950 w 1270000"/>
                    <a:gd name="connsiteY74" fmla="*/ 504825 h 2247106"/>
                    <a:gd name="connsiteX75" fmla="*/ 1089025 w 1270000"/>
                    <a:gd name="connsiteY75" fmla="*/ 495300 h 2247106"/>
                    <a:gd name="connsiteX76" fmla="*/ 1054100 w 1270000"/>
                    <a:gd name="connsiteY76" fmla="*/ 488950 h 2247106"/>
                    <a:gd name="connsiteX77" fmla="*/ 1044575 w 1270000"/>
                    <a:gd name="connsiteY77" fmla="*/ 438150 h 2247106"/>
                    <a:gd name="connsiteX78" fmla="*/ 987425 w 1270000"/>
                    <a:gd name="connsiteY78" fmla="*/ 422275 h 2247106"/>
                    <a:gd name="connsiteX79" fmla="*/ 984250 w 1270000"/>
                    <a:gd name="connsiteY79" fmla="*/ 473075 h 2247106"/>
                    <a:gd name="connsiteX80" fmla="*/ 920750 w 1270000"/>
                    <a:gd name="connsiteY80" fmla="*/ 527050 h 2247106"/>
                    <a:gd name="connsiteX81" fmla="*/ 923925 w 1270000"/>
                    <a:gd name="connsiteY81" fmla="*/ 546100 h 2247106"/>
                    <a:gd name="connsiteX82" fmla="*/ 898525 w 1270000"/>
                    <a:gd name="connsiteY82" fmla="*/ 565150 h 2247106"/>
                    <a:gd name="connsiteX83" fmla="*/ 914400 w 1270000"/>
                    <a:gd name="connsiteY83" fmla="*/ 590550 h 2247106"/>
                    <a:gd name="connsiteX84" fmla="*/ 942975 w 1270000"/>
                    <a:gd name="connsiteY84" fmla="*/ 600075 h 2247106"/>
                    <a:gd name="connsiteX85" fmla="*/ 971550 w 1270000"/>
                    <a:gd name="connsiteY85" fmla="*/ 635000 h 2247106"/>
                    <a:gd name="connsiteX86" fmla="*/ 1000125 w 1270000"/>
                    <a:gd name="connsiteY86" fmla="*/ 628650 h 2247106"/>
                    <a:gd name="connsiteX87" fmla="*/ 1025525 w 1270000"/>
                    <a:gd name="connsiteY87" fmla="*/ 673100 h 2247106"/>
                    <a:gd name="connsiteX88" fmla="*/ 1060450 w 1270000"/>
                    <a:gd name="connsiteY88" fmla="*/ 688975 h 2247106"/>
                    <a:gd name="connsiteX89" fmla="*/ 1082675 w 1270000"/>
                    <a:gd name="connsiteY89" fmla="*/ 727075 h 2247106"/>
                    <a:gd name="connsiteX90" fmla="*/ 1104900 w 1270000"/>
                    <a:gd name="connsiteY90" fmla="*/ 746125 h 2247106"/>
                    <a:gd name="connsiteX91" fmla="*/ 1155700 w 1270000"/>
                    <a:gd name="connsiteY91" fmla="*/ 736600 h 2247106"/>
                    <a:gd name="connsiteX92" fmla="*/ 1193800 w 1270000"/>
                    <a:gd name="connsiteY92" fmla="*/ 774700 h 2247106"/>
                    <a:gd name="connsiteX93" fmla="*/ 1228725 w 1270000"/>
                    <a:gd name="connsiteY93" fmla="*/ 777875 h 2247106"/>
                    <a:gd name="connsiteX94" fmla="*/ 1270000 w 1270000"/>
                    <a:gd name="connsiteY94" fmla="*/ 844550 h 2247106"/>
                    <a:gd name="connsiteX95" fmla="*/ 1226344 w 1270000"/>
                    <a:gd name="connsiteY95" fmla="*/ 2247106 h 2247106"/>
                    <a:gd name="connsiteX96" fmla="*/ 1225550 w 1270000"/>
                    <a:gd name="connsiteY96" fmla="*/ 2190750 h 2247106"/>
                    <a:gd name="connsiteX97" fmla="*/ 60325 w 1270000"/>
                    <a:gd name="connsiteY97" fmla="*/ 2187575 h 2247106"/>
                    <a:gd name="connsiteX98" fmla="*/ 0 w 1270000"/>
                    <a:gd name="connsiteY98" fmla="*/ 587375 h 2247106"/>
                    <a:gd name="connsiteX99" fmla="*/ 28575 w 1270000"/>
                    <a:gd name="connsiteY99" fmla="*/ 600075 h 2247106"/>
                    <a:gd name="connsiteX100" fmla="*/ 34925 w 1270000"/>
                    <a:gd name="connsiteY100" fmla="*/ 622300 h 2247106"/>
                    <a:gd name="connsiteX101" fmla="*/ 53975 w 1270000"/>
                    <a:gd name="connsiteY101" fmla="*/ 577850 h 2247106"/>
                    <a:gd name="connsiteX102" fmla="*/ 82550 w 1270000"/>
                    <a:gd name="connsiteY102" fmla="*/ 609600 h 2247106"/>
                    <a:gd name="connsiteX103" fmla="*/ 95250 w 1270000"/>
                    <a:gd name="connsiteY103" fmla="*/ 631825 h 2247106"/>
                    <a:gd name="connsiteX104" fmla="*/ 85725 w 1270000"/>
                    <a:gd name="connsiteY104" fmla="*/ 584200 h 2247106"/>
                    <a:gd name="connsiteX105" fmla="*/ 107950 w 1270000"/>
                    <a:gd name="connsiteY105" fmla="*/ 558800 h 2247106"/>
                    <a:gd name="connsiteX106" fmla="*/ 44450 w 1270000"/>
                    <a:gd name="connsiteY106" fmla="*/ 501650 h 2247106"/>
                    <a:gd name="connsiteX107" fmla="*/ 47625 w 1270000"/>
                    <a:gd name="connsiteY107" fmla="*/ 476250 h 2247106"/>
                    <a:gd name="connsiteX108" fmla="*/ 92075 w 1270000"/>
                    <a:gd name="connsiteY108" fmla="*/ 463550 h 2247106"/>
                    <a:gd name="connsiteX109" fmla="*/ 104775 w 1270000"/>
                    <a:gd name="connsiteY109" fmla="*/ 381000 h 2247106"/>
                    <a:gd name="connsiteX0" fmla="*/ 104775 w 1427163"/>
                    <a:gd name="connsiteY0" fmla="*/ 381000 h 2190750"/>
                    <a:gd name="connsiteX1" fmla="*/ 155575 w 1427163"/>
                    <a:gd name="connsiteY1" fmla="*/ 371475 h 2190750"/>
                    <a:gd name="connsiteX2" fmla="*/ 171450 w 1427163"/>
                    <a:gd name="connsiteY2" fmla="*/ 342900 h 2190750"/>
                    <a:gd name="connsiteX3" fmla="*/ 168275 w 1427163"/>
                    <a:gd name="connsiteY3" fmla="*/ 339725 h 2190750"/>
                    <a:gd name="connsiteX4" fmla="*/ 152400 w 1427163"/>
                    <a:gd name="connsiteY4" fmla="*/ 292100 h 2190750"/>
                    <a:gd name="connsiteX5" fmla="*/ 171450 w 1427163"/>
                    <a:gd name="connsiteY5" fmla="*/ 285750 h 2190750"/>
                    <a:gd name="connsiteX6" fmla="*/ 193675 w 1427163"/>
                    <a:gd name="connsiteY6" fmla="*/ 250825 h 2190750"/>
                    <a:gd name="connsiteX7" fmla="*/ 219075 w 1427163"/>
                    <a:gd name="connsiteY7" fmla="*/ 257175 h 2190750"/>
                    <a:gd name="connsiteX8" fmla="*/ 222250 w 1427163"/>
                    <a:gd name="connsiteY8" fmla="*/ 209550 h 2190750"/>
                    <a:gd name="connsiteX9" fmla="*/ 266700 w 1427163"/>
                    <a:gd name="connsiteY9" fmla="*/ 219075 h 2190750"/>
                    <a:gd name="connsiteX10" fmla="*/ 288925 w 1427163"/>
                    <a:gd name="connsiteY10" fmla="*/ 168275 h 2190750"/>
                    <a:gd name="connsiteX11" fmla="*/ 339725 w 1427163"/>
                    <a:gd name="connsiteY11" fmla="*/ 196850 h 2190750"/>
                    <a:gd name="connsiteX12" fmla="*/ 431800 w 1427163"/>
                    <a:gd name="connsiteY12" fmla="*/ 200025 h 2190750"/>
                    <a:gd name="connsiteX13" fmla="*/ 463550 w 1427163"/>
                    <a:gd name="connsiteY13" fmla="*/ 177800 h 2190750"/>
                    <a:gd name="connsiteX14" fmla="*/ 495300 w 1427163"/>
                    <a:gd name="connsiteY14" fmla="*/ 206375 h 2190750"/>
                    <a:gd name="connsiteX15" fmla="*/ 495300 w 1427163"/>
                    <a:gd name="connsiteY15" fmla="*/ 161925 h 2190750"/>
                    <a:gd name="connsiteX16" fmla="*/ 514350 w 1427163"/>
                    <a:gd name="connsiteY16" fmla="*/ 171450 h 2190750"/>
                    <a:gd name="connsiteX17" fmla="*/ 514350 w 1427163"/>
                    <a:gd name="connsiteY17" fmla="*/ 130175 h 2190750"/>
                    <a:gd name="connsiteX18" fmla="*/ 501650 w 1427163"/>
                    <a:gd name="connsiteY18" fmla="*/ 120650 h 2190750"/>
                    <a:gd name="connsiteX19" fmla="*/ 495300 w 1427163"/>
                    <a:gd name="connsiteY19" fmla="*/ 88900 h 2190750"/>
                    <a:gd name="connsiteX20" fmla="*/ 476250 w 1427163"/>
                    <a:gd name="connsiteY20" fmla="*/ 66675 h 2190750"/>
                    <a:gd name="connsiteX21" fmla="*/ 431800 w 1427163"/>
                    <a:gd name="connsiteY21" fmla="*/ 79375 h 2190750"/>
                    <a:gd name="connsiteX22" fmla="*/ 384175 w 1427163"/>
                    <a:gd name="connsiteY22" fmla="*/ 47625 h 2190750"/>
                    <a:gd name="connsiteX23" fmla="*/ 428625 w 1427163"/>
                    <a:gd name="connsiteY23" fmla="*/ 22225 h 2190750"/>
                    <a:gd name="connsiteX24" fmla="*/ 444500 w 1427163"/>
                    <a:gd name="connsiteY24" fmla="*/ 41275 h 2190750"/>
                    <a:gd name="connsiteX25" fmla="*/ 479425 w 1427163"/>
                    <a:gd name="connsiteY25" fmla="*/ 34925 h 2190750"/>
                    <a:gd name="connsiteX26" fmla="*/ 498475 w 1427163"/>
                    <a:gd name="connsiteY26" fmla="*/ 0 h 2190750"/>
                    <a:gd name="connsiteX27" fmla="*/ 517525 w 1427163"/>
                    <a:gd name="connsiteY27" fmla="*/ 41275 h 2190750"/>
                    <a:gd name="connsiteX28" fmla="*/ 514350 w 1427163"/>
                    <a:gd name="connsiteY28" fmla="*/ 66675 h 2190750"/>
                    <a:gd name="connsiteX29" fmla="*/ 527050 w 1427163"/>
                    <a:gd name="connsiteY29" fmla="*/ 76200 h 2190750"/>
                    <a:gd name="connsiteX30" fmla="*/ 555625 w 1427163"/>
                    <a:gd name="connsiteY30" fmla="*/ 53975 h 2190750"/>
                    <a:gd name="connsiteX31" fmla="*/ 574675 w 1427163"/>
                    <a:gd name="connsiteY31" fmla="*/ 76200 h 2190750"/>
                    <a:gd name="connsiteX32" fmla="*/ 574675 w 1427163"/>
                    <a:gd name="connsiteY32" fmla="*/ 107950 h 2190750"/>
                    <a:gd name="connsiteX33" fmla="*/ 625475 w 1427163"/>
                    <a:gd name="connsiteY33" fmla="*/ 111125 h 2190750"/>
                    <a:gd name="connsiteX34" fmla="*/ 631825 w 1427163"/>
                    <a:gd name="connsiteY34" fmla="*/ 79375 h 2190750"/>
                    <a:gd name="connsiteX35" fmla="*/ 641350 w 1427163"/>
                    <a:gd name="connsiteY35" fmla="*/ 130175 h 2190750"/>
                    <a:gd name="connsiteX36" fmla="*/ 682625 w 1427163"/>
                    <a:gd name="connsiteY36" fmla="*/ 111125 h 2190750"/>
                    <a:gd name="connsiteX37" fmla="*/ 708025 w 1427163"/>
                    <a:gd name="connsiteY37" fmla="*/ 142875 h 2190750"/>
                    <a:gd name="connsiteX38" fmla="*/ 739775 w 1427163"/>
                    <a:gd name="connsiteY38" fmla="*/ 142875 h 2190750"/>
                    <a:gd name="connsiteX39" fmla="*/ 752475 w 1427163"/>
                    <a:gd name="connsiteY39" fmla="*/ 165100 h 2190750"/>
                    <a:gd name="connsiteX40" fmla="*/ 825500 w 1427163"/>
                    <a:gd name="connsiteY40" fmla="*/ 142875 h 2190750"/>
                    <a:gd name="connsiteX41" fmla="*/ 882650 w 1427163"/>
                    <a:gd name="connsiteY41" fmla="*/ 212725 h 2190750"/>
                    <a:gd name="connsiteX42" fmla="*/ 914400 w 1427163"/>
                    <a:gd name="connsiteY42" fmla="*/ 200025 h 2190750"/>
                    <a:gd name="connsiteX43" fmla="*/ 917575 w 1427163"/>
                    <a:gd name="connsiteY43" fmla="*/ 165100 h 2190750"/>
                    <a:gd name="connsiteX44" fmla="*/ 968375 w 1427163"/>
                    <a:gd name="connsiteY44" fmla="*/ 146050 h 2190750"/>
                    <a:gd name="connsiteX45" fmla="*/ 981075 w 1427163"/>
                    <a:gd name="connsiteY45" fmla="*/ 161925 h 2190750"/>
                    <a:gd name="connsiteX46" fmla="*/ 962025 w 1427163"/>
                    <a:gd name="connsiteY46" fmla="*/ 193675 h 2190750"/>
                    <a:gd name="connsiteX47" fmla="*/ 993775 w 1427163"/>
                    <a:gd name="connsiteY47" fmla="*/ 187325 h 2190750"/>
                    <a:gd name="connsiteX48" fmla="*/ 1028700 w 1427163"/>
                    <a:gd name="connsiteY48" fmla="*/ 234950 h 2190750"/>
                    <a:gd name="connsiteX49" fmla="*/ 1057275 w 1427163"/>
                    <a:gd name="connsiteY49" fmla="*/ 206375 h 2190750"/>
                    <a:gd name="connsiteX50" fmla="*/ 1025525 w 1427163"/>
                    <a:gd name="connsiteY50" fmla="*/ 174625 h 2190750"/>
                    <a:gd name="connsiteX51" fmla="*/ 1060450 w 1427163"/>
                    <a:gd name="connsiteY51" fmla="*/ 149225 h 2190750"/>
                    <a:gd name="connsiteX52" fmla="*/ 1082675 w 1427163"/>
                    <a:gd name="connsiteY52" fmla="*/ 114300 h 2190750"/>
                    <a:gd name="connsiteX53" fmla="*/ 1085850 w 1427163"/>
                    <a:gd name="connsiteY53" fmla="*/ 174625 h 2190750"/>
                    <a:gd name="connsiteX54" fmla="*/ 1101725 w 1427163"/>
                    <a:gd name="connsiteY54" fmla="*/ 203200 h 2190750"/>
                    <a:gd name="connsiteX55" fmla="*/ 1120775 w 1427163"/>
                    <a:gd name="connsiteY55" fmla="*/ 184150 h 2190750"/>
                    <a:gd name="connsiteX56" fmla="*/ 1139825 w 1427163"/>
                    <a:gd name="connsiteY56" fmla="*/ 187325 h 2190750"/>
                    <a:gd name="connsiteX57" fmla="*/ 1149350 w 1427163"/>
                    <a:gd name="connsiteY57" fmla="*/ 222250 h 2190750"/>
                    <a:gd name="connsiteX58" fmla="*/ 1114425 w 1427163"/>
                    <a:gd name="connsiteY58" fmla="*/ 234950 h 2190750"/>
                    <a:gd name="connsiteX59" fmla="*/ 1076325 w 1427163"/>
                    <a:gd name="connsiteY59" fmla="*/ 282575 h 2190750"/>
                    <a:gd name="connsiteX60" fmla="*/ 1079500 w 1427163"/>
                    <a:gd name="connsiteY60" fmla="*/ 320675 h 2190750"/>
                    <a:gd name="connsiteX61" fmla="*/ 1057275 w 1427163"/>
                    <a:gd name="connsiteY61" fmla="*/ 336550 h 2190750"/>
                    <a:gd name="connsiteX62" fmla="*/ 1022350 w 1427163"/>
                    <a:gd name="connsiteY62" fmla="*/ 327025 h 2190750"/>
                    <a:gd name="connsiteX63" fmla="*/ 1006475 w 1427163"/>
                    <a:gd name="connsiteY63" fmla="*/ 336550 h 2190750"/>
                    <a:gd name="connsiteX64" fmla="*/ 1016000 w 1427163"/>
                    <a:gd name="connsiteY64" fmla="*/ 368300 h 2190750"/>
                    <a:gd name="connsiteX65" fmla="*/ 984250 w 1427163"/>
                    <a:gd name="connsiteY65" fmla="*/ 355600 h 2190750"/>
                    <a:gd name="connsiteX66" fmla="*/ 965200 w 1427163"/>
                    <a:gd name="connsiteY66" fmla="*/ 377825 h 2190750"/>
                    <a:gd name="connsiteX67" fmla="*/ 990600 w 1427163"/>
                    <a:gd name="connsiteY67" fmla="*/ 412750 h 2190750"/>
                    <a:gd name="connsiteX68" fmla="*/ 1050925 w 1427163"/>
                    <a:gd name="connsiteY68" fmla="*/ 431800 h 2190750"/>
                    <a:gd name="connsiteX69" fmla="*/ 1082675 w 1427163"/>
                    <a:gd name="connsiteY69" fmla="*/ 406400 h 2190750"/>
                    <a:gd name="connsiteX70" fmla="*/ 1120775 w 1427163"/>
                    <a:gd name="connsiteY70" fmla="*/ 419100 h 2190750"/>
                    <a:gd name="connsiteX71" fmla="*/ 1123950 w 1427163"/>
                    <a:gd name="connsiteY71" fmla="*/ 447675 h 2190750"/>
                    <a:gd name="connsiteX72" fmla="*/ 1111250 w 1427163"/>
                    <a:gd name="connsiteY72" fmla="*/ 463550 h 2190750"/>
                    <a:gd name="connsiteX73" fmla="*/ 1149350 w 1427163"/>
                    <a:gd name="connsiteY73" fmla="*/ 485775 h 2190750"/>
                    <a:gd name="connsiteX74" fmla="*/ 1123950 w 1427163"/>
                    <a:gd name="connsiteY74" fmla="*/ 504825 h 2190750"/>
                    <a:gd name="connsiteX75" fmla="*/ 1089025 w 1427163"/>
                    <a:gd name="connsiteY75" fmla="*/ 495300 h 2190750"/>
                    <a:gd name="connsiteX76" fmla="*/ 1054100 w 1427163"/>
                    <a:gd name="connsiteY76" fmla="*/ 488950 h 2190750"/>
                    <a:gd name="connsiteX77" fmla="*/ 1044575 w 1427163"/>
                    <a:gd name="connsiteY77" fmla="*/ 438150 h 2190750"/>
                    <a:gd name="connsiteX78" fmla="*/ 987425 w 1427163"/>
                    <a:gd name="connsiteY78" fmla="*/ 422275 h 2190750"/>
                    <a:gd name="connsiteX79" fmla="*/ 984250 w 1427163"/>
                    <a:gd name="connsiteY79" fmla="*/ 473075 h 2190750"/>
                    <a:gd name="connsiteX80" fmla="*/ 920750 w 1427163"/>
                    <a:gd name="connsiteY80" fmla="*/ 527050 h 2190750"/>
                    <a:gd name="connsiteX81" fmla="*/ 923925 w 1427163"/>
                    <a:gd name="connsiteY81" fmla="*/ 546100 h 2190750"/>
                    <a:gd name="connsiteX82" fmla="*/ 898525 w 1427163"/>
                    <a:gd name="connsiteY82" fmla="*/ 565150 h 2190750"/>
                    <a:gd name="connsiteX83" fmla="*/ 914400 w 1427163"/>
                    <a:gd name="connsiteY83" fmla="*/ 590550 h 2190750"/>
                    <a:gd name="connsiteX84" fmla="*/ 942975 w 1427163"/>
                    <a:gd name="connsiteY84" fmla="*/ 600075 h 2190750"/>
                    <a:gd name="connsiteX85" fmla="*/ 971550 w 1427163"/>
                    <a:gd name="connsiteY85" fmla="*/ 635000 h 2190750"/>
                    <a:gd name="connsiteX86" fmla="*/ 1000125 w 1427163"/>
                    <a:gd name="connsiteY86" fmla="*/ 628650 h 2190750"/>
                    <a:gd name="connsiteX87" fmla="*/ 1025525 w 1427163"/>
                    <a:gd name="connsiteY87" fmla="*/ 673100 h 2190750"/>
                    <a:gd name="connsiteX88" fmla="*/ 1060450 w 1427163"/>
                    <a:gd name="connsiteY88" fmla="*/ 688975 h 2190750"/>
                    <a:gd name="connsiteX89" fmla="*/ 1082675 w 1427163"/>
                    <a:gd name="connsiteY89" fmla="*/ 727075 h 2190750"/>
                    <a:gd name="connsiteX90" fmla="*/ 1104900 w 1427163"/>
                    <a:gd name="connsiteY90" fmla="*/ 746125 h 2190750"/>
                    <a:gd name="connsiteX91" fmla="*/ 1155700 w 1427163"/>
                    <a:gd name="connsiteY91" fmla="*/ 736600 h 2190750"/>
                    <a:gd name="connsiteX92" fmla="*/ 1193800 w 1427163"/>
                    <a:gd name="connsiteY92" fmla="*/ 774700 h 2190750"/>
                    <a:gd name="connsiteX93" fmla="*/ 1228725 w 1427163"/>
                    <a:gd name="connsiteY93" fmla="*/ 777875 h 2190750"/>
                    <a:gd name="connsiteX94" fmla="*/ 1270000 w 1427163"/>
                    <a:gd name="connsiteY94" fmla="*/ 844550 h 2190750"/>
                    <a:gd name="connsiteX95" fmla="*/ 1225550 w 1427163"/>
                    <a:gd name="connsiteY95" fmla="*/ 2190750 h 2190750"/>
                    <a:gd name="connsiteX96" fmla="*/ 60325 w 1427163"/>
                    <a:gd name="connsiteY96" fmla="*/ 2187575 h 2190750"/>
                    <a:gd name="connsiteX97" fmla="*/ 0 w 1427163"/>
                    <a:gd name="connsiteY97" fmla="*/ 587375 h 2190750"/>
                    <a:gd name="connsiteX98" fmla="*/ 28575 w 1427163"/>
                    <a:gd name="connsiteY98" fmla="*/ 600075 h 2190750"/>
                    <a:gd name="connsiteX99" fmla="*/ 34925 w 1427163"/>
                    <a:gd name="connsiteY99" fmla="*/ 622300 h 2190750"/>
                    <a:gd name="connsiteX100" fmla="*/ 53975 w 1427163"/>
                    <a:gd name="connsiteY100" fmla="*/ 577850 h 2190750"/>
                    <a:gd name="connsiteX101" fmla="*/ 82550 w 1427163"/>
                    <a:gd name="connsiteY101" fmla="*/ 609600 h 2190750"/>
                    <a:gd name="connsiteX102" fmla="*/ 95250 w 1427163"/>
                    <a:gd name="connsiteY102" fmla="*/ 631825 h 2190750"/>
                    <a:gd name="connsiteX103" fmla="*/ 85725 w 1427163"/>
                    <a:gd name="connsiteY103" fmla="*/ 584200 h 2190750"/>
                    <a:gd name="connsiteX104" fmla="*/ 107950 w 1427163"/>
                    <a:gd name="connsiteY104" fmla="*/ 558800 h 2190750"/>
                    <a:gd name="connsiteX105" fmla="*/ 44450 w 1427163"/>
                    <a:gd name="connsiteY105" fmla="*/ 501650 h 2190750"/>
                    <a:gd name="connsiteX106" fmla="*/ 47625 w 1427163"/>
                    <a:gd name="connsiteY106" fmla="*/ 476250 h 2190750"/>
                    <a:gd name="connsiteX107" fmla="*/ 92075 w 1427163"/>
                    <a:gd name="connsiteY107" fmla="*/ 463550 h 2190750"/>
                    <a:gd name="connsiteX108" fmla="*/ 104775 w 1427163"/>
                    <a:gd name="connsiteY108" fmla="*/ 381000 h 2190750"/>
                    <a:gd name="connsiteX0" fmla="*/ 104775 w 1270000"/>
                    <a:gd name="connsiteY0" fmla="*/ 381000 h 2190750"/>
                    <a:gd name="connsiteX1" fmla="*/ 155575 w 1270000"/>
                    <a:gd name="connsiteY1" fmla="*/ 371475 h 2190750"/>
                    <a:gd name="connsiteX2" fmla="*/ 171450 w 1270000"/>
                    <a:gd name="connsiteY2" fmla="*/ 342900 h 2190750"/>
                    <a:gd name="connsiteX3" fmla="*/ 168275 w 1270000"/>
                    <a:gd name="connsiteY3" fmla="*/ 339725 h 2190750"/>
                    <a:gd name="connsiteX4" fmla="*/ 152400 w 1270000"/>
                    <a:gd name="connsiteY4" fmla="*/ 292100 h 2190750"/>
                    <a:gd name="connsiteX5" fmla="*/ 171450 w 1270000"/>
                    <a:gd name="connsiteY5" fmla="*/ 285750 h 2190750"/>
                    <a:gd name="connsiteX6" fmla="*/ 193675 w 1270000"/>
                    <a:gd name="connsiteY6" fmla="*/ 250825 h 2190750"/>
                    <a:gd name="connsiteX7" fmla="*/ 219075 w 1270000"/>
                    <a:gd name="connsiteY7" fmla="*/ 257175 h 2190750"/>
                    <a:gd name="connsiteX8" fmla="*/ 222250 w 1270000"/>
                    <a:gd name="connsiteY8" fmla="*/ 209550 h 2190750"/>
                    <a:gd name="connsiteX9" fmla="*/ 266700 w 1270000"/>
                    <a:gd name="connsiteY9" fmla="*/ 219075 h 2190750"/>
                    <a:gd name="connsiteX10" fmla="*/ 288925 w 1270000"/>
                    <a:gd name="connsiteY10" fmla="*/ 168275 h 2190750"/>
                    <a:gd name="connsiteX11" fmla="*/ 339725 w 1270000"/>
                    <a:gd name="connsiteY11" fmla="*/ 196850 h 2190750"/>
                    <a:gd name="connsiteX12" fmla="*/ 431800 w 1270000"/>
                    <a:gd name="connsiteY12" fmla="*/ 200025 h 2190750"/>
                    <a:gd name="connsiteX13" fmla="*/ 463550 w 1270000"/>
                    <a:gd name="connsiteY13" fmla="*/ 177800 h 2190750"/>
                    <a:gd name="connsiteX14" fmla="*/ 495300 w 1270000"/>
                    <a:gd name="connsiteY14" fmla="*/ 206375 h 2190750"/>
                    <a:gd name="connsiteX15" fmla="*/ 495300 w 1270000"/>
                    <a:gd name="connsiteY15" fmla="*/ 161925 h 2190750"/>
                    <a:gd name="connsiteX16" fmla="*/ 514350 w 1270000"/>
                    <a:gd name="connsiteY16" fmla="*/ 171450 h 2190750"/>
                    <a:gd name="connsiteX17" fmla="*/ 514350 w 1270000"/>
                    <a:gd name="connsiteY17" fmla="*/ 130175 h 2190750"/>
                    <a:gd name="connsiteX18" fmla="*/ 501650 w 1270000"/>
                    <a:gd name="connsiteY18" fmla="*/ 120650 h 2190750"/>
                    <a:gd name="connsiteX19" fmla="*/ 495300 w 1270000"/>
                    <a:gd name="connsiteY19" fmla="*/ 88900 h 2190750"/>
                    <a:gd name="connsiteX20" fmla="*/ 476250 w 1270000"/>
                    <a:gd name="connsiteY20" fmla="*/ 66675 h 2190750"/>
                    <a:gd name="connsiteX21" fmla="*/ 431800 w 1270000"/>
                    <a:gd name="connsiteY21" fmla="*/ 79375 h 2190750"/>
                    <a:gd name="connsiteX22" fmla="*/ 384175 w 1270000"/>
                    <a:gd name="connsiteY22" fmla="*/ 47625 h 2190750"/>
                    <a:gd name="connsiteX23" fmla="*/ 428625 w 1270000"/>
                    <a:gd name="connsiteY23" fmla="*/ 22225 h 2190750"/>
                    <a:gd name="connsiteX24" fmla="*/ 444500 w 1270000"/>
                    <a:gd name="connsiteY24" fmla="*/ 41275 h 2190750"/>
                    <a:gd name="connsiteX25" fmla="*/ 479425 w 1270000"/>
                    <a:gd name="connsiteY25" fmla="*/ 34925 h 2190750"/>
                    <a:gd name="connsiteX26" fmla="*/ 498475 w 1270000"/>
                    <a:gd name="connsiteY26" fmla="*/ 0 h 2190750"/>
                    <a:gd name="connsiteX27" fmla="*/ 517525 w 1270000"/>
                    <a:gd name="connsiteY27" fmla="*/ 41275 h 2190750"/>
                    <a:gd name="connsiteX28" fmla="*/ 514350 w 1270000"/>
                    <a:gd name="connsiteY28" fmla="*/ 66675 h 2190750"/>
                    <a:gd name="connsiteX29" fmla="*/ 527050 w 1270000"/>
                    <a:gd name="connsiteY29" fmla="*/ 76200 h 2190750"/>
                    <a:gd name="connsiteX30" fmla="*/ 555625 w 1270000"/>
                    <a:gd name="connsiteY30" fmla="*/ 53975 h 2190750"/>
                    <a:gd name="connsiteX31" fmla="*/ 574675 w 1270000"/>
                    <a:gd name="connsiteY31" fmla="*/ 76200 h 2190750"/>
                    <a:gd name="connsiteX32" fmla="*/ 574675 w 1270000"/>
                    <a:gd name="connsiteY32" fmla="*/ 107950 h 2190750"/>
                    <a:gd name="connsiteX33" fmla="*/ 625475 w 1270000"/>
                    <a:gd name="connsiteY33" fmla="*/ 111125 h 2190750"/>
                    <a:gd name="connsiteX34" fmla="*/ 631825 w 1270000"/>
                    <a:gd name="connsiteY34" fmla="*/ 79375 h 2190750"/>
                    <a:gd name="connsiteX35" fmla="*/ 641350 w 1270000"/>
                    <a:gd name="connsiteY35" fmla="*/ 130175 h 2190750"/>
                    <a:gd name="connsiteX36" fmla="*/ 682625 w 1270000"/>
                    <a:gd name="connsiteY36" fmla="*/ 111125 h 2190750"/>
                    <a:gd name="connsiteX37" fmla="*/ 708025 w 1270000"/>
                    <a:gd name="connsiteY37" fmla="*/ 142875 h 2190750"/>
                    <a:gd name="connsiteX38" fmla="*/ 739775 w 1270000"/>
                    <a:gd name="connsiteY38" fmla="*/ 142875 h 2190750"/>
                    <a:gd name="connsiteX39" fmla="*/ 752475 w 1270000"/>
                    <a:gd name="connsiteY39" fmla="*/ 165100 h 2190750"/>
                    <a:gd name="connsiteX40" fmla="*/ 825500 w 1270000"/>
                    <a:gd name="connsiteY40" fmla="*/ 142875 h 2190750"/>
                    <a:gd name="connsiteX41" fmla="*/ 882650 w 1270000"/>
                    <a:gd name="connsiteY41" fmla="*/ 212725 h 2190750"/>
                    <a:gd name="connsiteX42" fmla="*/ 914400 w 1270000"/>
                    <a:gd name="connsiteY42" fmla="*/ 200025 h 2190750"/>
                    <a:gd name="connsiteX43" fmla="*/ 917575 w 1270000"/>
                    <a:gd name="connsiteY43" fmla="*/ 165100 h 2190750"/>
                    <a:gd name="connsiteX44" fmla="*/ 968375 w 1270000"/>
                    <a:gd name="connsiteY44" fmla="*/ 146050 h 2190750"/>
                    <a:gd name="connsiteX45" fmla="*/ 981075 w 1270000"/>
                    <a:gd name="connsiteY45" fmla="*/ 161925 h 2190750"/>
                    <a:gd name="connsiteX46" fmla="*/ 962025 w 1270000"/>
                    <a:gd name="connsiteY46" fmla="*/ 193675 h 2190750"/>
                    <a:gd name="connsiteX47" fmla="*/ 993775 w 1270000"/>
                    <a:gd name="connsiteY47" fmla="*/ 187325 h 2190750"/>
                    <a:gd name="connsiteX48" fmla="*/ 1028700 w 1270000"/>
                    <a:gd name="connsiteY48" fmla="*/ 234950 h 2190750"/>
                    <a:gd name="connsiteX49" fmla="*/ 1057275 w 1270000"/>
                    <a:gd name="connsiteY49" fmla="*/ 206375 h 2190750"/>
                    <a:gd name="connsiteX50" fmla="*/ 1025525 w 1270000"/>
                    <a:gd name="connsiteY50" fmla="*/ 174625 h 2190750"/>
                    <a:gd name="connsiteX51" fmla="*/ 1060450 w 1270000"/>
                    <a:gd name="connsiteY51" fmla="*/ 149225 h 2190750"/>
                    <a:gd name="connsiteX52" fmla="*/ 1082675 w 1270000"/>
                    <a:gd name="connsiteY52" fmla="*/ 114300 h 2190750"/>
                    <a:gd name="connsiteX53" fmla="*/ 1085850 w 1270000"/>
                    <a:gd name="connsiteY53" fmla="*/ 174625 h 2190750"/>
                    <a:gd name="connsiteX54" fmla="*/ 1101725 w 1270000"/>
                    <a:gd name="connsiteY54" fmla="*/ 203200 h 2190750"/>
                    <a:gd name="connsiteX55" fmla="*/ 1120775 w 1270000"/>
                    <a:gd name="connsiteY55" fmla="*/ 184150 h 2190750"/>
                    <a:gd name="connsiteX56" fmla="*/ 1139825 w 1270000"/>
                    <a:gd name="connsiteY56" fmla="*/ 187325 h 2190750"/>
                    <a:gd name="connsiteX57" fmla="*/ 1149350 w 1270000"/>
                    <a:gd name="connsiteY57" fmla="*/ 222250 h 2190750"/>
                    <a:gd name="connsiteX58" fmla="*/ 1114425 w 1270000"/>
                    <a:gd name="connsiteY58" fmla="*/ 234950 h 2190750"/>
                    <a:gd name="connsiteX59" fmla="*/ 1076325 w 1270000"/>
                    <a:gd name="connsiteY59" fmla="*/ 282575 h 2190750"/>
                    <a:gd name="connsiteX60" fmla="*/ 1079500 w 1270000"/>
                    <a:gd name="connsiteY60" fmla="*/ 320675 h 2190750"/>
                    <a:gd name="connsiteX61" fmla="*/ 1057275 w 1270000"/>
                    <a:gd name="connsiteY61" fmla="*/ 336550 h 2190750"/>
                    <a:gd name="connsiteX62" fmla="*/ 1022350 w 1270000"/>
                    <a:gd name="connsiteY62" fmla="*/ 327025 h 2190750"/>
                    <a:gd name="connsiteX63" fmla="*/ 1006475 w 1270000"/>
                    <a:gd name="connsiteY63" fmla="*/ 336550 h 2190750"/>
                    <a:gd name="connsiteX64" fmla="*/ 1016000 w 1270000"/>
                    <a:gd name="connsiteY64" fmla="*/ 368300 h 2190750"/>
                    <a:gd name="connsiteX65" fmla="*/ 984250 w 1270000"/>
                    <a:gd name="connsiteY65" fmla="*/ 355600 h 2190750"/>
                    <a:gd name="connsiteX66" fmla="*/ 965200 w 1270000"/>
                    <a:gd name="connsiteY66" fmla="*/ 377825 h 2190750"/>
                    <a:gd name="connsiteX67" fmla="*/ 990600 w 1270000"/>
                    <a:gd name="connsiteY67" fmla="*/ 412750 h 2190750"/>
                    <a:gd name="connsiteX68" fmla="*/ 1050925 w 1270000"/>
                    <a:gd name="connsiteY68" fmla="*/ 431800 h 2190750"/>
                    <a:gd name="connsiteX69" fmla="*/ 1082675 w 1270000"/>
                    <a:gd name="connsiteY69" fmla="*/ 406400 h 2190750"/>
                    <a:gd name="connsiteX70" fmla="*/ 1120775 w 1270000"/>
                    <a:gd name="connsiteY70" fmla="*/ 419100 h 2190750"/>
                    <a:gd name="connsiteX71" fmla="*/ 1123950 w 1270000"/>
                    <a:gd name="connsiteY71" fmla="*/ 447675 h 2190750"/>
                    <a:gd name="connsiteX72" fmla="*/ 1111250 w 1270000"/>
                    <a:gd name="connsiteY72" fmla="*/ 463550 h 2190750"/>
                    <a:gd name="connsiteX73" fmla="*/ 1149350 w 1270000"/>
                    <a:gd name="connsiteY73" fmla="*/ 485775 h 2190750"/>
                    <a:gd name="connsiteX74" fmla="*/ 1123950 w 1270000"/>
                    <a:gd name="connsiteY74" fmla="*/ 504825 h 2190750"/>
                    <a:gd name="connsiteX75" fmla="*/ 1089025 w 1270000"/>
                    <a:gd name="connsiteY75" fmla="*/ 495300 h 2190750"/>
                    <a:gd name="connsiteX76" fmla="*/ 1054100 w 1270000"/>
                    <a:gd name="connsiteY76" fmla="*/ 488950 h 2190750"/>
                    <a:gd name="connsiteX77" fmla="*/ 1044575 w 1270000"/>
                    <a:gd name="connsiteY77" fmla="*/ 438150 h 2190750"/>
                    <a:gd name="connsiteX78" fmla="*/ 987425 w 1270000"/>
                    <a:gd name="connsiteY78" fmla="*/ 422275 h 2190750"/>
                    <a:gd name="connsiteX79" fmla="*/ 984250 w 1270000"/>
                    <a:gd name="connsiteY79" fmla="*/ 473075 h 2190750"/>
                    <a:gd name="connsiteX80" fmla="*/ 920750 w 1270000"/>
                    <a:gd name="connsiteY80" fmla="*/ 527050 h 2190750"/>
                    <a:gd name="connsiteX81" fmla="*/ 923925 w 1270000"/>
                    <a:gd name="connsiteY81" fmla="*/ 546100 h 2190750"/>
                    <a:gd name="connsiteX82" fmla="*/ 898525 w 1270000"/>
                    <a:gd name="connsiteY82" fmla="*/ 565150 h 2190750"/>
                    <a:gd name="connsiteX83" fmla="*/ 914400 w 1270000"/>
                    <a:gd name="connsiteY83" fmla="*/ 590550 h 2190750"/>
                    <a:gd name="connsiteX84" fmla="*/ 942975 w 1270000"/>
                    <a:gd name="connsiteY84" fmla="*/ 600075 h 2190750"/>
                    <a:gd name="connsiteX85" fmla="*/ 971550 w 1270000"/>
                    <a:gd name="connsiteY85" fmla="*/ 635000 h 2190750"/>
                    <a:gd name="connsiteX86" fmla="*/ 1000125 w 1270000"/>
                    <a:gd name="connsiteY86" fmla="*/ 628650 h 2190750"/>
                    <a:gd name="connsiteX87" fmla="*/ 1025525 w 1270000"/>
                    <a:gd name="connsiteY87" fmla="*/ 673100 h 2190750"/>
                    <a:gd name="connsiteX88" fmla="*/ 1060450 w 1270000"/>
                    <a:gd name="connsiteY88" fmla="*/ 688975 h 2190750"/>
                    <a:gd name="connsiteX89" fmla="*/ 1082675 w 1270000"/>
                    <a:gd name="connsiteY89" fmla="*/ 727075 h 2190750"/>
                    <a:gd name="connsiteX90" fmla="*/ 1104900 w 1270000"/>
                    <a:gd name="connsiteY90" fmla="*/ 746125 h 2190750"/>
                    <a:gd name="connsiteX91" fmla="*/ 1155700 w 1270000"/>
                    <a:gd name="connsiteY91" fmla="*/ 736600 h 2190750"/>
                    <a:gd name="connsiteX92" fmla="*/ 1193800 w 1270000"/>
                    <a:gd name="connsiteY92" fmla="*/ 774700 h 2190750"/>
                    <a:gd name="connsiteX93" fmla="*/ 1228725 w 1270000"/>
                    <a:gd name="connsiteY93" fmla="*/ 777875 h 2190750"/>
                    <a:gd name="connsiteX94" fmla="*/ 1270000 w 1270000"/>
                    <a:gd name="connsiteY94" fmla="*/ 844550 h 2190750"/>
                    <a:gd name="connsiteX95" fmla="*/ 1225550 w 1270000"/>
                    <a:gd name="connsiteY95" fmla="*/ 2190750 h 2190750"/>
                    <a:gd name="connsiteX96" fmla="*/ 60325 w 1270000"/>
                    <a:gd name="connsiteY96" fmla="*/ 2187575 h 2190750"/>
                    <a:gd name="connsiteX97" fmla="*/ 0 w 1270000"/>
                    <a:gd name="connsiteY97" fmla="*/ 587375 h 2190750"/>
                    <a:gd name="connsiteX98" fmla="*/ 28575 w 1270000"/>
                    <a:gd name="connsiteY98" fmla="*/ 600075 h 2190750"/>
                    <a:gd name="connsiteX99" fmla="*/ 34925 w 1270000"/>
                    <a:gd name="connsiteY99" fmla="*/ 622300 h 2190750"/>
                    <a:gd name="connsiteX100" fmla="*/ 53975 w 1270000"/>
                    <a:gd name="connsiteY100" fmla="*/ 577850 h 2190750"/>
                    <a:gd name="connsiteX101" fmla="*/ 82550 w 1270000"/>
                    <a:gd name="connsiteY101" fmla="*/ 609600 h 2190750"/>
                    <a:gd name="connsiteX102" fmla="*/ 95250 w 1270000"/>
                    <a:gd name="connsiteY102" fmla="*/ 631825 h 2190750"/>
                    <a:gd name="connsiteX103" fmla="*/ 85725 w 1270000"/>
                    <a:gd name="connsiteY103" fmla="*/ 584200 h 2190750"/>
                    <a:gd name="connsiteX104" fmla="*/ 107950 w 1270000"/>
                    <a:gd name="connsiteY104" fmla="*/ 558800 h 2190750"/>
                    <a:gd name="connsiteX105" fmla="*/ 44450 w 1270000"/>
                    <a:gd name="connsiteY105" fmla="*/ 501650 h 2190750"/>
                    <a:gd name="connsiteX106" fmla="*/ 47625 w 1270000"/>
                    <a:gd name="connsiteY106" fmla="*/ 476250 h 2190750"/>
                    <a:gd name="connsiteX107" fmla="*/ 92075 w 1270000"/>
                    <a:gd name="connsiteY107" fmla="*/ 463550 h 2190750"/>
                    <a:gd name="connsiteX108" fmla="*/ 104775 w 1270000"/>
                    <a:gd name="connsiteY108" fmla="*/ 381000 h 2190750"/>
                    <a:gd name="connsiteX0" fmla="*/ 104775 w 1270000"/>
                    <a:gd name="connsiteY0" fmla="*/ 381000 h 2197135"/>
                    <a:gd name="connsiteX1" fmla="*/ 155575 w 1270000"/>
                    <a:gd name="connsiteY1" fmla="*/ 371475 h 2197135"/>
                    <a:gd name="connsiteX2" fmla="*/ 171450 w 1270000"/>
                    <a:gd name="connsiteY2" fmla="*/ 342900 h 2197135"/>
                    <a:gd name="connsiteX3" fmla="*/ 168275 w 1270000"/>
                    <a:gd name="connsiteY3" fmla="*/ 339725 h 2197135"/>
                    <a:gd name="connsiteX4" fmla="*/ 152400 w 1270000"/>
                    <a:gd name="connsiteY4" fmla="*/ 292100 h 2197135"/>
                    <a:gd name="connsiteX5" fmla="*/ 171450 w 1270000"/>
                    <a:gd name="connsiteY5" fmla="*/ 285750 h 2197135"/>
                    <a:gd name="connsiteX6" fmla="*/ 193675 w 1270000"/>
                    <a:gd name="connsiteY6" fmla="*/ 250825 h 2197135"/>
                    <a:gd name="connsiteX7" fmla="*/ 219075 w 1270000"/>
                    <a:gd name="connsiteY7" fmla="*/ 257175 h 2197135"/>
                    <a:gd name="connsiteX8" fmla="*/ 222250 w 1270000"/>
                    <a:gd name="connsiteY8" fmla="*/ 209550 h 2197135"/>
                    <a:gd name="connsiteX9" fmla="*/ 266700 w 1270000"/>
                    <a:gd name="connsiteY9" fmla="*/ 219075 h 2197135"/>
                    <a:gd name="connsiteX10" fmla="*/ 288925 w 1270000"/>
                    <a:gd name="connsiteY10" fmla="*/ 168275 h 2197135"/>
                    <a:gd name="connsiteX11" fmla="*/ 339725 w 1270000"/>
                    <a:gd name="connsiteY11" fmla="*/ 196850 h 2197135"/>
                    <a:gd name="connsiteX12" fmla="*/ 431800 w 1270000"/>
                    <a:gd name="connsiteY12" fmla="*/ 200025 h 2197135"/>
                    <a:gd name="connsiteX13" fmla="*/ 463550 w 1270000"/>
                    <a:gd name="connsiteY13" fmla="*/ 177800 h 2197135"/>
                    <a:gd name="connsiteX14" fmla="*/ 495300 w 1270000"/>
                    <a:gd name="connsiteY14" fmla="*/ 206375 h 2197135"/>
                    <a:gd name="connsiteX15" fmla="*/ 495300 w 1270000"/>
                    <a:gd name="connsiteY15" fmla="*/ 161925 h 2197135"/>
                    <a:gd name="connsiteX16" fmla="*/ 514350 w 1270000"/>
                    <a:gd name="connsiteY16" fmla="*/ 171450 h 2197135"/>
                    <a:gd name="connsiteX17" fmla="*/ 514350 w 1270000"/>
                    <a:gd name="connsiteY17" fmla="*/ 130175 h 2197135"/>
                    <a:gd name="connsiteX18" fmla="*/ 501650 w 1270000"/>
                    <a:gd name="connsiteY18" fmla="*/ 120650 h 2197135"/>
                    <a:gd name="connsiteX19" fmla="*/ 495300 w 1270000"/>
                    <a:gd name="connsiteY19" fmla="*/ 88900 h 2197135"/>
                    <a:gd name="connsiteX20" fmla="*/ 476250 w 1270000"/>
                    <a:gd name="connsiteY20" fmla="*/ 66675 h 2197135"/>
                    <a:gd name="connsiteX21" fmla="*/ 431800 w 1270000"/>
                    <a:gd name="connsiteY21" fmla="*/ 79375 h 2197135"/>
                    <a:gd name="connsiteX22" fmla="*/ 384175 w 1270000"/>
                    <a:gd name="connsiteY22" fmla="*/ 47625 h 2197135"/>
                    <a:gd name="connsiteX23" fmla="*/ 428625 w 1270000"/>
                    <a:gd name="connsiteY23" fmla="*/ 22225 h 2197135"/>
                    <a:gd name="connsiteX24" fmla="*/ 444500 w 1270000"/>
                    <a:gd name="connsiteY24" fmla="*/ 41275 h 2197135"/>
                    <a:gd name="connsiteX25" fmla="*/ 479425 w 1270000"/>
                    <a:gd name="connsiteY25" fmla="*/ 34925 h 2197135"/>
                    <a:gd name="connsiteX26" fmla="*/ 498475 w 1270000"/>
                    <a:gd name="connsiteY26" fmla="*/ 0 h 2197135"/>
                    <a:gd name="connsiteX27" fmla="*/ 517525 w 1270000"/>
                    <a:gd name="connsiteY27" fmla="*/ 41275 h 2197135"/>
                    <a:gd name="connsiteX28" fmla="*/ 514350 w 1270000"/>
                    <a:gd name="connsiteY28" fmla="*/ 66675 h 2197135"/>
                    <a:gd name="connsiteX29" fmla="*/ 527050 w 1270000"/>
                    <a:gd name="connsiteY29" fmla="*/ 76200 h 2197135"/>
                    <a:gd name="connsiteX30" fmla="*/ 555625 w 1270000"/>
                    <a:gd name="connsiteY30" fmla="*/ 53975 h 2197135"/>
                    <a:gd name="connsiteX31" fmla="*/ 574675 w 1270000"/>
                    <a:gd name="connsiteY31" fmla="*/ 76200 h 2197135"/>
                    <a:gd name="connsiteX32" fmla="*/ 574675 w 1270000"/>
                    <a:gd name="connsiteY32" fmla="*/ 107950 h 2197135"/>
                    <a:gd name="connsiteX33" fmla="*/ 625475 w 1270000"/>
                    <a:gd name="connsiteY33" fmla="*/ 111125 h 2197135"/>
                    <a:gd name="connsiteX34" fmla="*/ 631825 w 1270000"/>
                    <a:gd name="connsiteY34" fmla="*/ 79375 h 2197135"/>
                    <a:gd name="connsiteX35" fmla="*/ 641350 w 1270000"/>
                    <a:gd name="connsiteY35" fmla="*/ 130175 h 2197135"/>
                    <a:gd name="connsiteX36" fmla="*/ 682625 w 1270000"/>
                    <a:gd name="connsiteY36" fmla="*/ 111125 h 2197135"/>
                    <a:gd name="connsiteX37" fmla="*/ 708025 w 1270000"/>
                    <a:gd name="connsiteY37" fmla="*/ 142875 h 2197135"/>
                    <a:gd name="connsiteX38" fmla="*/ 739775 w 1270000"/>
                    <a:gd name="connsiteY38" fmla="*/ 142875 h 2197135"/>
                    <a:gd name="connsiteX39" fmla="*/ 752475 w 1270000"/>
                    <a:gd name="connsiteY39" fmla="*/ 165100 h 2197135"/>
                    <a:gd name="connsiteX40" fmla="*/ 825500 w 1270000"/>
                    <a:gd name="connsiteY40" fmla="*/ 142875 h 2197135"/>
                    <a:gd name="connsiteX41" fmla="*/ 882650 w 1270000"/>
                    <a:gd name="connsiteY41" fmla="*/ 212725 h 2197135"/>
                    <a:gd name="connsiteX42" fmla="*/ 914400 w 1270000"/>
                    <a:gd name="connsiteY42" fmla="*/ 200025 h 2197135"/>
                    <a:gd name="connsiteX43" fmla="*/ 917575 w 1270000"/>
                    <a:gd name="connsiteY43" fmla="*/ 165100 h 2197135"/>
                    <a:gd name="connsiteX44" fmla="*/ 968375 w 1270000"/>
                    <a:gd name="connsiteY44" fmla="*/ 146050 h 2197135"/>
                    <a:gd name="connsiteX45" fmla="*/ 981075 w 1270000"/>
                    <a:gd name="connsiteY45" fmla="*/ 161925 h 2197135"/>
                    <a:gd name="connsiteX46" fmla="*/ 962025 w 1270000"/>
                    <a:gd name="connsiteY46" fmla="*/ 193675 h 2197135"/>
                    <a:gd name="connsiteX47" fmla="*/ 993775 w 1270000"/>
                    <a:gd name="connsiteY47" fmla="*/ 187325 h 2197135"/>
                    <a:gd name="connsiteX48" fmla="*/ 1028700 w 1270000"/>
                    <a:gd name="connsiteY48" fmla="*/ 234950 h 2197135"/>
                    <a:gd name="connsiteX49" fmla="*/ 1057275 w 1270000"/>
                    <a:gd name="connsiteY49" fmla="*/ 206375 h 2197135"/>
                    <a:gd name="connsiteX50" fmla="*/ 1025525 w 1270000"/>
                    <a:gd name="connsiteY50" fmla="*/ 174625 h 2197135"/>
                    <a:gd name="connsiteX51" fmla="*/ 1060450 w 1270000"/>
                    <a:gd name="connsiteY51" fmla="*/ 149225 h 2197135"/>
                    <a:gd name="connsiteX52" fmla="*/ 1082675 w 1270000"/>
                    <a:gd name="connsiteY52" fmla="*/ 114300 h 2197135"/>
                    <a:gd name="connsiteX53" fmla="*/ 1085850 w 1270000"/>
                    <a:gd name="connsiteY53" fmla="*/ 174625 h 2197135"/>
                    <a:gd name="connsiteX54" fmla="*/ 1101725 w 1270000"/>
                    <a:gd name="connsiteY54" fmla="*/ 203200 h 2197135"/>
                    <a:gd name="connsiteX55" fmla="*/ 1120775 w 1270000"/>
                    <a:gd name="connsiteY55" fmla="*/ 184150 h 2197135"/>
                    <a:gd name="connsiteX56" fmla="*/ 1139825 w 1270000"/>
                    <a:gd name="connsiteY56" fmla="*/ 187325 h 2197135"/>
                    <a:gd name="connsiteX57" fmla="*/ 1149350 w 1270000"/>
                    <a:gd name="connsiteY57" fmla="*/ 222250 h 2197135"/>
                    <a:gd name="connsiteX58" fmla="*/ 1114425 w 1270000"/>
                    <a:gd name="connsiteY58" fmla="*/ 234950 h 2197135"/>
                    <a:gd name="connsiteX59" fmla="*/ 1076325 w 1270000"/>
                    <a:gd name="connsiteY59" fmla="*/ 282575 h 2197135"/>
                    <a:gd name="connsiteX60" fmla="*/ 1079500 w 1270000"/>
                    <a:gd name="connsiteY60" fmla="*/ 320675 h 2197135"/>
                    <a:gd name="connsiteX61" fmla="*/ 1057275 w 1270000"/>
                    <a:gd name="connsiteY61" fmla="*/ 336550 h 2197135"/>
                    <a:gd name="connsiteX62" fmla="*/ 1022350 w 1270000"/>
                    <a:gd name="connsiteY62" fmla="*/ 327025 h 2197135"/>
                    <a:gd name="connsiteX63" fmla="*/ 1006475 w 1270000"/>
                    <a:gd name="connsiteY63" fmla="*/ 336550 h 2197135"/>
                    <a:gd name="connsiteX64" fmla="*/ 1016000 w 1270000"/>
                    <a:gd name="connsiteY64" fmla="*/ 368300 h 2197135"/>
                    <a:gd name="connsiteX65" fmla="*/ 984250 w 1270000"/>
                    <a:gd name="connsiteY65" fmla="*/ 355600 h 2197135"/>
                    <a:gd name="connsiteX66" fmla="*/ 965200 w 1270000"/>
                    <a:gd name="connsiteY66" fmla="*/ 377825 h 2197135"/>
                    <a:gd name="connsiteX67" fmla="*/ 990600 w 1270000"/>
                    <a:gd name="connsiteY67" fmla="*/ 412750 h 2197135"/>
                    <a:gd name="connsiteX68" fmla="*/ 1050925 w 1270000"/>
                    <a:gd name="connsiteY68" fmla="*/ 431800 h 2197135"/>
                    <a:gd name="connsiteX69" fmla="*/ 1082675 w 1270000"/>
                    <a:gd name="connsiteY69" fmla="*/ 406400 h 2197135"/>
                    <a:gd name="connsiteX70" fmla="*/ 1120775 w 1270000"/>
                    <a:gd name="connsiteY70" fmla="*/ 419100 h 2197135"/>
                    <a:gd name="connsiteX71" fmla="*/ 1123950 w 1270000"/>
                    <a:gd name="connsiteY71" fmla="*/ 447675 h 2197135"/>
                    <a:gd name="connsiteX72" fmla="*/ 1111250 w 1270000"/>
                    <a:gd name="connsiteY72" fmla="*/ 463550 h 2197135"/>
                    <a:gd name="connsiteX73" fmla="*/ 1149350 w 1270000"/>
                    <a:gd name="connsiteY73" fmla="*/ 485775 h 2197135"/>
                    <a:gd name="connsiteX74" fmla="*/ 1123950 w 1270000"/>
                    <a:gd name="connsiteY74" fmla="*/ 504825 h 2197135"/>
                    <a:gd name="connsiteX75" fmla="*/ 1089025 w 1270000"/>
                    <a:gd name="connsiteY75" fmla="*/ 495300 h 2197135"/>
                    <a:gd name="connsiteX76" fmla="*/ 1054100 w 1270000"/>
                    <a:gd name="connsiteY76" fmla="*/ 488950 h 2197135"/>
                    <a:gd name="connsiteX77" fmla="*/ 1044575 w 1270000"/>
                    <a:gd name="connsiteY77" fmla="*/ 438150 h 2197135"/>
                    <a:gd name="connsiteX78" fmla="*/ 987425 w 1270000"/>
                    <a:gd name="connsiteY78" fmla="*/ 422275 h 2197135"/>
                    <a:gd name="connsiteX79" fmla="*/ 984250 w 1270000"/>
                    <a:gd name="connsiteY79" fmla="*/ 473075 h 2197135"/>
                    <a:gd name="connsiteX80" fmla="*/ 920750 w 1270000"/>
                    <a:gd name="connsiteY80" fmla="*/ 527050 h 2197135"/>
                    <a:gd name="connsiteX81" fmla="*/ 923925 w 1270000"/>
                    <a:gd name="connsiteY81" fmla="*/ 546100 h 2197135"/>
                    <a:gd name="connsiteX82" fmla="*/ 898525 w 1270000"/>
                    <a:gd name="connsiteY82" fmla="*/ 565150 h 2197135"/>
                    <a:gd name="connsiteX83" fmla="*/ 914400 w 1270000"/>
                    <a:gd name="connsiteY83" fmla="*/ 590550 h 2197135"/>
                    <a:gd name="connsiteX84" fmla="*/ 942975 w 1270000"/>
                    <a:gd name="connsiteY84" fmla="*/ 600075 h 2197135"/>
                    <a:gd name="connsiteX85" fmla="*/ 971550 w 1270000"/>
                    <a:gd name="connsiteY85" fmla="*/ 635000 h 2197135"/>
                    <a:gd name="connsiteX86" fmla="*/ 1000125 w 1270000"/>
                    <a:gd name="connsiteY86" fmla="*/ 628650 h 2197135"/>
                    <a:gd name="connsiteX87" fmla="*/ 1025525 w 1270000"/>
                    <a:gd name="connsiteY87" fmla="*/ 673100 h 2197135"/>
                    <a:gd name="connsiteX88" fmla="*/ 1060450 w 1270000"/>
                    <a:gd name="connsiteY88" fmla="*/ 688975 h 2197135"/>
                    <a:gd name="connsiteX89" fmla="*/ 1082675 w 1270000"/>
                    <a:gd name="connsiteY89" fmla="*/ 727075 h 2197135"/>
                    <a:gd name="connsiteX90" fmla="*/ 1104900 w 1270000"/>
                    <a:gd name="connsiteY90" fmla="*/ 746125 h 2197135"/>
                    <a:gd name="connsiteX91" fmla="*/ 1155700 w 1270000"/>
                    <a:gd name="connsiteY91" fmla="*/ 736600 h 2197135"/>
                    <a:gd name="connsiteX92" fmla="*/ 1193800 w 1270000"/>
                    <a:gd name="connsiteY92" fmla="*/ 774700 h 2197135"/>
                    <a:gd name="connsiteX93" fmla="*/ 1228725 w 1270000"/>
                    <a:gd name="connsiteY93" fmla="*/ 777875 h 2197135"/>
                    <a:gd name="connsiteX94" fmla="*/ 1270000 w 1270000"/>
                    <a:gd name="connsiteY94" fmla="*/ 844550 h 2197135"/>
                    <a:gd name="connsiteX95" fmla="*/ 1225550 w 1270000"/>
                    <a:gd name="connsiteY95" fmla="*/ 2190750 h 2197135"/>
                    <a:gd name="connsiteX96" fmla="*/ 65088 w 1270000"/>
                    <a:gd name="connsiteY96" fmla="*/ 2197135 h 2197135"/>
                    <a:gd name="connsiteX97" fmla="*/ 0 w 1270000"/>
                    <a:gd name="connsiteY97" fmla="*/ 587375 h 2197135"/>
                    <a:gd name="connsiteX98" fmla="*/ 28575 w 1270000"/>
                    <a:gd name="connsiteY98" fmla="*/ 600075 h 2197135"/>
                    <a:gd name="connsiteX99" fmla="*/ 34925 w 1270000"/>
                    <a:gd name="connsiteY99" fmla="*/ 622300 h 2197135"/>
                    <a:gd name="connsiteX100" fmla="*/ 53975 w 1270000"/>
                    <a:gd name="connsiteY100" fmla="*/ 577850 h 2197135"/>
                    <a:gd name="connsiteX101" fmla="*/ 82550 w 1270000"/>
                    <a:gd name="connsiteY101" fmla="*/ 609600 h 2197135"/>
                    <a:gd name="connsiteX102" fmla="*/ 95250 w 1270000"/>
                    <a:gd name="connsiteY102" fmla="*/ 631825 h 2197135"/>
                    <a:gd name="connsiteX103" fmla="*/ 85725 w 1270000"/>
                    <a:gd name="connsiteY103" fmla="*/ 584200 h 2197135"/>
                    <a:gd name="connsiteX104" fmla="*/ 107950 w 1270000"/>
                    <a:gd name="connsiteY104" fmla="*/ 558800 h 2197135"/>
                    <a:gd name="connsiteX105" fmla="*/ 44450 w 1270000"/>
                    <a:gd name="connsiteY105" fmla="*/ 501650 h 2197135"/>
                    <a:gd name="connsiteX106" fmla="*/ 47625 w 1270000"/>
                    <a:gd name="connsiteY106" fmla="*/ 476250 h 2197135"/>
                    <a:gd name="connsiteX107" fmla="*/ 92075 w 1270000"/>
                    <a:gd name="connsiteY107" fmla="*/ 463550 h 2197135"/>
                    <a:gd name="connsiteX108" fmla="*/ 104775 w 1270000"/>
                    <a:gd name="connsiteY108" fmla="*/ 381000 h 2197135"/>
                    <a:gd name="connsiteX0" fmla="*/ 104775 w 1270000"/>
                    <a:gd name="connsiteY0" fmla="*/ 381000 h 2192406"/>
                    <a:gd name="connsiteX1" fmla="*/ 155575 w 1270000"/>
                    <a:gd name="connsiteY1" fmla="*/ 371475 h 2192406"/>
                    <a:gd name="connsiteX2" fmla="*/ 171450 w 1270000"/>
                    <a:gd name="connsiteY2" fmla="*/ 342900 h 2192406"/>
                    <a:gd name="connsiteX3" fmla="*/ 168275 w 1270000"/>
                    <a:gd name="connsiteY3" fmla="*/ 339725 h 2192406"/>
                    <a:gd name="connsiteX4" fmla="*/ 152400 w 1270000"/>
                    <a:gd name="connsiteY4" fmla="*/ 292100 h 2192406"/>
                    <a:gd name="connsiteX5" fmla="*/ 171450 w 1270000"/>
                    <a:gd name="connsiteY5" fmla="*/ 285750 h 2192406"/>
                    <a:gd name="connsiteX6" fmla="*/ 193675 w 1270000"/>
                    <a:gd name="connsiteY6" fmla="*/ 250825 h 2192406"/>
                    <a:gd name="connsiteX7" fmla="*/ 219075 w 1270000"/>
                    <a:gd name="connsiteY7" fmla="*/ 257175 h 2192406"/>
                    <a:gd name="connsiteX8" fmla="*/ 222250 w 1270000"/>
                    <a:gd name="connsiteY8" fmla="*/ 209550 h 2192406"/>
                    <a:gd name="connsiteX9" fmla="*/ 266700 w 1270000"/>
                    <a:gd name="connsiteY9" fmla="*/ 219075 h 2192406"/>
                    <a:gd name="connsiteX10" fmla="*/ 288925 w 1270000"/>
                    <a:gd name="connsiteY10" fmla="*/ 168275 h 2192406"/>
                    <a:gd name="connsiteX11" fmla="*/ 339725 w 1270000"/>
                    <a:gd name="connsiteY11" fmla="*/ 196850 h 2192406"/>
                    <a:gd name="connsiteX12" fmla="*/ 431800 w 1270000"/>
                    <a:gd name="connsiteY12" fmla="*/ 200025 h 2192406"/>
                    <a:gd name="connsiteX13" fmla="*/ 463550 w 1270000"/>
                    <a:gd name="connsiteY13" fmla="*/ 177800 h 2192406"/>
                    <a:gd name="connsiteX14" fmla="*/ 495300 w 1270000"/>
                    <a:gd name="connsiteY14" fmla="*/ 206375 h 2192406"/>
                    <a:gd name="connsiteX15" fmla="*/ 495300 w 1270000"/>
                    <a:gd name="connsiteY15" fmla="*/ 161925 h 2192406"/>
                    <a:gd name="connsiteX16" fmla="*/ 514350 w 1270000"/>
                    <a:gd name="connsiteY16" fmla="*/ 171450 h 2192406"/>
                    <a:gd name="connsiteX17" fmla="*/ 514350 w 1270000"/>
                    <a:gd name="connsiteY17" fmla="*/ 130175 h 2192406"/>
                    <a:gd name="connsiteX18" fmla="*/ 501650 w 1270000"/>
                    <a:gd name="connsiteY18" fmla="*/ 120650 h 2192406"/>
                    <a:gd name="connsiteX19" fmla="*/ 495300 w 1270000"/>
                    <a:gd name="connsiteY19" fmla="*/ 88900 h 2192406"/>
                    <a:gd name="connsiteX20" fmla="*/ 476250 w 1270000"/>
                    <a:gd name="connsiteY20" fmla="*/ 66675 h 2192406"/>
                    <a:gd name="connsiteX21" fmla="*/ 431800 w 1270000"/>
                    <a:gd name="connsiteY21" fmla="*/ 79375 h 2192406"/>
                    <a:gd name="connsiteX22" fmla="*/ 384175 w 1270000"/>
                    <a:gd name="connsiteY22" fmla="*/ 47625 h 2192406"/>
                    <a:gd name="connsiteX23" fmla="*/ 428625 w 1270000"/>
                    <a:gd name="connsiteY23" fmla="*/ 22225 h 2192406"/>
                    <a:gd name="connsiteX24" fmla="*/ 444500 w 1270000"/>
                    <a:gd name="connsiteY24" fmla="*/ 41275 h 2192406"/>
                    <a:gd name="connsiteX25" fmla="*/ 479425 w 1270000"/>
                    <a:gd name="connsiteY25" fmla="*/ 34925 h 2192406"/>
                    <a:gd name="connsiteX26" fmla="*/ 498475 w 1270000"/>
                    <a:gd name="connsiteY26" fmla="*/ 0 h 2192406"/>
                    <a:gd name="connsiteX27" fmla="*/ 517525 w 1270000"/>
                    <a:gd name="connsiteY27" fmla="*/ 41275 h 2192406"/>
                    <a:gd name="connsiteX28" fmla="*/ 514350 w 1270000"/>
                    <a:gd name="connsiteY28" fmla="*/ 66675 h 2192406"/>
                    <a:gd name="connsiteX29" fmla="*/ 527050 w 1270000"/>
                    <a:gd name="connsiteY29" fmla="*/ 76200 h 2192406"/>
                    <a:gd name="connsiteX30" fmla="*/ 555625 w 1270000"/>
                    <a:gd name="connsiteY30" fmla="*/ 53975 h 2192406"/>
                    <a:gd name="connsiteX31" fmla="*/ 574675 w 1270000"/>
                    <a:gd name="connsiteY31" fmla="*/ 76200 h 2192406"/>
                    <a:gd name="connsiteX32" fmla="*/ 574675 w 1270000"/>
                    <a:gd name="connsiteY32" fmla="*/ 107950 h 2192406"/>
                    <a:gd name="connsiteX33" fmla="*/ 625475 w 1270000"/>
                    <a:gd name="connsiteY33" fmla="*/ 111125 h 2192406"/>
                    <a:gd name="connsiteX34" fmla="*/ 631825 w 1270000"/>
                    <a:gd name="connsiteY34" fmla="*/ 79375 h 2192406"/>
                    <a:gd name="connsiteX35" fmla="*/ 641350 w 1270000"/>
                    <a:gd name="connsiteY35" fmla="*/ 130175 h 2192406"/>
                    <a:gd name="connsiteX36" fmla="*/ 682625 w 1270000"/>
                    <a:gd name="connsiteY36" fmla="*/ 111125 h 2192406"/>
                    <a:gd name="connsiteX37" fmla="*/ 708025 w 1270000"/>
                    <a:gd name="connsiteY37" fmla="*/ 142875 h 2192406"/>
                    <a:gd name="connsiteX38" fmla="*/ 739775 w 1270000"/>
                    <a:gd name="connsiteY38" fmla="*/ 142875 h 2192406"/>
                    <a:gd name="connsiteX39" fmla="*/ 752475 w 1270000"/>
                    <a:gd name="connsiteY39" fmla="*/ 165100 h 2192406"/>
                    <a:gd name="connsiteX40" fmla="*/ 825500 w 1270000"/>
                    <a:gd name="connsiteY40" fmla="*/ 142875 h 2192406"/>
                    <a:gd name="connsiteX41" fmla="*/ 882650 w 1270000"/>
                    <a:gd name="connsiteY41" fmla="*/ 212725 h 2192406"/>
                    <a:gd name="connsiteX42" fmla="*/ 914400 w 1270000"/>
                    <a:gd name="connsiteY42" fmla="*/ 200025 h 2192406"/>
                    <a:gd name="connsiteX43" fmla="*/ 917575 w 1270000"/>
                    <a:gd name="connsiteY43" fmla="*/ 165100 h 2192406"/>
                    <a:gd name="connsiteX44" fmla="*/ 968375 w 1270000"/>
                    <a:gd name="connsiteY44" fmla="*/ 146050 h 2192406"/>
                    <a:gd name="connsiteX45" fmla="*/ 981075 w 1270000"/>
                    <a:gd name="connsiteY45" fmla="*/ 161925 h 2192406"/>
                    <a:gd name="connsiteX46" fmla="*/ 962025 w 1270000"/>
                    <a:gd name="connsiteY46" fmla="*/ 193675 h 2192406"/>
                    <a:gd name="connsiteX47" fmla="*/ 993775 w 1270000"/>
                    <a:gd name="connsiteY47" fmla="*/ 187325 h 2192406"/>
                    <a:gd name="connsiteX48" fmla="*/ 1028700 w 1270000"/>
                    <a:gd name="connsiteY48" fmla="*/ 234950 h 2192406"/>
                    <a:gd name="connsiteX49" fmla="*/ 1057275 w 1270000"/>
                    <a:gd name="connsiteY49" fmla="*/ 206375 h 2192406"/>
                    <a:gd name="connsiteX50" fmla="*/ 1025525 w 1270000"/>
                    <a:gd name="connsiteY50" fmla="*/ 174625 h 2192406"/>
                    <a:gd name="connsiteX51" fmla="*/ 1060450 w 1270000"/>
                    <a:gd name="connsiteY51" fmla="*/ 149225 h 2192406"/>
                    <a:gd name="connsiteX52" fmla="*/ 1082675 w 1270000"/>
                    <a:gd name="connsiteY52" fmla="*/ 114300 h 2192406"/>
                    <a:gd name="connsiteX53" fmla="*/ 1085850 w 1270000"/>
                    <a:gd name="connsiteY53" fmla="*/ 174625 h 2192406"/>
                    <a:gd name="connsiteX54" fmla="*/ 1101725 w 1270000"/>
                    <a:gd name="connsiteY54" fmla="*/ 203200 h 2192406"/>
                    <a:gd name="connsiteX55" fmla="*/ 1120775 w 1270000"/>
                    <a:gd name="connsiteY55" fmla="*/ 184150 h 2192406"/>
                    <a:gd name="connsiteX56" fmla="*/ 1139825 w 1270000"/>
                    <a:gd name="connsiteY56" fmla="*/ 187325 h 2192406"/>
                    <a:gd name="connsiteX57" fmla="*/ 1149350 w 1270000"/>
                    <a:gd name="connsiteY57" fmla="*/ 222250 h 2192406"/>
                    <a:gd name="connsiteX58" fmla="*/ 1114425 w 1270000"/>
                    <a:gd name="connsiteY58" fmla="*/ 234950 h 2192406"/>
                    <a:gd name="connsiteX59" fmla="*/ 1076325 w 1270000"/>
                    <a:gd name="connsiteY59" fmla="*/ 282575 h 2192406"/>
                    <a:gd name="connsiteX60" fmla="*/ 1079500 w 1270000"/>
                    <a:gd name="connsiteY60" fmla="*/ 320675 h 2192406"/>
                    <a:gd name="connsiteX61" fmla="*/ 1057275 w 1270000"/>
                    <a:gd name="connsiteY61" fmla="*/ 336550 h 2192406"/>
                    <a:gd name="connsiteX62" fmla="*/ 1022350 w 1270000"/>
                    <a:gd name="connsiteY62" fmla="*/ 327025 h 2192406"/>
                    <a:gd name="connsiteX63" fmla="*/ 1006475 w 1270000"/>
                    <a:gd name="connsiteY63" fmla="*/ 336550 h 2192406"/>
                    <a:gd name="connsiteX64" fmla="*/ 1016000 w 1270000"/>
                    <a:gd name="connsiteY64" fmla="*/ 368300 h 2192406"/>
                    <a:gd name="connsiteX65" fmla="*/ 984250 w 1270000"/>
                    <a:gd name="connsiteY65" fmla="*/ 355600 h 2192406"/>
                    <a:gd name="connsiteX66" fmla="*/ 965200 w 1270000"/>
                    <a:gd name="connsiteY66" fmla="*/ 377825 h 2192406"/>
                    <a:gd name="connsiteX67" fmla="*/ 990600 w 1270000"/>
                    <a:gd name="connsiteY67" fmla="*/ 412750 h 2192406"/>
                    <a:gd name="connsiteX68" fmla="*/ 1050925 w 1270000"/>
                    <a:gd name="connsiteY68" fmla="*/ 431800 h 2192406"/>
                    <a:gd name="connsiteX69" fmla="*/ 1082675 w 1270000"/>
                    <a:gd name="connsiteY69" fmla="*/ 406400 h 2192406"/>
                    <a:gd name="connsiteX70" fmla="*/ 1120775 w 1270000"/>
                    <a:gd name="connsiteY70" fmla="*/ 419100 h 2192406"/>
                    <a:gd name="connsiteX71" fmla="*/ 1123950 w 1270000"/>
                    <a:gd name="connsiteY71" fmla="*/ 447675 h 2192406"/>
                    <a:gd name="connsiteX72" fmla="*/ 1111250 w 1270000"/>
                    <a:gd name="connsiteY72" fmla="*/ 463550 h 2192406"/>
                    <a:gd name="connsiteX73" fmla="*/ 1149350 w 1270000"/>
                    <a:gd name="connsiteY73" fmla="*/ 485775 h 2192406"/>
                    <a:gd name="connsiteX74" fmla="*/ 1123950 w 1270000"/>
                    <a:gd name="connsiteY74" fmla="*/ 504825 h 2192406"/>
                    <a:gd name="connsiteX75" fmla="*/ 1089025 w 1270000"/>
                    <a:gd name="connsiteY75" fmla="*/ 495300 h 2192406"/>
                    <a:gd name="connsiteX76" fmla="*/ 1054100 w 1270000"/>
                    <a:gd name="connsiteY76" fmla="*/ 488950 h 2192406"/>
                    <a:gd name="connsiteX77" fmla="*/ 1044575 w 1270000"/>
                    <a:gd name="connsiteY77" fmla="*/ 438150 h 2192406"/>
                    <a:gd name="connsiteX78" fmla="*/ 987425 w 1270000"/>
                    <a:gd name="connsiteY78" fmla="*/ 422275 h 2192406"/>
                    <a:gd name="connsiteX79" fmla="*/ 984250 w 1270000"/>
                    <a:gd name="connsiteY79" fmla="*/ 473075 h 2192406"/>
                    <a:gd name="connsiteX80" fmla="*/ 920750 w 1270000"/>
                    <a:gd name="connsiteY80" fmla="*/ 527050 h 2192406"/>
                    <a:gd name="connsiteX81" fmla="*/ 923925 w 1270000"/>
                    <a:gd name="connsiteY81" fmla="*/ 546100 h 2192406"/>
                    <a:gd name="connsiteX82" fmla="*/ 898525 w 1270000"/>
                    <a:gd name="connsiteY82" fmla="*/ 565150 h 2192406"/>
                    <a:gd name="connsiteX83" fmla="*/ 914400 w 1270000"/>
                    <a:gd name="connsiteY83" fmla="*/ 590550 h 2192406"/>
                    <a:gd name="connsiteX84" fmla="*/ 942975 w 1270000"/>
                    <a:gd name="connsiteY84" fmla="*/ 600075 h 2192406"/>
                    <a:gd name="connsiteX85" fmla="*/ 971550 w 1270000"/>
                    <a:gd name="connsiteY85" fmla="*/ 635000 h 2192406"/>
                    <a:gd name="connsiteX86" fmla="*/ 1000125 w 1270000"/>
                    <a:gd name="connsiteY86" fmla="*/ 628650 h 2192406"/>
                    <a:gd name="connsiteX87" fmla="*/ 1025525 w 1270000"/>
                    <a:gd name="connsiteY87" fmla="*/ 673100 h 2192406"/>
                    <a:gd name="connsiteX88" fmla="*/ 1060450 w 1270000"/>
                    <a:gd name="connsiteY88" fmla="*/ 688975 h 2192406"/>
                    <a:gd name="connsiteX89" fmla="*/ 1082675 w 1270000"/>
                    <a:gd name="connsiteY89" fmla="*/ 727075 h 2192406"/>
                    <a:gd name="connsiteX90" fmla="*/ 1104900 w 1270000"/>
                    <a:gd name="connsiteY90" fmla="*/ 746125 h 2192406"/>
                    <a:gd name="connsiteX91" fmla="*/ 1155700 w 1270000"/>
                    <a:gd name="connsiteY91" fmla="*/ 736600 h 2192406"/>
                    <a:gd name="connsiteX92" fmla="*/ 1193800 w 1270000"/>
                    <a:gd name="connsiteY92" fmla="*/ 774700 h 2192406"/>
                    <a:gd name="connsiteX93" fmla="*/ 1228725 w 1270000"/>
                    <a:gd name="connsiteY93" fmla="*/ 777875 h 2192406"/>
                    <a:gd name="connsiteX94" fmla="*/ 1270000 w 1270000"/>
                    <a:gd name="connsiteY94" fmla="*/ 844550 h 2192406"/>
                    <a:gd name="connsiteX95" fmla="*/ 1225550 w 1270000"/>
                    <a:gd name="connsiteY95" fmla="*/ 2190750 h 2192406"/>
                    <a:gd name="connsiteX96" fmla="*/ 65088 w 1270000"/>
                    <a:gd name="connsiteY96" fmla="*/ 2192406 h 2192406"/>
                    <a:gd name="connsiteX97" fmla="*/ 0 w 1270000"/>
                    <a:gd name="connsiteY97" fmla="*/ 587375 h 2192406"/>
                    <a:gd name="connsiteX98" fmla="*/ 28575 w 1270000"/>
                    <a:gd name="connsiteY98" fmla="*/ 600075 h 2192406"/>
                    <a:gd name="connsiteX99" fmla="*/ 34925 w 1270000"/>
                    <a:gd name="connsiteY99" fmla="*/ 622300 h 2192406"/>
                    <a:gd name="connsiteX100" fmla="*/ 53975 w 1270000"/>
                    <a:gd name="connsiteY100" fmla="*/ 577850 h 2192406"/>
                    <a:gd name="connsiteX101" fmla="*/ 82550 w 1270000"/>
                    <a:gd name="connsiteY101" fmla="*/ 609600 h 2192406"/>
                    <a:gd name="connsiteX102" fmla="*/ 95250 w 1270000"/>
                    <a:gd name="connsiteY102" fmla="*/ 631825 h 2192406"/>
                    <a:gd name="connsiteX103" fmla="*/ 85725 w 1270000"/>
                    <a:gd name="connsiteY103" fmla="*/ 584200 h 2192406"/>
                    <a:gd name="connsiteX104" fmla="*/ 107950 w 1270000"/>
                    <a:gd name="connsiteY104" fmla="*/ 558800 h 2192406"/>
                    <a:gd name="connsiteX105" fmla="*/ 44450 w 1270000"/>
                    <a:gd name="connsiteY105" fmla="*/ 501650 h 2192406"/>
                    <a:gd name="connsiteX106" fmla="*/ 47625 w 1270000"/>
                    <a:gd name="connsiteY106" fmla="*/ 476250 h 2192406"/>
                    <a:gd name="connsiteX107" fmla="*/ 92075 w 1270000"/>
                    <a:gd name="connsiteY107" fmla="*/ 463550 h 2192406"/>
                    <a:gd name="connsiteX108" fmla="*/ 104775 w 1270000"/>
                    <a:gd name="connsiteY108" fmla="*/ 381000 h 2192406"/>
                    <a:gd name="connsiteX0" fmla="*/ 104775 w 1270000"/>
                    <a:gd name="connsiteY0" fmla="*/ 381000 h 2190819"/>
                    <a:gd name="connsiteX1" fmla="*/ 155575 w 1270000"/>
                    <a:gd name="connsiteY1" fmla="*/ 371475 h 2190819"/>
                    <a:gd name="connsiteX2" fmla="*/ 171450 w 1270000"/>
                    <a:gd name="connsiteY2" fmla="*/ 342900 h 2190819"/>
                    <a:gd name="connsiteX3" fmla="*/ 168275 w 1270000"/>
                    <a:gd name="connsiteY3" fmla="*/ 339725 h 2190819"/>
                    <a:gd name="connsiteX4" fmla="*/ 152400 w 1270000"/>
                    <a:gd name="connsiteY4" fmla="*/ 292100 h 2190819"/>
                    <a:gd name="connsiteX5" fmla="*/ 171450 w 1270000"/>
                    <a:gd name="connsiteY5" fmla="*/ 285750 h 2190819"/>
                    <a:gd name="connsiteX6" fmla="*/ 193675 w 1270000"/>
                    <a:gd name="connsiteY6" fmla="*/ 250825 h 2190819"/>
                    <a:gd name="connsiteX7" fmla="*/ 219075 w 1270000"/>
                    <a:gd name="connsiteY7" fmla="*/ 257175 h 2190819"/>
                    <a:gd name="connsiteX8" fmla="*/ 222250 w 1270000"/>
                    <a:gd name="connsiteY8" fmla="*/ 209550 h 2190819"/>
                    <a:gd name="connsiteX9" fmla="*/ 266700 w 1270000"/>
                    <a:gd name="connsiteY9" fmla="*/ 219075 h 2190819"/>
                    <a:gd name="connsiteX10" fmla="*/ 288925 w 1270000"/>
                    <a:gd name="connsiteY10" fmla="*/ 168275 h 2190819"/>
                    <a:gd name="connsiteX11" fmla="*/ 339725 w 1270000"/>
                    <a:gd name="connsiteY11" fmla="*/ 196850 h 2190819"/>
                    <a:gd name="connsiteX12" fmla="*/ 431800 w 1270000"/>
                    <a:gd name="connsiteY12" fmla="*/ 200025 h 2190819"/>
                    <a:gd name="connsiteX13" fmla="*/ 463550 w 1270000"/>
                    <a:gd name="connsiteY13" fmla="*/ 177800 h 2190819"/>
                    <a:gd name="connsiteX14" fmla="*/ 495300 w 1270000"/>
                    <a:gd name="connsiteY14" fmla="*/ 206375 h 2190819"/>
                    <a:gd name="connsiteX15" fmla="*/ 495300 w 1270000"/>
                    <a:gd name="connsiteY15" fmla="*/ 161925 h 2190819"/>
                    <a:gd name="connsiteX16" fmla="*/ 514350 w 1270000"/>
                    <a:gd name="connsiteY16" fmla="*/ 171450 h 2190819"/>
                    <a:gd name="connsiteX17" fmla="*/ 514350 w 1270000"/>
                    <a:gd name="connsiteY17" fmla="*/ 130175 h 2190819"/>
                    <a:gd name="connsiteX18" fmla="*/ 501650 w 1270000"/>
                    <a:gd name="connsiteY18" fmla="*/ 120650 h 2190819"/>
                    <a:gd name="connsiteX19" fmla="*/ 495300 w 1270000"/>
                    <a:gd name="connsiteY19" fmla="*/ 88900 h 2190819"/>
                    <a:gd name="connsiteX20" fmla="*/ 476250 w 1270000"/>
                    <a:gd name="connsiteY20" fmla="*/ 66675 h 2190819"/>
                    <a:gd name="connsiteX21" fmla="*/ 431800 w 1270000"/>
                    <a:gd name="connsiteY21" fmla="*/ 79375 h 2190819"/>
                    <a:gd name="connsiteX22" fmla="*/ 384175 w 1270000"/>
                    <a:gd name="connsiteY22" fmla="*/ 47625 h 2190819"/>
                    <a:gd name="connsiteX23" fmla="*/ 428625 w 1270000"/>
                    <a:gd name="connsiteY23" fmla="*/ 22225 h 2190819"/>
                    <a:gd name="connsiteX24" fmla="*/ 444500 w 1270000"/>
                    <a:gd name="connsiteY24" fmla="*/ 41275 h 2190819"/>
                    <a:gd name="connsiteX25" fmla="*/ 479425 w 1270000"/>
                    <a:gd name="connsiteY25" fmla="*/ 34925 h 2190819"/>
                    <a:gd name="connsiteX26" fmla="*/ 498475 w 1270000"/>
                    <a:gd name="connsiteY26" fmla="*/ 0 h 2190819"/>
                    <a:gd name="connsiteX27" fmla="*/ 517525 w 1270000"/>
                    <a:gd name="connsiteY27" fmla="*/ 41275 h 2190819"/>
                    <a:gd name="connsiteX28" fmla="*/ 514350 w 1270000"/>
                    <a:gd name="connsiteY28" fmla="*/ 66675 h 2190819"/>
                    <a:gd name="connsiteX29" fmla="*/ 527050 w 1270000"/>
                    <a:gd name="connsiteY29" fmla="*/ 76200 h 2190819"/>
                    <a:gd name="connsiteX30" fmla="*/ 555625 w 1270000"/>
                    <a:gd name="connsiteY30" fmla="*/ 53975 h 2190819"/>
                    <a:gd name="connsiteX31" fmla="*/ 574675 w 1270000"/>
                    <a:gd name="connsiteY31" fmla="*/ 76200 h 2190819"/>
                    <a:gd name="connsiteX32" fmla="*/ 574675 w 1270000"/>
                    <a:gd name="connsiteY32" fmla="*/ 107950 h 2190819"/>
                    <a:gd name="connsiteX33" fmla="*/ 625475 w 1270000"/>
                    <a:gd name="connsiteY33" fmla="*/ 111125 h 2190819"/>
                    <a:gd name="connsiteX34" fmla="*/ 631825 w 1270000"/>
                    <a:gd name="connsiteY34" fmla="*/ 79375 h 2190819"/>
                    <a:gd name="connsiteX35" fmla="*/ 641350 w 1270000"/>
                    <a:gd name="connsiteY35" fmla="*/ 130175 h 2190819"/>
                    <a:gd name="connsiteX36" fmla="*/ 682625 w 1270000"/>
                    <a:gd name="connsiteY36" fmla="*/ 111125 h 2190819"/>
                    <a:gd name="connsiteX37" fmla="*/ 708025 w 1270000"/>
                    <a:gd name="connsiteY37" fmla="*/ 142875 h 2190819"/>
                    <a:gd name="connsiteX38" fmla="*/ 739775 w 1270000"/>
                    <a:gd name="connsiteY38" fmla="*/ 142875 h 2190819"/>
                    <a:gd name="connsiteX39" fmla="*/ 752475 w 1270000"/>
                    <a:gd name="connsiteY39" fmla="*/ 165100 h 2190819"/>
                    <a:gd name="connsiteX40" fmla="*/ 825500 w 1270000"/>
                    <a:gd name="connsiteY40" fmla="*/ 142875 h 2190819"/>
                    <a:gd name="connsiteX41" fmla="*/ 882650 w 1270000"/>
                    <a:gd name="connsiteY41" fmla="*/ 212725 h 2190819"/>
                    <a:gd name="connsiteX42" fmla="*/ 914400 w 1270000"/>
                    <a:gd name="connsiteY42" fmla="*/ 200025 h 2190819"/>
                    <a:gd name="connsiteX43" fmla="*/ 917575 w 1270000"/>
                    <a:gd name="connsiteY43" fmla="*/ 165100 h 2190819"/>
                    <a:gd name="connsiteX44" fmla="*/ 968375 w 1270000"/>
                    <a:gd name="connsiteY44" fmla="*/ 146050 h 2190819"/>
                    <a:gd name="connsiteX45" fmla="*/ 981075 w 1270000"/>
                    <a:gd name="connsiteY45" fmla="*/ 161925 h 2190819"/>
                    <a:gd name="connsiteX46" fmla="*/ 962025 w 1270000"/>
                    <a:gd name="connsiteY46" fmla="*/ 193675 h 2190819"/>
                    <a:gd name="connsiteX47" fmla="*/ 993775 w 1270000"/>
                    <a:gd name="connsiteY47" fmla="*/ 187325 h 2190819"/>
                    <a:gd name="connsiteX48" fmla="*/ 1028700 w 1270000"/>
                    <a:gd name="connsiteY48" fmla="*/ 234950 h 2190819"/>
                    <a:gd name="connsiteX49" fmla="*/ 1057275 w 1270000"/>
                    <a:gd name="connsiteY49" fmla="*/ 206375 h 2190819"/>
                    <a:gd name="connsiteX50" fmla="*/ 1025525 w 1270000"/>
                    <a:gd name="connsiteY50" fmla="*/ 174625 h 2190819"/>
                    <a:gd name="connsiteX51" fmla="*/ 1060450 w 1270000"/>
                    <a:gd name="connsiteY51" fmla="*/ 149225 h 2190819"/>
                    <a:gd name="connsiteX52" fmla="*/ 1082675 w 1270000"/>
                    <a:gd name="connsiteY52" fmla="*/ 114300 h 2190819"/>
                    <a:gd name="connsiteX53" fmla="*/ 1085850 w 1270000"/>
                    <a:gd name="connsiteY53" fmla="*/ 174625 h 2190819"/>
                    <a:gd name="connsiteX54" fmla="*/ 1101725 w 1270000"/>
                    <a:gd name="connsiteY54" fmla="*/ 203200 h 2190819"/>
                    <a:gd name="connsiteX55" fmla="*/ 1120775 w 1270000"/>
                    <a:gd name="connsiteY55" fmla="*/ 184150 h 2190819"/>
                    <a:gd name="connsiteX56" fmla="*/ 1139825 w 1270000"/>
                    <a:gd name="connsiteY56" fmla="*/ 187325 h 2190819"/>
                    <a:gd name="connsiteX57" fmla="*/ 1149350 w 1270000"/>
                    <a:gd name="connsiteY57" fmla="*/ 222250 h 2190819"/>
                    <a:gd name="connsiteX58" fmla="*/ 1114425 w 1270000"/>
                    <a:gd name="connsiteY58" fmla="*/ 234950 h 2190819"/>
                    <a:gd name="connsiteX59" fmla="*/ 1076325 w 1270000"/>
                    <a:gd name="connsiteY59" fmla="*/ 282575 h 2190819"/>
                    <a:gd name="connsiteX60" fmla="*/ 1079500 w 1270000"/>
                    <a:gd name="connsiteY60" fmla="*/ 320675 h 2190819"/>
                    <a:gd name="connsiteX61" fmla="*/ 1057275 w 1270000"/>
                    <a:gd name="connsiteY61" fmla="*/ 336550 h 2190819"/>
                    <a:gd name="connsiteX62" fmla="*/ 1022350 w 1270000"/>
                    <a:gd name="connsiteY62" fmla="*/ 327025 h 2190819"/>
                    <a:gd name="connsiteX63" fmla="*/ 1006475 w 1270000"/>
                    <a:gd name="connsiteY63" fmla="*/ 336550 h 2190819"/>
                    <a:gd name="connsiteX64" fmla="*/ 1016000 w 1270000"/>
                    <a:gd name="connsiteY64" fmla="*/ 368300 h 2190819"/>
                    <a:gd name="connsiteX65" fmla="*/ 984250 w 1270000"/>
                    <a:gd name="connsiteY65" fmla="*/ 355600 h 2190819"/>
                    <a:gd name="connsiteX66" fmla="*/ 965200 w 1270000"/>
                    <a:gd name="connsiteY66" fmla="*/ 377825 h 2190819"/>
                    <a:gd name="connsiteX67" fmla="*/ 990600 w 1270000"/>
                    <a:gd name="connsiteY67" fmla="*/ 412750 h 2190819"/>
                    <a:gd name="connsiteX68" fmla="*/ 1050925 w 1270000"/>
                    <a:gd name="connsiteY68" fmla="*/ 431800 h 2190819"/>
                    <a:gd name="connsiteX69" fmla="*/ 1082675 w 1270000"/>
                    <a:gd name="connsiteY69" fmla="*/ 406400 h 2190819"/>
                    <a:gd name="connsiteX70" fmla="*/ 1120775 w 1270000"/>
                    <a:gd name="connsiteY70" fmla="*/ 419100 h 2190819"/>
                    <a:gd name="connsiteX71" fmla="*/ 1123950 w 1270000"/>
                    <a:gd name="connsiteY71" fmla="*/ 447675 h 2190819"/>
                    <a:gd name="connsiteX72" fmla="*/ 1111250 w 1270000"/>
                    <a:gd name="connsiteY72" fmla="*/ 463550 h 2190819"/>
                    <a:gd name="connsiteX73" fmla="*/ 1149350 w 1270000"/>
                    <a:gd name="connsiteY73" fmla="*/ 485775 h 2190819"/>
                    <a:gd name="connsiteX74" fmla="*/ 1123950 w 1270000"/>
                    <a:gd name="connsiteY74" fmla="*/ 504825 h 2190819"/>
                    <a:gd name="connsiteX75" fmla="*/ 1089025 w 1270000"/>
                    <a:gd name="connsiteY75" fmla="*/ 495300 h 2190819"/>
                    <a:gd name="connsiteX76" fmla="*/ 1054100 w 1270000"/>
                    <a:gd name="connsiteY76" fmla="*/ 488950 h 2190819"/>
                    <a:gd name="connsiteX77" fmla="*/ 1044575 w 1270000"/>
                    <a:gd name="connsiteY77" fmla="*/ 438150 h 2190819"/>
                    <a:gd name="connsiteX78" fmla="*/ 987425 w 1270000"/>
                    <a:gd name="connsiteY78" fmla="*/ 422275 h 2190819"/>
                    <a:gd name="connsiteX79" fmla="*/ 984250 w 1270000"/>
                    <a:gd name="connsiteY79" fmla="*/ 473075 h 2190819"/>
                    <a:gd name="connsiteX80" fmla="*/ 920750 w 1270000"/>
                    <a:gd name="connsiteY80" fmla="*/ 527050 h 2190819"/>
                    <a:gd name="connsiteX81" fmla="*/ 923925 w 1270000"/>
                    <a:gd name="connsiteY81" fmla="*/ 546100 h 2190819"/>
                    <a:gd name="connsiteX82" fmla="*/ 898525 w 1270000"/>
                    <a:gd name="connsiteY82" fmla="*/ 565150 h 2190819"/>
                    <a:gd name="connsiteX83" fmla="*/ 914400 w 1270000"/>
                    <a:gd name="connsiteY83" fmla="*/ 590550 h 2190819"/>
                    <a:gd name="connsiteX84" fmla="*/ 942975 w 1270000"/>
                    <a:gd name="connsiteY84" fmla="*/ 600075 h 2190819"/>
                    <a:gd name="connsiteX85" fmla="*/ 971550 w 1270000"/>
                    <a:gd name="connsiteY85" fmla="*/ 635000 h 2190819"/>
                    <a:gd name="connsiteX86" fmla="*/ 1000125 w 1270000"/>
                    <a:gd name="connsiteY86" fmla="*/ 628650 h 2190819"/>
                    <a:gd name="connsiteX87" fmla="*/ 1025525 w 1270000"/>
                    <a:gd name="connsiteY87" fmla="*/ 673100 h 2190819"/>
                    <a:gd name="connsiteX88" fmla="*/ 1060450 w 1270000"/>
                    <a:gd name="connsiteY88" fmla="*/ 688975 h 2190819"/>
                    <a:gd name="connsiteX89" fmla="*/ 1082675 w 1270000"/>
                    <a:gd name="connsiteY89" fmla="*/ 727075 h 2190819"/>
                    <a:gd name="connsiteX90" fmla="*/ 1104900 w 1270000"/>
                    <a:gd name="connsiteY90" fmla="*/ 746125 h 2190819"/>
                    <a:gd name="connsiteX91" fmla="*/ 1155700 w 1270000"/>
                    <a:gd name="connsiteY91" fmla="*/ 736600 h 2190819"/>
                    <a:gd name="connsiteX92" fmla="*/ 1193800 w 1270000"/>
                    <a:gd name="connsiteY92" fmla="*/ 774700 h 2190819"/>
                    <a:gd name="connsiteX93" fmla="*/ 1228725 w 1270000"/>
                    <a:gd name="connsiteY93" fmla="*/ 777875 h 2190819"/>
                    <a:gd name="connsiteX94" fmla="*/ 1270000 w 1270000"/>
                    <a:gd name="connsiteY94" fmla="*/ 844550 h 2190819"/>
                    <a:gd name="connsiteX95" fmla="*/ 1225550 w 1270000"/>
                    <a:gd name="connsiteY95" fmla="*/ 2190750 h 2190819"/>
                    <a:gd name="connsiteX96" fmla="*/ 55563 w 1270000"/>
                    <a:gd name="connsiteY96" fmla="*/ 2190819 h 2190819"/>
                    <a:gd name="connsiteX97" fmla="*/ 0 w 1270000"/>
                    <a:gd name="connsiteY97" fmla="*/ 587375 h 2190819"/>
                    <a:gd name="connsiteX98" fmla="*/ 28575 w 1270000"/>
                    <a:gd name="connsiteY98" fmla="*/ 600075 h 2190819"/>
                    <a:gd name="connsiteX99" fmla="*/ 34925 w 1270000"/>
                    <a:gd name="connsiteY99" fmla="*/ 622300 h 2190819"/>
                    <a:gd name="connsiteX100" fmla="*/ 53975 w 1270000"/>
                    <a:gd name="connsiteY100" fmla="*/ 577850 h 2190819"/>
                    <a:gd name="connsiteX101" fmla="*/ 82550 w 1270000"/>
                    <a:gd name="connsiteY101" fmla="*/ 609600 h 2190819"/>
                    <a:gd name="connsiteX102" fmla="*/ 95250 w 1270000"/>
                    <a:gd name="connsiteY102" fmla="*/ 631825 h 2190819"/>
                    <a:gd name="connsiteX103" fmla="*/ 85725 w 1270000"/>
                    <a:gd name="connsiteY103" fmla="*/ 584200 h 2190819"/>
                    <a:gd name="connsiteX104" fmla="*/ 107950 w 1270000"/>
                    <a:gd name="connsiteY104" fmla="*/ 558800 h 2190819"/>
                    <a:gd name="connsiteX105" fmla="*/ 44450 w 1270000"/>
                    <a:gd name="connsiteY105" fmla="*/ 501650 h 2190819"/>
                    <a:gd name="connsiteX106" fmla="*/ 47625 w 1270000"/>
                    <a:gd name="connsiteY106" fmla="*/ 476250 h 2190819"/>
                    <a:gd name="connsiteX107" fmla="*/ 92075 w 1270000"/>
                    <a:gd name="connsiteY107" fmla="*/ 463550 h 2190819"/>
                    <a:gd name="connsiteX108" fmla="*/ 104775 w 1270000"/>
                    <a:gd name="connsiteY108" fmla="*/ 381000 h 219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270000" h="2190819">
                      <a:moveTo>
                        <a:pt x="104775" y="381000"/>
                      </a:moveTo>
                      <a:cubicBezTo>
                        <a:pt x="154761" y="377668"/>
                        <a:pt x="145285" y="392056"/>
                        <a:pt x="155575" y="371475"/>
                      </a:cubicBezTo>
                      <a:cubicBezTo>
                        <a:pt x="171612" y="355438"/>
                        <a:pt x="179470" y="358939"/>
                        <a:pt x="171450" y="342900"/>
                      </a:cubicBezTo>
                      <a:cubicBezTo>
                        <a:pt x="170781" y="341561"/>
                        <a:pt x="169333" y="340783"/>
                        <a:pt x="168275" y="339725"/>
                      </a:cubicBezTo>
                      <a:lnTo>
                        <a:pt x="152400" y="292100"/>
                      </a:lnTo>
                      <a:lnTo>
                        <a:pt x="171450" y="285750"/>
                      </a:lnTo>
                      <a:cubicBezTo>
                        <a:pt x="188201" y="248898"/>
                        <a:pt x="174537" y="250825"/>
                        <a:pt x="193675" y="250825"/>
                      </a:cubicBezTo>
                      <a:lnTo>
                        <a:pt x="219075" y="257175"/>
                      </a:lnTo>
                      <a:lnTo>
                        <a:pt x="222250" y="209550"/>
                      </a:lnTo>
                      <a:lnTo>
                        <a:pt x="266700" y="219075"/>
                      </a:lnTo>
                      <a:lnTo>
                        <a:pt x="288925" y="168275"/>
                      </a:lnTo>
                      <a:cubicBezTo>
                        <a:pt x="335155" y="197995"/>
                        <a:pt x="315761" y="196850"/>
                        <a:pt x="339725" y="196850"/>
                      </a:cubicBezTo>
                      <a:lnTo>
                        <a:pt x="431800" y="200025"/>
                      </a:lnTo>
                      <a:lnTo>
                        <a:pt x="463550" y="177800"/>
                      </a:lnTo>
                      <a:lnTo>
                        <a:pt x="495300" y="206375"/>
                      </a:lnTo>
                      <a:cubicBezTo>
                        <a:pt x="485110" y="158820"/>
                        <a:pt x="470622" y="161925"/>
                        <a:pt x="495300" y="161925"/>
                      </a:cubicBezTo>
                      <a:cubicBezTo>
                        <a:pt x="512083" y="171995"/>
                        <a:pt x="505004" y="171450"/>
                        <a:pt x="514350" y="171450"/>
                      </a:cubicBezTo>
                      <a:lnTo>
                        <a:pt x="514350" y="130175"/>
                      </a:lnTo>
                      <a:lnTo>
                        <a:pt x="501650" y="120650"/>
                      </a:lnTo>
                      <a:lnTo>
                        <a:pt x="495300" y="88900"/>
                      </a:lnTo>
                      <a:lnTo>
                        <a:pt x="476250" y="66675"/>
                      </a:lnTo>
                      <a:lnTo>
                        <a:pt x="431800" y="79375"/>
                      </a:lnTo>
                      <a:lnTo>
                        <a:pt x="384175" y="47625"/>
                      </a:lnTo>
                      <a:lnTo>
                        <a:pt x="428625" y="22225"/>
                      </a:lnTo>
                      <a:lnTo>
                        <a:pt x="444500" y="41275"/>
                      </a:lnTo>
                      <a:lnTo>
                        <a:pt x="479425" y="34925"/>
                      </a:lnTo>
                      <a:lnTo>
                        <a:pt x="498475" y="0"/>
                      </a:lnTo>
                      <a:lnTo>
                        <a:pt x="517525" y="41275"/>
                      </a:lnTo>
                      <a:lnTo>
                        <a:pt x="514350" y="66675"/>
                      </a:lnTo>
                      <a:lnTo>
                        <a:pt x="527050" y="76200"/>
                      </a:lnTo>
                      <a:lnTo>
                        <a:pt x="555625" y="53975"/>
                      </a:lnTo>
                      <a:cubicBezTo>
                        <a:pt x="578598" y="76948"/>
                        <a:pt x="588327" y="76200"/>
                        <a:pt x="574675" y="76200"/>
                      </a:cubicBezTo>
                      <a:lnTo>
                        <a:pt x="574675" y="107950"/>
                      </a:lnTo>
                      <a:lnTo>
                        <a:pt x="625475" y="111125"/>
                      </a:lnTo>
                      <a:lnTo>
                        <a:pt x="631825" y="79375"/>
                      </a:lnTo>
                      <a:lnTo>
                        <a:pt x="641350" y="130175"/>
                      </a:lnTo>
                      <a:lnTo>
                        <a:pt x="682625" y="111125"/>
                      </a:lnTo>
                      <a:lnTo>
                        <a:pt x="708025" y="142875"/>
                      </a:lnTo>
                      <a:lnTo>
                        <a:pt x="739775" y="142875"/>
                      </a:lnTo>
                      <a:lnTo>
                        <a:pt x="752475" y="165100"/>
                      </a:lnTo>
                      <a:cubicBezTo>
                        <a:pt x="823334" y="142554"/>
                        <a:pt x="797891" y="142875"/>
                        <a:pt x="825500" y="142875"/>
                      </a:cubicBezTo>
                      <a:lnTo>
                        <a:pt x="882650" y="212725"/>
                      </a:lnTo>
                      <a:lnTo>
                        <a:pt x="914400" y="200025"/>
                      </a:lnTo>
                      <a:lnTo>
                        <a:pt x="917575" y="165100"/>
                      </a:lnTo>
                      <a:lnTo>
                        <a:pt x="968375" y="146050"/>
                      </a:lnTo>
                      <a:lnTo>
                        <a:pt x="981075" y="161925"/>
                      </a:lnTo>
                      <a:lnTo>
                        <a:pt x="962025" y="193675"/>
                      </a:lnTo>
                      <a:lnTo>
                        <a:pt x="993775" y="187325"/>
                      </a:lnTo>
                      <a:lnTo>
                        <a:pt x="1028700" y="234950"/>
                      </a:lnTo>
                      <a:cubicBezTo>
                        <a:pt x="1058066" y="208847"/>
                        <a:pt x="1057275" y="222294"/>
                        <a:pt x="1057275" y="206375"/>
                      </a:cubicBezTo>
                      <a:lnTo>
                        <a:pt x="1025525" y="174625"/>
                      </a:lnTo>
                      <a:lnTo>
                        <a:pt x="1060450" y="149225"/>
                      </a:lnTo>
                      <a:lnTo>
                        <a:pt x="1082675" y="114300"/>
                      </a:lnTo>
                      <a:lnTo>
                        <a:pt x="1085850" y="174625"/>
                      </a:lnTo>
                      <a:cubicBezTo>
                        <a:pt x="1102198" y="207322"/>
                        <a:pt x="1101725" y="218208"/>
                        <a:pt x="1101725" y="203200"/>
                      </a:cubicBezTo>
                      <a:lnTo>
                        <a:pt x="1120775" y="184150"/>
                      </a:lnTo>
                      <a:lnTo>
                        <a:pt x="1139825" y="187325"/>
                      </a:lnTo>
                      <a:lnTo>
                        <a:pt x="1149350" y="222250"/>
                      </a:lnTo>
                      <a:cubicBezTo>
                        <a:pt x="1116617" y="235343"/>
                        <a:pt x="1128999" y="234950"/>
                        <a:pt x="1114425" y="234950"/>
                      </a:cubicBezTo>
                      <a:lnTo>
                        <a:pt x="1076325" y="282575"/>
                      </a:lnTo>
                      <a:lnTo>
                        <a:pt x="1079500" y="320675"/>
                      </a:lnTo>
                      <a:lnTo>
                        <a:pt x="1057275" y="336550"/>
                      </a:lnTo>
                      <a:lnTo>
                        <a:pt x="1022350" y="327025"/>
                      </a:lnTo>
                      <a:lnTo>
                        <a:pt x="1006475" y="336550"/>
                      </a:lnTo>
                      <a:lnTo>
                        <a:pt x="1016000" y="368300"/>
                      </a:lnTo>
                      <a:lnTo>
                        <a:pt x="984250" y="355600"/>
                      </a:lnTo>
                      <a:lnTo>
                        <a:pt x="965200" y="377825"/>
                      </a:lnTo>
                      <a:lnTo>
                        <a:pt x="990600" y="412750"/>
                      </a:lnTo>
                      <a:lnTo>
                        <a:pt x="1050925" y="431800"/>
                      </a:lnTo>
                      <a:lnTo>
                        <a:pt x="1082675" y="406400"/>
                      </a:lnTo>
                      <a:lnTo>
                        <a:pt x="1120775" y="419100"/>
                      </a:lnTo>
                      <a:lnTo>
                        <a:pt x="1123950" y="447675"/>
                      </a:lnTo>
                      <a:lnTo>
                        <a:pt x="1111250" y="463550"/>
                      </a:lnTo>
                      <a:lnTo>
                        <a:pt x="1149350" y="485775"/>
                      </a:lnTo>
                      <a:lnTo>
                        <a:pt x="1123950" y="504825"/>
                      </a:lnTo>
                      <a:lnTo>
                        <a:pt x="1089025" y="495300"/>
                      </a:lnTo>
                      <a:lnTo>
                        <a:pt x="1054100" y="488950"/>
                      </a:lnTo>
                      <a:lnTo>
                        <a:pt x="1044575" y="438150"/>
                      </a:lnTo>
                      <a:lnTo>
                        <a:pt x="987425" y="422275"/>
                      </a:lnTo>
                      <a:lnTo>
                        <a:pt x="984250" y="473075"/>
                      </a:lnTo>
                      <a:lnTo>
                        <a:pt x="920750" y="527050"/>
                      </a:lnTo>
                      <a:lnTo>
                        <a:pt x="923925" y="546100"/>
                      </a:lnTo>
                      <a:lnTo>
                        <a:pt x="898525" y="565150"/>
                      </a:lnTo>
                      <a:cubicBezTo>
                        <a:pt x="911698" y="591497"/>
                        <a:pt x="901759" y="590550"/>
                        <a:pt x="914400" y="590550"/>
                      </a:cubicBezTo>
                      <a:lnTo>
                        <a:pt x="942975" y="600075"/>
                      </a:lnTo>
                      <a:lnTo>
                        <a:pt x="971550" y="635000"/>
                      </a:lnTo>
                      <a:lnTo>
                        <a:pt x="1000125" y="628650"/>
                      </a:lnTo>
                      <a:lnTo>
                        <a:pt x="1025525" y="673100"/>
                      </a:lnTo>
                      <a:lnTo>
                        <a:pt x="1060450" y="688975"/>
                      </a:lnTo>
                      <a:lnTo>
                        <a:pt x="1082675" y="727075"/>
                      </a:lnTo>
                      <a:lnTo>
                        <a:pt x="1104900" y="746125"/>
                      </a:lnTo>
                      <a:lnTo>
                        <a:pt x="1155700" y="736600"/>
                      </a:lnTo>
                      <a:cubicBezTo>
                        <a:pt x="1188805" y="776326"/>
                        <a:pt x="1170918" y="774700"/>
                        <a:pt x="1193800" y="774700"/>
                      </a:cubicBezTo>
                      <a:cubicBezTo>
                        <a:pt x="1226603" y="777980"/>
                        <a:pt x="1214914" y="777875"/>
                        <a:pt x="1228725" y="777875"/>
                      </a:cubicBezTo>
                      <a:lnTo>
                        <a:pt x="1270000" y="844550"/>
                      </a:lnTo>
                      <a:lnTo>
                        <a:pt x="1225550" y="2190750"/>
                      </a:lnTo>
                      <a:lnTo>
                        <a:pt x="55563" y="2190819"/>
                      </a:lnTo>
                      <a:lnTo>
                        <a:pt x="0" y="587375"/>
                      </a:lnTo>
                      <a:lnTo>
                        <a:pt x="28575" y="600075"/>
                      </a:lnTo>
                      <a:cubicBezTo>
                        <a:pt x="35182" y="626502"/>
                        <a:pt x="34925" y="634202"/>
                        <a:pt x="34925" y="622300"/>
                      </a:cubicBezTo>
                      <a:lnTo>
                        <a:pt x="53975" y="577850"/>
                      </a:lnTo>
                      <a:lnTo>
                        <a:pt x="82550" y="609600"/>
                      </a:lnTo>
                      <a:lnTo>
                        <a:pt x="95250" y="631825"/>
                      </a:lnTo>
                      <a:cubicBezTo>
                        <a:pt x="85503" y="586340"/>
                        <a:pt x="85725" y="602528"/>
                        <a:pt x="85725" y="584200"/>
                      </a:cubicBezTo>
                      <a:cubicBezTo>
                        <a:pt x="113018" y="563730"/>
                        <a:pt x="115858" y="574616"/>
                        <a:pt x="107950" y="558800"/>
                      </a:cubicBezTo>
                      <a:lnTo>
                        <a:pt x="44450" y="501650"/>
                      </a:lnTo>
                      <a:lnTo>
                        <a:pt x="47625" y="476250"/>
                      </a:lnTo>
                      <a:lnTo>
                        <a:pt x="92075" y="463550"/>
                      </a:lnTo>
                      <a:lnTo>
                        <a:pt x="104775" y="381000"/>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8" name="Freeform 398">
                  <a:extLst>
                    <a:ext uri="{FF2B5EF4-FFF2-40B4-BE49-F238E27FC236}">
                      <a16:creationId xmlns:a16="http://schemas.microsoft.com/office/drawing/2014/main" id="{3F598488-D9B5-4952-B07A-9748F268ABAA}"/>
                    </a:ext>
                  </a:extLst>
                </p:cNvPr>
                <p:cNvSpPr/>
                <p:nvPr>
                  <p:custDataLst>
                    <p:tags r:id="rId9"/>
                  </p:custDataLst>
                </p:nvPr>
              </p:nvSpPr>
              <p:spPr bwMode="auto">
                <a:xfrm>
                  <a:off x="6260465" y="5206318"/>
                  <a:ext cx="908215" cy="674227"/>
                </a:xfrm>
                <a:custGeom>
                  <a:avLst/>
                  <a:gdLst>
                    <a:gd name="connsiteX0" fmla="*/ 107950 w 1022350"/>
                    <a:gd name="connsiteY0" fmla="*/ 47625 h 793750"/>
                    <a:gd name="connsiteX1" fmla="*/ 152400 w 1022350"/>
                    <a:gd name="connsiteY1" fmla="*/ 22225 h 793750"/>
                    <a:gd name="connsiteX2" fmla="*/ 225425 w 1022350"/>
                    <a:gd name="connsiteY2" fmla="*/ 79375 h 793750"/>
                    <a:gd name="connsiteX3" fmla="*/ 212725 w 1022350"/>
                    <a:gd name="connsiteY3" fmla="*/ 120650 h 793750"/>
                    <a:gd name="connsiteX4" fmla="*/ 228600 w 1022350"/>
                    <a:gd name="connsiteY4" fmla="*/ 146050 h 793750"/>
                    <a:gd name="connsiteX5" fmla="*/ 263525 w 1022350"/>
                    <a:gd name="connsiteY5" fmla="*/ 107950 h 793750"/>
                    <a:gd name="connsiteX6" fmla="*/ 288925 w 1022350"/>
                    <a:gd name="connsiteY6" fmla="*/ 142875 h 793750"/>
                    <a:gd name="connsiteX7" fmla="*/ 323850 w 1022350"/>
                    <a:gd name="connsiteY7" fmla="*/ 152400 h 793750"/>
                    <a:gd name="connsiteX8" fmla="*/ 327025 w 1022350"/>
                    <a:gd name="connsiteY8" fmla="*/ 219075 h 793750"/>
                    <a:gd name="connsiteX9" fmla="*/ 403225 w 1022350"/>
                    <a:gd name="connsiteY9" fmla="*/ 282575 h 793750"/>
                    <a:gd name="connsiteX10" fmla="*/ 447675 w 1022350"/>
                    <a:gd name="connsiteY10" fmla="*/ 352425 h 793750"/>
                    <a:gd name="connsiteX11" fmla="*/ 488950 w 1022350"/>
                    <a:gd name="connsiteY11" fmla="*/ 355600 h 793750"/>
                    <a:gd name="connsiteX12" fmla="*/ 492125 w 1022350"/>
                    <a:gd name="connsiteY12" fmla="*/ 323850 h 793750"/>
                    <a:gd name="connsiteX13" fmla="*/ 527050 w 1022350"/>
                    <a:gd name="connsiteY13" fmla="*/ 327025 h 793750"/>
                    <a:gd name="connsiteX14" fmla="*/ 558800 w 1022350"/>
                    <a:gd name="connsiteY14" fmla="*/ 349250 h 793750"/>
                    <a:gd name="connsiteX15" fmla="*/ 619125 w 1022350"/>
                    <a:gd name="connsiteY15" fmla="*/ 339725 h 793750"/>
                    <a:gd name="connsiteX16" fmla="*/ 647700 w 1022350"/>
                    <a:gd name="connsiteY16" fmla="*/ 361950 h 793750"/>
                    <a:gd name="connsiteX17" fmla="*/ 701675 w 1022350"/>
                    <a:gd name="connsiteY17" fmla="*/ 355600 h 793750"/>
                    <a:gd name="connsiteX18" fmla="*/ 774700 w 1022350"/>
                    <a:gd name="connsiteY18" fmla="*/ 365125 h 793750"/>
                    <a:gd name="connsiteX19" fmla="*/ 812800 w 1022350"/>
                    <a:gd name="connsiteY19" fmla="*/ 355600 h 793750"/>
                    <a:gd name="connsiteX20" fmla="*/ 838200 w 1022350"/>
                    <a:gd name="connsiteY20" fmla="*/ 396875 h 793750"/>
                    <a:gd name="connsiteX21" fmla="*/ 838200 w 1022350"/>
                    <a:gd name="connsiteY21" fmla="*/ 479425 h 793750"/>
                    <a:gd name="connsiteX22" fmla="*/ 911225 w 1022350"/>
                    <a:gd name="connsiteY22" fmla="*/ 536575 h 793750"/>
                    <a:gd name="connsiteX23" fmla="*/ 974725 w 1022350"/>
                    <a:gd name="connsiteY23" fmla="*/ 568325 h 793750"/>
                    <a:gd name="connsiteX24" fmla="*/ 1022350 w 1022350"/>
                    <a:gd name="connsiteY24" fmla="*/ 606425 h 793750"/>
                    <a:gd name="connsiteX25" fmla="*/ 993775 w 1022350"/>
                    <a:gd name="connsiteY25" fmla="*/ 647700 h 793750"/>
                    <a:gd name="connsiteX26" fmla="*/ 860425 w 1022350"/>
                    <a:gd name="connsiteY26" fmla="*/ 638175 h 793750"/>
                    <a:gd name="connsiteX27" fmla="*/ 815975 w 1022350"/>
                    <a:gd name="connsiteY27" fmla="*/ 625475 h 793750"/>
                    <a:gd name="connsiteX28" fmla="*/ 733425 w 1022350"/>
                    <a:gd name="connsiteY28" fmla="*/ 673100 h 793750"/>
                    <a:gd name="connsiteX29" fmla="*/ 692150 w 1022350"/>
                    <a:gd name="connsiteY29" fmla="*/ 704850 h 793750"/>
                    <a:gd name="connsiteX30" fmla="*/ 663575 w 1022350"/>
                    <a:gd name="connsiteY30" fmla="*/ 742950 h 793750"/>
                    <a:gd name="connsiteX31" fmla="*/ 631825 w 1022350"/>
                    <a:gd name="connsiteY31" fmla="*/ 746125 h 793750"/>
                    <a:gd name="connsiteX32" fmla="*/ 609600 w 1022350"/>
                    <a:gd name="connsiteY32" fmla="*/ 793750 h 793750"/>
                    <a:gd name="connsiteX33" fmla="*/ 590550 w 1022350"/>
                    <a:gd name="connsiteY33" fmla="*/ 762000 h 793750"/>
                    <a:gd name="connsiteX34" fmla="*/ 561975 w 1022350"/>
                    <a:gd name="connsiteY34" fmla="*/ 765175 h 793750"/>
                    <a:gd name="connsiteX35" fmla="*/ 536575 w 1022350"/>
                    <a:gd name="connsiteY35" fmla="*/ 727075 h 793750"/>
                    <a:gd name="connsiteX36" fmla="*/ 517525 w 1022350"/>
                    <a:gd name="connsiteY36" fmla="*/ 727075 h 793750"/>
                    <a:gd name="connsiteX37" fmla="*/ 498475 w 1022350"/>
                    <a:gd name="connsiteY37" fmla="*/ 704850 h 793750"/>
                    <a:gd name="connsiteX38" fmla="*/ 517525 w 1022350"/>
                    <a:gd name="connsiteY38" fmla="*/ 676275 h 793750"/>
                    <a:gd name="connsiteX39" fmla="*/ 508000 w 1022350"/>
                    <a:gd name="connsiteY39" fmla="*/ 669925 h 793750"/>
                    <a:gd name="connsiteX40" fmla="*/ 473075 w 1022350"/>
                    <a:gd name="connsiteY40" fmla="*/ 688975 h 793750"/>
                    <a:gd name="connsiteX41" fmla="*/ 438150 w 1022350"/>
                    <a:gd name="connsiteY41" fmla="*/ 676275 h 793750"/>
                    <a:gd name="connsiteX42" fmla="*/ 479425 w 1022350"/>
                    <a:gd name="connsiteY42" fmla="*/ 657225 h 793750"/>
                    <a:gd name="connsiteX43" fmla="*/ 476250 w 1022350"/>
                    <a:gd name="connsiteY43" fmla="*/ 628650 h 793750"/>
                    <a:gd name="connsiteX44" fmla="*/ 444500 w 1022350"/>
                    <a:gd name="connsiteY44" fmla="*/ 606425 h 793750"/>
                    <a:gd name="connsiteX45" fmla="*/ 406400 w 1022350"/>
                    <a:gd name="connsiteY45" fmla="*/ 619125 h 793750"/>
                    <a:gd name="connsiteX46" fmla="*/ 425450 w 1022350"/>
                    <a:gd name="connsiteY46" fmla="*/ 654050 h 793750"/>
                    <a:gd name="connsiteX47" fmla="*/ 396875 w 1022350"/>
                    <a:gd name="connsiteY47" fmla="*/ 663575 h 793750"/>
                    <a:gd name="connsiteX48" fmla="*/ 365125 w 1022350"/>
                    <a:gd name="connsiteY48" fmla="*/ 663575 h 793750"/>
                    <a:gd name="connsiteX49" fmla="*/ 307975 w 1022350"/>
                    <a:gd name="connsiteY49" fmla="*/ 720725 h 793750"/>
                    <a:gd name="connsiteX50" fmla="*/ 244475 w 1022350"/>
                    <a:gd name="connsiteY50" fmla="*/ 717550 h 793750"/>
                    <a:gd name="connsiteX51" fmla="*/ 190500 w 1022350"/>
                    <a:gd name="connsiteY51" fmla="*/ 660400 h 793750"/>
                    <a:gd name="connsiteX52" fmla="*/ 149225 w 1022350"/>
                    <a:gd name="connsiteY52" fmla="*/ 660400 h 793750"/>
                    <a:gd name="connsiteX53" fmla="*/ 111125 w 1022350"/>
                    <a:gd name="connsiteY53" fmla="*/ 619125 h 793750"/>
                    <a:gd name="connsiteX54" fmla="*/ 73025 w 1022350"/>
                    <a:gd name="connsiteY54" fmla="*/ 641350 h 793750"/>
                    <a:gd name="connsiteX55" fmla="*/ 38100 w 1022350"/>
                    <a:gd name="connsiteY55" fmla="*/ 641350 h 793750"/>
                    <a:gd name="connsiteX56" fmla="*/ 0 w 1022350"/>
                    <a:gd name="connsiteY56" fmla="*/ 606425 h 793750"/>
                    <a:gd name="connsiteX57" fmla="*/ 41275 w 1022350"/>
                    <a:gd name="connsiteY57" fmla="*/ 0 h 793750"/>
                    <a:gd name="connsiteX58" fmla="*/ 107950 w 1022350"/>
                    <a:gd name="connsiteY58" fmla="*/ 47625 h 793750"/>
                    <a:gd name="connsiteX0" fmla="*/ 107950 w 1022350"/>
                    <a:gd name="connsiteY0" fmla="*/ 29369 h 775494"/>
                    <a:gd name="connsiteX1" fmla="*/ 152400 w 1022350"/>
                    <a:gd name="connsiteY1" fmla="*/ 3969 h 775494"/>
                    <a:gd name="connsiteX2" fmla="*/ 225425 w 1022350"/>
                    <a:gd name="connsiteY2" fmla="*/ 61119 h 775494"/>
                    <a:gd name="connsiteX3" fmla="*/ 212725 w 1022350"/>
                    <a:gd name="connsiteY3" fmla="*/ 102394 h 775494"/>
                    <a:gd name="connsiteX4" fmla="*/ 228600 w 1022350"/>
                    <a:gd name="connsiteY4" fmla="*/ 127794 h 775494"/>
                    <a:gd name="connsiteX5" fmla="*/ 263525 w 1022350"/>
                    <a:gd name="connsiteY5" fmla="*/ 89694 h 775494"/>
                    <a:gd name="connsiteX6" fmla="*/ 288925 w 1022350"/>
                    <a:gd name="connsiteY6" fmla="*/ 124619 h 775494"/>
                    <a:gd name="connsiteX7" fmla="*/ 323850 w 1022350"/>
                    <a:gd name="connsiteY7" fmla="*/ 134144 h 775494"/>
                    <a:gd name="connsiteX8" fmla="*/ 327025 w 1022350"/>
                    <a:gd name="connsiteY8" fmla="*/ 200819 h 775494"/>
                    <a:gd name="connsiteX9" fmla="*/ 403225 w 1022350"/>
                    <a:gd name="connsiteY9" fmla="*/ 264319 h 775494"/>
                    <a:gd name="connsiteX10" fmla="*/ 447675 w 1022350"/>
                    <a:gd name="connsiteY10" fmla="*/ 334169 h 775494"/>
                    <a:gd name="connsiteX11" fmla="*/ 488950 w 1022350"/>
                    <a:gd name="connsiteY11" fmla="*/ 337344 h 775494"/>
                    <a:gd name="connsiteX12" fmla="*/ 492125 w 1022350"/>
                    <a:gd name="connsiteY12" fmla="*/ 305594 h 775494"/>
                    <a:gd name="connsiteX13" fmla="*/ 527050 w 1022350"/>
                    <a:gd name="connsiteY13" fmla="*/ 308769 h 775494"/>
                    <a:gd name="connsiteX14" fmla="*/ 558800 w 1022350"/>
                    <a:gd name="connsiteY14" fmla="*/ 330994 h 775494"/>
                    <a:gd name="connsiteX15" fmla="*/ 619125 w 1022350"/>
                    <a:gd name="connsiteY15" fmla="*/ 321469 h 775494"/>
                    <a:gd name="connsiteX16" fmla="*/ 647700 w 1022350"/>
                    <a:gd name="connsiteY16" fmla="*/ 343694 h 775494"/>
                    <a:gd name="connsiteX17" fmla="*/ 701675 w 1022350"/>
                    <a:gd name="connsiteY17" fmla="*/ 337344 h 775494"/>
                    <a:gd name="connsiteX18" fmla="*/ 774700 w 1022350"/>
                    <a:gd name="connsiteY18" fmla="*/ 346869 h 775494"/>
                    <a:gd name="connsiteX19" fmla="*/ 812800 w 1022350"/>
                    <a:gd name="connsiteY19" fmla="*/ 337344 h 775494"/>
                    <a:gd name="connsiteX20" fmla="*/ 838200 w 1022350"/>
                    <a:gd name="connsiteY20" fmla="*/ 378619 h 775494"/>
                    <a:gd name="connsiteX21" fmla="*/ 838200 w 1022350"/>
                    <a:gd name="connsiteY21" fmla="*/ 461169 h 775494"/>
                    <a:gd name="connsiteX22" fmla="*/ 911225 w 1022350"/>
                    <a:gd name="connsiteY22" fmla="*/ 518319 h 775494"/>
                    <a:gd name="connsiteX23" fmla="*/ 974725 w 1022350"/>
                    <a:gd name="connsiteY23" fmla="*/ 550069 h 775494"/>
                    <a:gd name="connsiteX24" fmla="*/ 1022350 w 1022350"/>
                    <a:gd name="connsiteY24" fmla="*/ 588169 h 775494"/>
                    <a:gd name="connsiteX25" fmla="*/ 993775 w 1022350"/>
                    <a:gd name="connsiteY25" fmla="*/ 629444 h 775494"/>
                    <a:gd name="connsiteX26" fmla="*/ 860425 w 1022350"/>
                    <a:gd name="connsiteY26" fmla="*/ 619919 h 775494"/>
                    <a:gd name="connsiteX27" fmla="*/ 815975 w 1022350"/>
                    <a:gd name="connsiteY27" fmla="*/ 607219 h 775494"/>
                    <a:gd name="connsiteX28" fmla="*/ 733425 w 1022350"/>
                    <a:gd name="connsiteY28" fmla="*/ 654844 h 775494"/>
                    <a:gd name="connsiteX29" fmla="*/ 692150 w 1022350"/>
                    <a:gd name="connsiteY29" fmla="*/ 686594 h 775494"/>
                    <a:gd name="connsiteX30" fmla="*/ 663575 w 1022350"/>
                    <a:gd name="connsiteY30" fmla="*/ 724694 h 775494"/>
                    <a:gd name="connsiteX31" fmla="*/ 631825 w 1022350"/>
                    <a:gd name="connsiteY31" fmla="*/ 727869 h 775494"/>
                    <a:gd name="connsiteX32" fmla="*/ 609600 w 1022350"/>
                    <a:gd name="connsiteY32" fmla="*/ 775494 h 775494"/>
                    <a:gd name="connsiteX33" fmla="*/ 590550 w 1022350"/>
                    <a:gd name="connsiteY33" fmla="*/ 743744 h 775494"/>
                    <a:gd name="connsiteX34" fmla="*/ 561975 w 1022350"/>
                    <a:gd name="connsiteY34" fmla="*/ 746919 h 775494"/>
                    <a:gd name="connsiteX35" fmla="*/ 536575 w 1022350"/>
                    <a:gd name="connsiteY35" fmla="*/ 708819 h 775494"/>
                    <a:gd name="connsiteX36" fmla="*/ 517525 w 1022350"/>
                    <a:gd name="connsiteY36" fmla="*/ 708819 h 775494"/>
                    <a:gd name="connsiteX37" fmla="*/ 498475 w 1022350"/>
                    <a:gd name="connsiteY37" fmla="*/ 686594 h 775494"/>
                    <a:gd name="connsiteX38" fmla="*/ 517525 w 1022350"/>
                    <a:gd name="connsiteY38" fmla="*/ 658019 h 775494"/>
                    <a:gd name="connsiteX39" fmla="*/ 508000 w 1022350"/>
                    <a:gd name="connsiteY39" fmla="*/ 651669 h 775494"/>
                    <a:gd name="connsiteX40" fmla="*/ 473075 w 1022350"/>
                    <a:gd name="connsiteY40" fmla="*/ 670719 h 775494"/>
                    <a:gd name="connsiteX41" fmla="*/ 438150 w 1022350"/>
                    <a:gd name="connsiteY41" fmla="*/ 658019 h 775494"/>
                    <a:gd name="connsiteX42" fmla="*/ 479425 w 1022350"/>
                    <a:gd name="connsiteY42" fmla="*/ 638969 h 775494"/>
                    <a:gd name="connsiteX43" fmla="*/ 476250 w 1022350"/>
                    <a:gd name="connsiteY43" fmla="*/ 610394 h 775494"/>
                    <a:gd name="connsiteX44" fmla="*/ 444500 w 1022350"/>
                    <a:gd name="connsiteY44" fmla="*/ 588169 h 775494"/>
                    <a:gd name="connsiteX45" fmla="*/ 406400 w 1022350"/>
                    <a:gd name="connsiteY45" fmla="*/ 600869 h 775494"/>
                    <a:gd name="connsiteX46" fmla="*/ 425450 w 1022350"/>
                    <a:gd name="connsiteY46" fmla="*/ 635794 h 775494"/>
                    <a:gd name="connsiteX47" fmla="*/ 396875 w 1022350"/>
                    <a:gd name="connsiteY47" fmla="*/ 645319 h 775494"/>
                    <a:gd name="connsiteX48" fmla="*/ 365125 w 1022350"/>
                    <a:gd name="connsiteY48" fmla="*/ 645319 h 775494"/>
                    <a:gd name="connsiteX49" fmla="*/ 307975 w 1022350"/>
                    <a:gd name="connsiteY49" fmla="*/ 702469 h 775494"/>
                    <a:gd name="connsiteX50" fmla="*/ 244475 w 1022350"/>
                    <a:gd name="connsiteY50" fmla="*/ 699294 h 775494"/>
                    <a:gd name="connsiteX51" fmla="*/ 190500 w 1022350"/>
                    <a:gd name="connsiteY51" fmla="*/ 642144 h 775494"/>
                    <a:gd name="connsiteX52" fmla="*/ 149225 w 1022350"/>
                    <a:gd name="connsiteY52" fmla="*/ 642144 h 775494"/>
                    <a:gd name="connsiteX53" fmla="*/ 111125 w 1022350"/>
                    <a:gd name="connsiteY53" fmla="*/ 600869 h 775494"/>
                    <a:gd name="connsiteX54" fmla="*/ 73025 w 1022350"/>
                    <a:gd name="connsiteY54" fmla="*/ 623094 h 775494"/>
                    <a:gd name="connsiteX55" fmla="*/ 38100 w 1022350"/>
                    <a:gd name="connsiteY55" fmla="*/ 623094 h 775494"/>
                    <a:gd name="connsiteX56" fmla="*/ 0 w 1022350"/>
                    <a:gd name="connsiteY56" fmla="*/ 588169 h 775494"/>
                    <a:gd name="connsiteX57" fmla="*/ 40501 w 1022350"/>
                    <a:gd name="connsiteY57" fmla="*/ 0 h 775494"/>
                    <a:gd name="connsiteX58" fmla="*/ 107950 w 1022350"/>
                    <a:gd name="connsiteY58" fmla="*/ 29369 h 775494"/>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51974 h 798099"/>
                    <a:gd name="connsiteX1" fmla="*/ 152400 w 1022350"/>
                    <a:gd name="connsiteY1" fmla="*/ 26574 h 798099"/>
                    <a:gd name="connsiteX2" fmla="*/ 225425 w 1022350"/>
                    <a:gd name="connsiteY2" fmla="*/ 83724 h 798099"/>
                    <a:gd name="connsiteX3" fmla="*/ 212725 w 1022350"/>
                    <a:gd name="connsiteY3" fmla="*/ 124999 h 798099"/>
                    <a:gd name="connsiteX4" fmla="*/ 228600 w 1022350"/>
                    <a:gd name="connsiteY4" fmla="*/ 150399 h 798099"/>
                    <a:gd name="connsiteX5" fmla="*/ 263525 w 1022350"/>
                    <a:gd name="connsiteY5" fmla="*/ 112299 h 798099"/>
                    <a:gd name="connsiteX6" fmla="*/ 288925 w 1022350"/>
                    <a:gd name="connsiteY6" fmla="*/ 147224 h 798099"/>
                    <a:gd name="connsiteX7" fmla="*/ 323850 w 1022350"/>
                    <a:gd name="connsiteY7" fmla="*/ 156749 h 798099"/>
                    <a:gd name="connsiteX8" fmla="*/ 327025 w 1022350"/>
                    <a:gd name="connsiteY8" fmla="*/ 223424 h 798099"/>
                    <a:gd name="connsiteX9" fmla="*/ 403225 w 1022350"/>
                    <a:gd name="connsiteY9" fmla="*/ 286924 h 798099"/>
                    <a:gd name="connsiteX10" fmla="*/ 447675 w 1022350"/>
                    <a:gd name="connsiteY10" fmla="*/ 356774 h 798099"/>
                    <a:gd name="connsiteX11" fmla="*/ 488950 w 1022350"/>
                    <a:gd name="connsiteY11" fmla="*/ 359949 h 798099"/>
                    <a:gd name="connsiteX12" fmla="*/ 492125 w 1022350"/>
                    <a:gd name="connsiteY12" fmla="*/ 328199 h 798099"/>
                    <a:gd name="connsiteX13" fmla="*/ 527050 w 1022350"/>
                    <a:gd name="connsiteY13" fmla="*/ 331374 h 798099"/>
                    <a:gd name="connsiteX14" fmla="*/ 558800 w 1022350"/>
                    <a:gd name="connsiteY14" fmla="*/ 353599 h 798099"/>
                    <a:gd name="connsiteX15" fmla="*/ 619125 w 1022350"/>
                    <a:gd name="connsiteY15" fmla="*/ 344074 h 798099"/>
                    <a:gd name="connsiteX16" fmla="*/ 647700 w 1022350"/>
                    <a:gd name="connsiteY16" fmla="*/ 366299 h 798099"/>
                    <a:gd name="connsiteX17" fmla="*/ 701675 w 1022350"/>
                    <a:gd name="connsiteY17" fmla="*/ 359949 h 798099"/>
                    <a:gd name="connsiteX18" fmla="*/ 774700 w 1022350"/>
                    <a:gd name="connsiteY18" fmla="*/ 369474 h 798099"/>
                    <a:gd name="connsiteX19" fmla="*/ 812800 w 1022350"/>
                    <a:gd name="connsiteY19" fmla="*/ 359949 h 798099"/>
                    <a:gd name="connsiteX20" fmla="*/ 838200 w 1022350"/>
                    <a:gd name="connsiteY20" fmla="*/ 401224 h 798099"/>
                    <a:gd name="connsiteX21" fmla="*/ 838200 w 1022350"/>
                    <a:gd name="connsiteY21" fmla="*/ 483774 h 798099"/>
                    <a:gd name="connsiteX22" fmla="*/ 911225 w 1022350"/>
                    <a:gd name="connsiteY22" fmla="*/ 540924 h 798099"/>
                    <a:gd name="connsiteX23" fmla="*/ 974725 w 1022350"/>
                    <a:gd name="connsiteY23" fmla="*/ 572674 h 798099"/>
                    <a:gd name="connsiteX24" fmla="*/ 1022350 w 1022350"/>
                    <a:gd name="connsiteY24" fmla="*/ 610774 h 798099"/>
                    <a:gd name="connsiteX25" fmla="*/ 993775 w 1022350"/>
                    <a:gd name="connsiteY25" fmla="*/ 652049 h 798099"/>
                    <a:gd name="connsiteX26" fmla="*/ 860425 w 1022350"/>
                    <a:gd name="connsiteY26" fmla="*/ 642524 h 798099"/>
                    <a:gd name="connsiteX27" fmla="*/ 815975 w 1022350"/>
                    <a:gd name="connsiteY27" fmla="*/ 629824 h 798099"/>
                    <a:gd name="connsiteX28" fmla="*/ 733425 w 1022350"/>
                    <a:gd name="connsiteY28" fmla="*/ 677449 h 798099"/>
                    <a:gd name="connsiteX29" fmla="*/ 692150 w 1022350"/>
                    <a:gd name="connsiteY29" fmla="*/ 709199 h 798099"/>
                    <a:gd name="connsiteX30" fmla="*/ 663575 w 1022350"/>
                    <a:gd name="connsiteY30" fmla="*/ 747299 h 798099"/>
                    <a:gd name="connsiteX31" fmla="*/ 631825 w 1022350"/>
                    <a:gd name="connsiteY31" fmla="*/ 750474 h 798099"/>
                    <a:gd name="connsiteX32" fmla="*/ 609600 w 1022350"/>
                    <a:gd name="connsiteY32" fmla="*/ 798099 h 798099"/>
                    <a:gd name="connsiteX33" fmla="*/ 590550 w 1022350"/>
                    <a:gd name="connsiteY33" fmla="*/ 766349 h 798099"/>
                    <a:gd name="connsiteX34" fmla="*/ 561975 w 1022350"/>
                    <a:gd name="connsiteY34" fmla="*/ 769524 h 798099"/>
                    <a:gd name="connsiteX35" fmla="*/ 536575 w 1022350"/>
                    <a:gd name="connsiteY35" fmla="*/ 731424 h 798099"/>
                    <a:gd name="connsiteX36" fmla="*/ 517525 w 1022350"/>
                    <a:gd name="connsiteY36" fmla="*/ 731424 h 798099"/>
                    <a:gd name="connsiteX37" fmla="*/ 498475 w 1022350"/>
                    <a:gd name="connsiteY37" fmla="*/ 709199 h 798099"/>
                    <a:gd name="connsiteX38" fmla="*/ 517525 w 1022350"/>
                    <a:gd name="connsiteY38" fmla="*/ 680624 h 798099"/>
                    <a:gd name="connsiteX39" fmla="*/ 508000 w 1022350"/>
                    <a:gd name="connsiteY39" fmla="*/ 674274 h 798099"/>
                    <a:gd name="connsiteX40" fmla="*/ 473075 w 1022350"/>
                    <a:gd name="connsiteY40" fmla="*/ 693324 h 798099"/>
                    <a:gd name="connsiteX41" fmla="*/ 438150 w 1022350"/>
                    <a:gd name="connsiteY41" fmla="*/ 680624 h 798099"/>
                    <a:gd name="connsiteX42" fmla="*/ 479425 w 1022350"/>
                    <a:gd name="connsiteY42" fmla="*/ 661574 h 798099"/>
                    <a:gd name="connsiteX43" fmla="*/ 476250 w 1022350"/>
                    <a:gd name="connsiteY43" fmla="*/ 632999 h 798099"/>
                    <a:gd name="connsiteX44" fmla="*/ 444500 w 1022350"/>
                    <a:gd name="connsiteY44" fmla="*/ 610774 h 798099"/>
                    <a:gd name="connsiteX45" fmla="*/ 406400 w 1022350"/>
                    <a:gd name="connsiteY45" fmla="*/ 623474 h 798099"/>
                    <a:gd name="connsiteX46" fmla="*/ 425450 w 1022350"/>
                    <a:gd name="connsiteY46" fmla="*/ 658399 h 798099"/>
                    <a:gd name="connsiteX47" fmla="*/ 396875 w 1022350"/>
                    <a:gd name="connsiteY47" fmla="*/ 667924 h 798099"/>
                    <a:gd name="connsiteX48" fmla="*/ 365125 w 1022350"/>
                    <a:gd name="connsiteY48" fmla="*/ 667924 h 798099"/>
                    <a:gd name="connsiteX49" fmla="*/ 307975 w 1022350"/>
                    <a:gd name="connsiteY49" fmla="*/ 725074 h 798099"/>
                    <a:gd name="connsiteX50" fmla="*/ 244475 w 1022350"/>
                    <a:gd name="connsiteY50" fmla="*/ 721899 h 798099"/>
                    <a:gd name="connsiteX51" fmla="*/ 190500 w 1022350"/>
                    <a:gd name="connsiteY51" fmla="*/ 664749 h 798099"/>
                    <a:gd name="connsiteX52" fmla="*/ 149225 w 1022350"/>
                    <a:gd name="connsiteY52" fmla="*/ 664749 h 798099"/>
                    <a:gd name="connsiteX53" fmla="*/ 111125 w 1022350"/>
                    <a:gd name="connsiteY53" fmla="*/ 623474 h 798099"/>
                    <a:gd name="connsiteX54" fmla="*/ 73025 w 1022350"/>
                    <a:gd name="connsiteY54" fmla="*/ 645699 h 798099"/>
                    <a:gd name="connsiteX55" fmla="*/ 38100 w 1022350"/>
                    <a:gd name="connsiteY55" fmla="*/ 645699 h 798099"/>
                    <a:gd name="connsiteX56" fmla="*/ 0 w 1022350"/>
                    <a:gd name="connsiteY56" fmla="*/ 610774 h 798099"/>
                    <a:gd name="connsiteX57" fmla="*/ 40501 w 1022350"/>
                    <a:gd name="connsiteY57" fmla="*/ 22605 h 798099"/>
                    <a:gd name="connsiteX58" fmla="*/ 107950 w 1022350"/>
                    <a:gd name="connsiteY58" fmla="*/ 51974 h 798099"/>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9713 w 1022350"/>
                    <a:gd name="connsiteY5" fmla="*/ 112712 h 785812"/>
                    <a:gd name="connsiteX6" fmla="*/ 263525 w 1022350"/>
                    <a:gd name="connsiteY6" fmla="*/ 100012 h 785812"/>
                    <a:gd name="connsiteX7" fmla="*/ 288925 w 1022350"/>
                    <a:gd name="connsiteY7" fmla="*/ 134937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88925 w 1022350"/>
                    <a:gd name="connsiteY7" fmla="*/ 134937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84985 w 1022350"/>
                    <a:gd name="connsiteY15" fmla="*/ 329393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84985 w 1022350"/>
                    <a:gd name="connsiteY15" fmla="*/ 329393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1525 w 1022350"/>
                    <a:gd name="connsiteY19" fmla="*/ 34526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8894 h 785019"/>
                    <a:gd name="connsiteX1" fmla="*/ 145250 w 1022350"/>
                    <a:gd name="connsiteY1" fmla="*/ 14287 h 785019"/>
                    <a:gd name="connsiteX2" fmla="*/ 225425 w 1022350"/>
                    <a:gd name="connsiteY2" fmla="*/ 70644 h 785019"/>
                    <a:gd name="connsiteX3" fmla="*/ 212725 w 1022350"/>
                    <a:gd name="connsiteY3" fmla="*/ 111919 h 785019"/>
                    <a:gd name="connsiteX4" fmla="*/ 228600 w 1022350"/>
                    <a:gd name="connsiteY4" fmla="*/ 137319 h 785019"/>
                    <a:gd name="connsiteX5" fmla="*/ 232563 w 1022350"/>
                    <a:gd name="connsiteY5" fmla="*/ 116670 h 785019"/>
                    <a:gd name="connsiteX6" fmla="*/ 263525 w 1022350"/>
                    <a:gd name="connsiteY6" fmla="*/ 99219 h 785019"/>
                    <a:gd name="connsiteX7" fmla="*/ 274631 w 1022350"/>
                    <a:gd name="connsiteY7" fmla="*/ 105557 h 785019"/>
                    <a:gd name="connsiteX8" fmla="*/ 340512 w 1022350"/>
                    <a:gd name="connsiteY8" fmla="*/ 155563 h 785019"/>
                    <a:gd name="connsiteX9" fmla="*/ 327025 w 1022350"/>
                    <a:gd name="connsiteY9" fmla="*/ 210344 h 785019"/>
                    <a:gd name="connsiteX10" fmla="*/ 403225 w 1022350"/>
                    <a:gd name="connsiteY10" fmla="*/ 273844 h 785019"/>
                    <a:gd name="connsiteX11" fmla="*/ 447675 w 1022350"/>
                    <a:gd name="connsiteY11" fmla="*/ 343694 h 785019"/>
                    <a:gd name="connsiteX12" fmla="*/ 481798 w 1022350"/>
                    <a:gd name="connsiteY12" fmla="*/ 315899 h 785019"/>
                    <a:gd name="connsiteX13" fmla="*/ 492125 w 1022350"/>
                    <a:gd name="connsiteY13" fmla="*/ 315119 h 785019"/>
                    <a:gd name="connsiteX14" fmla="*/ 527050 w 1022350"/>
                    <a:gd name="connsiteY14" fmla="*/ 318294 h 785019"/>
                    <a:gd name="connsiteX15" fmla="*/ 584985 w 1022350"/>
                    <a:gd name="connsiteY15" fmla="*/ 328600 h 785019"/>
                    <a:gd name="connsiteX16" fmla="*/ 619125 w 1022350"/>
                    <a:gd name="connsiteY16" fmla="*/ 330994 h 785019"/>
                    <a:gd name="connsiteX17" fmla="*/ 647700 w 1022350"/>
                    <a:gd name="connsiteY17" fmla="*/ 353219 h 785019"/>
                    <a:gd name="connsiteX18" fmla="*/ 701675 w 1022350"/>
                    <a:gd name="connsiteY18" fmla="*/ 346869 h 785019"/>
                    <a:gd name="connsiteX19" fmla="*/ 771525 w 1022350"/>
                    <a:gd name="connsiteY19" fmla="*/ 344474 h 785019"/>
                    <a:gd name="connsiteX20" fmla="*/ 812800 w 1022350"/>
                    <a:gd name="connsiteY20" fmla="*/ 346869 h 785019"/>
                    <a:gd name="connsiteX21" fmla="*/ 838200 w 1022350"/>
                    <a:gd name="connsiteY21" fmla="*/ 388144 h 785019"/>
                    <a:gd name="connsiteX22" fmla="*/ 838200 w 1022350"/>
                    <a:gd name="connsiteY22" fmla="*/ 470694 h 785019"/>
                    <a:gd name="connsiteX23" fmla="*/ 911225 w 1022350"/>
                    <a:gd name="connsiteY23" fmla="*/ 527844 h 785019"/>
                    <a:gd name="connsiteX24" fmla="*/ 974725 w 1022350"/>
                    <a:gd name="connsiteY24" fmla="*/ 559594 h 785019"/>
                    <a:gd name="connsiteX25" fmla="*/ 1022350 w 1022350"/>
                    <a:gd name="connsiteY25" fmla="*/ 597694 h 785019"/>
                    <a:gd name="connsiteX26" fmla="*/ 993775 w 1022350"/>
                    <a:gd name="connsiteY26" fmla="*/ 638969 h 785019"/>
                    <a:gd name="connsiteX27" fmla="*/ 860425 w 1022350"/>
                    <a:gd name="connsiteY27" fmla="*/ 629444 h 785019"/>
                    <a:gd name="connsiteX28" fmla="*/ 815975 w 1022350"/>
                    <a:gd name="connsiteY28" fmla="*/ 616744 h 785019"/>
                    <a:gd name="connsiteX29" fmla="*/ 733425 w 1022350"/>
                    <a:gd name="connsiteY29" fmla="*/ 664369 h 785019"/>
                    <a:gd name="connsiteX30" fmla="*/ 692150 w 1022350"/>
                    <a:gd name="connsiteY30" fmla="*/ 696119 h 785019"/>
                    <a:gd name="connsiteX31" fmla="*/ 663575 w 1022350"/>
                    <a:gd name="connsiteY31" fmla="*/ 734219 h 785019"/>
                    <a:gd name="connsiteX32" fmla="*/ 631825 w 1022350"/>
                    <a:gd name="connsiteY32" fmla="*/ 737394 h 785019"/>
                    <a:gd name="connsiteX33" fmla="*/ 609600 w 1022350"/>
                    <a:gd name="connsiteY33" fmla="*/ 785019 h 785019"/>
                    <a:gd name="connsiteX34" fmla="*/ 590550 w 1022350"/>
                    <a:gd name="connsiteY34" fmla="*/ 753269 h 785019"/>
                    <a:gd name="connsiteX35" fmla="*/ 561975 w 1022350"/>
                    <a:gd name="connsiteY35" fmla="*/ 756444 h 785019"/>
                    <a:gd name="connsiteX36" fmla="*/ 536575 w 1022350"/>
                    <a:gd name="connsiteY36" fmla="*/ 718344 h 785019"/>
                    <a:gd name="connsiteX37" fmla="*/ 517525 w 1022350"/>
                    <a:gd name="connsiteY37" fmla="*/ 718344 h 785019"/>
                    <a:gd name="connsiteX38" fmla="*/ 498475 w 1022350"/>
                    <a:gd name="connsiteY38" fmla="*/ 696119 h 785019"/>
                    <a:gd name="connsiteX39" fmla="*/ 517525 w 1022350"/>
                    <a:gd name="connsiteY39" fmla="*/ 667544 h 785019"/>
                    <a:gd name="connsiteX40" fmla="*/ 508000 w 1022350"/>
                    <a:gd name="connsiteY40" fmla="*/ 661194 h 785019"/>
                    <a:gd name="connsiteX41" fmla="*/ 473075 w 1022350"/>
                    <a:gd name="connsiteY41" fmla="*/ 680244 h 785019"/>
                    <a:gd name="connsiteX42" fmla="*/ 438150 w 1022350"/>
                    <a:gd name="connsiteY42" fmla="*/ 667544 h 785019"/>
                    <a:gd name="connsiteX43" fmla="*/ 479425 w 1022350"/>
                    <a:gd name="connsiteY43" fmla="*/ 648494 h 785019"/>
                    <a:gd name="connsiteX44" fmla="*/ 476250 w 1022350"/>
                    <a:gd name="connsiteY44" fmla="*/ 619919 h 785019"/>
                    <a:gd name="connsiteX45" fmla="*/ 444500 w 1022350"/>
                    <a:gd name="connsiteY45" fmla="*/ 597694 h 785019"/>
                    <a:gd name="connsiteX46" fmla="*/ 406400 w 1022350"/>
                    <a:gd name="connsiteY46" fmla="*/ 610394 h 785019"/>
                    <a:gd name="connsiteX47" fmla="*/ 425450 w 1022350"/>
                    <a:gd name="connsiteY47" fmla="*/ 645319 h 785019"/>
                    <a:gd name="connsiteX48" fmla="*/ 396875 w 1022350"/>
                    <a:gd name="connsiteY48" fmla="*/ 654844 h 785019"/>
                    <a:gd name="connsiteX49" fmla="*/ 365125 w 1022350"/>
                    <a:gd name="connsiteY49" fmla="*/ 654844 h 785019"/>
                    <a:gd name="connsiteX50" fmla="*/ 307975 w 1022350"/>
                    <a:gd name="connsiteY50" fmla="*/ 711994 h 785019"/>
                    <a:gd name="connsiteX51" fmla="*/ 244475 w 1022350"/>
                    <a:gd name="connsiteY51" fmla="*/ 708819 h 785019"/>
                    <a:gd name="connsiteX52" fmla="*/ 190500 w 1022350"/>
                    <a:gd name="connsiteY52" fmla="*/ 651669 h 785019"/>
                    <a:gd name="connsiteX53" fmla="*/ 149225 w 1022350"/>
                    <a:gd name="connsiteY53" fmla="*/ 651669 h 785019"/>
                    <a:gd name="connsiteX54" fmla="*/ 111125 w 1022350"/>
                    <a:gd name="connsiteY54" fmla="*/ 610394 h 785019"/>
                    <a:gd name="connsiteX55" fmla="*/ 73025 w 1022350"/>
                    <a:gd name="connsiteY55" fmla="*/ 632619 h 785019"/>
                    <a:gd name="connsiteX56" fmla="*/ 38100 w 1022350"/>
                    <a:gd name="connsiteY56" fmla="*/ 632619 h 785019"/>
                    <a:gd name="connsiteX57" fmla="*/ 0 w 1022350"/>
                    <a:gd name="connsiteY57" fmla="*/ 597694 h 785019"/>
                    <a:gd name="connsiteX58" fmla="*/ 40501 w 1022350"/>
                    <a:gd name="connsiteY58" fmla="*/ 9525 h 785019"/>
                    <a:gd name="connsiteX59" fmla="*/ 107950 w 1022350"/>
                    <a:gd name="connsiteY59" fmla="*/ 38894 h 785019"/>
                    <a:gd name="connsiteX0" fmla="*/ 107950 w 1022350"/>
                    <a:gd name="connsiteY0" fmla="*/ 29369 h 775494"/>
                    <a:gd name="connsiteX1" fmla="*/ 145250 w 1022350"/>
                    <a:gd name="connsiteY1" fmla="*/ 4762 h 775494"/>
                    <a:gd name="connsiteX2" fmla="*/ 225425 w 1022350"/>
                    <a:gd name="connsiteY2" fmla="*/ 61119 h 775494"/>
                    <a:gd name="connsiteX3" fmla="*/ 212725 w 1022350"/>
                    <a:gd name="connsiteY3" fmla="*/ 102394 h 775494"/>
                    <a:gd name="connsiteX4" fmla="*/ 228600 w 1022350"/>
                    <a:gd name="connsiteY4" fmla="*/ 127794 h 775494"/>
                    <a:gd name="connsiteX5" fmla="*/ 232563 w 1022350"/>
                    <a:gd name="connsiteY5" fmla="*/ 107145 h 775494"/>
                    <a:gd name="connsiteX6" fmla="*/ 263525 w 1022350"/>
                    <a:gd name="connsiteY6" fmla="*/ 89694 h 775494"/>
                    <a:gd name="connsiteX7" fmla="*/ 274631 w 1022350"/>
                    <a:gd name="connsiteY7" fmla="*/ 96032 h 775494"/>
                    <a:gd name="connsiteX8" fmla="*/ 340512 w 1022350"/>
                    <a:gd name="connsiteY8" fmla="*/ 146038 h 775494"/>
                    <a:gd name="connsiteX9" fmla="*/ 327025 w 1022350"/>
                    <a:gd name="connsiteY9" fmla="*/ 200819 h 775494"/>
                    <a:gd name="connsiteX10" fmla="*/ 403225 w 1022350"/>
                    <a:gd name="connsiteY10" fmla="*/ 264319 h 775494"/>
                    <a:gd name="connsiteX11" fmla="*/ 447675 w 1022350"/>
                    <a:gd name="connsiteY11" fmla="*/ 334169 h 775494"/>
                    <a:gd name="connsiteX12" fmla="*/ 481798 w 1022350"/>
                    <a:gd name="connsiteY12" fmla="*/ 306374 h 775494"/>
                    <a:gd name="connsiteX13" fmla="*/ 492125 w 1022350"/>
                    <a:gd name="connsiteY13" fmla="*/ 305594 h 775494"/>
                    <a:gd name="connsiteX14" fmla="*/ 527050 w 1022350"/>
                    <a:gd name="connsiteY14" fmla="*/ 308769 h 775494"/>
                    <a:gd name="connsiteX15" fmla="*/ 584985 w 1022350"/>
                    <a:gd name="connsiteY15" fmla="*/ 319075 h 775494"/>
                    <a:gd name="connsiteX16" fmla="*/ 619125 w 1022350"/>
                    <a:gd name="connsiteY16" fmla="*/ 321469 h 775494"/>
                    <a:gd name="connsiteX17" fmla="*/ 647700 w 1022350"/>
                    <a:gd name="connsiteY17" fmla="*/ 343694 h 775494"/>
                    <a:gd name="connsiteX18" fmla="*/ 701675 w 1022350"/>
                    <a:gd name="connsiteY18" fmla="*/ 337344 h 775494"/>
                    <a:gd name="connsiteX19" fmla="*/ 771525 w 1022350"/>
                    <a:gd name="connsiteY19" fmla="*/ 334949 h 775494"/>
                    <a:gd name="connsiteX20" fmla="*/ 812800 w 1022350"/>
                    <a:gd name="connsiteY20" fmla="*/ 337344 h 775494"/>
                    <a:gd name="connsiteX21" fmla="*/ 838200 w 1022350"/>
                    <a:gd name="connsiteY21" fmla="*/ 378619 h 775494"/>
                    <a:gd name="connsiteX22" fmla="*/ 838200 w 1022350"/>
                    <a:gd name="connsiteY22" fmla="*/ 461169 h 775494"/>
                    <a:gd name="connsiteX23" fmla="*/ 911225 w 1022350"/>
                    <a:gd name="connsiteY23" fmla="*/ 518319 h 775494"/>
                    <a:gd name="connsiteX24" fmla="*/ 974725 w 1022350"/>
                    <a:gd name="connsiteY24" fmla="*/ 550069 h 775494"/>
                    <a:gd name="connsiteX25" fmla="*/ 1022350 w 1022350"/>
                    <a:gd name="connsiteY25" fmla="*/ 588169 h 775494"/>
                    <a:gd name="connsiteX26" fmla="*/ 993775 w 1022350"/>
                    <a:gd name="connsiteY26" fmla="*/ 629444 h 775494"/>
                    <a:gd name="connsiteX27" fmla="*/ 860425 w 1022350"/>
                    <a:gd name="connsiteY27" fmla="*/ 619919 h 775494"/>
                    <a:gd name="connsiteX28" fmla="*/ 815975 w 1022350"/>
                    <a:gd name="connsiteY28" fmla="*/ 607219 h 775494"/>
                    <a:gd name="connsiteX29" fmla="*/ 733425 w 1022350"/>
                    <a:gd name="connsiteY29" fmla="*/ 654844 h 775494"/>
                    <a:gd name="connsiteX30" fmla="*/ 692150 w 1022350"/>
                    <a:gd name="connsiteY30" fmla="*/ 686594 h 775494"/>
                    <a:gd name="connsiteX31" fmla="*/ 663575 w 1022350"/>
                    <a:gd name="connsiteY31" fmla="*/ 724694 h 775494"/>
                    <a:gd name="connsiteX32" fmla="*/ 631825 w 1022350"/>
                    <a:gd name="connsiteY32" fmla="*/ 727869 h 775494"/>
                    <a:gd name="connsiteX33" fmla="*/ 609600 w 1022350"/>
                    <a:gd name="connsiteY33" fmla="*/ 775494 h 775494"/>
                    <a:gd name="connsiteX34" fmla="*/ 590550 w 1022350"/>
                    <a:gd name="connsiteY34" fmla="*/ 743744 h 775494"/>
                    <a:gd name="connsiteX35" fmla="*/ 561975 w 1022350"/>
                    <a:gd name="connsiteY35" fmla="*/ 746919 h 775494"/>
                    <a:gd name="connsiteX36" fmla="*/ 536575 w 1022350"/>
                    <a:gd name="connsiteY36" fmla="*/ 708819 h 775494"/>
                    <a:gd name="connsiteX37" fmla="*/ 517525 w 1022350"/>
                    <a:gd name="connsiteY37" fmla="*/ 708819 h 775494"/>
                    <a:gd name="connsiteX38" fmla="*/ 498475 w 1022350"/>
                    <a:gd name="connsiteY38" fmla="*/ 686594 h 775494"/>
                    <a:gd name="connsiteX39" fmla="*/ 517525 w 1022350"/>
                    <a:gd name="connsiteY39" fmla="*/ 658019 h 775494"/>
                    <a:gd name="connsiteX40" fmla="*/ 508000 w 1022350"/>
                    <a:gd name="connsiteY40" fmla="*/ 651669 h 775494"/>
                    <a:gd name="connsiteX41" fmla="*/ 473075 w 1022350"/>
                    <a:gd name="connsiteY41" fmla="*/ 670719 h 775494"/>
                    <a:gd name="connsiteX42" fmla="*/ 438150 w 1022350"/>
                    <a:gd name="connsiteY42" fmla="*/ 658019 h 775494"/>
                    <a:gd name="connsiteX43" fmla="*/ 479425 w 1022350"/>
                    <a:gd name="connsiteY43" fmla="*/ 638969 h 775494"/>
                    <a:gd name="connsiteX44" fmla="*/ 476250 w 1022350"/>
                    <a:gd name="connsiteY44" fmla="*/ 610394 h 775494"/>
                    <a:gd name="connsiteX45" fmla="*/ 444500 w 1022350"/>
                    <a:gd name="connsiteY45" fmla="*/ 588169 h 775494"/>
                    <a:gd name="connsiteX46" fmla="*/ 406400 w 1022350"/>
                    <a:gd name="connsiteY46" fmla="*/ 600869 h 775494"/>
                    <a:gd name="connsiteX47" fmla="*/ 425450 w 1022350"/>
                    <a:gd name="connsiteY47" fmla="*/ 635794 h 775494"/>
                    <a:gd name="connsiteX48" fmla="*/ 396875 w 1022350"/>
                    <a:gd name="connsiteY48" fmla="*/ 645319 h 775494"/>
                    <a:gd name="connsiteX49" fmla="*/ 365125 w 1022350"/>
                    <a:gd name="connsiteY49" fmla="*/ 645319 h 775494"/>
                    <a:gd name="connsiteX50" fmla="*/ 307975 w 1022350"/>
                    <a:gd name="connsiteY50" fmla="*/ 702469 h 775494"/>
                    <a:gd name="connsiteX51" fmla="*/ 244475 w 1022350"/>
                    <a:gd name="connsiteY51" fmla="*/ 699294 h 775494"/>
                    <a:gd name="connsiteX52" fmla="*/ 190500 w 1022350"/>
                    <a:gd name="connsiteY52" fmla="*/ 642144 h 775494"/>
                    <a:gd name="connsiteX53" fmla="*/ 149225 w 1022350"/>
                    <a:gd name="connsiteY53" fmla="*/ 642144 h 775494"/>
                    <a:gd name="connsiteX54" fmla="*/ 111125 w 1022350"/>
                    <a:gd name="connsiteY54" fmla="*/ 600869 h 775494"/>
                    <a:gd name="connsiteX55" fmla="*/ 73025 w 1022350"/>
                    <a:gd name="connsiteY55" fmla="*/ 623094 h 775494"/>
                    <a:gd name="connsiteX56" fmla="*/ 38100 w 1022350"/>
                    <a:gd name="connsiteY56" fmla="*/ 623094 h 775494"/>
                    <a:gd name="connsiteX57" fmla="*/ 0 w 1022350"/>
                    <a:gd name="connsiteY57" fmla="*/ 588169 h 775494"/>
                    <a:gd name="connsiteX58" fmla="*/ 40501 w 1022350"/>
                    <a:gd name="connsiteY58" fmla="*/ 0 h 775494"/>
                    <a:gd name="connsiteX59" fmla="*/ 107950 w 1022350"/>
                    <a:gd name="connsiteY59" fmla="*/ 29369 h 775494"/>
                    <a:gd name="connsiteX0" fmla="*/ 107950 w 1022350"/>
                    <a:gd name="connsiteY0" fmla="*/ 31751 h 777876"/>
                    <a:gd name="connsiteX1" fmla="*/ 125406 w 1022350"/>
                    <a:gd name="connsiteY1" fmla="*/ 0 h 777876"/>
                    <a:gd name="connsiteX2" fmla="*/ 225425 w 1022350"/>
                    <a:gd name="connsiteY2" fmla="*/ 63501 h 777876"/>
                    <a:gd name="connsiteX3" fmla="*/ 212725 w 1022350"/>
                    <a:gd name="connsiteY3" fmla="*/ 104776 h 777876"/>
                    <a:gd name="connsiteX4" fmla="*/ 228600 w 1022350"/>
                    <a:gd name="connsiteY4" fmla="*/ 130176 h 777876"/>
                    <a:gd name="connsiteX5" fmla="*/ 232563 w 1022350"/>
                    <a:gd name="connsiteY5" fmla="*/ 109527 h 777876"/>
                    <a:gd name="connsiteX6" fmla="*/ 263525 w 1022350"/>
                    <a:gd name="connsiteY6" fmla="*/ 92076 h 777876"/>
                    <a:gd name="connsiteX7" fmla="*/ 274631 w 1022350"/>
                    <a:gd name="connsiteY7" fmla="*/ 98414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884 h 778009"/>
                    <a:gd name="connsiteX1" fmla="*/ 125406 w 1022350"/>
                    <a:gd name="connsiteY1" fmla="*/ 133 h 778009"/>
                    <a:gd name="connsiteX2" fmla="*/ 177800 w 1022350"/>
                    <a:gd name="connsiteY2" fmla="*/ 31089 h 778009"/>
                    <a:gd name="connsiteX3" fmla="*/ 225425 w 1022350"/>
                    <a:gd name="connsiteY3" fmla="*/ 63634 h 778009"/>
                    <a:gd name="connsiteX4" fmla="*/ 212725 w 1022350"/>
                    <a:gd name="connsiteY4" fmla="*/ 104909 h 778009"/>
                    <a:gd name="connsiteX5" fmla="*/ 228600 w 1022350"/>
                    <a:gd name="connsiteY5" fmla="*/ 130309 h 778009"/>
                    <a:gd name="connsiteX6" fmla="*/ 232563 w 1022350"/>
                    <a:gd name="connsiteY6" fmla="*/ 109660 h 778009"/>
                    <a:gd name="connsiteX7" fmla="*/ 263525 w 1022350"/>
                    <a:gd name="connsiteY7" fmla="*/ 92209 h 778009"/>
                    <a:gd name="connsiteX8" fmla="*/ 274631 w 1022350"/>
                    <a:gd name="connsiteY8" fmla="*/ 98547 h 778009"/>
                    <a:gd name="connsiteX9" fmla="*/ 340512 w 1022350"/>
                    <a:gd name="connsiteY9" fmla="*/ 148553 h 778009"/>
                    <a:gd name="connsiteX10" fmla="*/ 327025 w 1022350"/>
                    <a:gd name="connsiteY10" fmla="*/ 203334 h 778009"/>
                    <a:gd name="connsiteX11" fmla="*/ 403225 w 1022350"/>
                    <a:gd name="connsiteY11" fmla="*/ 266834 h 778009"/>
                    <a:gd name="connsiteX12" fmla="*/ 447675 w 1022350"/>
                    <a:gd name="connsiteY12" fmla="*/ 336684 h 778009"/>
                    <a:gd name="connsiteX13" fmla="*/ 481798 w 1022350"/>
                    <a:gd name="connsiteY13" fmla="*/ 308889 h 778009"/>
                    <a:gd name="connsiteX14" fmla="*/ 492125 w 1022350"/>
                    <a:gd name="connsiteY14" fmla="*/ 308109 h 778009"/>
                    <a:gd name="connsiteX15" fmla="*/ 527050 w 1022350"/>
                    <a:gd name="connsiteY15" fmla="*/ 311284 h 778009"/>
                    <a:gd name="connsiteX16" fmla="*/ 584985 w 1022350"/>
                    <a:gd name="connsiteY16" fmla="*/ 321590 h 778009"/>
                    <a:gd name="connsiteX17" fmla="*/ 619125 w 1022350"/>
                    <a:gd name="connsiteY17" fmla="*/ 323984 h 778009"/>
                    <a:gd name="connsiteX18" fmla="*/ 647700 w 1022350"/>
                    <a:gd name="connsiteY18" fmla="*/ 346209 h 778009"/>
                    <a:gd name="connsiteX19" fmla="*/ 701675 w 1022350"/>
                    <a:gd name="connsiteY19" fmla="*/ 339859 h 778009"/>
                    <a:gd name="connsiteX20" fmla="*/ 771525 w 1022350"/>
                    <a:gd name="connsiteY20" fmla="*/ 337464 h 778009"/>
                    <a:gd name="connsiteX21" fmla="*/ 812800 w 1022350"/>
                    <a:gd name="connsiteY21" fmla="*/ 339859 h 778009"/>
                    <a:gd name="connsiteX22" fmla="*/ 838200 w 1022350"/>
                    <a:gd name="connsiteY22" fmla="*/ 381134 h 778009"/>
                    <a:gd name="connsiteX23" fmla="*/ 838200 w 1022350"/>
                    <a:gd name="connsiteY23" fmla="*/ 463684 h 778009"/>
                    <a:gd name="connsiteX24" fmla="*/ 911225 w 1022350"/>
                    <a:gd name="connsiteY24" fmla="*/ 520834 h 778009"/>
                    <a:gd name="connsiteX25" fmla="*/ 974725 w 1022350"/>
                    <a:gd name="connsiteY25" fmla="*/ 552584 h 778009"/>
                    <a:gd name="connsiteX26" fmla="*/ 1022350 w 1022350"/>
                    <a:gd name="connsiteY26" fmla="*/ 590684 h 778009"/>
                    <a:gd name="connsiteX27" fmla="*/ 993775 w 1022350"/>
                    <a:gd name="connsiteY27" fmla="*/ 631959 h 778009"/>
                    <a:gd name="connsiteX28" fmla="*/ 860425 w 1022350"/>
                    <a:gd name="connsiteY28" fmla="*/ 622434 h 778009"/>
                    <a:gd name="connsiteX29" fmla="*/ 815975 w 1022350"/>
                    <a:gd name="connsiteY29" fmla="*/ 609734 h 778009"/>
                    <a:gd name="connsiteX30" fmla="*/ 733425 w 1022350"/>
                    <a:gd name="connsiteY30" fmla="*/ 657359 h 778009"/>
                    <a:gd name="connsiteX31" fmla="*/ 692150 w 1022350"/>
                    <a:gd name="connsiteY31" fmla="*/ 689109 h 778009"/>
                    <a:gd name="connsiteX32" fmla="*/ 663575 w 1022350"/>
                    <a:gd name="connsiteY32" fmla="*/ 727209 h 778009"/>
                    <a:gd name="connsiteX33" fmla="*/ 631825 w 1022350"/>
                    <a:gd name="connsiteY33" fmla="*/ 730384 h 778009"/>
                    <a:gd name="connsiteX34" fmla="*/ 609600 w 1022350"/>
                    <a:gd name="connsiteY34" fmla="*/ 778009 h 778009"/>
                    <a:gd name="connsiteX35" fmla="*/ 590550 w 1022350"/>
                    <a:gd name="connsiteY35" fmla="*/ 746259 h 778009"/>
                    <a:gd name="connsiteX36" fmla="*/ 561975 w 1022350"/>
                    <a:gd name="connsiteY36" fmla="*/ 749434 h 778009"/>
                    <a:gd name="connsiteX37" fmla="*/ 536575 w 1022350"/>
                    <a:gd name="connsiteY37" fmla="*/ 711334 h 778009"/>
                    <a:gd name="connsiteX38" fmla="*/ 517525 w 1022350"/>
                    <a:gd name="connsiteY38" fmla="*/ 711334 h 778009"/>
                    <a:gd name="connsiteX39" fmla="*/ 498475 w 1022350"/>
                    <a:gd name="connsiteY39" fmla="*/ 689109 h 778009"/>
                    <a:gd name="connsiteX40" fmla="*/ 517525 w 1022350"/>
                    <a:gd name="connsiteY40" fmla="*/ 660534 h 778009"/>
                    <a:gd name="connsiteX41" fmla="*/ 508000 w 1022350"/>
                    <a:gd name="connsiteY41" fmla="*/ 654184 h 778009"/>
                    <a:gd name="connsiteX42" fmla="*/ 473075 w 1022350"/>
                    <a:gd name="connsiteY42" fmla="*/ 673234 h 778009"/>
                    <a:gd name="connsiteX43" fmla="*/ 438150 w 1022350"/>
                    <a:gd name="connsiteY43" fmla="*/ 660534 h 778009"/>
                    <a:gd name="connsiteX44" fmla="*/ 479425 w 1022350"/>
                    <a:gd name="connsiteY44" fmla="*/ 641484 h 778009"/>
                    <a:gd name="connsiteX45" fmla="*/ 476250 w 1022350"/>
                    <a:gd name="connsiteY45" fmla="*/ 612909 h 778009"/>
                    <a:gd name="connsiteX46" fmla="*/ 444500 w 1022350"/>
                    <a:gd name="connsiteY46" fmla="*/ 590684 h 778009"/>
                    <a:gd name="connsiteX47" fmla="*/ 406400 w 1022350"/>
                    <a:gd name="connsiteY47" fmla="*/ 603384 h 778009"/>
                    <a:gd name="connsiteX48" fmla="*/ 425450 w 1022350"/>
                    <a:gd name="connsiteY48" fmla="*/ 638309 h 778009"/>
                    <a:gd name="connsiteX49" fmla="*/ 396875 w 1022350"/>
                    <a:gd name="connsiteY49" fmla="*/ 647834 h 778009"/>
                    <a:gd name="connsiteX50" fmla="*/ 365125 w 1022350"/>
                    <a:gd name="connsiteY50" fmla="*/ 647834 h 778009"/>
                    <a:gd name="connsiteX51" fmla="*/ 307975 w 1022350"/>
                    <a:gd name="connsiteY51" fmla="*/ 704984 h 778009"/>
                    <a:gd name="connsiteX52" fmla="*/ 244475 w 1022350"/>
                    <a:gd name="connsiteY52" fmla="*/ 701809 h 778009"/>
                    <a:gd name="connsiteX53" fmla="*/ 190500 w 1022350"/>
                    <a:gd name="connsiteY53" fmla="*/ 644659 h 778009"/>
                    <a:gd name="connsiteX54" fmla="*/ 149225 w 1022350"/>
                    <a:gd name="connsiteY54" fmla="*/ 644659 h 778009"/>
                    <a:gd name="connsiteX55" fmla="*/ 111125 w 1022350"/>
                    <a:gd name="connsiteY55" fmla="*/ 603384 h 778009"/>
                    <a:gd name="connsiteX56" fmla="*/ 73025 w 1022350"/>
                    <a:gd name="connsiteY56" fmla="*/ 625609 h 778009"/>
                    <a:gd name="connsiteX57" fmla="*/ 38100 w 1022350"/>
                    <a:gd name="connsiteY57" fmla="*/ 625609 h 778009"/>
                    <a:gd name="connsiteX58" fmla="*/ 0 w 1022350"/>
                    <a:gd name="connsiteY58" fmla="*/ 590684 h 778009"/>
                    <a:gd name="connsiteX59" fmla="*/ 40501 w 1022350"/>
                    <a:gd name="connsiteY59" fmla="*/ 2515 h 778009"/>
                    <a:gd name="connsiteX60" fmla="*/ 107950 w 1022350"/>
                    <a:gd name="connsiteY60" fmla="*/ 31884 h 778009"/>
                    <a:gd name="connsiteX0" fmla="*/ 107950 w 1022350"/>
                    <a:gd name="connsiteY0" fmla="*/ 31884 h 778009"/>
                    <a:gd name="connsiteX1" fmla="*/ 125406 w 1022350"/>
                    <a:gd name="connsiteY1" fmla="*/ 133 h 778009"/>
                    <a:gd name="connsiteX2" fmla="*/ 192082 w 1022350"/>
                    <a:gd name="connsiteY2" fmla="*/ 21553 h 778009"/>
                    <a:gd name="connsiteX3" fmla="*/ 225425 w 1022350"/>
                    <a:gd name="connsiteY3" fmla="*/ 63634 h 778009"/>
                    <a:gd name="connsiteX4" fmla="*/ 212725 w 1022350"/>
                    <a:gd name="connsiteY4" fmla="*/ 104909 h 778009"/>
                    <a:gd name="connsiteX5" fmla="*/ 228600 w 1022350"/>
                    <a:gd name="connsiteY5" fmla="*/ 130309 h 778009"/>
                    <a:gd name="connsiteX6" fmla="*/ 232563 w 1022350"/>
                    <a:gd name="connsiteY6" fmla="*/ 109660 h 778009"/>
                    <a:gd name="connsiteX7" fmla="*/ 263525 w 1022350"/>
                    <a:gd name="connsiteY7" fmla="*/ 92209 h 778009"/>
                    <a:gd name="connsiteX8" fmla="*/ 274631 w 1022350"/>
                    <a:gd name="connsiteY8" fmla="*/ 98547 h 778009"/>
                    <a:gd name="connsiteX9" fmla="*/ 340512 w 1022350"/>
                    <a:gd name="connsiteY9" fmla="*/ 148553 h 778009"/>
                    <a:gd name="connsiteX10" fmla="*/ 327025 w 1022350"/>
                    <a:gd name="connsiteY10" fmla="*/ 203334 h 778009"/>
                    <a:gd name="connsiteX11" fmla="*/ 403225 w 1022350"/>
                    <a:gd name="connsiteY11" fmla="*/ 266834 h 778009"/>
                    <a:gd name="connsiteX12" fmla="*/ 447675 w 1022350"/>
                    <a:gd name="connsiteY12" fmla="*/ 336684 h 778009"/>
                    <a:gd name="connsiteX13" fmla="*/ 481798 w 1022350"/>
                    <a:gd name="connsiteY13" fmla="*/ 308889 h 778009"/>
                    <a:gd name="connsiteX14" fmla="*/ 492125 w 1022350"/>
                    <a:gd name="connsiteY14" fmla="*/ 308109 h 778009"/>
                    <a:gd name="connsiteX15" fmla="*/ 527050 w 1022350"/>
                    <a:gd name="connsiteY15" fmla="*/ 311284 h 778009"/>
                    <a:gd name="connsiteX16" fmla="*/ 584985 w 1022350"/>
                    <a:gd name="connsiteY16" fmla="*/ 321590 h 778009"/>
                    <a:gd name="connsiteX17" fmla="*/ 619125 w 1022350"/>
                    <a:gd name="connsiteY17" fmla="*/ 323984 h 778009"/>
                    <a:gd name="connsiteX18" fmla="*/ 647700 w 1022350"/>
                    <a:gd name="connsiteY18" fmla="*/ 346209 h 778009"/>
                    <a:gd name="connsiteX19" fmla="*/ 701675 w 1022350"/>
                    <a:gd name="connsiteY19" fmla="*/ 339859 h 778009"/>
                    <a:gd name="connsiteX20" fmla="*/ 771525 w 1022350"/>
                    <a:gd name="connsiteY20" fmla="*/ 337464 h 778009"/>
                    <a:gd name="connsiteX21" fmla="*/ 812800 w 1022350"/>
                    <a:gd name="connsiteY21" fmla="*/ 339859 h 778009"/>
                    <a:gd name="connsiteX22" fmla="*/ 838200 w 1022350"/>
                    <a:gd name="connsiteY22" fmla="*/ 381134 h 778009"/>
                    <a:gd name="connsiteX23" fmla="*/ 838200 w 1022350"/>
                    <a:gd name="connsiteY23" fmla="*/ 463684 h 778009"/>
                    <a:gd name="connsiteX24" fmla="*/ 911225 w 1022350"/>
                    <a:gd name="connsiteY24" fmla="*/ 520834 h 778009"/>
                    <a:gd name="connsiteX25" fmla="*/ 974725 w 1022350"/>
                    <a:gd name="connsiteY25" fmla="*/ 552584 h 778009"/>
                    <a:gd name="connsiteX26" fmla="*/ 1022350 w 1022350"/>
                    <a:gd name="connsiteY26" fmla="*/ 590684 h 778009"/>
                    <a:gd name="connsiteX27" fmla="*/ 993775 w 1022350"/>
                    <a:gd name="connsiteY27" fmla="*/ 631959 h 778009"/>
                    <a:gd name="connsiteX28" fmla="*/ 860425 w 1022350"/>
                    <a:gd name="connsiteY28" fmla="*/ 622434 h 778009"/>
                    <a:gd name="connsiteX29" fmla="*/ 815975 w 1022350"/>
                    <a:gd name="connsiteY29" fmla="*/ 609734 h 778009"/>
                    <a:gd name="connsiteX30" fmla="*/ 733425 w 1022350"/>
                    <a:gd name="connsiteY30" fmla="*/ 657359 h 778009"/>
                    <a:gd name="connsiteX31" fmla="*/ 692150 w 1022350"/>
                    <a:gd name="connsiteY31" fmla="*/ 689109 h 778009"/>
                    <a:gd name="connsiteX32" fmla="*/ 663575 w 1022350"/>
                    <a:gd name="connsiteY32" fmla="*/ 727209 h 778009"/>
                    <a:gd name="connsiteX33" fmla="*/ 631825 w 1022350"/>
                    <a:gd name="connsiteY33" fmla="*/ 730384 h 778009"/>
                    <a:gd name="connsiteX34" fmla="*/ 609600 w 1022350"/>
                    <a:gd name="connsiteY34" fmla="*/ 778009 h 778009"/>
                    <a:gd name="connsiteX35" fmla="*/ 590550 w 1022350"/>
                    <a:gd name="connsiteY35" fmla="*/ 746259 h 778009"/>
                    <a:gd name="connsiteX36" fmla="*/ 561975 w 1022350"/>
                    <a:gd name="connsiteY36" fmla="*/ 749434 h 778009"/>
                    <a:gd name="connsiteX37" fmla="*/ 536575 w 1022350"/>
                    <a:gd name="connsiteY37" fmla="*/ 711334 h 778009"/>
                    <a:gd name="connsiteX38" fmla="*/ 517525 w 1022350"/>
                    <a:gd name="connsiteY38" fmla="*/ 711334 h 778009"/>
                    <a:gd name="connsiteX39" fmla="*/ 498475 w 1022350"/>
                    <a:gd name="connsiteY39" fmla="*/ 689109 h 778009"/>
                    <a:gd name="connsiteX40" fmla="*/ 517525 w 1022350"/>
                    <a:gd name="connsiteY40" fmla="*/ 660534 h 778009"/>
                    <a:gd name="connsiteX41" fmla="*/ 508000 w 1022350"/>
                    <a:gd name="connsiteY41" fmla="*/ 654184 h 778009"/>
                    <a:gd name="connsiteX42" fmla="*/ 473075 w 1022350"/>
                    <a:gd name="connsiteY42" fmla="*/ 673234 h 778009"/>
                    <a:gd name="connsiteX43" fmla="*/ 438150 w 1022350"/>
                    <a:gd name="connsiteY43" fmla="*/ 660534 h 778009"/>
                    <a:gd name="connsiteX44" fmla="*/ 479425 w 1022350"/>
                    <a:gd name="connsiteY44" fmla="*/ 641484 h 778009"/>
                    <a:gd name="connsiteX45" fmla="*/ 476250 w 1022350"/>
                    <a:gd name="connsiteY45" fmla="*/ 612909 h 778009"/>
                    <a:gd name="connsiteX46" fmla="*/ 444500 w 1022350"/>
                    <a:gd name="connsiteY46" fmla="*/ 590684 h 778009"/>
                    <a:gd name="connsiteX47" fmla="*/ 406400 w 1022350"/>
                    <a:gd name="connsiteY47" fmla="*/ 603384 h 778009"/>
                    <a:gd name="connsiteX48" fmla="*/ 425450 w 1022350"/>
                    <a:gd name="connsiteY48" fmla="*/ 638309 h 778009"/>
                    <a:gd name="connsiteX49" fmla="*/ 396875 w 1022350"/>
                    <a:gd name="connsiteY49" fmla="*/ 647834 h 778009"/>
                    <a:gd name="connsiteX50" fmla="*/ 365125 w 1022350"/>
                    <a:gd name="connsiteY50" fmla="*/ 647834 h 778009"/>
                    <a:gd name="connsiteX51" fmla="*/ 307975 w 1022350"/>
                    <a:gd name="connsiteY51" fmla="*/ 704984 h 778009"/>
                    <a:gd name="connsiteX52" fmla="*/ 244475 w 1022350"/>
                    <a:gd name="connsiteY52" fmla="*/ 701809 h 778009"/>
                    <a:gd name="connsiteX53" fmla="*/ 190500 w 1022350"/>
                    <a:gd name="connsiteY53" fmla="*/ 644659 h 778009"/>
                    <a:gd name="connsiteX54" fmla="*/ 149225 w 1022350"/>
                    <a:gd name="connsiteY54" fmla="*/ 644659 h 778009"/>
                    <a:gd name="connsiteX55" fmla="*/ 111125 w 1022350"/>
                    <a:gd name="connsiteY55" fmla="*/ 603384 h 778009"/>
                    <a:gd name="connsiteX56" fmla="*/ 73025 w 1022350"/>
                    <a:gd name="connsiteY56" fmla="*/ 625609 h 778009"/>
                    <a:gd name="connsiteX57" fmla="*/ 38100 w 1022350"/>
                    <a:gd name="connsiteY57" fmla="*/ 625609 h 778009"/>
                    <a:gd name="connsiteX58" fmla="*/ 0 w 1022350"/>
                    <a:gd name="connsiteY58" fmla="*/ 590684 h 778009"/>
                    <a:gd name="connsiteX59" fmla="*/ 40501 w 1022350"/>
                    <a:gd name="connsiteY59" fmla="*/ 2515 h 778009"/>
                    <a:gd name="connsiteX60" fmla="*/ 107950 w 1022350"/>
                    <a:gd name="connsiteY60" fmla="*/ 31884 h 778009"/>
                    <a:gd name="connsiteX0" fmla="*/ 107950 w 1022350"/>
                    <a:gd name="connsiteY0" fmla="*/ 31751 h 777876"/>
                    <a:gd name="connsiteX1" fmla="*/ 125406 w 1022350"/>
                    <a:gd name="connsiteY1" fmla="*/ 0 h 777876"/>
                    <a:gd name="connsiteX2" fmla="*/ 192082 w 1022350"/>
                    <a:gd name="connsiteY2" fmla="*/ 21420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92082 w 1022350"/>
                    <a:gd name="connsiteY2" fmla="*/ 21420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19 w 1022350"/>
                    <a:gd name="connsiteY7" fmla="*/ 99208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80194 w 1022350"/>
                    <a:gd name="connsiteY8" fmla="*/ 111919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299244 w 1022350"/>
                    <a:gd name="connsiteY9" fmla="*/ 133350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58775 w 1022350"/>
                    <a:gd name="connsiteY12" fmla="*/ 230981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4386 w 1022350"/>
                    <a:gd name="connsiteY12" fmla="*/ 219074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68313 w 1022350"/>
                    <a:gd name="connsiteY15" fmla="*/ 31670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38166 w 1022350"/>
                    <a:gd name="connsiteY19" fmla="*/ 346063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38948 w 1022350"/>
                    <a:gd name="connsiteY17" fmla="*/ 323044 h 777876"/>
                    <a:gd name="connsiteX18" fmla="*/ 584985 w 1022350"/>
                    <a:gd name="connsiteY18" fmla="*/ 321457 h 777876"/>
                    <a:gd name="connsiteX19" fmla="*/ 638166 w 1022350"/>
                    <a:gd name="connsiteY19" fmla="*/ 346063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11175 w 1022350"/>
                    <a:gd name="connsiteY17" fmla="*/ 311944 h 777876"/>
                    <a:gd name="connsiteX18" fmla="*/ 538948 w 1022350"/>
                    <a:gd name="connsiteY18" fmla="*/ 323044 h 777876"/>
                    <a:gd name="connsiteX19" fmla="*/ 584985 w 1022350"/>
                    <a:gd name="connsiteY19" fmla="*/ 321457 h 777876"/>
                    <a:gd name="connsiteX20" fmla="*/ 638166 w 1022350"/>
                    <a:gd name="connsiteY20" fmla="*/ 346063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13548 w 1022350"/>
                    <a:gd name="connsiteY17" fmla="*/ 311931 h 777876"/>
                    <a:gd name="connsiteX18" fmla="*/ 538948 w 1022350"/>
                    <a:gd name="connsiteY18" fmla="*/ 323044 h 777876"/>
                    <a:gd name="connsiteX19" fmla="*/ 584985 w 1022350"/>
                    <a:gd name="connsiteY19" fmla="*/ 321457 h 777876"/>
                    <a:gd name="connsiteX20" fmla="*/ 638166 w 1022350"/>
                    <a:gd name="connsiteY20" fmla="*/ 346063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1046956 w 1046956"/>
                    <a:gd name="connsiteY28" fmla="*/ 588170 h 777876"/>
                    <a:gd name="connsiteX29" fmla="*/ 993775 w 1046956"/>
                    <a:gd name="connsiteY29" fmla="*/ 631826 h 777876"/>
                    <a:gd name="connsiteX30" fmla="*/ 860425 w 1046956"/>
                    <a:gd name="connsiteY30" fmla="*/ 622301 h 777876"/>
                    <a:gd name="connsiteX31" fmla="*/ 815975 w 1046956"/>
                    <a:gd name="connsiteY31" fmla="*/ 609601 h 777876"/>
                    <a:gd name="connsiteX32" fmla="*/ 733425 w 1046956"/>
                    <a:gd name="connsiteY32" fmla="*/ 657226 h 777876"/>
                    <a:gd name="connsiteX33" fmla="*/ 692150 w 1046956"/>
                    <a:gd name="connsiteY33" fmla="*/ 688976 h 777876"/>
                    <a:gd name="connsiteX34" fmla="*/ 663575 w 1046956"/>
                    <a:gd name="connsiteY34" fmla="*/ 727076 h 777876"/>
                    <a:gd name="connsiteX35" fmla="*/ 631825 w 1046956"/>
                    <a:gd name="connsiteY35" fmla="*/ 730251 h 777876"/>
                    <a:gd name="connsiteX36" fmla="*/ 609600 w 1046956"/>
                    <a:gd name="connsiteY36" fmla="*/ 777876 h 777876"/>
                    <a:gd name="connsiteX37" fmla="*/ 590550 w 1046956"/>
                    <a:gd name="connsiteY37" fmla="*/ 746126 h 777876"/>
                    <a:gd name="connsiteX38" fmla="*/ 561975 w 1046956"/>
                    <a:gd name="connsiteY38" fmla="*/ 749301 h 777876"/>
                    <a:gd name="connsiteX39" fmla="*/ 536575 w 1046956"/>
                    <a:gd name="connsiteY39" fmla="*/ 711201 h 777876"/>
                    <a:gd name="connsiteX40" fmla="*/ 517525 w 1046956"/>
                    <a:gd name="connsiteY40" fmla="*/ 711201 h 777876"/>
                    <a:gd name="connsiteX41" fmla="*/ 498475 w 1046956"/>
                    <a:gd name="connsiteY41" fmla="*/ 688976 h 777876"/>
                    <a:gd name="connsiteX42" fmla="*/ 517525 w 1046956"/>
                    <a:gd name="connsiteY42" fmla="*/ 660401 h 777876"/>
                    <a:gd name="connsiteX43" fmla="*/ 508000 w 1046956"/>
                    <a:gd name="connsiteY43" fmla="*/ 654051 h 777876"/>
                    <a:gd name="connsiteX44" fmla="*/ 473075 w 1046956"/>
                    <a:gd name="connsiteY44" fmla="*/ 673101 h 777876"/>
                    <a:gd name="connsiteX45" fmla="*/ 438150 w 1046956"/>
                    <a:gd name="connsiteY45" fmla="*/ 660401 h 777876"/>
                    <a:gd name="connsiteX46" fmla="*/ 479425 w 1046956"/>
                    <a:gd name="connsiteY46" fmla="*/ 641351 h 777876"/>
                    <a:gd name="connsiteX47" fmla="*/ 476250 w 1046956"/>
                    <a:gd name="connsiteY47" fmla="*/ 612776 h 777876"/>
                    <a:gd name="connsiteX48" fmla="*/ 444500 w 1046956"/>
                    <a:gd name="connsiteY48" fmla="*/ 590551 h 777876"/>
                    <a:gd name="connsiteX49" fmla="*/ 406400 w 1046956"/>
                    <a:gd name="connsiteY49" fmla="*/ 603251 h 777876"/>
                    <a:gd name="connsiteX50" fmla="*/ 425450 w 1046956"/>
                    <a:gd name="connsiteY50" fmla="*/ 638176 h 777876"/>
                    <a:gd name="connsiteX51" fmla="*/ 396875 w 1046956"/>
                    <a:gd name="connsiteY51" fmla="*/ 647701 h 777876"/>
                    <a:gd name="connsiteX52" fmla="*/ 365125 w 1046956"/>
                    <a:gd name="connsiteY52" fmla="*/ 647701 h 777876"/>
                    <a:gd name="connsiteX53" fmla="*/ 307975 w 1046956"/>
                    <a:gd name="connsiteY53" fmla="*/ 704851 h 777876"/>
                    <a:gd name="connsiteX54" fmla="*/ 244475 w 1046956"/>
                    <a:gd name="connsiteY54" fmla="*/ 701676 h 777876"/>
                    <a:gd name="connsiteX55" fmla="*/ 190500 w 1046956"/>
                    <a:gd name="connsiteY55" fmla="*/ 644526 h 777876"/>
                    <a:gd name="connsiteX56" fmla="*/ 149225 w 1046956"/>
                    <a:gd name="connsiteY56" fmla="*/ 644526 h 777876"/>
                    <a:gd name="connsiteX57" fmla="*/ 111125 w 1046956"/>
                    <a:gd name="connsiteY57" fmla="*/ 603251 h 777876"/>
                    <a:gd name="connsiteX58" fmla="*/ 73025 w 1046956"/>
                    <a:gd name="connsiteY58" fmla="*/ 625476 h 777876"/>
                    <a:gd name="connsiteX59" fmla="*/ 38100 w 1046956"/>
                    <a:gd name="connsiteY59" fmla="*/ 625476 h 777876"/>
                    <a:gd name="connsiteX60" fmla="*/ 0 w 1046956"/>
                    <a:gd name="connsiteY60" fmla="*/ 590551 h 777876"/>
                    <a:gd name="connsiteX61" fmla="*/ 40501 w 1046956"/>
                    <a:gd name="connsiteY61" fmla="*/ 2382 h 777876"/>
                    <a:gd name="connsiteX62" fmla="*/ 107950 w 1046956"/>
                    <a:gd name="connsiteY62"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1006475 w 1046956"/>
                    <a:gd name="connsiteY28" fmla="*/ 566738 h 777876"/>
                    <a:gd name="connsiteX29" fmla="*/ 1046956 w 1046956"/>
                    <a:gd name="connsiteY29" fmla="*/ 588170 h 777876"/>
                    <a:gd name="connsiteX30" fmla="*/ 993775 w 1046956"/>
                    <a:gd name="connsiteY30" fmla="*/ 631826 h 777876"/>
                    <a:gd name="connsiteX31" fmla="*/ 860425 w 1046956"/>
                    <a:gd name="connsiteY31" fmla="*/ 622301 h 777876"/>
                    <a:gd name="connsiteX32" fmla="*/ 815975 w 1046956"/>
                    <a:gd name="connsiteY32" fmla="*/ 609601 h 777876"/>
                    <a:gd name="connsiteX33" fmla="*/ 733425 w 1046956"/>
                    <a:gd name="connsiteY33" fmla="*/ 657226 h 777876"/>
                    <a:gd name="connsiteX34" fmla="*/ 692150 w 1046956"/>
                    <a:gd name="connsiteY34" fmla="*/ 688976 h 777876"/>
                    <a:gd name="connsiteX35" fmla="*/ 663575 w 1046956"/>
                    <a:gd name="connsiteY35" fmla="*/ 727076 h 777876"/>
                    <a:gd name="connsiteX36" fmla="*/ 631825 w 1046956"/>
                    <a:gd name="connsiteY36" fmla="*/ 730251 h 777876"/>
                    <a:gd name="connsiteX37" fmla="*/ 609600 w 1046956"/>
                    <a:gd name="connsiteY37" fmla="*/ 777876 h 777876"/>
                    <a:gd name="connsiteX38" fmla="*/ 590550 w 1046956"/>
                    <a:gd name="connsiteY38" fmla="*/ 746126 h 777876"/>
                    <a:gd name="connsiteX39" fmla="*/ 561975 w 1046956"/>
                    <a:gd name="connsiteY39" fmla="*/ 749301 h 777876"/>
                    <a:gd name="connsiteX40" fmla="*/ 536575 w 1046956"/>
                    <a:gd name="connsiteY40" fmla="*/ 711201 h 777876"/>
                    <a:gd name="connsiteX41" fmla="*/ 517525 w 1046956"/>
                    <a:gd name="connsiteY41" fmla="*/ 711201 h 777876"/>
                    <a:gd name="connsiteX42" fmla="*/ 498475 w 1046956"/>
                    <a:gd name="connsiteY42" fmla="*/ 688976 h 777876"/>
                    <a:gd name="connsiteX43" fmla="*/ 517525 w 1046956"/>
                    <a:gd name="connsiteY43" fmla="*/ 660401 h 777876"/>
                    <a:gd name="connsiteX44" fmla="*/ 508000 w 1046956"/>
                    <a:gd name="connsiteY44" fmla="*/ 654051 h 777876"/>
                    <a:gd name="connsiteX45" fmla="*/ 473075 w 1046956"/>
                    <a:gd name="connsiteY45" fmla="*/ 673101 h 777876"/>
                    <a:gd name="connsiteX46" fmla="*/ 438150 w 1046956"/>
                    <a:gd name="connsiteY46" fmla="*/ 660401 h 777876"/>
                    <a:gd name="connsiteX47" fmla="*/ 479425 w 1046956"/>
                    <a:gd name="connsiteY47" fmla="*/ 641351 h 777876"/>
                    <a:gd name="connsiteX48" fmla="*/ 476250 w 1046956"/>
                    <a:gd name="connsiteY48" fmla="*/ 612776 h 777876"/>
                    <a:gd name="connsiteX49" fmla="*/ 444500 w 1046956"/>
                    <a:gd name="connsiteY49" fmla="*/ 590551 h 777876"/>
                    <a:gd name="connsiteX50" fmla="*/ 406400 w 1046956"/>
                    <a:gd name="connsiteY50" fmla="*/ 603251 h 777876"/>
                    <a:gd name="connsiteX51" fmla="*/ 425450 w 1046956"/>
                    <a:gd name="connsiteY51" fmla="*/ 638176 h 777876"/>
                    <a:gd name="connsiteX52" fmla="*/ 396875 w 1046956"/>
                    <a:gd name="connsiteY52" fmla="*/ 647701 h 777876"/>
                    <a:gd name="connsiteX53" fmla="*/ 365125 w 1046956"/>
                    <a:gd name="connsiteY53" fmla="*/ 647701 h 777876"/>
                    <a:gd name="connsiteX54" fmla="*/ 307975 w 1046956"/>
                    <a:gd name="connsiteY54" fmla="*/ 704851 h 777876"/>
                    <a:gd name="connsiteX55" fmla="*/ 244475 w 1046956"/>
                    <a:gd name="connsiteY55" fmla="*/ 701676 h 777876"/>
                    <a:gd name="connsiteX56" fmla="*/ 190500 w 1046956"/>
                    <a:gd name="connsiteY56" fmla="*/ 644526 h 777876"/>
                    <a:gd name="connsiteX57" fmla="*/ 149225 w 1046956"/>
                    <a:gd name="connsiteY57" fmla="*/ 644526 h 777876"/>
                    <a:gd name="connsiteX58" fmla="*/ 111125 w 1046956"/>
                    <a:gd name="connsiteY58" fmla="*/ 603251 h 777876"/>
                    <a:gd name="connsiteX59" fmla="*/ 73025 w 1046956"/>
                    <a:gd name="connsiteY59" fmla="*/ 625476 h 777876"/>
                    <a:gd name="connsiteX60" fmla="*/ 38100 w 1046956"/>
                    <a:gd name="connsiteY60" fmla="*/ 625476 h 777876"/>
                    <a:gd name="connsiteX61" fmla="*/ 0 w 1046956"/>
                    <a:gd name="connsiteY61" fmla="*/ 590551 h 777876"/>
                    <a:gd name="connsiteX62" fmla="*/ 40501 w 1046956"/>
                    <a:gd name="connsiteY62" fmla="*/ 2382 h 777876"/>
                    <a:gd name="connsiteX63" fmla="*/ 107950 w 1046956"/>
                    <a:gd name="connsiteY63"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999319 w 1046956"/>
                    <a:gd name="connsiteY28" fmla="*/ 578644 h 777876"/>
                    <a:gd name="connsiteX29" fmla="*/ 1046956 w 1046956"/>
                    <a:gd name="connsiteY29" fmla="*/ 588170 h 777876"/>
                    <a:gd name="connsiteX30" fmla="*/ 993775 w 1046956"/>
                    <a:gd name="connsiteY30" fmla="*/ 631826 h 777876"/>
                    <a:gd name="connsiteX31" fmla="*/ 860425 w 1046956"/>
                    <a:gd name="connsiteY31" fmla="*/ 622301 h 777876"/>
                    <a:gd name="connsiteX32" fmla="*/ 815975 w 1046956"/>
                    <a:gd name="connsiteY32" fmla="*/ 609601 h 777876"/>
                    <a:gd name="connsiteX33" fmla="*/ 733425 w 1046956"/>
                    <a:gd name="connsiteY33" fmla="*/ 657226 h 777876"/>
                    <a:gd name="connsiteX34" fmla="*/ 692150 w 1046956"/>
                    <a:gd name="connsiteY34" fmla="*/ 688976 h 777876"/>
                    <a:gd name="connsiteX35" fmla="*/ 663575 w 1046956"/>
                    <a:gd name="connsiteY35" fmla="*/ 727076 h 777876"/>
                    <a:gd name="connsiteX36" fmla="*/ 631825 w 1046956"/>
                    <a:gd name="connsiteY36" fmla="*/ 730251 h 777876"/>
                    <a:gd name="connsiteX37" fmla="*/ 609600 w 1046956"/>
                    <a:gd name="connsiteY37" fmla="*/ 777876 h 777876"/>
                    <a:gd name="connsiteX38" fmla="*/ 590550 w 1046956"/>
                    <a:gd name="connsiteY38" fmla="*/ 746126 h 777876"/>
                    <a:gd name="connsiteX39" fmla="*/ 561975 w 1046956"/>
                    <a:gd name="connsiteY39" fmla="*/ 749301 h 777876"/>
                    <a:gd name="connsiteX40" fmla="*/ 536575 w 1046956"/>
                    <a:gd name="connsiteY40" fmla="*/ 711201 h 777876"/>
                    <a:gd name="connsiteX41" fmla="*/ 517525 w 1046956"/>
                    <a:gd name="connsiteY41" fmla="*/ 711201 h 777876"/>
                    <a:gd name="connsiteX42" fmla="*/ 498475 w 1046956"/>
                    <a:gd name="connsiteY42" fmla="*/ 688976 h 777876"/>
                    <a:gd name="connsiteX43" fmla="*/ 517525 w 1046956"/>
                    <a:gd name="connsiteY43" fmla="*/ 660401 h 777876"/>
                    <a:gd name="connsiteX44" fmla="*/ 508000 w 1046956"/>
                    <a:gd name="connsiteY44" fmla="*/ 654051 h 777876"/>
                    <a:gd name="connsiteX45" fmla="*/ 473075 w 1046956"/>
                    <a:gd name="connsiteY45" fmla="*/ 673101 h 777876"/>
                    <a:gd name="connsiteX46" fmla="*/ 438150 w 1046956"/>
                    <a:gd name="connsiteY46" fmla="*/ 660401 h 777876"/>
                    <a:gd name="connsiteX47" fmla="*/ 479425 w 1046956"/>
                    <a:gd name="connsiteY47" fmla="*/ 641351 h 777876"/>
                    <a:gd name="connsiteX48" fmla="*/ 476250 w 1046956"/>
                    <a:gd name="connsiteY48" fmla="*/ 612776 h 777876"/>
                    <a:gd name="connsiteX49" fmla="*/ 444500 w 1046956"/>
                    <a:gd name="connsiteY49" fmla="*/ 590551 h 777876"/>
                    <a:gd name="connsiteX50" fmla="*/ 406400 w 1046956"/>
                    <a:gd name="connsiteY50" fmla="*/ 603251 h 777876"/>
                    <a:gd name="connsiteX51" fmla="*/ 425450 w 1046956"/>
                    <a:gd name="connsiteY51" fmla="*/ 638176 h 777876"/>
                    <a:gd name="connsiteX52" fmla="*/ 396875 w 1046956"/>
                    <a:gd name="connsiteY52" fmla="*/ 647701 h 777876"/>
                    <a:gd name="connsiteX53" fmla="*/ 365125 w 1046956"/>
                    <a:gd name="connsiteY53" fmla="*/ 647701 h 777876"/>
                    <a:gd name="connsiteX54" fmla="*/ 307975 w 1046956"/>
                    <a:gd name="connsiteY54" fmla="*/ 704851 h 777876"/>
                    <a:gd name="connsiteX55" fmla="*/ 244475 w 1046956"/>
                    <a:gd name="connsiteY55" fmla="*/ 701676 h 777876"/>
                    <a:gd name="connsiteX56" fmla="*/ 190500 w 1046956"/>
                    <a:gd name="connsiteY56" fmla="*/ 644526 h 777876"/>
                    <a:gd name="connsiteX57" fmla="*/ 149225 w 1046956"/>
                    <a:gd name="connsiteY57" fmla="*/ 644526 h 777876"/>
                    <a:gd name="connsiteX58" fmla="*/ 111125 w 1046956"/>
                    <a:gd name="connsiteY58" fmla="*/ 603251 h 777876"/>
                    <a:gd name="connsiteX59" fmla="*/ 73025 w 1046956"/>
                    <a:gd name="connsiteY59" fmla="*/ 625476 h 777876"/>
                    <a:gd name="connsiteX60" fmla="*/ 38100 w 1046956"/>
                    <a:gd name="connsiteY60" fmla="*/ 625476 h 777876"/>
                    <a:gd name="connsiteX61" fmla="*/ 0 w 1046956"/>
                    <a:gd name="connsiteY61" fmla="*/ 590551 h 777876"/>
                    <a:gd name="connsiteX62" fmla="*/ 40501 w 1046956"/>
                    <a:gd name="connsiteY62" fmla="*/ 2382 h 777876"/>
                    <a:gd name="connsiteX63" fmla="*/ 107950 w 1046956"/>
                    <a:gd name="connsiteY63" fmla="*/ 31751 h 777876"/>
                    <a:gd name="connsiteX0" fmla="*/ 107950 w 1054100"/>
                    <a:gd name="connsiteY0" fmla="*/ 31751 h 777876"/>
                    <a:gd name="connsiteX1" fmla="*/ 125406 w 1054100"/>
                    <a:gd name="connsiteY1" fmla="*/ 0 h 777876"/>
                    <a:gd name="connsiteX2" fmla="*/ 187314 w 1054100"/>
                    <a:gd name="connsiteY2" fmla="*/ 14276 h 777876"/>
                    <a:gd name="connsiteX3" fmla="*/ 225425 w 1054100"/>
                    <a:gd name="connsiteY3" fmla="*/ 63501 h 777876"/>
                    <a:gd name="connsiteX4" fmla="*/ 212725 w 1054100"/>
                    <a:gd name="connsiteY4" fmla="*/ 104776 h 777876"/>
                    <a:gd name="connsiteX5" fmla="*/ 228600 w 1054100"/>
                    <a:gd name="connsiteY5" fmla="*/ 130176 h 777876"/>
                    <a:gd name="connsiteX6" fmla="*/ 230175 w 1054100"/>
                    <a:gd name="connsiteY6" fmla="*/ 102372 h 777876"/>
                    <a:gd name="connsiteX7" fmla="*/ 261131 w 1054100"/>
                    <a:gd name="connsiteY7" fmla="*/ 99197 h 777876"/>
                    <a:gd name="connsiteX8" fmla="*/ 277806 w 1054100"/>
                    <a:gd name="connsiteY8" fmla="*/ 123814 h 777876"/>
                    <a:gd name="connsiteX9" fmla="*/ 301618 w 1054100"/>
                    <a:gd name="connsiteY9" fmla="*/ 116669 h 777876"/>
                    <a:gd name="connsiteX10" fmla="*/ 340512 w 1054100"/>
                    <a:gd name="connsiteY10" fmla="*/ 148420 h 777876"/>
                    <a:gd name="connsiteX11" fmla="*/ 315112 w 1054100"/>
                    <a:gd name="connsiteY11" fmla="*/ 195264 h 777876"/>
                    <a:gd name="connsiteX12" fmla="*/ 373328 w 1054100"/>
                    <a:gd name="connsiteY12" fmla="*/ 227805 h 777876"/>
                    <a:gd name="connsiteX13" fmla="*/ 403225 w 1054100"/>
                    <a:gd name="connsiteY13" fmla="*/ 266701 h 777876"/>
                    <a:gd name="connsiteX14" fmla="*/ 445286 w 1054100"/>
                    <a:gd name="connsiteY14" fmla="*/ 324631 h 777876"/>
                    <a:gd name="connsiteX15" fmla="*/ 473068 w 1054100"/>
                    <a:gd name="connsiteY15" fmla="*/ 333362 h 777876"/>
                    <a:gd name="connsiteX16" fmla="*/ 482592 w 1054100"/>
                    <a:gd name="connsiteY16" fmla="*/ 307963 h 777876"/>
                    <a:gd name="connsiteX17" fmla="*/ 513548 w 1054100"/>
                    <a:gd name="connsiteY17" fmla="*/ 311931 h 777876"/>
                    <a:gd name="connsiteX18" fmla="*/ 538948 w 1054100"/>
                    <a:gd name="connsiteY18" fmla="*/ 323044 h 777876"/>
                    <a:gd name="connsiteX19" fmla="*/ 584985 w 1054100"/>
                    <a:gd name="connsiteY19" fmla="*/ 321457 h 777876"/>
                    <a:gd name="connsiteX20" fmla="*/ 638166 w 1054100"/>
                    <a:gd name="connsiteY20" fmla="*/ 346063 h 777876"/>
                    <a:gd name="connsiteX21" fmla="*/ 701675 w 1054100"/>
                    <a:gd name="connsiteY21" fmla="*/ 339726 h 777876"/>
                    <a:gd name="connsiteX22" fmla="*/ 771525 w 1054100"/>
                    <a:gd name="connsiteY22" fmla="*/ 337331 h 777876"/>
                    <a:gd name="connsiteX23" fmla="*/ 812800 w 1054100"/>
                    <a:gd name="connsiteY23" fmla="*/ 339726 h 777876"/>
                    <a:gd name="connsiteX24" fmla="*/ 838200 w 1054100"/>
                    <a:gd name="connsiteY24" fmla="*/ 381001 h 777876"/>
                    <a:gd name="connsiteX25" fmla="*/ 838200 w 1054100"/>
                    <a:gd name="connsiteY25" fmla="*/ 463551 h 777876"/>
                    <a:gd name="connsiteX26" fmla="*/ 911225 w 1054100"/>
                    <a:gd name="connsiteY26" fmla="*/ 520701 h 777876"/>
                    <a:gd name="connsiteX27" fmla="*/ 974725 w 1054100"/>
                    <a:gd name="connsiteY27" fmla="*/ 552451 h 777876"/>
                    <a:gd name="connsiteX28" fmla="*/ 999319 w 1054100"/>
                    <a:gd name="connsiteY28" fmla="*/ 578644 h 777876"/>
                    <a:gd name="connsiteX29" fmla="*/ 1054100 w 1054100"/>
                    <a:gd name="connsiteY29" fmla="*/ 578645 h 777876"/>
                    <a:gd name="connsiteX30" fmla="*/ 993775 w 1054100"/>
                    <a:gd name="connsiteY30" fmla="*/ 631826 h 777876"/>
                    <a:gd name="connsiteX31" fmla="*/ 860425 w 1054100"/>
                    <a:gd name="connsiteY31" fmla="*/ 622301 h 777876"/>
                    <a:gd name="connsiteX32" fmla="*/ 815975 w 1054100"/>
                    <a:gd name="connsiteY32" fmla="*/ 609601 h 777876"/>
                    <a:gd name="connsiteX33" fmla="*/ 733425 w 1054100"/>
                    <a:gd name="connsiteY33" fmla="*/ 657226 h 777876"/>
                    <a:gd name="connsiteX34" fmla="*/ 692150 w 1054100"/>
                    <a:gd name="connsiteY34" fmla="*/ 688976 h 777876"/>
                    <a:gd name="connsiteX35" fmla="*/ 663575 w 1054100"/>
                    <a:gd name="connsiteY35" fmla="*/ 727076 h 777876"/>
                    <a:gd name="connsiteX36" fmla="*/ 631825 w 1054100"/>
                    <a:gd name="connsiteY36" fmla="*/ 730251 h 777876"/>
                    <a:gd name="connsiteX37" fmla="*/ 609600 w 1054100"/>
                    <a:gd name="connsiteY37" fmla="*/ 777876 h 777876"/>
                    <a:gd name="connsiteX38" fmla="*/ 590550 w 1054100"/>
                    <a:gd name="connsiteY38" fmla="*/ 746126 h 777876"/>
                    <a:gd name="connsiteX39" fmla="*/ 561975 w 1054100"/>
                    <a:gd name="connsiteY39" fmla="*/ 749301 h 777876"/>
                    <a:gd name="connsiteX40" fmla="*/ 536575 w 1054100"/>
                    <a:gd name="connsiteY40" fmla="*/ 711201 h 777876"/>
                    <a:gd name="connsiteX41" fmla="*/ 517525 w 1054100"/>
                    <a:gd name="connsiteY41" fmla="*/ 711201 h 777876"/>
                    <a:gd name="connsiteX42" fmla="*/ 498475 w 1054100"/>
                    <a:gd name="connsiteY42" fmla="*/ 688976 h 777876"/>
                    <a:gd name="connsiteX43" fmla="*/ 517525 w 1054100"/>
                    <a:gd name="connsiteY43" fmla="*/ 660401 h 777876"/>
                    <a:gd name="connsiteX44" fmla="*/ 508000 w 1054100"/>
                    <a:gd name="connsiteY44" fmla="*/ 654051 h 777876"/>
                    <a:gd name="connsiteX45" fmla="*/ 473075 w 1054100"/>
                    <a:gd name="connsiteY45" fmla="*/ 673101 h 777876"/>
                    <a:gd name="connsiteX46" fmla="*/ 438150 w 1054100"/>
                    <a:gd name="connsiteY46" fmla="*/ 660401 h 777876"/>
                    <a:gd name="connsiteX47" fmla="*/ 479425 w 1054100"/>
                    <a:gd name="connsiteY47" fmla="*/ 641351 h 777876"/>
                    <a:gd name="connsiteX48" fmla="*/ 476250 w 1054100"/>
                    <a:gd name="connsiteY48" fmla="*/ 612776 h 777876"/>
                    <a:gd name="connsiteX49" fmla="*/ 444500 w 1054100"/>
                    <a:gd name="connsiteY49" fmla="*/ 590551 h 777876"/>
                    <a:gd name="connsiteX50" fmla="*/ 406400 w 1054100"/>
                    <a:gd name="connsiteY50" fmla="*/ 603251 h 777876"/>
                    <a:gd name="connsiteX51" fmla="*/ 425450 w 1054100"/>
                    <a:gd name="connsiteY51" fmla="*/ 638176 h 777876"/>
                    <a:gd name="connsiteX52" fmla="*/ 396875 w 1054100"/>
                    <a:gd name="connsiteY52" fmla="*/ 647701 h 777876"/>
                    <a:gd name="connsiteX53" fmla="*/ 365125 w 1054100"/>
                    <a:gd name="connsiteY53" fmla="*/ 647701 h 777876"/>
                    <a:gd name="connsiteX54" fmla="*/ 307975 w 1054100"/>
                    <a:gd name="connsiteY54" fmla="*/ 704851 h 777876"/>
                    <a:gd name="connsiteX55" fmla="*/ 244475 w 1054100"/>
                    <a:gd name="connsiteY55" fmla="*/ 701676 h 777876"/>
                    <a:gd name="connsiteX56" fmla="*/ 190500 w 1054100"/>
                    <a:gd name="connsiteY56" fmla="*/ 644526 h 777876"/>
                    <a:gd name="connsiteX57" fmla="*/ 149225 w 1054100"/>
                    <a:gd name="connsiteY57" fmla="*/ 644526 h 777876"/>
                    <a:gd name="connsiteX58" fmla="*/ 111125 w 1054100"/>
                    <a:gd name="connsiteY58" fmla="*/ 603251 h 777876"/>
                    <a:gd name="connsiteX59" fmla="*/ 73025 w 1054100"/>
                    <a:gd name="connsiteY59" fmla="*/ 625476 h 777876"/>
                    <a:gd name="connsiteX60" fmla="*/ 38100 w 1054100"/>
                    <a:gd name="connsiteY60" fmla="*/ 625476 h 777876"/>
                    <a:gd name="connsiteX61" fmla="*/ 0 w 1054100"/>
                    <a:gd name="connsiteY61" fmla="*/ 590551 h 777876"/>
                    <a:gd name="connsiteX62" fmla="*/ 40501 w 1054100"/>
                    <a:gd name="connsiteY62" fmla="*/ 2382 h 777876"/>
                    <a:gd name="connsiteX63" fmla="*/ 107950 w 1054100"/>
                    <a:gd name="connsiteY63" fmla="*/ 31751 h 777876"/>
                    <a:gd name="connsiteX0" fmla="*/ 107950 w 1056481"/>
                    <a:gd name="connsiteY0" fmla="*/ 31751 h 777876"/>
                    <a:gd name="connsiteX1" fmla="*/ 125406 w 1056481"/>
                    <a:gd name="connsiteY1" fmla="*/ 0 h 777876"/>
                    <a:gd name="connsiteX2" fmla="*/ 187314 w 1056481"/>
                    <a:gd name="connsiteY2" fmla="*/ 14276 h 777876"/>
                    <a:gd name="connsiteX3" fmla="*/ 225425 w 1056481"/>
                    <a:gd name="connsiteY3" fmla="*/ 63501 h 777876"/>
                    <a:gd name="connsiteX4" fmla="*/ 212725 w 1056481"/>
                    <a:gd name="connsiteY4" fmla="*/ 104776 h 777876"/>
                    <a:gd name="connsiteX5" fmla="*/ 228600 w 1056481"/>
                    <a:gd name="connsiteY5" fmla="*/ 130176 h 777876"/>
                    <a:gd name="connsiteX6" fmla="*/ 230175 w 1056481"/>
                    <a:gd name="connsiteY6" fmla="*/ 102372 h 777876"/>
                    <a:gd name="connsiteX7" fmla="*/ 261131 w 1056481"/>
                    <a:gd name="connsiteY7" fmla="*/ 99197 h 777876"/>
                    <a:gd name="connsiteX8" fmla="*/ 277806 w 1056481"/>
                    <a:gd name="connsiteY8" fmla="*/ 123814 h 777876"/>
                    <a:gd name="connsiteX9" fmla="*/ 301618 w 1056481"/>
                    <a:gd name="connsiteY9" fmla="*/ 116669 h 777876"/>
                    <a:gd name="connsiteX10" fmla="*/ 340512 w 1056481"/>
                    <a:gd name="connsiteY10" fmla="*/ 148420 h 777876"/>
                    <a:gd name="connsiteX11" fmla="*/ 315112 w 1056481"/>
                    <a:gd name="connsiteY11" fmla="*/ 195264 h 777876"/>
                    <a:gd name="connsiteX12" fmla="*/ 373328 w 1056481"/>
                    <a:gd name="connsiteY12" fmla="*/ 227805 h 777876"/>
                    <a:gd name="connsiteX13" fmla="*/ 403225 w 1056481"/>
                    <a:gd name="connsiteY13" fmla="*/ 266701 h 777876"/>
                    <a:gd name="connsiteX14" fmla="*/ 445286 w 1056481"/>
                    <a:gd name="connsiteY14" fmla="*/ 324631 h 777876"/>
                    <a:gd name="connsiteX15" fmla="*/ 473068 w 1056481"/>
                    <a:gd name="connsiteY15" fmla="*/ 333362 h 777876"/>
                    <a:gd name="connsiteX16" fmla="*/ 482592 w 1056481"/>
                    <a:gd name="connsiteY16" fmla="*/ 307963 h 777876"/>
                    <a:gd name="connsiteX17" fmla="*/ 513548 w 1056481"/>
                    <a:gd name="connsiteY17" fmla="*/ 311931 h 777876"/>
                    <a:gd name="connsiteX18" fmla="*/ 538948 w 1056481"/>
                    <a:gd name="connsiteY18" fmla="*/ 323044 h 777876"/>
                    <a:gd name="connsiteX19" fmla="*/ 584985 w 1056481"/>
                    <a:gd name="connsiteY19" fmla="*/ 321457 h 777876"/>
                    <a:gd name="connsiteX20" fmla="*/ 638166 w 1056481"/>
                    <a:gd name="connsiteY20" fmla="*/ 346063 h 777876"/>
                    <a:gd name="connsiteX21" fmla="*/ 701675 w 1056481"/>
                    <a:gd name="connsiteY21" fmla="*/ 339726 h 777876"/>
                    <a:gd name="connsiteX22" fmla="*/ 771525 w 1056481"/>
                    <a:gd name="connsiteY22" fmla="*/ 337331 h 777876"/>
                    <a:gd name="connsiteX23" fmla="*/ 812800 w 1056481"/>
                    <a:gd name="connsiteY23" fmla="*/ 339726 h 777876"/>
                    <a:gd name="connsiteX24" fmla="*/ 838200 w 1056481"/>
                    <a:gd name="connsiteY24" fmla="*/ 381001 h 777876"/>
                    <a:gd name="connsiteX25" fmla="*/ 838200 w 1056481"/>
                    <a:gd name="connsiteY25" fmla="*/ 463551 h 777876"/>
                    <a:gd name="connsiteX26" fmla="*/ 911225 w 1056481"/>
                    <a:gd name="connsiteY26" fmla="*/ 520701 h 777876"/>
                    <a:gd name="connsiteX27" fmla="*/ 974725 w 1056481"/>
                    <a:gd name="connsiteY27" fmla="*/ 552451 h 777876"/>
                    <a:gd name="connsiteX28" fmla="*/ 999319 w 1056481"/>
                    <a:gd name="connsiteY28" fmla="*/ 578644 h 777876"/>
                    <a:gd name="connsiteX29" fmla="*/ 1056481 w 1056481"/>
                    <a:gd name="connsiteY29" fmla="*/ 578645 h 777876"/>
                    <a:gd name="connsiteX30" fmla="*/ 993775 w 1056481"/>
                    <a:gd name="connsiteY30" fmla="*/ 631826 h 777876"/>
                    <a:gd name="connsiteX31" fmla="*/ 860425 w 1056481"/>
                    <a:gd name="connsiteY31" fmla="*/ 622301 h 777876"/>
                    <a:gd name="connsiteX32" fmla="*/ 815975 w 1056481"/>
                    <a:gd name="connsiteY32" fmla="*/ 609601 h 777876"/>
                    <a:gd name="connsiteX33" fmla="*/ 733425 w 1056481"/>
                    <a:gd name="connsiteY33" fmla="*/ 657226 h 777876"/>
                    <a:gd name="connsiteX34" fmla="*/ 692150 w 1056481"/>
                    <a:gd name="connsiteY34" fmla="*/ 688976 h 777876"/>
                    <a:gd name="connsiteX35" fmla="*/ 663575 w 1056481"/>
                    <a:gd name="connsiteY35" fmla="*/ 727076 h 777876"/>
                    <a:gd name="connsiteX36" fmla="*/ 631825 w 1056481"/>
                    <a:gd name="connsiteY36" fmla="*/ 730251 h 777876"/>
                    <a:gd name="connsiteX37" fmla="*/ 609600 w 1056481"/>
                    <a:gd name="connsiteY37" fmla="*/ 777876 h 777876"/>
                    <a:gd name="connsiteX38" fmla="*/ 590550 w 1056481"/>
                    <a:gd name="connsiteY38" fmla="*/ 746126 h 777876"/>
                    <a:gd name="connsiteX39" fmla="*/ 561975 w 1056481"/>
                    <a:gd name="connsiteY39" fmla="*/ 749301 h 777876"/>
                    <a:gd name="connsiteX40" fmla="*/ 536575 w 1056481"/>
                    <a:gd name="connsiteY40" fmla="*/ 711201 h 777876"/>
                    <a:gd name="connsiteX41" fmla="*/ 517525 w 1056481"/>
                    <a:gd name="connsiteY41" fmla="*/ 711201 h 777876"/>
                    <a:gd name="connsiteX42" fmla="*/ 498475 w 1056481"/>
                    <a:gd name="connsiteY42" fmla="*/ 688976 h 777876"/>
                    <a:gd name="connsiteX43" fmla="*/ 517525 w 1056481"/>
                    <a:gd name="connsiteY43" fmla="*/ 660401 h 777876"/>
                    <a:gd name="connsiteX44" fmla="*/ 508000 w 1056481"/>
                    <a:gd name="connsiteY44" fmla="*/ 654051 h 777876"/>
                    <a:gd name="connsiteX45" fmla="*/ 473075 w 1056481"/>
                    <a:gd name="connsiteY45" fmla="*/ 673101 h 777876"/>
                    <a:gd name="connsiteX46" fmla="*/ 438150 w 1056481"/>
                    <a:gd name="connsiteY46" fmla="*/ 660401 h 777876"/>
                    <a:gd name="connsiteX47" fmla="*/ 479425 w 1056481"/>
                    <a:gd name="connsiteY47" fmla="*/ 641351 h 777876"/>
                    <a:gd name="connsiteX48" fmla="*/ 476250 w 1056481"/>
                    <a:gd name="connsiteY48" fmla="*/ 612776 h 777876"/>
                    <a:gd name="connsiteX49" fmla="*/ 444500 w 1056481"/>
                    <a:gd name="connsiteY49" fmla="*/ 590551 h 777876"/>
                    <a:gd name="connsiteX50" fmla="*/ 406400 w 1056481"/>
                    <a:gd name="connsiteY50" fmla="*/ 603251 h 777876"/>
                    <a:gd name="connsiteX51" fmla="*/ 425450 w 1056481"/>
                    <a:gd name="connsiteY51" fmla="*/ 638176 h 777876"/>
                    <a:gd name="connsiteX52" fmla="*/ 396875 w 1056481"/>
                    <a:gd name="connsiteY52" fmla="*/ 647701 h 777876"/>
                    <a:gd name="connsiteX53" fmla="*/ 365125 w 1056481"/>
                    <a:gd name="connsiteY53" fmla="*/ 647701 h 777876"/>
                    <a:gd name="connsiteX54" fmla="*/ 307975 w 1056481"/>
                    <a:gd name="connsiteY54" fmla="*/ 704851 h 777876"/>
                    <a:gd name="connsiteX55" fmla="*/ 244475 w 1056481"/>
                    <a:gd name="connsiteY55" fmla="*/ 701676 h 777876"/>
                    <a:gd name="connsiteX56" fmla="*/ 190500 w 1056481"/>
                    <a:gd name="connsiteY56" fmla="*/ 644526 h 777876"/>
                    <a:gd name="connsiteX57" fmla="*/ 149225 w 1056481"/>
                    <a:gd name="connsiteY57" fmla="*/ 644526 h 777876"/>
                    <a:gd name="connsiteX58" fmla="*/ 111125 w 1056481"/>
                    <a:gd name="connsiteY58" fmla="*/ 603251 h 777876"/>
                    <a:gd name="connsiteX59" fmla="*/ 73025 w 1056481"/>
                    <a:gd name="connsiteY59" fmla="*/ 625476 h 777876"/>
                    <a:gd name="connsiteX60" fmla="*/ 38100 w 1056481"/>
                    <a:gd name="connsiteY60" fmla="*/ 625476 h 777876"/>
                    <a:gd name="connsiteX61" fmla="*/ 0 w 1056481"/>
                    <a:gd name="connsiteY61" fmla="*/ 590551 h 777876"/>
                    <a:gd name="connsiteX62" fmla="*/ 40501 w 1056481"/>
                    <a:gd name="connsiteY62" fmla="*/ 2382 h 777876"/>
                    <a:gd name="connsiteX63" fmla="*/ 107950 w 1056481"/>
                    <a:gd name="connsiteY63"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107950 w 1051719"/>
                    <a:gd name="connsiteY63"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73025 w 1051719"/>
                    <a:gd name="connsiteY63" fmla="*/ 19050 h 777876"/>
                    <a:gd name="connsiteX64" fmla="*/ 107950 w 1051719"/>
                    <a:gd name="connsiteY64"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70638 w 1051719"/>
                    <a:gd name="connsiteY63" fmla="*/ 21431 h 777876"/>
                    <a:gd name="connsiteX64" fmla="*/ 107950 w 1051719"/>
                    <a:gd name="connsiteY64" fmla="*/ 31751 h 777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51719" h="777876">
                      <a:moveTo>
                        <a:pt x="107950" y="31751"/>
                      </a:moveTo>
                      <a:lnTo>
                        <a:pt x="125406" y="0"/>
                      </a:lnTo>
                      <a:lnTo>
                        <a:pt x="187314" y="14276"/>
                      </a:lnTo>
                      <a:lnTo>
                        <a:pt x="225425" y="63501"/>
                      </a:lnTo>
                      <a:lnTo>
                        <a:pt x="212725" y="104776"/>
                      </a:lnTo>
                      <a:lnTo>
                        <a:pt x="228600" y="130176"/>
                      </a:lnTo>
                      <a:cubicBezTo>
                        <a:pt x="233098" y="130176"/>
                        <a:pt x="224354" y="108722"/>
                        <a:pt x="230175" y="102372"/>
                      </a:cubicBezTo>
                      <a:lnTo>
                        <a:pt x="261131" y="99197"/>
                      </a:lnTo>
                      <a:lnTo>
                        <a:pt x="277806" y="123814"/>
                      </a:lnTo>
                      <a:lnTo>
                        <a:pt x="301618" y="116669"/>
                      </a:lnTo>
                      <a:lnTo>
                        <a:pt x="340512" y="148420"/>
                      </a:lnTo>
                      <a:lnTo>
                        <a:pt x="315112" y="195264"/>
                      </a:lnTo>
                      <a:lnTo>
                        <a:pt x="373328" y="227805"/>
                      </a:lnTo>
                      <a:lnTo>
                        <a:pt x="403225" y="266701"/>
                      </a:lnTo>
                      <a:lnTo>
                        <a:pt x="445286" y="324631"/>
                      </a:lnTo>
                      <a:lnTo>
                        <a:pt x="473068" y="333362"/>
                      </a:lnTo>
                      <a:lnTo>
                        <a:pt x="482592" y="307963"/>
                      </a:lnTo>
                      <a:cubicBezTo>
                        <a:pt x="488943" y="304393"/>
                        <a:pt x="504155" y="309417"/>
                        <a:pt x="513548" y="311931"/>
                      </a:cubicBezTo>
                      <a:cubicBezTo>
                        <a:pt x="522941" y="314445"/>
                        <a:pt x="526646" y="321459"/>
                        <a:pt x="538948" y="323044"/>
                      </a:cubicBezTo>
                      <a:lnTo>
                        <a:pt x="584985" y="321457"/>
                      </a:lnTo>
                      <a:cubicBezTo>
                        <a:pt x="603110" y="325296"/>
                        <a:pt x="618718" y="343018"/>
                        <a:pt x="638166" y="346063"/>
                      </a:cubicBezTo>
                      <a:lnTo>
                        <a:pt x="701675" y="339726"/>
                      </a:lnTo>
                      <a:lnTo>
                        <a:pt x="771525" y="337331"/>
                      </a:lnTo>
                      <a:lnTo>
                        <a:pt x="812800" y="339726"/>
                      </a:lnTo>
                      <a:lnTo>
                        <a:pt x="838200" y="381001"/>
                      </a:lnTo>
                      <a:lnTo>
                        <a:pt x="838200" y="463551"/>
                      </a:lnTo>
                      <a:lnTo>
                        <a:pt x="911225" y="520701"/>
                      </a:lnTo>
                      <a:lnTo>
                        <a:pt x="974725" y="552451"/>
                      </a:lnTo>
                      <a:lnTo>
                        <a:pt x="999319" y="578644"/>
                      </a:lnTo>
                      <a:lnTo>
                        <a:pt x="1051719" y="578645"/>
                      </a:lnTo>
                      <a:lnTo>
                        <a:pt x="993775" y="631826"/>
                      </a:lnTo>
                      <a:lnTo>
                        <a:pt x="860425" y="622301"/>
                      </a:lnTo>
                      <a:lnTo>
                        <a:pt x="815975" y="609601"/>
                      </a:lnTo>
                      <a:lnTo>
                        <a:pt x="733425" y="657226"/>
                      </a:lnTo>
                      <a:lnTo>
                        <a:pt x="692150" y="688976"/>
                      </a:lnTo>
                      <a:lnTo>
                        <a:pt x="663575" y="727076"/>
                      </a:lnTo>
                      <a:lnTo>
                        <a:pt x="631825" y="730251"/>
                      </a:lnTo>
                      <a:lnTo>
                        <a:pt x="609600" y="777876"/>
                      </a:lnTo>
                      <a:lnTo>
                        <a:pt x="590550" y="746126"/>
                      </a:lnTo>
                      <a:cubicBezTo>
                        <a:pt x="564100" y="749432"/>
                        <a:pt x="573683" y="749301"/>
                        <a:pt x="561975" y="749301"/>
                      </a:cubicBezTo>
                      <a:lnTo>
                        <a:pt x="536575" y="711201"/>
                      </a:lnTo>
                      <a:lnTo>
                        <a:pt x="517525" y="711201"/>
                      </a:lnTo>
                      <a:lnTo>
                        <a:pt x="498475" y="688976"/>
                      </a:lnTo>
                      <a:lnTo>
                        <a:pt x="517525" y="660401"/>
                      </a:lnTo>
                      <a:lnTo>
                        <a:pt x="508000" y="654051"/>
                      </a:lnTo>
                      <a:lnTo>
                        <a:pt x="473075" y="673101"/>
                      </a:lnTo>
                      <a:lnTo>
                        <a:pt x="438150" y="660401"/>
                      </a:lnTo>
                      <a:lnTo>
                        <a:pt x="479425" y="641351"/>
                      </a:lnTo>
                      <a:lnTo>
                        <a:pt x="476250" y="612776"/>
                      </a:lnTo>
                      <a:lnTo>
                        <a:pt x="444500" y="590551"/>
                      </a:lnTo>
                      <a:lnTo>
                        <a:pt x="406400" y="603251"/>
                      </a:lnTo>
                      <a:lnTo>
                        <a:pt x="425450" y="638176"/>
                      </a:lnTo>
                      <a:lnTo>
                        <a:pt x="396875" y="647701"/>
                      </a:lnTo>
                      <a:lnTo>
                        <a:pt x="365125" y="647701"/>
                      </a:lnTo>
                      <a:lnTo>
                        <a:pt x="307975" y="704851"/>
                      </a:lnTo>
                      <a:lnTo>
                        <a:pt x="244475" y="701676"/>
                      </a:lnTo>
                      <a:lnTo>
                        <a:pt x="190500" y="644526"/>
                      </a:lnTo>
                      <a:lnTo>
                        <a:pt x="149225" y="644526"/>
                      </a:lnTo>
                      <a:lnTo>
                        <a:pt x="111125" y="603251"/>
                      </a:lnTo>
                      <a:lnTo>
                        <a:pt x="73025" y="625476"/>
                      </a:lnTo>
                      <a:lnTo>
                        <a:pt x="38100" y="625476"/>
                      </a:lnTo>
                      <a:lnTo>
                        <a:pt x="0" y="590551"/>
                      </a:lnTo>
                      <a:lnTo>
                        <a:pt x="40501" y="2382"/>
                      </a:lnTo>
                      <a:lnTo>
                        <a:pt x="70638" y="21431"/>
                      </a:lnTo>
                      <a:lnTo>
                        <a:pt x="107950" y="31751"/>
                      </a:ln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39" name="Freeform 399">
                  <a:extLst>
                    <a:ext uri="{FF2B5EF4-FFF2-40B4-BE49-F238E27FC236}">
                      <a16:creationId xmlns:a16="http://schemas.microsoft.com/office/drawing/2014/main" id="{ED8E731C-8912-432B-B673-CB247FE25077}"/>
                    </a:ext>
                  </a:extLst>
                </p:cNvPr>
                <p:cNvSpPr/>
                <p:nvPr>
                  <p:custDataLst>
                    <p:tags r:id="rId10"/>
                  </p:custDataLst>
                </p:nvPr>
              </p:nvSpPr>
              <p:spPr bwMode="auto">
                <a:xfrm>
                  <a:off x="6587862" y="6034654"/>
                  <a:ext cx="354793" cy="429303"/>
                </a:xfrm>
                <a:custGeom>
                  <a:avLst/>
                  <a:gdLst>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60590 w 411692"/>
                    <a:gd name="connsiteY4" fmla="*/ 50006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32809 w 411692"/>
                    <a:gd name="connsiteY2" fmla="*/ 39670 h 514350"/>
                    <a:gd name="connsiteX3" fmla="*/ 49742 w 411692"/>
                    <a:gd name="connsiteY3" fmla="*/ 0 h 514350"/>
                    <a:gd name="connsiteX4" fmla="*/ 60590 w 411692"/>
                    <a:gd name="connsiteY4" fmla="*/ 50006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32809 w 411692"/>
                    <a:gd name="connsiteY2" fmla="*/ 39670 h 514350"/>
                    <a:gd name="connsiteX3" fmla="*/ 49742 w 411692"/>
                    <a:gd name="connsiteY3" fmla="*/ 0 h 514350"/>
                    <a:gd name="connsiteX4" fmla="*/ 32007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72244 h 496094"/>
                    <a:gd name="connsiteX1" fmla="*/ 11642 w 411692"/>
                    <a:gd name="connsiteY1" fmla="*/ 80169 h 496094"/>
                    <a:gd name="connsiteX2" fmla="*/ 32809 w 411692"/>
                    <a:gd name="connsiteY2" fmla="*/ 21414 h 496094"/>
                    <a:gd name="connsiteX3" fmla="*/ 42590 w 411692"/>
                    <a:gd name="connsiteY3" fmla="*/ 0 h 496094"/>
                    <a:gd name="connsiteX4" fmla="*/ 32007 w 411692"/>
                    <a:gd name="connsiteY4" fmla="*/ 38894 h 496094"/>
                    <a:gd name="connsiteX5" fmla="*/ 56092 w 411692"/>
                    <a:gd name="connsiteY5" fmla="*/ 64294 h 496094"/>
                    <a:gd name="connsiteX6" fmla="*/ 97367 w 411692"/>
                    <a:gd name="connsiteY6" fmla="*/ 73819 h 496094"/>
                    <a:gd name="connsiteX7" fmla="*/ 113242 w 411692"/>
                    <a:gd name="connsiteY7" fmla="*/ 92869 h 496094"/>
                    <a:gd name="connsiteX8" fmla="*/ 148167 w 411692"/>
                    <a:gd name="connsiteY8" fmla="*/ 96044 h 496094"/>
                    <a:gd name="connsiteX9" fmla="*/ 195792 w 411692"/>
                    <a:gd name="connsiteY9" fmla="*/ 153194 h 496094"/>
                    <a:gd name="connsiteX10" fmla="*/ 230717 w 411692"/>
                    <a:gd name="connsiteY10" fmla="*/ 121444 h 496094"/>
                    <a:gd name="connsiteX11" fmla="*/ 271992 w 411692"/>
                    <a:gd name="connsiteY11" fmla="*/ 108744 h 496094"/>
                    <a:gd name="connsiteX12" fmla="*/ 319617 w 411692"/>
                    <a:gd name="connsiteY12" fmla="*/ 111919 h 496094"/>
                    <a:gd name="connsiteX13" fmla="*/ 392642 w 411692"/>
                    <a:gd name="connsiteY13" fmla="*/ 92869 h 496094"/>
                    <a:gd name="connsiteX14" fmla="*/ 408517 w 411692"/>
                    <a:gd name="connsiteY14" fmla="*/ 124619 h 496094"/>
                    <a:gd name="connsiteX15" fmla="*/ 411692 w 411692"/>
                    <a:gd name="connsiteY15" fmla="*/ 245269 h 496094"/>
                    <a:gd name="connsiteX16" fmla="*/ 383117 w 411692"/>
                    <a:gd name="connsiteY16" fmla="*/ 280194 h 496094"/>
                    <a:gd name="connsiteX17" fmla="*/ 389467 w 411692"/>
                    <a:gd name="connsiteY17" fmla="*/ 315119 h 496094"/>
                    <a:gd name="connsiteX18" fmla="*/ 367242 w 411692"/>
                    <a:gd name="connsiteY18" fmla="*/ 289719 h 496094"/>
                    <a:gd name="connsiteX19" fmla="*/ 335492 w 411692"/>
                    <a:gd name="connsiteY19" fmla="*/ 327819 h 496094"/>
                    <a:gd name="connsiteX20" fmla="*/ 367242 w 411692"/>
                    <a:gd name="connsiteY20" fmla="*/ 362744 h 496094"/>
                    <a:gd name="connsiteX21" fmla="*/ 338667 w 411692"/>
                    <a:gd name="connsiteY21" fmla="*/ 400844 h 496094"/>
                    <a:gd name="connsiteX22" fmla="*/ 338667 w 411692"/>
                    <a:gd name="connsiteY22" fmla="*/ 448469 h 496094"/>
                    <a:gd name="connsiteX23" fmla="*/ 316442 w 411692"/>
                    <a:gd name="connsiteY23" fmla="*/ 454819 h 496094"/>
                    <a:gd name="connsiteX24" fmla="*/ 287867 w 411692"/>
                    <a:gd name="connsiteY24" fmla="*/ 388144 h 496094"/>
                    <a:gd name="connsiteX25" fmla="*/ 268817 w 411692"/>
                    <a:gd name="connsiteY25" fmla="*/ 423069 h 496094"/>
                    <a:gd name="connsiteX26" fmla="*/ 259292 w 411692"/>
                    <a:gd name="connsiteY26" fmla="*/ 467519 h 496094"/>
                    <a:gd name="connsiteX27" fmla="*/ 246592 w 411692"/>
                    <a:gd name="connsiteY27" fmla="*/ 423069 h 496094"/>
                    <a:gd name="connsiteX28" fmla="*/ 227542 w 411692"/>
                    <a:gd name="connsiteY28" fmla="*/ 435769 h 496094"/>
                    <a:gd name="connsiteX29" fmla="*/ 214842 w 411692"/>
                    <a:gd name="connsiteY29" fmla="*/ 496094 h 496094"/>
                    <a:gd name="connsiteX30" fmla="*/ 189442 w 411692"/>
                    <a:gd name="connsiteY30" fmla="*/ 496094 h 496094"/>
                    <a:gd name="connsiteX31" fmla="*/ 144992 w 411692"/>
                    <a:gd name="connsiteY31" fmla="*/ 464344 h 496094"/>
                    <a:gd name="connsiteX32" fmla="*/ 141817 w 411692"/>
                    <a:gd name="connsiteY32" fmla="*/ 467519 h 496094"/>
                    <a:gd name="connsiteX33" fmla="*/ 119592 w 411692"/>
                    <a:gd name="connsiteY33" fmla="*/ 480219 h 496094"/>
                    <a:gd name="connsiteX34" fmla="*/ 119592 w 411692"/>
                    <a:gd name="connsiteY34" fmla="*/ 432594 h 496094"/>
                    <a:gd name="connsiteX35" fmla="*/ 81492 w 411692"/>
                    <a:gd name="connsiteY35" fmla="*/ 407194 h 496094"/>
                    <a:gd name="connsiteX36" fmla="*/ 62442 w 411692"/>
                    <a:gd name="connsiteY36" fmla="*/ 346869 h 496094"/>
                    <a:gd name="connsiteX37" fmla="*/ 40217 w 411692"/>
                    <a:gd name="connsiteY37" fmla="*/ 334169 h 496094"/>
                    <a:gd name="connsiteX38" fmla="*/ 62442 w 411692"/>
                    <a:gd name="connsiteY38" fmla="*/ 267494 h 496094"/>
                    <a:gd name="connsiteX39" fmla="*/ 8467 w 411692"/>
                    <a:gd name="connsiteY39" fmla="*/ 172244 h 4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1692" h="496094">
                      <a:moveTo>
                        <a:pt x="8467" y="172244"/>
                      </a:moveTo>
                      <a:cubicBezTo>
                        <a:pt x="0" y="141023"/>
                        <a:pt x="10584" y="110861"/>
                        <a:pt x="11642" y="80169"/>
                      </a:cubicBezTo>
                      <a:cubicBezTo>
                        <a:pt x="25587" y="34848"/>
                        <a:pt x="32809" y="48509"/>
                        <a:pt x="32809" y="21414"/>
                      </a:cubicBezTo>
                      <a:lnTo>
                        <a:pt x="42590" y="0"/>
                      </a:lnTo>
                      <a:lnTo>
                        <a:pt x="32007" y="38894"/>
                      </a:lnTo>
                      <a:lnTo>
                        <a:pt x="56092" y="64294"/>
                      </a:lnTo>
                      <a:lnTo>
                        <a:pt x="97367" y="73819"/>
                      </a:lnTo>
                      <a:lnTo>
                        <a:pt x="113242" y="92869"/>
                      </a:lnTo>
                      <a:lnTo>
                        <a:pt x="148167" y="96044"/>
                      </a:lnTo>
                      <a:lnTo>
                        <a:pt x="195792" y="153194"/>
                      </a:lnTo>
                      <a:lnTo>
                        <a:pt x="230717" y="121444"/>
                      </a:lnTo>
                      <a:cubicBezTo>
                        <a:pt x="269821" y="108409"/>
                        <a:pt x="255430" y="108744"/>
                        <a:pt x="271992" y="108744"/>
                      </a:cubicBezTo>
                      <a:lnTo>
                        <a:pt x="319617" y="111919"/>
                      </a:lnTo>
                      <a:lnTo>
                        <a:pt x="392642" y="92869"/>
                      </a:lnTo>
                      <a:lnTo>
                        <a:pt x="408517" y="124619"/>
                      </a:lnTo>
                      <a:cubicBezTo>
                        <a:pt x="409575" y="164836"/>
                        <a:pt x="410634" y="205052"/>
                        <a:pt x="411692" y="245269"/>
                      </a:cubicBezTo>
                      <a:lnTo>
                        <a:pt x="383117" y="280194"/>
                      </a:lnTo>
                      <a:cubicBezTo>
                        <a:pt x="396540" y="317108"/>
                        <a:pt x="408204" y="315119"/>
                        <a:pt x="389467" y="315119"/>
                      </a:cubicBezTo>
                      <a:lnTo>
                        <a:pt x="367242" y="289719"/>
                      </a:lnTo>
                      <a:lnTo>
                        <a:pt x="335492" y="327819"/>
                      </a:lnTo>
                      <a:lnTo>
                        <a:pt x="367242" y="362744"/>
                      </a:lnTo>
                      <a:lnTo>
                        <a:pt x="338667" y="400844"/>
                      </a:lnTo>
                      <a:lnTo>
                        <a:pt x="338667" y="448469"/>
                      </a:lnTo>
                      <a:lnTo>
                        <a:pt x="316442" y="454819"/>
                      </a:lnTo>
                      <a:cubicBezTo>
                        <a:pt x="287466" y="383989"/>
                        <a:pt x="287867" y="359813"/>
                        <a:pt x="287867" y="388144"/>
                      </a:cubicBezTo>
                      <a:lnTo>
                        <a:pt x="268817" y="423069"/>
                      </a:lnTo>
                      <a:lnTo>
                        <a:pt x="259292" y="467519"/>
                      </a:lnTo>
                      <a:lnTo>
                        <a:pt x="246592" y="423069"/>
                      </a:lnTo>
                      <a:lnTo>
                        <a:pt x="227542" y="435769"/>
                      </a:lnTo>
                      <a:lnTo>
                        <a:pt x="214842" y="496094"/>
                      </a:lnTo>
                      <a:lnTo>
                        <a:pt x="189442" y="496094"/>
                      </a:lnTo>
                      <a:cubicBezTo>
                        <a:pt x="156542" y="453324"/>
                        <a:pt x="170945" y="443581"/>
                        <a:pt x="144992" y="464344"/>
                      </a:cubicBezTo>
                      <a:cubicBezTo>
                        <a:pt x="143823" y="465279"/>
                        <a:pt x="142875" y="466461"/>
                        <a:pt x="141817" y="467519"/>
                      </a:cubicBezTo>
                      <a:lnTo>
                        <a:pt x="119592" y="480219"/>
                      </a:lnTo>
                      <a:lnTo>
                        <a:pt x="119592" y="432594"/>
                      </a:lnTo>
                      <a:cubicBezTo>
                        <a:pt x="82589" y="412411"/>
                        <a:pt x="90597" y="425405"/>
                        <a:pt x="81492" y="407194"/>
                      </a:cubicBezTo>
                      <a:lnTo>
                        <a:pt x="62442" y="346869"/>
                      </a:lnTo>
                      <a:cubicBezTo>
                        <a:pt x="75928" y="332277"/>
                        <a:pt x="40217" y="347398"/>
                        <a:pt x="40217" y="334169"/>
                      </a:cubicBezTo>
                      <a:cubicBezTo>
                        <a:pt x="40217" y="320940"/>
                        <a:pt x="39151" y="323038"/>
                        <a:pt x="62442" y="267494"/>
                      </a:cubicBezTo>
                      <a:cubicBezTo>
                        <a:pt x="20500" y="215873"/>
                        <a:pt x="16934" y="203465"/>
                        <a:pt x="8467" y="172244"/>
                      </a:cubicBezTo>
                      <a:close/>
                    </a:path>
                  </a:pathLst>
                </a:custGeom>
                <a:solidFill>
                  <a:srgbClr val="DDDCDB"/>
                </a:solidFill>
                <a:ln w="12700">
                  <a:solidFill>
                    <a:srgbClr val="FFFFFF"/>
                  </a:solidFill>
                  <a:prstDash val="solid"/>
                  <a:miter lim="800000"/>
                  <a:headEnd/>
                  <a:tailEnd/>
                </a:ln>
              </p:spPr>
              <p:txBody>
                <a:bodyPr/>
                <a:lstStyle/>
                <a:p>
                  <a:pPr defTabSz="829178">
                    <a:defRPr/>
                  </a:pPr>
                  <a:endParaRPr lang="en-AU" sz="1632" kern="0" dirty="0">
                    <a:latin typeface="Arial"/>
                  </a:endParaRPr>
                </a:p>
              </p:txBody>
            </p:sp>
            <p:sp>
              <p:nvSpPr>
                <p:cNvPr id="1440" name="Freeform 403">
                  <a:extLst>
                    <a:ext uri="{FF2B5EF4-FFF2-40B4-BE49-F238E27FC236}">
                      <a16:creationId xmlns:a16="http://schemas.microsoft.com/office/drawing/2014/main" id="{F8C2BCA0-B0D9-4FA1-9637-ACE22430DAB8}"/>
                    </a:ext>
                  </a:extLst>
                </p:cNvPr>
                <p:cNvSpPr/>
                <p:nvPr>
                  <p:custDataLst>
                    <p:tags r:id="rId11"/>
                  </p:custDataLst>
                </p:nvPr>
              </p:nvSpPr>
              <p:spPr bwMode="auto">
                <a:xfrm>
                  <a:off x="6294712" y="4573370"/>
                  <a:ext cx="1404102" cy="1136553"/>
                </a:xfrm>
                <a:custGeom>
                  <a:avLst/>
                  <a:gdLst>
                    <a:gd name="connsiteX0" fmla="*/ 45263 w 1626413"/>
                    <a:gd name="connsiteY0" fmla="*/ 0 h 1311275"/>
                    <a:gd name="connsiteX1" fmla="*/ 1058088 w 1626413"/>
                    <a:gd name="connsiteY1" fmla="*/ 101600 h 1311275"/>
                    <a:gd name="connsiteX2" fmla="*/ 1086663 w 1626413"/>
                    <a:gd name="connsiteY2" fmla="*/ 69850 h 1311275"/>
                    <a:gd name="connsiteX3" fmla="*/ 1131113 w 1626413"/>
                    <a:gd name="connsiteY3" fmla="*/ 4762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32738 w 1626413"/>
                    <a:gd name="connsiteY11" fmla="*/ 120650 h 1311275"/>
                    <a:gd name="connsiteX12" fmla="*/ 1429563 w 1626413"/>
                    <a:gd name="connsiteY12" fmla="*/ 92075 h 1311275"/>
                    <a:gd name="connsiteX13" fmla="*/ 1486713 w 1626413"/>
                    <a:gd name="connsiteY13" fmla="*/ 57150 h 1311275"/>
                    <a:gd name="connsiteX14" fmla="*/ 1534338 w 1626413"/>
                    <a:gd name="connsiteY14" fmla="*/ 79375 h 1311275"/>
                    <a:gd name="connsiteX15" fmla="*/ 1613713 w 1626413"/>
                    <a:gd name="connsiteY15" fmla="*/ 69850 h 1311275"/>
                    <a:gd name="connsiteX16" fmla="*/ 1626413 w 1626413"/>
                    <a:gd name="connsiteY16" fmla="*/ 98425 h 1311275"/>
                    <a:gd name="connsiteX17" fmla="*/ 1613713 w 1626413"/>
                    <a:gd name="connsiteY17" fmla="*/ 161925 h 1311275"/>
                    <a:gd name="connsiteX18" fmla="*/ 1620063 w 1626413"/>
                    <a:gd name="connsiteY18" fmla="*/ 190500 h 1311275"/>
                    <a:gd name="connsiteX19" fmla="*/ 1604188 w 1626413"/>
                    <a:gd name="connsiteY19" fmla="*/ 212725 h 1311275"/>
                    <a:gd name="connsiteX20" fmla="*/ 1578788 w 1626413"/>
                    <a:gd name="connsiteY20" fmla="*/ 219075 h 1311275"/>
                    <a:gd name="connsiteX21" fmla="*/ 1508938 w 1626413"/>
                    <a:gd name="connsiteY21" fmla="*/ 377825 h 1311275"/>
                    <a:gd name="connsiteX22" fmla="*/ 1502588 w 1626413"/>
                    <a:gd name="connsiteY22" fmla="*/ 431800 h 1311275"/>
                    <a:gd name="connsiteX23" fmla="*/ 1527988 w 1626413"/>
                    <a:gd name="connsiteY23" fmla="*/ 447675 h 1311275"/>
                    <a:gd name="connsiteX24" fmla="*/ 1518463 w 1626413"/>
                    <a:gd name="connsiteY24" fmla="*/ 473075 h 1311275"/>
                    <a:gd name="connsiteX25" fmla="*/ 1474013 w 1626413"/>
                    <a:gd name="connsiteY25" fmla="*/ 476250 h 1311275"/>
                    <a:gd name="connsiteX26" fmla="*/ 1474013 w 1626413"/>
                    <a:gd name="connsiteY26" fmla="*/ 514350 h 1311275"/>
                    <a:gd name="connsiteX27" fmla="*/ 1480363 w 1626413"/>
                    <a:gd name="connsiteY27" fmla="*/ 533400 h 1311275"/>
                    <a:gd name="connsiteX28" fmla="*/ 1407338 w 1626413"/>
                    <a:gd name="connsiteY28" fmla="*/ 596900 h 1311275"/>
                    <a:gd name="connsiteX29" fmla="*/ 1388288 w 1626413"/>
                    <a:gd name="connsiteY29" fmla="*/ 654050 h 1311275"/>
                    <a:gd name="connsiteX30" fmla="*/ 1350188 w 1626413"/>
                    <a:gd name="connsiteY30" fmla="*/ 673100 h 1311275"/>
                    <a:gd name="connsiteX31" fmla="*/ 1324788 w 1626413"/>
                    <a:gd name="connsiteY31" fmla="*/ 701675 h 1311275"/>
                    <a:gd name="connsiteX32" fmla="*/ 1293038 w 1626413"/>
                    <a:gd name="connsiteY32" fmla="*/ 695325 h 1311275"/>
                    <a:gd name="connsiteX33" fmla="*/ 1264463 w 1626413"/>
                    <a:gd name="connsiteY33" fmla="*/ 736600 h 1311275"/>
                    <a:gd name="connsiteX34" fmla="*/ 1251763 w 1626413"/>
                    <a:gd name="connsiteY34" fmla="*/ 777875 h 1311275"/>
                    <a:gd name="connsiteX35" fmla="*/ 1216838 w 1626413"/>
                    <a:gd name="connsiteY35" fmla="*/ 806450 h 1311275"/>
                    <a:gd name="connsiteX36" fmla="*/ 1223188 w 1626413"/>
                    <a:gd name="connsiteY36" fmla="*/ 850900 h 1311275"/>
                    <a:gd name="connsiteX37" fmla="*/ 1156513 w 1626413"/>
                    <a:gd name="connsiteY37" fmla="*/ 889000 h 1311275"/>
                    <a:gd name="connsiteX38" fmla="*/ 1140638 w 1626413"/>
                    <a:gd name="connsiteY38" fmla="*/ 933450 h 1311275"/>
                    <a:gd name="connsiteX39" fmla="*/ 1162863 w 1626413"/>
                    <a:gd name="connsiteY39" fmla="*/ 946150 h 1311275"/>
                    <a:gd name="connsiteX40" fmla="*/ 1137463 w 1626413"/>
                    <a:gd name="connsiteY40" fmla="*/ 974725 h 1311275"/>
                    <a:gd name="connsiteX41" fmla="*/ 1146988 w 1626413"/>
                    <a:gd name="connsiteY41" fmla="*/ 1009650 h 1311275"/>
                    <a:gd name="connsiteX42" fmla="*/ 1096188 w 1626413"/>
                    <a:gd name="connsiteY42" fmla="*/ 1019175 h 1311275"/>
                    <a:gd name="connsiteX43" fmla="*/ 1039038 w 1626413"/>
                    <a:gd name="connsiteY43" fmla="*/ 1095375 h 1311275"/>
                    <a:gd name="connsiteX44" fmla="*/ 1048563 w 1626413"/>
                    <a:gd name="connsiteY44" fmla="*/ 1168400 h 1311275"/>
                    <a:gd name="connsiteX45" fmla="*/ 1004113 w 1626413"/>
                    <a:gd name="connsiteY45" fmla="*/ 1222375 h 1311275"/>
                    <a:gd name="connsiteX46" fmla="*/ 994588 w 1626413"/>
                    <a:gd name="connsiteY46" fmla="*/ 1266825 h 1311275"/>
                    <a:gd name="connsiteX47" fmla="*/ 1007288 w 1626413"/>
                    <a:gd name="connsiteY47" fmla="*/ 1311275 h 1311275"/>
                    <a:gd name="connsiteX48" fmla="*/ 962838 w 1626413"/>
                    <a:gd name="connsiteY48" fmla="*/ 1308100 h 1311275"/>
                    <a:gd name="connsiteX49" fmla="*/ 921563 w 1626413"/>
                    <a:gd name="connsiteY49" fmla="*/ 1276350 h 1311275"/>
                    <a:gd name="connsiteX50" fmla="*/ 877113 w 1626413"/>
                    <a:gd name="connsiteY50" fmla="*/ 1260475 h 1311275"/>
                    <a:gd name="connsiteX51" fmla="*/ 797738 w 1626413"/>
                    <a:gd name="connsiteY51" fmla="*/ 1196975 h 1311275"/>
                    <a:gd name="connsiteX52" fmla="*/ 797738 w 1626413"/>
                    <a:gd name="connsiteY52" fmla="*/ 1117600 h 1311275"/>
                    <a:gd name="connsiteX53" fmla="*/ 775513 w 1626413"/>
                    <a:gd name="connsiteY53" fmla="*/ 1069975 h 1311275"/>
                    <a:gd name="connsiteX54" fmla="*/ 680263 w 1626413"/>
                    <a:gd name="connsiteY54" fmla="*/ 1073150 h 1311275"/>
                    <a:gd name="connsiteX55" fmla="*/ 578663 w 1626413"/>
                    <a:gd name="connsiteY55" fmla="*/ 1073150 h 1311275"/>
                    <a:gd name="connsiteX56" fmla="*/ 556438 w 1626413"/>
                    <a:gd name="connsiteY56" fmla="*/ 1050925 h 1311275"/>
                    <a:gd name="connsiteX57" fmla="*/ 502463 w 1626413"/>
                    <a:gd name="connsiteY57" fmla="*/ 1050925 h 1311275"/>
                    <a:gd name="connsiteX58" fmla="*/ 470713 w 1626413"/>
                    <a:gd name="connsiteY58" fmla="*/ 1038225 h 1311275"/>
                    <a:gd name="connsiteX59" fmla="*/ 442138 w 1626413"/>
                    <a:gd name="connsiteY59" fmla="*/ 1044575 h 1311275"/>
                    <a:gd name="connsiteX60" fmla="*/ 429438 w 1626413"/>
                    <a:gd name="connsiteY60" fmla="*/ 1063625 h 1311275"/>
                    <a:gd name="connsiteX61" fmla="*/ 404038 w 1626413"/>
                    <a:gd name="connsiteY61" fmla="*/ 1050925 h 1311275"/>
                    <a:gd name="connsiteX62" fmla="*/ 327838 w 1626413"/>
                    <a:gd name="connsiteY62" fmla="*/ 952500 h 1311275"/>
                    <a:gd name="connsiteX63" fmla="*/ 280213 w 1626413"/>
                    <a:gd name="connsiteY63" fmla="*/ 920750 h 1311275"/>
                    <a:gd name="connsiteX64" fmla="*/ 286563 w 1626413"/>
                    <a:gd name="connsiteY64" fmla="*/ 873125 h 1311275"/>
                    <a:gd name="connsiteX65" fmla="*/ 261163 w 1626413"/>
                    <a:gd name="connsiteY65" fmla="*/ 847725 h 1311275"/>
                    <a:gd name="connsiteX66" fmla="*/ 238938 w 1626413"/>
                    <a:gd name="connsiteY66" fmla="*/ 850900 h 1311275"/>
                    <a:gd name="connsiteX67" fmla="*/ 213538 w 1626413"/>
                    <a:gd name="connsiteY67" fmla="*/ 825500 h 1311275"/>
                    <a:gd name="connsiteX68" fmla="*/ 188138 w 1626413"/>
                    <a:gd name="connsiteY68" fmla="*/ 838200 h 1311275"/>
                    <a:gd name="connsiteX69" fmla="*/ 188138 w 1626413"/>
                    <a:gd name="connsiteY69" fmla="*/ 857250 h 1311275"/>
                    <a:gd name="connsiteX70" fmla="*/ 169088 w 1626413"/>
                    <a:gd name="connsiteY70" fmla="*/ 828675 h 1311275"/>
                    <a:gd name="connsiteX71" fmla="*/ 181788 w 1626413"/>
                    <a:gd name="connsiteY71" fmla="*/ 790575 h 1311275"/>
                    <a:gd name="connsiteX72" fmla="*/ 130988 w 1626413"/>
                    <a:gd name="connsiteY72" fmla="*/ 742950 h 1311275"/>
                    <a:gd name="connsiteX73" fmla="*/ 86538 w 1626413"/>
                    <a:gd name="connsiteY73" fmla="*/ 733425 h 1311275"/>
                    <a:gd name="connsiteX74" fmla="*/ 64313 w 1626413"/>
                    <a:gd name="connsiteY74" fmla="*/ 762000 h 1311275"/>
                    <a:gd name="connsiteX75" fmla="*/ 38913 w 1626413"/>
                    <a:gd name="connsiteY75" fmla="*/ 755650 h 1311275"/>
                    <a:gd name="connsiteX76" fmla="*/ 813 w 1626413"/>
                    <a:gd name="connsiteY76" fmla="*/ 720725 h 1311275"/>
                    <a:gd name="connsiteX77" fmla="*/ 45263 w 1626413"/>
                    <a:gd name="connsiteY77"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31113 w 1626413"/>
                    <a:gd name="connsiteY3" fmla="*/ 4762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2717 w 1626413"/>
                    <a:gd name="connsiteY9" fmla="*/ 124612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2717 w 1626413"/>
                    <a:gd name="connsiteY9" fmla="*/ 124612 h 1311275"/>
                    <a:gd name="connsiteX10" fmla="*/ 1410498 w 1626413"/>
                    <a:gd name="connsiteY10" fmla="*/ 127793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3030 w 1626413"/>
                    <a:gd name="connsiteY8" fmla="*/ 151605 h 1311275"/>
                    <a:gd name="connsiteX9" fmla="*/ 1382717 w 1626413"/>
                    <a:gd name="connsiteY9" fmla="*/ 124612 h 1311275"/>
                    <a:gd name="connsiteX10" fmla="*/ 1410498 w 1626413"/>
                    <a:gd name="connsiteY10" fmla="*/ 127793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626413" h="1311275">
                      <a:moveTo>
                        <a:pt x="45263" y="0"/>
                      </a:moveTo>
                      <a:lnTo>
                        <a:pt x="1058088" y="101600"/>
                      </a:lnTo>
                      <a:lnTo>
                        <a:pt x="1086663" y="69850"/>
                      </a:lnTo>
                      <a:lnTo>
                        <a:pt x="1123956" y="40475"/>
                      </a:lnTo>
                      <a:lnTo>
                        <a:pt x="1158088" y="69050"/>
                      </a:lnTo>
                      <a:lnTo>
                        <a:pt x="1207300" y="50000"/>
                      </a:lnTo>
                      <a:cubicBezTo>
                        <a:pt x="1226937" y="79456"/>
                        <a:pt x="1214915" y="85725"/>
                        <a:pt x="1229538" y="85725"/>
                      </a:cubicBezTo>
                      <a:cubicBezTo>
                        <a:pt x="1290899" y="72807"/>
                        <a:pt x="1269314" y="73025"/>
                        <a:pt x="1293038" y="73025"/>
                      </a:cubicBezTo>
                      <a:lnTo>
                        <a:pt x="1343030" y="151605"/>
                      </a:lnTo>
                      <a:cubicBezTo>
                        <a:pt x="1385144" y="119210"/>
                        <a:pt x="1362184" y="124612"/>
                        <a:pt x="1382717" y="124612"/>
                      </a:cubicBezTo>
                      <a:lnTo>
                        <a:pt x="1410498" y="127793"/>
                      </a:lnTo>
                      <a:cubicBezTo>
                        <a:pt x="1417906" y="121972"/>
                        <a:pt x="1416863" y="107421"/>
                        <a:pt x="1429563" y="92075"/>
                      </a:cubicBezTo>
                      <a:lnTo>
                        <a:pt x="1486713" y="57150"/>
                      </a:lnTo>
                      <a:lnTo>
                        <a:pt x="1534338" y="79375"/>
                      </a:lnTo>
                      <a:cubicBezTo>
                        <a:pt x="1611588" y="69719"/>
                        <a:pt x="1584940" y="69850"/>
                        <a:pt x="1613713" y="69850"/>
                      </a:cubicBezTo>
                      <a:lnTo>
                        <a:pt x="1626413" y="98425"/>
                      </a:lnTo>
                      <a:lnTo>
                        <a:pt x="1613713" y="161925"/>
                      </a:lnTo>
                      <a:lnTo>
                        <a:pt x="1620063" y="190500"/>
                      </a:lnTo>
                      <a:lnTo>
                        <a:pt x="1604188" y="212725"/>
                      </a:lnTo>
                      <a:lnTo>
                        <a:pt x="1578788" y="219075"/>
                      </a:lnTo>
                      <a:lnTo>
                        <a:pt x="1508938" y="377825"/>
                      </a:lnTo>
                      <a:lnTo>
                        <a:pt x="1502588" y="431800"/>
                      </a:lnTo>
                      <a:lnTo>
                        <a:pt x="1527988" y="447675"/>
                      </a:lnTo>
                      <a:cubicBezTo>
                        <a:pt x="1521381" y="474102"/>
                        <a:pt x="1530365" y="473075"/>
                        <a:pt x="1518463" y="473075"/>
                      </a:cubicBezTo>
                      <a:lnTo>
                        <a:pt x="1474013" y="476250"/>
                      </a:lnTo>
                      <a:lnTo>
                        <a:pt x="1474013" y="514350"/>
                      </a:lnTo>
                      <a:lnTo>
                        <a:pt x="1480363" y="533400"/>
                      </a:lnTo>
                      <a:lnTo>
                        <a:pt x="1407338" y="596900"/>
                      </a:lnTo>
                      <a:cubicBezTo>
                        <a:pt x="1394150" y="659541"/>
                        <a:pt x="1413018" y="666415"/>
                        <a:pt x="1388288" y="654050"/>
                      </a:cubicBezTo>
                      <a:lnTo>
                        <a:pt x="1350188" y="673100"/>
                      </a:lnTo>
                      <a:lnTo>
                        <a:pt x="1324788" y="701675"/>
                      </a:lnTo>
                      <a:lnTo>
                        <a:pt x="1293038" y="695325"/>
                      </a:lnTo>
                      <a:lnTo>
                        <a:pt x="1264463" y="736600"/>
                      </a:lnTo>
                      <a:lnTo>
                        <a:pt x="1251763" y="777875"/>
                      </a:lnTo>
                      <a:lnTo>
                        <a:pt x="1216838" y="806450"/>
                      </a:lnTo>
                      <a:lnTo>
                        <a:pt x="1223188" y="850900"/>
                      </a:lnTo>
                      <a:lnTo>
                        <a:pt x="1156513" y="889000"/>
                      </a:lnTo>
                      <a:lnTo>
                        <a:pt x="1140638" y="933450"/>
                      </a:lnTo>
                      <a:lnTo>
                        <a:pt x="1162863" y="946150"/>
                      </a:lnTo>
                      <a:lnTo>
                        <a:pt x="1137463" y="974725"/>
                      </a:lnTo>
                      <a:lnTo>
                        <a:pt x="1146988" y="1009650"/>
                      </a:lnTo>
                      <a:lnTo>
                        <a:pt x="1096188" y="1019175"/>
                      </a:lnTo>
                      <a:lnTo>
                        <a:pt x="1039038" y="1095375"/>
                      </a:lnTo>
                      <a:lnTo>
                        <a:pt x="1048563" y="1168400"/>
                      </a:lnTo>
                      <a:lnTo>
                        <a:pt x="1004113" y="1222375"/>
                      </a:lnTo>
                      <a:lnTo>
                        <a:pt x="994588" y="1266825"/>
                      </a:lnTo>
                      <a:lnTo>
                        <a:pt x="1007288" y="1311275"/>
                      </a:lnTo>
                      <a:lnTo>
                        <a:pt x="962838" y="1308100"/>
                      </a:lnTo>
                      <a:lnTo>
                        <a:pt x="921563" y="1276350"/>
                      </a:lnTo>
                      <a:lnTo>
                        <a:pt x="877113" y="1260475"/>
                      </a:lnTo>
                      <a:lnTo>
                        <a:pt x="797738" y="1196975"/>
                      </a:lnTo>
                      <a:lnTo>
                        <a:pt x="797738" y="1117600"/>
                      </a:lnTo>
                      <a:lnTo>
                        <a:pt x="775513" y="1069975"/>
                      </a:lnTo>
                      <a:lnTo>
                        <a:pt x="680263" y="1073150"/>
                      </a:lnTo>
                      <a:lnTo>
                        <a:pt x="578663" y="1073150"/>
                      </a:lnTo>
                      <a:lnTo>
                        <a:pt x="556438" y="1050925"/>
                      </a:lnTo>
                      <a:lnTo>
                        <a:pt x="502463" y="1050925"/>
                      </a:lnTo>
                      <a:lnTo>
                        <a:pt x="470713" y="1038225"/>
                      </a:lnTo>
                      <a:lnTo>
                        <a:pt x="442138" y="1044575"/>
                      </a:lnTo>
                      <a:lnTo>
                        <a:pt x="429438" y="1063625"/>
                      </a:lnTo>
                      <a:lnTo>
                        <a:pt x="404038" y="1050925"/>
                      </a:lnTo>
                      <a:lnTo>
                        <a:pt x="327838" y="952500"/>
                      </a:lnTo>
                      <a:cubicBezTo>
                        <a:pt x="278345" y="926104"/>
                        <a:pt x="280213" y="945092"/>
                        <a:pt x="280213" y="920750"/>
                      </a:cubicBezTo>
                      <a:cubicBezTo>
                        <a:pt x="293563" y="874025"/>
                        <a:pt x="306696" y="883191"/>
                        <a:pt x="286563" y="873125"/>
                      </a:cubicBezTo>
                      <a:lnTo>
                        <a:pt x="261163" y="847725"/>
                      </a:lnTo>
                      <a:cubicBezTo>
                        <a:pt x="241069" y="851074"/>
                        <a:pt x="248551" y="850900"/>
                        <a:pt x="238938" y="850900"/>
                      </a:cubicBezTo>
                      <a:lnTo>
                        <a:pt x="213538" y="825500"/>
                      </a:lnTo>
                      <a:cubicBezTo>
                        <a:pt x="187147" y="835397"/>
                        <a:pt x="188138" y="825983"/>
                        <a:pt x="188138" y="838200"/>
                      </a:cubicBezTo>
                      <a:lnTo>
                        <a:pt x="188138" y="857250"/>
                      </a:lnTo>
                      <a:lnTo>
                        <a:pt x="169088" y="828675"/>
                      </a:lnTo>
                      <a:lnTo>
                        <a:pt x="181788" y="790575"/>
                      </a:lnTo>
                      <a:cubicBezTo>
                        <a:pt x="133415" y="742202"/>
                        <a:pt x="156614" y="742950"/>
                        <a:pt x="130988" y="742950"/>
                      </a:cubicBezTo>
                      <a:lnTo>
                        <a:pt x="86538" y="733425"/>
                      </a:lnTo>
                      <a:lnTo>
                        <a:pt x="64313" y="762000"/>
                      </a:lnTo>
                      <a:lnTo>
                        <a:pt x="38913" y="755650"/>
                      </a:lnTo>
                      <a:cubicBezTo>
                        <a:pt x="0" y="723222"/>
                        <a:pt x="813" y="740432"/>
                        <a:pt x="813" y="720725"/>
                      </a:cubicBezTo>
                      <a:lnTo>
                        <a:pt x="45263" y="0"/>
                      </a:lnTo>
                      <a:close/>
                    </a:path>
                  </a:pathLst>
                </a:custGeom>
                <a:solidFill>
                  <a:srgbClr val="DDDCDB"/>
                </a:solidFill>
                <a:ln w="12700">
                  <a:solidFill>
                    <a:srgbClr val="FFFFFF"/>
                  </a:solidFill>
                  <a:prstDash val="solid"/>
                  <a:miter lim="800000"/>
                  <a:headEnd/>
                  <a:tailEnd/>
                </a:ln>
                <a:effectLst/>
              </p:spPr>
              <p:txBody>
                <a:bodyPr/>
                <a:lstStyle/>
                <a:p>
                  <a:pPr defTabSz="829178">
                    <a:defRPr/>
                  </a:pPr>
                  <a:endParaRPr lang="en-AU" sz="1632" kern="0" dirty="0">
                    <a:latin typeface="Arial"/>
                  </a:endParaRPr>
                </a:p>
              </p:txBody>
            </p:sp>
          </p:grpSp>
          <p:grpSp>
            <p:nvGrpSpPr>
              <p:cNvPr id="1359" name="Group 1358"/>
              <p:cNvGrpSpPr/>
              <p:nvPr/>
            </p:nvGrpSpPr>
            <p:grpSpPr>
              <a:xfrm>
                <a:off x="3436926" y="2195275"/>
                <a:ext cx="4366143" cy="3865264"/>
                <a:chOff x="3436926" y="2195275"/>
                <a:chExt cx="4366143" cy="3865264"/>
              </a:xfrm>
            </p:grpSpPr>
            <p:grpSp>
              <p:nvGrpSpPr>
                <p:cNvPr id="1360" name="Group 1359"/>
                <p:cNvGrpSpPr/>
                <p:nvPr/>
              </p:nvGrpSpPr>
              <p:grpSpPr>
                <a:xfrm>
                  <a:off x="3799294" y="2199441"/>
                  <a:ext cx="3986052" cy="3848603"/>
                  <a:chOff x="3694279" y="2513978"/>
                  <a:chExt cx="3986052" cy="3848603"/>
                </a:xfrm>
              </p:grpSpPr>
              <p:sp>
                <p:nvSpPr>
                  <p:cNvPr id="1424" name="Freeform 1423"/>
                  <p:cNvSpPr/>
                  <p:nvPr/>
                </p:nvSpPr>
                <p:spPr>
                  <a:xfrm>
                    <a:off x="6626549" y="5283806"/>
                    <a:ext cx="695581" cy="420704"/>
                  </a:xfrm>
                  <a:custGeom>
                    <a:avLst/>
                    <a:gdLst>
                      <a:gd name="connsiteX0" fmla="*/ 1060450 w 1060450"/>
                      <a:gd name="connsiteY0" fmla="*/ 0 h 641386"/>
                      <a:gd name="connsiteX1" fmla="*/ 1028700 w 1060450"/>
                      <a:gd name="connsiteY1" fmla="*/ 12700 h 641386"/>
                      <a:gd name="connsiteX2" fmla="*/ 1009650 w 1060450"/>
                      <a:gd name="connsiteY2" fmla="*/ 19050 h 641386"/>
                      <a:gd name="connsiteX3" fmla="*/ 977900 w 1060450"/>
                      <a:gd name="connsiteY3" fmla="*/ 31750 h 641386"/>
                      <a:gd name="connsiteX4" fmla="*/ 939800 w 1060450"/>
                      <a:gd name="connsiteY4" fmla="*/ 38100 h 641386"/>
                      <a:gd name="connsiteX5" fmla="*/ 895350 w 1060450"/>
                      <a:gd name="connsiteY5" fmla="*/ 50800 h 641386"/>
                      <a:gd name="connsiteX6" fmla="*/ 876300 w 1060450"/>
                      <a:gd name="connsiteY6" fmla="*/ 63500 h 641386"/>
                      <a:gd name="connsiteX7" fmla="*/ 857250 w 1060450"/>
                      <a:gd name="connsiteY7" fmla="*/ 69850 h 641386"/>
                      <a:gd name="connsiteX8" fmla="*/ 800100 w 1060450"/>
                      <a:gd name="connsiteY8" fmla="*/ 101600 h 641386"/>
                      <a:gd name="connsiteX9" fmla="*/ 749300 w 1060450"/>
                      <a:gd name="connsiteY9" fmla="*/ 114300 h 641386"/>
                      <a:gd name="connsiteX10" fmla="*/ 704850 w 1060450"/>
                      <a:gd name="connsiteY10" fmla="*/ 133350 h 641386"/>
                      <a:gd name="connsiteX11" fmla="*/ 685800 w 1060450"/>
                      <a:gd name="connsiteY11" fmla="*/ 146050 h 641386"/>
                      <a:gd name="connsiteX12" fmla="*/ 647700 w 1060450"/>
                      <a:gd name="connsiteY12" fmla="*/ 158750 h 641386"/>
                      <a:gd name="connsiteX13" fmla="*/ 609600 w 1060450"/>
                      <a:gd name="connsiteY13" fmla="*/ 171450 h 641386"/>
                      <a:gd name="connsiteX14" fmla="*/ 590550 w 1060450"/>
                      <a:gd name="connsiteY14" fmla="*/ 177800 h 641386"/>
                      <a:gd name="connsiteX15" fmla="*/ 539750 w 1060450"/>
                      <a:gd name="connsiteY15" fmla="*/ 190500 h 641386"/>
                      <a:gd name="connsiteX16" fmla="*/ 527050 w 1060450"/>
                      <a:gd name="connsiteY16" fmla="*/ 209550 h 641386"/>
                      <a:gd name="connsiteX17" fmla="*/ 488950 w 1060450"/>
                      <a:gd name="connsiteY17" fmla="*/ 234950 h 641386"/>
                      <a:gd name="connsiteX18" fmla="*/ 463550 w 1060450"/>
                      <a:gd name="connsiteY18" fmla="*/ 266700 h 641386"/>
                      <a:gd name="connsiteX19" fmla="*/ 425450 w 1060450"/>
                      <a:gd name="connsiteY19" fmla="*/ 279400 h 641386"/>
                      <a:gd name="connsiteX20" fmla="*/ 406400 w 1060450"/>
                      <a:gd name="connsiteY20" fmla="*/ 292100 h 641386"/>
                      <a:gd name="connsiteX21" fmla="*/ 387350 w 1060450"/>
                      <a:gd name="connsiteY21" fmla="*/ 298450 h 641386"/>
                      <a:gd name="connsiteX22" fmla="*/ 349250 w 1060450"/>
                      <a:gd name="connsiteY22" fmla="*/ 323850 h 641386"/>
                      <a:gd name="connsiteX23" fmla="*/ 336550 w 1060450"/>
                      <a:gd name="connsiteY23" fmla="*/ 342900 h 641386"/>
                      <a:gd name="connsiteX24" fmla="*/ 298450 w 1060450"/>
                      <a:gd name="connsiteY24" fmla="*/ 374650 h 641386"/>
                      <a:gd name="connsiteX25" fmla="*/ 266700 w 1060450"/>
                      <a:gd name="connsiteY25" fmla="*/ 400050 h 641386"/>
                      <a:gd name="connsiteX26" fmla="*/ 254000 w 1060450"/>
                      <a:gd name="connsiteY26" fmla="*/ 419100 h 641386"/>
                      <a:gd name="connsiteX27" fmla="*/ 215900 w 1060450"/>
                      <a:gd name="connsiteY27" fmla="*/ 444500 h 641386"/>
                      <a:gd name="connsiteX28" fmla="*/ 190500 w 1060450"/>
                      <a:gd name="connsiteY28" fmla="*/ 476250 h 641386"/>
                      <a:gd name="connsiteX29" fmla="*/ 177800 w 1060450"/>
                      <a:gd name="connsiteY29" fmla="*/ 495300 h 641386"/>
                      <a:gd name="connsiteX30" fmla="*/ 158750 w 1060450"/>
                      <a:gd name="connsiteY30" fmla="*/ 508000 h 641386"/>
                      <a:gd name="connsiteX31" fmla="*/ 120650 w 1060450"/>
                      <a:gd name="connsiteY31" fmla="*/ 533400 h 641386"/>
                      <a:gd name="connsiteX32" fmla="*/ 63500 w 1060450"/>
                      <a:gd name="connsiteY32" fmla="*/ 571500 h 641386"/>
                      <a:gd name="connsiteX33" fmla="*/ 44450 w 1060450"/>
                      <a:gd name="connsiteY33" fmla="*/ 584200 h 641386"/>
                      <a:gd name="connsiteX34" fmla="*/ 19050 w 1060450"/>
                      <a:gd name="connsiteY34" fmla="*/ 622300 h 641386"/>
                      <a:gd name="connsiteX35" fmla="*/ 0 w 1060450"/>
                      <a:gd name="connsiteY35" fmla="*/ 641350 h 64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60450" h="641386">
                        <a:moveTo>
                          <a:pt x="1060450" y="0"/>
                        </a:moveTo>
                        <a:cubicBezTo>
                          <a:pt x="1049867" y="4233"/>
                          <a:pt x="1039373" y="8698"/>
                          <a:pt x="1028700" y="12700"/>
                        </a:cubicBezTo>
                        <a:cubicBezTo>
                          <a:pt x="1022433" y="15050"/>
                          <a:pt x="1015917" y="16700"/>
                          <a:pt x="1009650" y="19050"/>
                        </a:cubicBezTo>
                        <a:cubicBezTo>
                          <a:pt x="998977" y="23052"/>
                          <a:pt x="988897" y="28751"/>
                          <a:pt x="977900" y="31750"/>
                        </a:cubicBezTo>
                        <a:cubicBezTo>
                          <a:pt x="965478" y="35138"/>
                          <a:pt x="952425" y="35575"/>
                          <a:pt x="939800" y="38100"/>
                        </a:cubicBezTo>
                        <a:cubicBezTo>
                          <a:pt x="919866" y="42087"/>
                          <a:pt x="913506" y="44748"/>
                          <a:pt x="895350" y="50800"/>
                        </a:cubicBezTo>
                        <a:cubicBezTo>
                          <a:pt x="889000" y="55033"/>
                          <a:pt x="883126" y="60087"/>
                          <a:pt x="876300" y="63500"/>
                        </a:cubicBezTo>
                        <a:cubicBezTo>
                          <a:pt x="870313" y="66493"/>
                          <a:pt x="863101" y="66599"/>
                          <a:pt x="857250" y="69850"/>
                        </a:cubicBezTo>
                        <a:cubicBezTo>
                          <a:pt x="812809" y="94539"/>
                          <a:pt x="833968" y="92363"/>
                          <a:pt x="800100" y="101600"/>
                        </a:cubicBezTo>
                        <a:cubicBezTo>
                          <a:pt x="783261" y="106193"/>
                          <a:pt x="749300" y="114300"/>
                          <a:pt x="749300" y="114300"/>
                        </a:cubicBezTo>
                        <a:cubicBezTo>
                          <a:pt x="701474" y="146184"/>
                          <a:pt x="762257" y="108747"/>
                          <a:pt x="704850" y="133350"/>
                        </a:cubicBezTo>
                        <a:cubicBezTo>
                          <a:pt x="697835" y="136356"/>
                          <a:pt x="692774" y="142950"/>
                          <a:pt x="685800" y="146050"/>
                        </a:cubicBezTo>
                        <a:cubicBezTo>
                          <a:pt x="673567" y="151487"/>
                          <a:pt x="660400" y="154517"/>
                          <a:pt x="647700" y="158750"/>
                        </a:cubicBezTo>
                        <a:lnTo>
                          <a:pt x="609600" y="171450"/>
                        </a:lnTo>
                        <a:lnTo>
                          <a:pt x="590550" y="177800"/>
                        </a:lnTo>
                        <a:cubicBezTo>
                          <a:pt x="573991" y="183320"/>
                          <a:pt x="539750" y="190500"/>
                          <a:pt x="539750" y="190500"/>
                        </a:cubicBezTo>
                        <a:cubicBezTo>
                          <a:pt x="535517" y="196850"/>
                          <a:pt x="532793" y="204524"/>
                          <a:pt x="527050" y="209550"/>
                        </a:cubicBezTo>
                        <a:cubicBezTo>
                          <a:pt x="515563" y="219601"/>
                          <a:pt x="488950" y="234950"/>
                          <a:pt x="488950" y="234950"/>
                        </a:cubicBezTo>
                        <a:cubicBezTo>
                          <a:pt x="482064" y="255607"/>
                          <a:pt x="486029" y="256710"/>
                          <a:pt x="463550" y="266700"/>
                        </a:cubicBezTo>
                        <a:cubicBezTo>
                          <a:pt x="451317" y="272137"/>
                          <a:pt x="425450" y="279400"/>
                          <a:pt x="425450" y="279400"/>
                        </a:cubicBezTo>
                        <a:cubicBezTo>
                          <a:pt x="419100" y="283633"/>
                          <a:pt x="413226" y="288687"/>
                          <a:pt x="406400" y="292100"/>
                        </a:cubicBezTo>
                        <a:cubicBezTo>
                          <a:pt x="400413" y="295093"/>
                          <a:pt x="393201" y="295199"/>
                          <a:pt x="387350" y="298450"/>
                        </a:cubicBezTo>
                        <a:cubicBezTo>
                          <a:pt x="374007" y="305863"/>
                          <a:pt x="349250" y="323850"/>
                          <a:pt x="349250" y="323850"/>
                        </a:cubicBezTo>
                        <a:cubicBezTo>
                          <a:pt x="345017" y="330200"/>
                          <a:pt x="341436" y="337037"/>
                          <a:pt x="336550" y="342900"/>
                        </a:cubicBezTo>
                        <a:cubicBezTo>
                          <a:pt x="321271" y="361235"/>
                          <a:pt x="317181" y="362163"/>
                          <a:pt x="298450" y="374650"/>
                        </a:cubicBezTo>
                        <a:cubicBezTo>
                          <a:pt x="262054" y="429245"/>
                          <a:pt x="310517" y="364997"/>
                          <a:pt x="266700" y="400050"/>
                        </a:cubicBezTo>
                        <a:cubicBezTo>
                          <a:pt x="260741" y="404818"/>
                          <a:pt x="259743" y="414074"/>
                          <a:pt x="254000" y="419100"/>
                        </a:cubicBezTo>
                        <a:cubicBezTo>
                          <a:pt x="242513" y="429151"/>
                          <a:pt x="215900" y="444500"/>
                          <a:pt x="215900" y="444500"/>
                        </a:cubicBezTo>
                        <a:cubicBezTo>
                          <a:pt x="203538" y="481586"/>
                          <a:pt x="219223" y="447527"/>
                          <a:pt x="190500" y="476250"/>
                        </a:cubicBezTo>
                        <a:cubicBezTo>
                          <a:pt x="185104" y="481646"/>
                          <a:pt x="183196" y="489904"/>
                          <a:pt x="177800" y="495300"/>
                        </a:cubicBezTo>
                        <a:cubicBezTo>
                          <a:pt x="172404" y="500696"/>
                          <a:pt x="164613" y="503114"/>
                          <a:pt x="158750" y="508000"/>
                        </a:cubicBezTo>
                        <a:cubicBezTo>
                          <a:pt x="127039" y="534426"/>
                          <a:pt x="154128" y="522241"/>
                          <a:pt x="120650" y="533400"/>
                        </a:cubicBezTo>
                        <a:lnTo>
                          <a:pt x="63500" y="571500"/>
                        </a:lnTo>
                        <a:lnTo>
                          <a:pt x="44450" y="584200"/>
                        </a:lnTo>
                        <a:lnTo>
                          <a:pt x="19050" y="622300"/>
                        </a:lnTo>
                        <a:cubicBezTo>
                          <a:pt x="5176" y="643111"/>
                          <a:pt x="13982" y="641350"/>
                          <a:pt x="0" y="64135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25" name="Freeform 1424"/>
                  <p:cNvSpPr/>
                  <p:nvPr/>
                </p:nvSpPr>
                <p:spPr>
                  <a:xfrm>
                    <a:off x="6043426" y="5363640"/>
                    <a:ext cx="587287" cy="332515"/>
                  </a:xfrm>
                  <a:custGeom>
                    <a:avLst/>
                    <a:gdLst>
                      <a:gd name="connsiteX0" fmla="*/ 895350 w 895350"/>
                      <a:gd name="connsiteY0" fmla="*/ 506938 h 506938"/>
                      <a:gd name="connsiteX1" fmla="*/ 838200 w 895350"/>
                      <a:gd name="connsiteY1" fmla="*/ 494238 h 506938"/>
                      <a:gd name="connsiteX2" fmla="*/ 781050 w 895350"/>
                      <a:gd name="connsiteY2" fmla="*/ 475188 h 506938"/>
                      <a:gd name="connsiteX3" fmla="*/ 755650 w 895350"/>
                      <a:gd name="connsiteY3" fmla="*/ 468838 h 506938"/>
                      <a:gd name="connsiteX4" fmla="*/ 736600 w 895350"/>
                      <a:gd name="connsiteY4" fmla="*/ 462488 h 506938"/>
                      <a:gd name="connsiteX5" fmla="*/ 692150 w 895350"/>
                      <a:gd name="connsiteY5" fmla="*/ 443438 h 506938"/>
                      <a:gd name="connsiteX6" fmla="*/ 647700 w 895350"/>
                      <a:gd name="connsiteY6" fmla="*/ 418038 h 506938"/>
                      <a:gd name="connsiteX7" fmla="*/ 628650 w 895350"/>
                      <a:gd name="connsiteY7" fmla="*/ 411688 h 506938"/>
                      <a:gd name="connsiteX8" fmla="*/ 590550 w 895350"/>
                      <a:gd name="connsiteY8" fmla="*/ 392638 h 506938"/>
                      <a:gd name="connsiteX9" fmla="*/ 552450 w 895350"/>
                      <a:gd name="connsiteY9" fmla="*/ 360888 h 506938"/>
                      <a:gd name="connsiteX10" fmla="*/ 533400 w 895350"/>
                      <a:gd name="connsiteY10" fmla="*/ 348188 h 506938"/>
                      <a:gd name="connsiteX11" fmla="*/ 520700 w 895350"/>
                      <a:gd name="connsiteY11" fmla="*/ 329138 h 506938"/>
                      <a:gd name="connsiteX12" fmla="*/ 514350 w 895350"/>
                      <a:gd name="connsiteY12" fmla="*/ 310088 h 506938"/>
                      <a:gd name="connsiteX13" fmla="*/ 476250 w 895350"/>
                      <a:gd name="connsiteY13" fmla="*/ 233888 h 506938"/>
                      <a:gd name="connsiteX14" fmla="*/ 450850 w 895350"/>
                      <a:gd name="connsiteY14" fmla="*/ 195788 h 506938"/>
                      <a:gd name="connsiteX15" fmla="*/ 444500 w 895350"/>
                      <a:gd name="connsiteY15" fmla="*/ 176738 h 506938"/>
                      <a:gd name="connsiteX16" fmla="*/ 400050 w 895350"/>
                      <a:gd name="connsiteY16" fmla="*/ 119588 h 506938"/>
                      <a:gd name="connsiteX17" fmla="*/ 355600 w 895350"/>
                      <a:gd name="connsiteY17" fmla="*/ 75138 h 506938"/>
                      <a:gd name="connsiteX18" fmla="*/ 317500 w 895350"/>
                      <a:gd name="connsiteY18" fmla="*/ 62438 h 506938"/>
                      <a:gd name="connsiteX19" fmla="*/ 260350 w 895350"/>
                      <a:gd name="connsiteY19" fmla="*/ 37038 h 506938"/>
                      <a:gd name="connsiteX20" fmla="*/ 222250 w 895350"/>
                      <a:gd name="connsiteY20" fmla="*/ 24338 h 506938"/>
                      <a:gd name="connsiteX21" fmla="*/ 203200 w 895350"/>
                      <a:gd name="connsiteY21" fmla="*/ 17988 h 506938"/>
                      <a:gd name="connsiteX22" fmla="*/ 165100 w 895350"/>
                      <a:gd name="connsiteY22" fmla="*/ 11638 h 506938"/>
                      <a:gd name="connsiteX23" fmla="*/ 0 w 895350"/>
                      <a:gd name="connsiteY23" fmla="*/ 5288 h 506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5350" h="506938">
                        <a:moveTo>
                          <a:pt x="895350" y="506938"/>
                        </a:moveTo>
                        <a:cubicBezTo>
                          <a:pt x="877223" y="503313"/>
                          <a:pt x="856135" y="499619"/>
                          <a:pt x="838200" y="494238"/>
                        </a:cubicBezTo>
                        <a:cubicBezTo>
                          <a:pt x="818966" y="488468"/>
                          <a:pt x="800100" y="481538"/>
                          <a:pt x="781050" y="475188"/>
                        </a:cubicBezTo>
                        <a:cubicBezTo>
                          <a:pt x="772771" y="472428"/>
                          <a:pt x="764041" y="471236"/>
                          <a:pt x="755650" y="468838"/>
                        </a:cubicBezTo>
                        <a:cubicBezTo>
                          <a:pt x="749214" y="466999"/>
                          <a:pt x="742950" y="464605"/>
                          <a:pt x="736600" y="462488"/>
                        </a:cubicBezTo>
                        <a:cubicBezTo>
                          <a:pt x="697994" y="436751"/>
                          <a:pt x="739013" y="461012"/>
                          <a:pt x="692150" y="443438"/>
                        </a:cubicBezTo>
                        <a:cubicBezTo>
                          <a:pt x="647620" y="426739"/>
                          <a:pt x="684546" y="436461"/>
                          <a:pt x="647700" y="418038"/>
                        </a:cubicBezTo>
                        <a:cubicBezTo>
                          <a:pt x="641713" y="415045"/>
                          <a:pt x="635000" y="413805"/>
                          <a:pt x="628650" y="411688"/>
                        </a:cubicBezTo>
                        <a:cubicBezTo>
                          <a:pt x="574055" y="375292"/>
                          <a:pt x="643130" y="418928"/>
                          <a:pt x="590550" y="392638"/>
                        </a:cubicBezTo>
                        <a:cubicBezTo>
                          <a:pt x="566901" y="380814"/>
                          <a:pt x="573516" y="378443"/>
                          <a:pt x="552450" y="360888"/>
                        </a:cubicBezTo>
                        <a:cubicBezTo>
                          <a:pt x="546587" y="356002"/>
                          <a:pt x="539750" y="352421"/>
                          <a:pt x="533400" y="348188"/>
                        </a:cubicBezTo>
                        <a:cubicBezTo>
                          <a:pt x="529167" y="341838"/>
                          <a:pt x="524113" y="335964"/>
                          <a:pt x="520700" y="329138"/>
                        </a:cubicBezTo>
                        <a:cubicBezTo>
                          <a:pt x="517707" y="323151"/>
                          <a:pt x="517601" y="315939"/>
                          <a:pt x="514350" y="310088"/>
                        </a:cubicBezTo>
                        <a:cubicBezTo>
                          <a:pt x="473318" y="236230"/>
                          <a:pt x="500974" y="308061"/>
                          <a:pt x="476250" y="233888"/>
                        </a:cubicBezTo>
                        <a:cubicBezTo>
                          <a:pt x="471423" y="219408"/>
                          <a:pt x="455677" y="210268"/>
                          <a:pt x="450850" y="195788"/>
                        </a:cubicBezTo>
                        <a:cubicBezTo>
                          <a:pt x="448733" y="189438"/>
                          <a:pt x="447751" y="182589"/>
                          <a:pt x="444500" y="176738"/>
                        </a:cubicBezTo>
                        <a:cubicBezTo>
                          <a:pt x="425512" y="142559"/>
                          <a:pt x="423190" y="142728"/>
                          <a:pt x="400050" y="119588"/>
                        </a:cubicBezTo>
                        <a:cubicBezTo>
                          <a:pt x="391267" y="93239"/>
                          <a:pt x="393811" y="87875"/>
                          <a:pt x="355600" y="75138"/>
                        </a:cubicBezTo>
                        <a:lnTo>
                          <a:pt x="317500" y="62438"/>
                        </a:lnTo>
                        <a:cubicBezTo>
                          <a:pt x="287311" y="42312"/>
                          <a:pt x="305690" y="52151"/>
                          <a:pt x="260350" y="37038"/>
                        </a:cubicBezTo>
                        <a:lnTo>
                          <a:pt x="222250" y="24338"/>
                        </a:lnTo>
                        <a:cubicBezTo>
                          <a:pt x="215900" y="22221"/>
                          <a:pt x="209802" y="19088"/>
                          <a:pt x="203200" y="17988"/>
                        </a:cubicBezTo>
                        <a:lnTo>
                          <a:pt x="165100" y="11638"/>
                        </a:lnTo>
                        <a:cubicBezTo>
                          <a:pt x="99865" y="-10107"/>
                          <a:pt x="152743" y="5288"/>
                          <a:pt x="0" y="5288"/>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26" name="Freeform 1425"/>
                  <p:cNvSpPr/>
                  <p:nvPr/>
                </p:nvSpPr>
                <p:spPr>
                  <a:xfrm>
                    <a:off x="3694279" y="4775657"/>
                    <a:ext cx="2361770" cy="587287"/>
                  </a:xfrm>
                  <a:custGeom>
                    <a:avLst/>
                    <a:gdLst>
                      <a:gd name="connsiteX0" fmla="*/ 3594100 w 3600644"/>
                      <a:gd name="connsiteY0" fmla="*/ 895350 h 895350"/>
                      <a:gd name="connsiteX1" fmla="*/ 3594100 w 3600644"/>
                      <a:gd name="connsiteY1" fmla="*/ 374650 h 895350"/>
                      <a:gd name="connsiteX2" fmla="*/ 3587750 w 3600644"/>
                      <a:gd name="connsiteY2" fmla="*/ 342900 h 895350"/>
                      <a:gd name="connsiteX3" fmla="*/ 3568700 w 3600644"/>
                      <a:gd name="connsiteY3" fmla="*/ 298450 h 895350"/>
                      <a:gd name="connsiteX4" fmla="*/ 3530600 w 3600644"/>
                      <a:gd name="connsiteY4" fmla="*/ 273050 h 895350"/>
                      <a:gd name="connsiteX5" fmla="*/ 3517900 w 3600644"/>
                      <a:gd name="connsiteY5" fmla="*/ 254000 h 895350"/>
                      <a:gd name="connsiteX6" fmla="*/ 3492500 w 3600644"/>
                      <a:gd name="connsiteY6" fmla="*/ 241300 h 895350"/>
                      <a:gd name="connsiteX7" fmla="*/ 3467100 w 3600644"/>
                      <a:gd name="connsiteY7" fmla="*/ 222250 h 895350"/>
                      <a:gd name="connsiteX8" fmla="*/ 3429000 w 3600644"/>
                      <a:gd name="connsiteY8" fmla="*/ 190500 h 895350"/>
                      <a:gd name="connsiteX9" fmla="*/ 3384550 w 3600644"/>
                      <a:gd name="connsiteY9" fmla="*/ 165100 h 895350"/>
                      <a:gd name="connsiteX10" fmla="*/ 3359150 w 3600644"/>
                      <a:gd name="connsiteY10" fmla="*/ 158750 h 895350"/>
                      <a:gd name="connsiteX11" fmla="*/ 3321050 w 3600644"/>
                      <a:gd name="connsiteY11" fmla="*/ 133350 h 895350"/>
                      <a:gd name="connsiteX12" fmla="*/ 3276600 w 3600644"/>
                      <a:gd name="connsiteY12" fmla="*/ 107950 h 895350"/>
                      <a:gd name="connsiteX13" fmla="*/ 3251200 w 3600644"/>
                      <a:gd name="connsiteY13" fmla="*/ 101600 h 895350"/>
                      <a:gd name="connsiteX14" fmla="*/ 3213100 w 3600644"/>
                      <a:gd name="connsiteY14" fmla="*/ 88900 h 895350"/>
                      <a:gd name="connsiteX15" fmla="*/ 3175000 w 3600644"/>
                      <a:gd name="connsiteY15" fmla="*/ 76200 h 895350"/>
                      <a:gd name="connsiteX16" fmla="*/ 3143250 w 3600644"/>
                      <a:gd name="connsiteY16" fmla="*/ 69850 h 895350"/>
                      <a:gd name="connsiteX17" fmla="*/ 3098800 w 3600644"/>
                      <a:gd name="connsiteY17" fmla="*/ 57150 h 895350"/>
                      <a:gd name="connsiteX18" fmla="*/ 3067050 w 3600644"/>
                      <a:gd name="connsiteY18" fmla="*/ 50800 h 895350"/>
                      <a:gd name="connsiteX19" fmla="*/ 3048000 w 3600644"/>
                      <a:gd name="connsiteY19" fmla="*/ 44450 h 895350"/>
                      <a:gd name="connsiteX20" fmla="*/ 2984500 w 3600644"/>
                      <a:gd name="connsiteY20" fmla="*/ 38100 h 895350"/>
                      <a:gd name="connsiteX21" fmla="*/ 2921000 w 3600644"/>
                      <a:gd name="connsiteY21" fmla="*/ 25400 h 895350"/>
                      <a:gd name="connsiteX22" fmla="*/ 2698750 w 3600644"/>
                      <a:gd name="connsiteY22" fmla="*/ 19050 h 895350"/>
                      <a:gd name="connsiteX23" fmla="*/ 2070100 w 3600644"/>
                      <a:gd name="connsiteY23" fmla="*/ 6350 h 895350"/>
                      <a:gd name="connsiteX24" fmla="*/ 1866900 w 3600644"/>
                      <a:gd name="connsiteY24" fmla="*/ 0 h 895350"/>
                      <a:gd name="connsiteX25" fmla="*/ 1473200 w 3600644"/>
                      <a:gd name="connsiteY25" fmla="*/ 6350 h 895350"/>
                      <a:gd name="connsiteX26" fmla="*/ 1301750 w 3600644"/>
                      <a:gd name="connsiteY26" fmla="*/ 19050 h 895350"/>
                      <a:gd name="connsiteX27" fmla="*/ 1250950 w 3600644"/>
                      <a:gd name="connsiteY27" fmla="*/ 25400 h 895350"/>
                      <a:gd name="connsiteX28" fmla="*/ 1123950 w 3600644"/>
                      <a:gd name="connsiteY28" fmla="*/ 31750 h 895350"/>
                      <a:gd name="connsiteX29" fmla="*/ 1035050 w 3600644"/>
                      <a:gd name="connsiteY29" fmla="*/ 38100 h 895350"/>
                      <a:gd name="connsiteX30" fmla="*/ 971550 w 3600644"/>
                      <a:gd name="connsiteY30" fmla="*/ 57150 h 895350"/>
                      <a:gd name="connsiteX31" fmla="*/ 952500 w 3600644"/>
                      <a:gd name="connsiteY31" fmla="*/ 63500 h 895350"/>
                      <a:gd name="connsiteX32" fmla="*/ 927100 w 3600644"/>
                      <a:gd name="connsiteY32" fmla="*/ 69850 h 895350"/>
                      <a:gd name="connsiteX33" fmla="*/ 869950 w 3600644"/>
                      <a:gd name="connsiteY33" fmla="*/ 88900 h 895350"/>
                      <a:gd name="connsiteX34" fmla="*/ 844550 w 3600644"/>
                      <a:gd name="connsiteY34" fmla="*/ 101600 h 895350"/>
                      <a:gd name="connsiteX35" fmla="*/ 806450 w 3600644"/>
                      <a:gd name="connsiteY35" fmla="*/ 114300 h 895350"/>
                      <a:gd name="connsiteX36" fmla="*/ 762000 w 3600644"/>
                      <a:gd name="connsiteY36" fmla="*/ 127000 h 895350"/>
                      <a:gd name="connsiteX37" fmla="*/ 717550 w 3600644"/>
                      <a:gd name="connsiteY37" fmla="*/ 146050 h 895350"/>
                      <a:gd name="connsiteX38" fmla="*/ 679450 w 3600644"/>
                      <a:gd name="connsiteY38" fmla="*/ 158750 h 895350"/>
                      <a:gd name="connsiteX39" fmla="*/ 628650 w 3600644"/>
                      <a:gd name="connsiteY39" fmla="*/ 171450 h 895350"/>
                      <a:gd name="connsiteX40" fmla="*/ 603250 w 3600644"/>
                      <a:gd name="connsiteY40" fmla="*/ 177800 h 895350"/>
                      <a:gd name="connsiteX41" fmla="*/ 584200 w 3600644"/>
                      <a:gd name="connsiteY41" fmla="*/ 184150 h 895350"/>
                      <a:gd name="connsiteX42" fmla="*/ 565150 w 3600644"/>
                      <a:gd name="connsiteY42" fmla="*/ 196850 h 895350"/>
                      <a:gd name="connsiteX43" fmla="*/ 482600 w 3600644"/>
                      <a:gd name="connsiteY43" fmla="*/ 215900 h 895350"/>
                      <a:gd name="connsiteX44" fmla="*/ 450850 w 3600644"/>
                      <a:gd name="connsiteY44" fmla="*/ 228600 h 895350"/>
                      <a:gd name="connsiteX45" fmla="*/ 412750 w 3600644"/>
                      <a:gd name="connsiteY45" fmla="*/ 241300 h 895350"/>
                      <a:gd name="connsiteX46" fmla="*/ 342900 w 3600644"/>
                      <a:gd name="connsiteY46" fmla="*/ 273050 h 895350"/>
                      <a:gd name="connsiteX47" fmla="*/ 323850 w 3600644"/>
                      <a:gd name="connsiteY47" fmla="*/ 285750 h 895350"/>
                      <a:gd name="connsiteX48" fmla="*/ 304800 w 3600644"/>
                      <a:gd name="connsiteY48" fmla="*/ 292100 h 895350"/>
                      <a:gd name="connsiteX49" fmla="*/ 247650 w 3600644"/>
                      <a:gd name="connsiteY49" fmla="*/ 330200 h 895350"/>
                      <a:gd name="connsiteX50" fmla="*/ 222250 w 3600644"/>
                      <a:gd name="connsiteY50" fmla="*/ 336550 h 895350"/>
                      <a:gd name="connsiteX51" fmla="*/ 184150 w 3600644"/>
                      <a:gd name="connsiteY51" fmla="*/ 368300 h 895350"/>
                      <a:gd name="connsiteX52" fmla="*/ 165100 w 3600644"/>
                      <a:gd name="connsiteY52" fmla="*/ 374650 h 895350"/>
                      <a:gd name="connsiteX53" fmla="*/ 146050 w 3600644"/>
                      <a:gd name="connsiteY53" fmla="*/ 393700 h 895350"/>
                      <a:gd name="connsiteX54" fmla="*/ 133350 w 3600644"/>
                      <a:gd name="connsiteY54" fmla="*/ 412750 h 895350"/>
                      <a:gd name="connsiteX55" fmla="*/ 95250 w 3600644"/>
                      <a:gd name="connsiteY55" fmla="*/ 425450 h 895350"/>
                      <a:gd name="connsiteX56" fmla="*/ 76200 w 3600644"/>
                      <a:gd name="connsiteY56" fmla="*/ 438150 h 895350"/>
                      <a:gd name="connsiteX57" fmla="*/ 63500 w 3600644"/>
                      <a:gd name="connsiteY57" fmla="*/ 457200 h 895350"/>
                      <a:gd name="connsiteX58" fmla="*/ 44450 w 3600644"/>
                      <a:gd name="connsiteY58" fmla="*/ 463550 h 895350"/>
                      <a:gd name="connsiteX59" fmla="*/ 0 w 3600644"/>
                      <a:gd name="connsiteY59" fmla="*/ 482600 h 89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00644" h="895350">
                        <a:moveTo>
                          <a:pt x="3594100" y="895350"/>
                        </a:moveTo>
                        <a:cubicBezTo>
                          <a:pt x="3600521" y="644915"/>
                          <a:pt x="3604864" y="632985"/>
                          <a:pt x="3594100" y="374650"/>
                        </a:cubicBezTo>
                        <a:cubicBezTo>
                          <a:pt x="3593651" y="363866"/>
                          <a:pt x="3590091" y="353436"/>
                          <a:pt x="3587750" y="342900"/>
                        </a:cubicBezTo>
                        <a:cubicBezTo>
                          <a:pt x="3584139" y="326649"/>
                          <a:pt x="3582228" y="310287"/>
                          <a:pt x="3568700" y="298450"/>
                        </a:cubicBezTo>
                        <a:cubicBezTo>
                          <a:pt x="3557213" y="288399"/>
                          <a:pt x="3530600" y="273050"/>
                          <a:pt x="3530600" y="273050"/>
                        </a:cubicBezTo>
                        <a:cubicBezTo>
                          <a:pt x="3526367" y="266700"/>
                          <a:pt x="3523763" y="258886"/>
                          <a:pt x="3517900" y="254000"/>
                        </a:cubicBezTo>
                        <a:cubicBezTo>
                          <a:pt x="3510628" y="247940"/>
                          <a:pt x="3500527" y="246317"/>
                          <a:pt x="3492500" y="241300"/>
                        </a:cubicBezTo>
                        <a:cubicBezTo>
                          <a:pt x="3483525" y="235691"/>
                          <a:pt x="3475712" y="228401"/>
                          <a:pt x="3467100" y="222250"/>
                        </a:cubicBezTo>
                        <a:cubicBezTo>
                          <a:pt x="3400883" y="174952"/>
                          <a:pt x="3500155" y="249796"/>
                          <a:pt x="3429000" y="190500"/>
                        </a:cubicBezTo>
                        <a:cubicBezTo>
                          <a:pt x="3418951" y="182126"/>
                          <a:pt x="3395842" y="169335"/>
                          <a:pt x="3384550" y="165100"/>
                        </a:cubicBezTo>
                        <a:cubicBezTo>
                          <a:pt x="3376378" y="162036"/>
                          <a:pt x="3367617" y="160867"/>
                          <a:pt x="3359150" y="158750"/>
                        </a:cubicBezTo>
                        <a:lnTo>
                          <a:pt x="3321050" y="133350"/>
                        </a:lnTo>
                        <a:cubicBezTo>
                          <a:pt x="3305259" y="122822"/>
                          <a:pt x="3295015" y="114856"/>
                          <a:pt x="3276600" y="107950"/>
                        </a:cubicBezTo>
                        <a:cubicBezTo>
                          <a:pt x="3268428" y="104886"/>
                          <a:pt x="3259559" y="104108"/>
                          <a:pt x="3251200" y="101600"/>
                        </a:cubicBezTo>
                        <a:cubicBezTo>
                          <a:pt x="3238378" y="97753"/>
                          <a:pt x="3225800" y="93133"/>
                          <a:pt x="3213100" y="88900"/>
                        </a:cubicBezTo>
                        <a:cubicBezTo>
                          <a:pt x="3200400" y="84667"/>
                          <a:pt x="3188127" y="78825"/>
                          <a:pt x="3175000" y="76200"/>
                        </a:cubicBezTo>
                        <a:cubicBezTo>
                          <a:pt x="3164417" y="74083"/>
                          <a:pt x="3153786" y="72191"/>
                          <a:pt x="3143250" y="69850"/>
                        </a:cubicBezTo>
                        <a:cubicBezTo>
                          <a:pt x="3036351" y="46095"/>
                          <a:pt x="3183656" y="78364"/>
                          <a:pt x="3098800" y="57150"/>
                        </a:cubicBezTo>
                        <a:cubicBezTo>
                          <a:pt x="3088329" y="54532"/>
                          <a:pt x="3077521" y="53418"/>
                          <a:pt x="3067050" y="50800"/>
                        </a:cubicBezTo>
                        <a:cubicBezTo>
                          <a:pt x="3060556" y="49177"/>
                          <a:pt x="3054616" y="45468"/>
                          <a:pt x="3048000" y="44450"/>
                        </a:cubicBezTo>
                        <a:cubicBezTo>
                          <a:pt x="3026975" y="41215"/>
                          <a:pt x="3005537" y="41256"/>
                          <a:pt x="2984500" y="38100"/>
                        </a:cubicBezTo>
                        <a:cubicBezTo>
                          <a:pt x="2963153" y="34898"/>
                          <a:pt x="2942577" y="26016"/>
                          <a:pt x="2921000" y="25400"/>
                        </a:cubicBezTo>
                        <a:lnTo>
                          <a:pt x="2698750" y="19050"/>
                        </a:lnTo>
                        <a:lnTo>
                          <a:pt x="2070100" y="6350"/>
                        </a:lnTo>
                        <a:lnTo>
                          <a:pt x="1866900" y="0"/>
                        </a:lnTo>
                        <a:lnTo>
                          <a:pt x="1473200" y="6350"/>
                        </a:lnTo>
                        <a:cubicBezTo>
                          <a:pt x="1433220" y="7375"/>
                          <a:pt x="1346861" y="14301"/>
                          <a:pt x="1301750" y="19050"/>
                        </a:cubicBezTo>
                        <a:cubicBezTo>
                          <a:pt x="1284779" y="20836"/>
                          <a:pt x="1267972" y="24184"/>
                          <a:pt x="1250950" y="25400"/>
                        </a:cubicBezTo>
                        <a:cubicBezTo>
                          <a:pt x="1208671" y="28420"/>
                          <a:pt x="1166263" y="29261"/>
                          <a:pt x="1123950" y="31750"/>
                        </a:cubicBezTo>
                        <a:cubicBezTo>
                          <a:pt x="1094292" y="33495"/>
                          <a:pt x="1064683" y="35983"/>
                          <a:pt x="1035050" y="38100"/>
                        </a:cubicBezTo>
                        <a:cubicBezTo>
                          <a:pt x="944508" y="68281"/>
                          <a:pt x="1038728" y="37956"/>
                          <a:pt x="971550" y="57150"/>
                        </a:cubicBezTo>
                        <a:cubicBezTo>
                          <a:pt x="965114" y="58989"/>
                          <a:pt x="958936" y="61661"/>
                          <a:pt x="952500" y="63500"/>
                        </a:cubicBezTo>
                        <a:cubicBezTo>
                          <a:pt x="944109" y="65898"/>
                          <a:pt x="935459" y="67342"/>
                          <a:pt x="927100" y="69850"/>
                        </a:cubicBezTo>
                        <a:cubicBezTo>
                          <a:pt x="907866" y="75620"/>
                          <a:pt x="889000" y="82550"/>
                          <a:pt x="869950" y="88900"/>
                        </a:cubicBezTo>
                        <a:cubicBezTo>
                          <a:pt x="860970" y="91893"/>
                          <a:pt x="853339" y="98084"/>
                          <a:pt x="844550" y="101600"/>
                        </a:cubicBezTo>
                        <a:cubicBezTo>
                          <a:pt x="832121" y="106572"/>
                          <a:pt x="819150" y="110067"/>
                          <a:pt x="806450" y="114300"/>
                        </a:cubicBezTo>
                        <a:cubicBezTo>
                          <a:pt x="779121" y="123410"/>
                          <a:pt x="793894" y="119027"/>
                          <a:pt x="762000" y="127000"/>
                        </a:cubicBezTo>
                        <a:cubicBezTo>
                          <a:pt x="731777" y="147149"/>
                          <a:pt x="754827" y="134867"/>
                          <a:pt x="717550" y="146050"/>
                        </a:cubicBezTo>
                        <a:cubicBezTo>
                          <a:pt x="704728" y="149897"/>
                          <a:pt x="692437" y="155503"/>
                          <a:pt x="679450" y="158750"/>
                        </a:cubicBezTo>
                        <a:lnTo>
                          <a:pt x="628650" y="171450"/>
                        </a:lnTo>
                        <a:cubicBezTo>
                          <a:pt x="620183" y="173567"/>
                          <a:pt x="611529" y="175040"/>
                          <a:pt x="603250" y="177800"/>
                        </a:cubicBezTo>
                        <a:lnTo>
                          <a:pt x="584200" y="184150"/>
                        </a:lnTo>
                        <a:cubicBezTo>
                          <a:pt x="577850" y="188383"/>
                          <a:pt x="572124" y="193750"/>
                          <a:pt x="565150" y="196850"/>
                        </a:cubicBezTo>
                        <a:cubicBezTo>
                          <a:pt x="532119" y="211530"/>
                          <a:pt x="518760" y="210734"/>
                          <a:pt x="482600" y="215900"/>
                        </a:cubicBezTo>
                        <a:cubicBezTo>
                          <a:pt x="472017" y="220133"/>
                          <a:pt x="461562" y="224705"/>
                          <a:pt x="450850" y="228600"/>
                        </a:cubicBezTo>
                        <a:cubicBezTo>
                          <a:pt x="438269" y="233175"/>
                          <a:pt x="424724" y="235313"/>
                          <a:pt x="412750" y="241300"/>
                        </a:cubicBezTo>
                        <a:cubicBezTo>
                          <a:pt x="355963" y="269693"/>
                          <a:pt x="379911" y="260713"/>
                          <a:pt x="342900" y="273050"/>
                        </a:cubicBezTo>
                        <a:cubicBezTo>
                          <a:pt x="336550" y="277283"/>
                          <a:pt x="330676" y="282337"/>
                          <a:pt x="323850" y="285750"/>
                        </a:cubicBezTo>
                        <a:cubicBezTo>
                          <a:pt x="317863" y="288743"/>
                          <a:pt x="310651" y="288849"/>
                          <a:pt x="304800" y="292100"/>
                        </a:cubicBezTo>
                        <a:lnTo>
                          <a:pt x="247650" y="330200"/>
                        </a:lnTo>
                        <a:cubicBezTo>
                          <a:pt x="240388" y="335041"/>
                          <a:pt x="230717" y="334433"/>
                          <a:pt x="222250" y="336550"/>
                        </a:cubicBezTo>
                        <a:cubicBezTo>
                          <a:pt x="208206" y="350594"/>
                          <a:pt x="201831" y="359459"/>
                          <a:pt x="184150" y="368300"/>
                        </a:cubicBezTo>
                        <a:cubicBezTo>
                          <a:pt x="178163" y="371293"/>
                          <a:pt x="171450" y="372533"/>
                          <a:pt x="165100" y="374650"/>
                        </a:cubicBezTo>
                        <a:cubicBezTo>
                          <a:pt x="158750" y="381000"/>
                          <a:pt x="151799" y="386801"/>
                          <a:pt x="146050" y="393700"/>
                        </a:cubicBezTo>
                        <a:cubicBezTo>
                          <a:pt x="141164" y="399563"/>
                          <a:pt x="139822" y="408705"/>
                          <a:pt x="133350" y="412750"/>
                        </a:cubicBezTo>
                        <a:cubicBezTo>
                          <a:pt x="121998" y="419845"/>
                          <a:pt x="95250" y="425450"/>
                          <a:pt x="95250" y="425450"/>
                        </a:cubicBezTo>
                        <a:cubicBezTo>
                          <a:pt x="88900" y="429683"/>
                          <a:pt x="81596" y="432754"/>
                          <a:pt x="76200" y="438150"/>
                        </a:cubicBezTo>
                        <a:cubicBezTo>
                          <a:pt x="70804" y="443546"/>
                          <a:pt x="69459" y="452432"/>
                          <a:pt x="63500" y="457200"/>
                        </a:cubicBezTo>
                        <a:cubicBezTo>
                          <a:pt x="58273" y="461381"/>
                          <a:pt x="50800" y="461433"/>
                          <a:pt x="44450" y="463550"/>
                        </a:cubicBezTo>
                        <a:cubicBezTo>
                          <a:pt x="25879" y="491406"/>
                          <a:pt x="39382" y="482600"/>
                          <a:pt x="0" y="48260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27" name="Freeform 1426"/>
                  <p:cNvSpPr/>
                  <p:nvPr/>
                </p:nvSpPr>
                <p:spPr>
                  <a:xfrm>
                    <a:off x="6055923" y="4963088"/>
                    <a:ext cx="1282869" cy="299892"/>
                  </a:xfrm>
                  <a:custGeom>
                    <a:avLst/>
                    <a:gdLst>
                      <a:gd name="connsiteX0" fmla="*/ 0 w 1955800"/>
                      <a:gd name="connsiteY0" fmla="*/ 158750 h 457200"/>
                      <a:gd name="connsiteX1" fmla="*/ 25400 w 1955800"/>
                      <a:gd name="connsiteY1" fmla="*/ 127000 h 457200"/>
                      <a:gd name="connsiteX2" fmla="*/ 38100 w 1955800"/>
                      <a:gd name="connsiteY2" fmla="*/ 107950 h 457200"/>
                      <a:gd name="connsiteX3" fmla="*/ 57150 w 1955800"/>
                      <a:gd name="connsiteY3" fmla="*/ 101600 h 457200"/>
                      <a:gd name="connsiteX4" fmla="*/ 76200 w 1955800"/>
                      <a:gd name="connsiteY4" fmla="*/ 82550 h 457200"/>
                      <a:gd name="connsiteX5" fmla="*/ 114300 w 1955800"/>
                      <a:gd name="connsiteY5" fmla="*/ 69850 h 457200"/>
                      <a:gd name="connsiteX6" fmla="*/ 158750 w 1955800"/>
                      <a:gd name="connsiteY6" fmla="*/ 57150 h 457200"/>
                      <a:gd name="connsiteX7" fmla="*/ 196850 w 1955800"/>
                      <a:gd name="connsiteY7" fmla="*/ 50800 h 457200"/>
                      <a:gd name="connsiteX8" fmla="*/ 254000 w 1955800"/>
                      <a:gd name="connsiteY8" fmla="*/ 31750 h 457200"/>
                      <a:gd name="connsiteX9" fmla="*/ 273050 w 1955800"/>
                      <a:gd name="connsiteY9" fmla="*/ 25400 h 457200"/>
                      <a:gd name="connsiteX10" fmla="*/ 292100 w 1955800"/>
                      <a:gd name="connsiteY10" fmla="*/ 19050 h 457200"/>
                      <a:gd name="connsiteX11" fmla="*/ 311150 w 1955800"/>
                      <a:gd name="connsiteY11" fmla="*/ 6350 h 457200"/>
                      <a:gd name="connsiteX12" fmla="*/ 336550 w 1955800"/>
                      <a:gd name="connsiteY12" fmla="*/ 0 h 457200"/>
                      <a:gd name="connsiteX13" fmla="*/ 609600 w 1955800"/>
                      <a:gd name="connsiteY13" fmla="*/ 6350 h 457200"/>
                      <a:gd name="connsiteX14" fmla="*/ 666750 w 1955800"/>
                      <a:gd name="connsiteY14" fmla="*/ 12700 h 457200"/>
                      <a:gd name="connsiteX15" fmla="*/ 704850 w 1955800"/>
                      <a:gd name="connsiteY15" fmla="*/ 19050 h 457200"/>
                      <a:gd name="connsiteX16" fmla="*/ 755650 w 1955800"/>
                      <a:gd name="connsiteY16" fmla="*/ 25400 h 457200"/>
                      <a:gd name="connsiteX17" fmla="*/ 793750 w 1955800"/>
                      <a:gd name="connsiteY17" fmla="*/ 38100 h 457200"/>
                      <a:gd name="connsiteX18" fmla="*/ 812800 w 1955800"/>
                      <a:gd name="connsiteY18" fmla="*/ 44450 h 457200"/>
                      <a:gd name="connsiteX19" fmla="*/ 831850 w 1955800"/>
                      <a:gd name="connsiteY19" fmla="*/ 57150 h 457200"/>
                      <a:gd name="connsiteX20" fmla="*/ 869950 w 1955800"/>
                      <a:gd name="connsiteY20" fmla="*/ 69850 h 457200"/>
                      <a:gd name="connsiteX21" fmla="*/ 914400 w 1955800"/>
                      <a:gd name="connsiteY21" fmla="*/ 88900 h 457200"/>
                      <a:gd name="connsiteX22" fmla="*/ 933450 w 1955800"/>
                      <a:gd name="connsiteY22" fmla="*/ 101600 h 457200"/>
                      <a:gd name="connsiteX23" fmla="*/ 952500 w 1955800"/>
                      <a:gd name="connsiteY23" fmla="*/ 107950 h 457200"/>
                      <a:gd name="connsiteX24" fmla="*/ 971550 w 1955800"/>
                      <a:gd name="connsiteY24" fmla="*/ 120650 h 457200"/>
                      <a:gd name="connsiteX25" fmla="*/ 1009650 w 1955800"/>
                      <a:gd name="connsiteY25" fmla="*/ 127000 h 457200"/>
                      <a:gd name="connsiteX26" fmla="*/ 1028700 w 1955800"/>
                      <a:gd name="connsiteY26" fmla="*/ 133350 h 457200"/>
                      <a:gd name="connsiteX27" fmla="*/ 1054100 w 1955800"/>
                      <a:gd name="connsiteY27" fmla="*/ 139700 h 457200"/>
                      <a:gd name="connsiteX28" fmla="*/ 1092200 w 1955800"/>
                      <a:gd name="connsiteY28" fmla="*/ 152400 h 457200"/>
                      <a:gd name="connsiteX29" fmla="*/ 1187450 w 1955800"/>
                      <a:gd name="connsiteY29" fmla="*/ 184150 h 457200"/>
                      <a:gd name="connsiteX30" fmla="*/ 1231900 w 1955800"/>
                      <a:gd name="connsiteY30" fmla="*/ 190500 h 457200"/>
                      <a:gd name="connsiteX31" fmla="*/ 1314450 w 1955800"/>
                      <a:gd name="connsiteY31" fmla="*/ 209550 h 457200"/>
                      <a:gd name="connsiteX32" fmla="*/ 1333500 w 1955800"/>
                      <a:gd name="connsiteY32" fmla="*/ 222250 h 457200"/>
                      <a:gd name="connsiteX33" fmla="*/ 1403350 w 1955800"/>
                      <a:gd name="connsiteY33" fmla="*/ 241300 h 457200"/>
                      <a:gd name="connsiteX34" fmla="*/ 1422400 w 1955800"/>
                      <a:gd name="connsiteY34" fmla="*/ 254000 h 457200"/>
                      <a:gd name="connsiteX35" fmla="*/ 1441450 w 1955800"/>
                      <a:gd name="connsiteY35" fmla="*/ 260350 h 457200"/>
                      <a:gd name="connsiteX36" fmla="*/ 1485900 w 1955800"/>
                      <a:gd name="connsiteY36" fmla="*/ 292100 h 457200"/>
                      <a:gd name="connsiteX37" fmla="*/ 1504950 w 1955800"/>
                      <a:gd name="connsiteY37" fmla="*/ 304800 h 457200"/>
                      <a:gd name="connsiteX38" fmla="*/ 1530350 w 1955800"/>
                      <a:gd name="connsiteY38" fmla="*/ 311150 h 457200"/>
                      <a:gd name="connsiteX39" fmla="*/ 1587500 w 1955800"/>
                      <a:gd name="connsiteY39" fmla="*/ 330200 h 457200"/>
                      <a:gd name="connsiteX40" fmla="*/ 1606550 w 1955800"/>
                      <a:gd name="connsiteY40" fmla="*/ 336550 h 457200"/>
                      <a:gd name="connsiteX41" fmla="*/ 1625600 w 1955800"/>
                      <a:gd name="connsiteY41" fmla="*/ 342900 h 457200"/>
                      <a:gd name="connsiteX42" fmla="*/ 1644650 w 1955800"/>
                      <a:gd name="connsiteY42" fmla="*/ 355600 h 457200"/>
                      <a:gd name="connsiteX43" fmla="*/ 1682750 w 1955800"/>
                      <a:gd name="connsiteY43" fmla="*/ 368300 h 457200"/>
                      <a:gd name="connsiteX44" fmla="*/ 1720850 w 1955800"/>
                      <a:gd name="connsiteY44" fmla="*/ 381000 h 457200"/>
                      <a:gd name="connsiteX45" fmla="*/ 1809750 w 1955800"/>
                      <a:gd name="connsiteY45" fmla="*/ 387350 h 457200"/>
                      <a:gd name="connsiteX46" fmla="*/ 1828800 w 1955800"/>
                      <a:gd name="connsiteY46" fmla="*/ 393700 h 457200"/>
                      <a:gd name="connsiteX47" fmla="*/ 1847850 w 1955800"/>
                      <a:gd name="connsiteY47" fmla="*/ 406400 h 457200"/>
                      <a:gd name="connsiteX48" fmla="*/ 1885950 w 1955800"/>
                      <a:gd name="connsiteY48" fmla="*/ 419100 h 457200"/>
                      <a:gd name="connsiteX49" fmla="*/ 1924050 w 1955800"/>
                      <a:gd name="connsiteY49" fmla="*/ 438150 h 457200"/>
                      <a:gd name="connsiteX50" fmla="*/ 1943100 w 1955800"/>
                      <a:gd name="connsiteY50" fmla="*/ 450850 h 457200"/>
                      <a:gd name="connsiteX51" fmla="*/ 1955800 w 1955800"/>
                      <a:gd name="connsiteY5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55800" h="457200">
                        <a:moveTo>
                          <a:pt x="0" y="158750"/>
                        </a:moveTo>
                        <a:cubicBezTo>
                          <a:pt x="8467" y="148167"/>
                          <a:pt x="17268" y="137843"/>
                          <a:pt x="25400" y="127000"/>
                        </a:cubicBezTo>
                        <a:cubicBezTo>
                          <a:pt x="29979" y="120895"/>
                          <a:pt x="32141" y="112718"/>
                          <a:pt x="38100" y="107950"/>
                        </a:cubicBezTo>
                        <a:cubicBezTo>
                          <a:pt x="43327" y="103769"/>
                          <a:pt x="50800" y="103717"/>
                          <a:pt x="57150" y="101600"/>
                        </a:cubicBezTo>
                        <a:cubicBezTo>
                          <a:pt x="63500" y="95250"/>
                          <a:pt x="68350" y="86911"/>
                          <a:pt x="76200" y="82550"/>
                        </a:cubicBezTo>
                        <a:cubicBezTo>
                          <a:pt x="87902" y="76049"/>
                          <a:pt x="101600" y="74083"/>
                          <a:pt x="114300" y="69850"/>
                        </a:cubicBezTo>
                        <a:cubicBezTo>
                          <a:pt x="132456" y="63798"/>
                          <a:pt x="138816" y="61137"/>
                          <a:pt x="158750" y="57150"/>
                        </a:cubicBezTo>
                        <a:cubicBezTo>
                          <a:pt x="171375" y="54625"/>
                          <a:pt x="184150" y="52917"/>
                          <a:pt x="196850" y="50800"/>
                        </a:cubicBezTo>
                        <a:lnTo>
                          <a:pt x="254000" y="31750"/>
                        </a:lnTo>
                        <a:lnTo>
                          <a:pt x="273050" y="25400"/>
                        </a:lnTo>
                        <a:lnTo>
                          <a:pt x="292100" y="19050"/>
                        </a:lnTo>
                        <a:cubicBezTo>
                          <a:pt x="298450" y="14817"/>
                          <a:pt x="304135" y="9356"/>
                          <a:pt x="311150" y="6350"/>
                        </a:cubicBezTo>
                        <a:cubicBezTo>
                          <a:pt x="319172" y="2912"/>
                          <a:pt x="327823" y="0"/>
                          <a:pt x="336550" y="0"/>
                        </a:cubicBezTo>
                        <a:cubicBezTo>
                          <a:pt x="427591" y="0"/>
                          <a:pt x="518583" y="4233"/>
                          <a:pt x="609600" y="6350"/>
                        </a:cubicBezTo>
                        <a:cubicBezTo>
                          <a:pt x="628650" y="8467"/>
                          <a:pt x="647751" y="10167"/>
                          <a:pt x="666750" y="12700"/>
                        </a:cubicBezTo>
                        <a:cubicBezTo>
                          <a:pt x="679512" y="14402"/>
                          <a:pt x="692104" y="17229"/>
                          <a:pt x="704850" y="19050"/>
                        </a:cubicBezTo>
                        <a:cubicBezTo>
                          <a:pt x="721744" y="21463"/>
                          <a:pt x="738717" y="23283"/>
                          <a:pt x="755650" y="25400"/>
                        </a:cubicBezTo>
                        <a:lnTo>
                          <a:pt x="793750" y="38100"/>
                        </a:lnTo>
                        <a:lnTo>
                          <a:pt x="812800" y="44450"/>
                        </a:lnTo>
                        <a:cubicBezTo>
                          <a:pt x="819150" y="48683"/>
                          <a:pt x="824876" y="54050"/>
                          <a:pt x="831850" y="57150"/>
                        </a:cubicBezTo>
                        <a:cubicBezTo>
                          <a:pt x="844083" y="62587"/>
                          <a:pt x="869950" y="69850"/>
                          <a:pt x="869950" y="69850"/>
                        </a:cubicBezTo>
                        <a:cubicBezTo>
                          <a:pt x="917776" y="101734"/>
                          <a:pt x="856993" y="64297"/>
                          <a:pt x="914400" y="88900"/>
                        </a:cubicBezTo>
                        <a:cubicBezTo>
                          <a:pt x="921415" y="91906"/>
                          <a:pt x="926624" y="98187"/>
                          <a:pt x="933450" y="101600"/>
                        </a:cubicBezTo>
                        <a:cubicBezTo>
                          <a:pt x="939437" y="104593"/>
                          <a:pt x="946150" y="105833"/>
                          <a:pt x="952500" y="107950"/>
                        </a:cubicBezTo>
                        <a:cubicBezTo>
                          <a:pt x="958850" y="112183"/>
                          <a:pt x="964310" y="118237"/>
                          <a:pt x="971550" y="120650"/>
                        </a:cubicBezTo>
                        <a:cubicBezTo>
                          <a:pt x="983764" y="124721"/>
                          <a:pt x="997081" y="124207"/>
                          <a:pt x="1009650" y="127000"/>
                        </a:cubicBezTo>
                        <a:cubicBezTo>
                          <a:pt x="1016184" y="128452"/>
                          <a:pt x="1022264" y="131511"/>
                          <a:pt x="1028700" y="133350"/>
                        </a:cubicBezTo>
                        <a:cubicBezTo>
                          <a:pt x="1037091" y="135748"/>
                          <a:pt x="1045741" y="137192"/>
                          <a:pt x="1054100" y="139700"/>
                        </a:cubicBezTo>
                        <a:cubicBezTo>
                          <a:pt x="1066922" y="143547"/>
                          <a:pt x="1079500" y="148167"/>
                          <a:pt x="1092200" y="152400"/>
                        </a:cubicBezTo>
                        <a:lnTo>
                          <a:pt x="1187450" y="184150"/>
                        </a:lnTo>
                        <a:cubicBezTo>
                          <a:pt x="1201649" y="188883"/>
                          <a:pt x="1217083" y="188383"/>
                          <a:pt x="1231900" y="190500"/>
                        </a:cubicBezTo>
                        <a:cubicBezTo>
                          <a:pt x="1284199" y="207933"/>
                          <a:pt x="1256748" y="201307"/>
                          <a:pt x="1314450" y="209550"/>
                        </a:cubicBezTo>
                        <a:cubicBezTo>
                          <a:pt x="1320800" y="213783"/>
                          <a:pt x="1326526" y="219150"/>
                          <a:pt x="1333500" y="222250"/>
                        </a:cubicBezTo>
                        <a:cubicBezTo>
                          <a:pt x="1359867" y="233969"/>
                          <a:pt x="1376188" y="235868"/>
                          <a:pt x="1403350" y="241300"/>
                        </a:cubicBezTo>
                        <a:cubicBezTo>
                          <a:pt x="1409700" y="245533"/>
                          <a:pt x="1415574" y="250587"/>
                          <a:pt x="1422400" y="254000"/>
                        </a:cubicBezTo>
                        <a:cubicBezTo>
                          <a:pt x="1428387" y="256993"/>
                          <a:pt x="1436003" y="256459"/>
                          <a:pt x="1441450" y="260350"/>
                        </a:cubicBezTo>
                        <a:cubicBezTo>
                          <a:pt x="1494183" y="298016"/>
                          <a:pt x="1442857" y="277752"/>
                          <a:pt x="1485900" y="292100"/>
                        </a:cubicBezTo>
                        <a:cubicBezTo>
                          <a:pt x="1492250" y="296333"/>
                          <a:pt x="1497935" y="301794"/>
                          <a:pt x="1504950" y="304800"/>
                        </a:cubicBezTo>
                        <a:cubicBezTo>
                          <a:pt x="1512972" y="308238"/>
                          <a:pt x="1521991" y="308642"/>
                          <a:pt x="1530350" y="311150"/>
                        </a:cubicBezTo>
                        <a:cubicBezTo>
                          <a:pt x="1549584" y="316920"/>
                          <a:pt x="1568450" y="323850"/>
                          <a:pt x="1587500" y="330200"/>
                        </a:cubicBezTo>
                        <a:lnTo>
                          <a:pt x="1606550" y="336550"/>
                        </a:lnTo>
                        <a:lnTo>
                          <a:pt x="1625600" y="342900"/>
                        </a:lnTo>
                        <a:cubicBezTo>
                          <a:pt x="1631950" y="347133"/>
                          <a:pt x="1637676" y="352500"/>
                          <a:pt x="1644650" y="355600"/>
                        </a:cubicBezTo>
                        <a:cubicBezTo>
                          <a:pt x="1656883" y="361037"/>
                          <a:pt x="1670050" y="364067"/>
                          <a:pt x="1682750" y="368300"/>
                        </a:cubicBezTo>
                        <a:lnTo>
                          <a:pt x="1720850" y="381000"/>
                        </a:lnTo>
                        <a:cubicBezTo>
                          <a:pt x="1749034" y="390395"/>
                          <a:pt x="1780117" y="385233"/>
                          <a:pt x="1809750" y="387350"/>
                        </a:cubicBezTo>
                        <a:cubicBezTo>
                          <a:pt x="1816100" y="389467"/>
                          <a:pt x="1822813" y="390707"/>
                          <a:pt x="1828800" y="393700"/>
                        </a:cubicBezTo>
                        <a:cubicBezTo>
                          <a:pt x="1835626" y="397113"/>
                          <a:pt x="1840876" y="403300"/>
                          <a:pt x="1847850" y="406400"/>
                        </a:cubicBezTo>
                        <a:cubicBezTo>
                          <a:pt x="1860083" y="411837"/>
                          <a:pt x="1885950" y="419100"/>
                          <a:pt x="1885950" y="419100"/>
                        </a:cubicBezTo>
                        <a:cubicBezTo>
                          <a:pt x="1940545" y="455496"/>
                          <a:pt x="1871470" y="411860"/>
                          <a:pt x="1924050" y="438150"/>
                        </a:cubicBezTo>
                        <a:cubicBezTo>
                          <a:pt x="1930876" y="441563"/>
                          <a:pt x="1936556" y="446923"/>
                          <a:pt x="1943100" y="450850"/>
                        </a:cubicBezTo>
                        <a:cubicBezTo>
                          <a:pt x="1947159" y="453285"/>
                          <a:pt x="1951567" y="455083"/>
                          <a:pt x="1955800" y="45720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28" name="Freeform 1427"/>
                  <p:cNvSpPr/>
                  <p:nvPr/>
                </p:nvSpPr>
                <p:spPr>
                  <a:xfrm>
                    <a:off x="7322129" y="4542408"/>
                    <a:ext cx="331193" cy="745562"/>
                  </a:xfrm>
                  <a:custGeom>
                    <a:avLst/>
                    <a:gdLst>
                      <a:gd name="connsiteX0" fmla="*/ 0 w 504922"/>
                      <a:gd name="connsiteY0" fmla="*/ 1136650 h 1136650"/>
                      <a:gd name="connsiteX1" fmla="*/ 12700 w 504922"/>
                      <a:gd name="connsiteY1" fmla="*/ 1104900 h 1136650"/>
                      <a:gd name="connsiteX2" fmla="*/ 25400 w 504922"/>
                      <a:gd name="connsiteY2" fmla="*/ 1066800 h 1136650"/>
                      <a:gd name="connsiteX3" fmla="*/ 50800 w 504922"/>
                      <a:gd name="connsiteY3" fmla="*/ 990600 h 1136650"/>
                      <a:gd name="connsiteX4" fmla="*/ 57150 w 504922"/>
                      <a:gd name="connsiteY4" fmla="*/ 958850 h 1136650"/>
                      <a:gd name="connsiteX5" fmla="*/ 76200 w 504922"/>
                      <a:gd name="connsiteY5" fmla="*/ 920750 h 1136650"/>
                      <a:gd name="connsiteX6" fmla="*/ 114300 w 504922"/>
                      <a:gd name="connsiteY6" fmla="*/ 908050 h 1136650"/>
                      <a:gd name="connsiteX7" fmla="*/ 133350 w 504922"/>
                      <a:gd name="connsiteY7" fmla="*/ 889000 h 1136650"/>
                      <a:gd name="connsiteX8" fmla="*/ 152400 w 504922"/>
                      <a:gd name="connsiteY8" fmla="*/ 882650 h 1136650"/>
                      <a:gd name="connsiteX9" fmla="*/ 158750 w 504922"/>
                      <a:gd name="connsiteY9" fmla="*/ 863600 h 1136650"/>
                      <a:gd name="connsiteX10" fmla="*/ 184150 w 504922"/>
                      <a:gd name="connsiteY10" fmla="*/ 825500 h 1136650"/>
                      <a:gd name="connsiteX11" fmla="*/ 190500 w 504922"/>
                      <a:gd name="connsiteY11" fmla="*/ 806450 h 1136650"/>
                      <a:gd name="connsiteX12" fmla="*/ 209550 w 504922"/>
                      <a:gd name="connsiteY12" fmla="*/ 781050 h 1136650"/>
                      <a:gd name="connsiteX13" fmla="*/ 222250 w 504922"/>
                      <a:gd name="connsiteY13" fmla="*/ 762000 h 1136650"/>
                      <a:gd name="connsiteX14" fmla="*/ 241300 w 504922"/>
                      <a:gd name="connsiteY14" fmla="*/ 749300 h 1136650"/>
                      <a:gd name="connsiteX15" fmla="*/ 247650 w 504922"/>
                      <a:gd name="connsiteY15" fmla="*/ 730250 h 1136650"/>
                      <a:gd name="connsiteX16" fmla="*/ 279400 w 504922"/>
                      <a:gd name="connsiteY16" fmla="*/ 692150 h 1136650"/>
                      <a:gd name="connsiteX17" fmla="*/ 304800 w 504922"/>
                      <a:gd name="connsiteY17" fmla="*/ 647700 h 1136650"/>
                      <a:gd name="connsiteX18" fmla="*/ 311150 w 504922"/>
                      <a:gd name="connsiteY18" fmla="*/ 609600 h 1136650"/>
                      <a:gd name="connsiteX19" fmla="*/ 317500 w 504922"/>
                      <a:gd name="connsiteY19" fmla="*/ 565150 h 1136650"/>
                      <a:gd name="connsiteX20" fmla="*/ 330200 w 504922"/>
                      <a:gd name="connsiteY20" fmla="*/ 501650 h 1136650"/>
                      <a:gd name="connsiteX21" fmla="*/ 355600 w 504922"/>
                      <a:gd name="connsiteY21" fmla="*/ 457200 h 1136650"/>
                      <a:gd name="connsiteX22" fmla="*/ 381000 w 504922"/>
                      <a:gd name="connsiteY22" fmla="*/ 412750 h 1136650"/>
                      <a:gd name="connsiteX23" fmla="*/ 393700 w 504922"/>
                      <a:gd name="connsiteY23" fmla="*/ 374650 h 1136650"/>
                      <a:gd name="connsiteX24" fmla="*/ 400050 w 504922"/>
                      <a:gd name="connsiteY24" fmla="*/ 355600 h 1136650"/>
                      <a:gd name="connsiteX25" fmla="*/ 406400 w 504922"/>
                      <a:gd name="connsiteY25" fmla="*/ 336550 h 1136650"/>
                      <a:gd name="connsiteX26" fmla="*/ 419100 w 504922"/>
                      <a:gd name="connsiteY26" fmla="*/ 285750 h 1136650"/>
                      <a:gd name="connsiteX27" fmla="*/ 425450 w 504922"/>
                      <a:gd name="connsiteY27" fmla="*/ 266700 h 1136650"/>
                      <a:gd name="connsiteX28" fmla="*/ 431800 w 504922"/>
                      <a:gd name="connsiteY28" fmla="*/ 241300 h 1136650"/>
                      <a:gd name="connsiteX29" fmla="*/ 444500 w 504922"/>
                      <a:gd name="connsiteY29" fmla="*/ 203200 h 1136650"/>
                      <a:gd name="connsiteX30" fmla="*/ 457200 w 504922"/>
                      <a:gd name="connsiteY30" fmla="*/ 165100 h 1136650"/>
                      <a:gd name="connsiteX31" fmla="*/ 463550 w 504922"/>
                      <a:gd name="connsiteY31" fmla="*/ 146050 h 1136650"/>
                      <a:gd name="connsiteX32" fmla="*/ 501650 w 504922"/>
                      <a:gd name="connsiteY32" fmla="*/ 69850 h 1136650"/>
                      <a:gd name="connsiteX33" fmla="*/ 501650 w 504922"/>
                      <a:gd name="connsiteY33" fmla="*/ 0 h 113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22" h="1136650">
                        <a:moveTo>
                          <a:pt x="0" y="1136650"/>
                        </a:moveTo>
                        <a:cubicBezTo>
                          <a:pt x="4233" y="1126067"/>
                          <a:pt x="8805" y="1115612"/>
                          <a:pt x="12700" y="1104900"/>
                        </a:cubicBezTo>
                        <a:cubicBezTo>
                          <a:pt x="17275" y="1092319"/>
                          <a:pt x="21167" y="1079500"/>
                          <a:pt x="25400" y="1066800"/>
                        </a:cubicBezTo>
                        <a:lnTo>
                          <a:pt x="50800" y="990600"/>
                        </a:lnTo>
                        <a:cubicBezTo>
                          <a:pt x="54213" y="980361"/>
                          <a:pt x="54532" y="969321"/>
                          <a:pt x="57150" y="958850"/>
                        </a:cubicBezTo>
                        <a:cubicBezTo>
                          <a:pt x="59585" y="949111"/>
                          <a:pt x="67003" y="926498"/>
                          <a:pt x="76200" y="920750"/>
                        </a:cubicBezTo>
                        <a:cubicBezTo>
                          <a:pt x="87552" y="913655"/>
                          <a:pt x="114300" y="908050"/>
                          <a:pt x="114300" y="908050"/>
                        </a:cubicBezTo>
                        <a:cubicBezTo>
                          <a:pt x="120650" y="901700"/>
                          <a:pt x="125878" y="893981"/>
                          <a:pt x="133350" y="889000"/>
                        </a:cubicBezTo>
                        <a:cubicBezTo>
                          <a:pt x="138919" y="885287"/>
                          <a:pt x="147667" y="887383"/>
                          <a:pt x="152400" y="882650"/>
                        </a:cubicBezTo>
                        <a:cubicBezTo>
                          <a:pt x="157133" y="877917"/>
                          <a:pt x="155499" y="869451"/>
                          <a:pt x="158750" y="863600"/>
                        </a:cubicBezTo>
                        <a:cubicBezTo>
                          <a:pt x="166163" y="850257"/>
                          <a:pt x="175683" y="838200"/>
                          <a:pt x="184150" y="825500"/>
                        </a:cubicBezTo>
                        <a:cubicBezTo>
                          <a:pt x="187863" y="819931"/>
                          <a:pt x="187179" y="812262"/>
                          <a:pt x="190500" y="806450"/>
                        </a:cubicBezTo>
                        <a:cubicBezTo>
                          <a:pt x="195751" y="797261"/>
                          <a:pt x="203399" y="789662"/>
                          <a:pt x="209550" y="781050"/>
                        </a:cubicBezTo>
                        <a:cubicBezTo>
                          <a:pt x="213986" y="774840"/>
                          <a:pt x="216854" y="767396"/>
                          <a:pt x="222250" y="762000"/>
                        </a:cubicBezTo>
                        <a:cubicBezTo>
                          <a:pt x="227646" y="756604"/>
                          <a:pt x="234950" y="753533"/>
                          <a:pt x="241300" y="749300"/>
                        </a:cubicBezTo>
                        <a:cubicBezTo>
                          <a:pt x="243417" y="742950"/>
                          <a:pt x="243937" y="735819"/>
                          <a:pt x="247650" y="730250"/>
                        </a:cubicBezTo>
                        <a:cubicBezTo>
                          <a:pt x="275737" y="688119"/>
                          <a:pt x="258625" y="733701"/>
                          <a:pt x="279400" y="692150"/>
                        </a:cubicBezTo>
                        <a:cubicBezTo>
                          <a:pt x="303642" y="643666"/>
                          <a:pt x="258736" y="709119"/>
                          <a:pt x="304800" y="647700"/>
                        </a:cubicBezTo>
                        <a:cubicBezTo>
                          <a:pt x="306917" y="635000"/>
                          <a:pt x="309192" y="622325"/>
                          <a:pt x="311150" y="609600"/>
                        </a:cubicBezTo>
                        <a:cubicBezTo>
                          <a:pt x="313426" y="594807"/>
                          <a:pt x="314899" y="579889"/>
                          <a:pt x="317500" y="565150"/>
                        </a:cubicBezTo>
                        <a:cubicBezTo>
                          <a:pt x="321251" y="543893"/>
                          <a:pt x="325967" y="522817"/>
                          <a:pt x="330200" y="501650"/>
                        </a:cubicBezTo>
                        <a:cubicBezTo>
                          <a:pt x="332502" y="490141"/>
                          <a:pt x="348784" y="467424"/>
                          <a:pt x="355600" y="457200"/>
                        </a:cubicBezTo>
                        <a:cubicBezTo>
                          <a:pt x="373041" y="387436"/>
                          <a:pt x="346608" y="474656"/>
                          <a:pt x="381000" y="412750"/>
                        </a:cubicBezTo>
                        <a:cubicBezTo>
                          <a:pt x="387501" y="401048"/>
                          <a:pt x="389467" y="387350"/>
                          <a:pt x="393700" y="374650"/>
                        </a:cubicBezTo>
                        <a:lnTo>
                          <a:pt x="400050" y="355600"/>
                        </a:lnTo>
                        <a:cubicBezTo>
                          <a:pt x="402167" y="349250"/>
                          <a:pt x="404777" y="343044"/>
                          <a:pt x="406400" y="336550"/>
                        </a:cubicBezTo>
                        <a:cubicBezTo>
                          <a:pt x="410633" y="319617"/>
                          <a:pt x="413580" y="302309"/>
                          <a:pt x="419100" y="285750"/>
                        </a:cubicBezTo>
                        <a:cubicBezTo>
                          <a:pt x="421217" y="279400"/>
                          <a:pt x="423611" y="273136"/>
                          <a:pt x="425450" y="266700"/>
                        </a:cubicBezTo>
                        <a:cubicBezTo>
                          <a:pt x="427848" y="258309"/>
                          <a:pt x="429292" y="249659"/>
                          <a:pt x="431800" y="241300"/>
                        </a:cubicBezTo>
                        <a:cubicBezTo>
                          <a:pt x="435647" y="228478"/>
                          <a:pt x="440267" y="215900"/>
                          <a:pt x="444500" y="203200"/>
                        </a:cubicBezTo>
                        <a:lnTo>
                          <a:pt x="457200" y="165100"/>
                        </a:lnTo>
                        <a:cubicBezTo>
                          <a:pt x="459317" y="158750"/>
                          <a:pt x="459837" y="151619"/>
                          <a:pt x="463550" y="146050"/>
                        </a:cubicBezTo>
                        <a:cubicBezTo>
                          <a:pt x="496376" y="96811"/>
                          <a:pt x="484123" y="122430"/>
                          <a:pt x="501650" y="69850"/>
                        </a:cubicBezTo>
                        <a:cubicBezTo>
                          <a:pt x="509013" y="47761"/>
                          <a:pt x="501650" y="23283"/>
                          <a:pt x="501650" y="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dirty="0">
                      <a:latin typeface="Arial"/>
                    </a:endParaRPr>
                  </a:p>
                </p:txBody>
              </p:sp>
              <p:sp>
                <p:nvSpPr>
                  <p:cNvPr id="1429" name="Freeform 1428"/>
                  <p:cNvSpPr/>
                  <p:nvPr/>
                </p:nvSpPr>
                <p:spPr>
                  <a:xfrm>
                    <a:off x="5152084" y="2513978"/>
                    <a:ext cx="583138" cy="2311661"/>
                  </a:xfrm>
                  <a:custGeom>
                    <a:avLst/>
                    <a:gdLst>
                      <a:gd name="connsiteX0" fmla="*/ 0 w 889024"/>
                      <a:gd name="connsiteY0" fmla="*/ 0 h 3524250"/>
                      <a:gd name="connsiteX1" fmla="*/ 31750 w 889024"/>
                      <a:gd name="connsiteY1" fmla="*/ 25400 h 3524250"/>
                      <a:gd name="connsiteX2" fmla="*/ 38100 w 889024"/>
                      <a:gd name="connsiteY2" fmla="*/ 44450 h 3524250"/>
                      <a:gd name="connsiteX3" fmla="*/ 57150 w 889024"/>
                      <a:gd name="connsiteY3" fmla="*/ 57150 h 3524250"/>
                      <a:gd name="connsiteX4" fmla="*/ 95250 w 889024"/>
                      <a:gd name="connsiteY4" fmla="*/ 95250 h 3524250"/>
                      <a:gd name="connsiteX5" fmla="*/ 114300 w 889024"/>
                      <a:gd name="connsiteY5" fmla="*/ 114300 h 3524250"/>
                      <a:gd name="connsiteX6" fmla="*/ 133350 w 889024"/>
                      <a:gd name="connsiteY6" fmla="*/ 120650 h 3524250"/>
                      <a:gd name="connsiteX7" fmla="*/ 165100 w 889024"/>
                      <a:gd name="connsiteY7" fmla="*/ 146050 h 3524250"/>
                      <a:gd name="connsiteX8" fmla="*/ 222250 w 889024"/>
                      <a:gd name="connsiteY8" fmla="*/ 203200 h 3524250"/>
                      <a:gd name="connsiteX9" fmla="*/ 241300 w 889024"/>
                      <a:gd name="connsiteY9" fmla="*/ 215900 h 3524250"/>
                      <a:gd name="connsiteX10" fmla="*/ 260350 w 889024"/>
                      <a:gd name="connsiteY10" fmla="*/ 260350 h 3524250"/>
                      <a:gd name="connsiteX11" fmla="*/ 279400 w 889024"/>
                      <a:gd name="connsiteY11" fmla="*/ 266700 h 3524250"/>
                      <a:gd name="connsiteX12" fmla="*/ 285750 w 889024"/>
                      <a:gd name="connsiteY12" fmla="*/ 285750 h 3524250"/>
                      <a:gd name="connsiteX13" fmla="*/ 317500 w 889024"/>
                      <a:gd name="connsiteY13" fmla="*/ 323850 h 3524250"/>
                      <a:gd name="connsiteX14" fmla="*/ 342900 w 889024"/>
                      <a:gd name="connsiteY14" fmla="*/ 400050 h 3524250"/>
                      <a:gd name="connsiteX15" fmla="*/ 349250 w 889024"/>
                      <a:gd name="connsiteY15" fmla="*/ 419100 h 3524250"/>
                      <a:gd name="connsiteX16" fmla="*/ 355600 w 889024"/>
                      <a:gd name="connsiteY16" fmla="*/ 438150 h 3524250"/>
                      <a:gd name="connsiteX17" fmla="*/ 368300 w 889024"/>
                      <a:gd name="connsiteY17" fmla="*/ 482600 h 3524250"/>
                      <a:gd name="connsiteX18" fmla="*/ 374650 w 889024"/>
                      <a:gd name="connsiteY18" fmla="*/ 546100 h 3524250"/>
                      <a:gd name="connsiteX19" fmla="*/ 381000 w 889024"/>
                      <a:gd name="connsiteY19" fmla="*/ 596900 h 3524250"/>
                      <a:gd name="connsiteX20" fmla="*/ 393700 w 889024"/>
                      <a:gd name="connsiteY20" fmla="*/ 723900 h 3524250"/>
                      <a:gd name="connsiteX21" fmla="*/ 406400 w 889024"/>
                      <a:gd name="connsiteY21" fmla="*/ 812800 h 3524250"/>
                      <a:gd name="connsiteX22" fmla="*/ 419100 w 889024"/>
                      <a:gd name="connsiteY22" fmla="*/ 838200 h 3524250"/>
                      <a:gd name="connsiteX23" fmla="*/ 431800 w 889024"/>
                      <a:gd name="connsiteY23" fmla="*/ 889000 h 3524250"/>
                      <a:gd name="connsiteX24" fmla="*/ 444500 w 889024"/>
                      <a:gd name="connsiteY24" fmla="*/ 927100 h 3524250"/>
                      <a:gd name="connsiteX25" fmla="*/ 450850 w 889024"/>
                      <a:gd name="connsiteY25" fmla="*/ 946150 h 3524250"/>
                      <a:gd name="connsiteX26" fmla="*/ 457200 w 889024"/>
                      <a:gd name="connsiteY26" fmla="*/ 965200 h 3524250"/>
                      <a:gd name="connsiteX27" fmla="*/ 463550 w 889024"/>
                      <a:gd name="connsiteY27" fmla="*/ 996950 h 3524250"/>
                      <a:gd name="connsiteX28" fmla="*/ 488950 w 889024"/>
                      <a:gd name="connsiteY28" fmla="*/ 1035050 h 3524250"/>
                      <a:gd name="connsiteX29" fmla="*/ 501650 w 889024"/>
                      <a:gd name="connsiteY29" fmla="*/ 1098550 h 3524250"/>
                      <a:gd name="connsiteX30" fmla="*/ 508000 w 889024"/>
                      <a:gd name="connsiteY30" fmla="*/ 1117600 h 3524250"/>
                      <a:gd name="connsiteX31" fmla="*/ 520700 w 889024"/>
                      <a:gd name="connsiteY31" fmla="*/ 1174750 h 3524250"/>
                      <a:gd name="connsiteX32" fmla="*/ 533400 w 889024"/>
                      <a:gd name="connsiteY32" fmla="*/ 1212850 h 3524250"/>
                      <a:gd name="connsiteX33" fmla="*/ 539750 w 889024"/>
                      <a:gd name="connsiteY33" fmla="*/ 1250950 h 3524250"/>
                      <a:gd name="connsiteX34" fmla="*/ 552450 w 889024"/>
                      <a:gd name="connsiteY34" fmla="*/ 1301750 h 3524250"/>
                      <a:gd name="connsiteX35" fmla="*/ 558800 w 889024"/>
                      <a:gd name="connsiteY35" fmla="*/ 1339850 h 3524250"/>
                      <a:gd name="connsiteX36" fmla="*/ 565150 w 889024"/>
                      <a:gd name="connsiteY36" fmla="*/ 1365250 h 3524250"/>
                      <a:gd name="connsiteX37" fmla="*/ 577850 w 889024"/>
                      <a:gd name="connsiteY37" fmla="*/ 1441450 h 3524250"/>
                      <a:gd name="connsiteX38" fmla="*/ 590550 w 889024"/>
                      <a:gd name="connsiteY38" fmla="*/ 1631950 h 3524250"/>
                      <a:gd name="connsiteX39" fmla="*/ 596900 w 889024"/>
                      <a:gd name="connsiteY39" fmla="*/ 1809750 h 3524250"/>
                      <a:gd name="connsiteX40" fmla="*/ 603250 w 889024"/>
                      <a:gd name="connsiteY40" fmla="*/ 1841500 h 3524250"/>
                      <a:gd name="connsiteX41" fmla="*/ 615950 w 889024"/>
                      <a:gd name="connsiteY41" fmla="*/ 1905000 h 3524250"/>
                      <a:gd name="connsiteX42" fmla="*/ 622300 w 889024"/>
                      <a:gd name="connsiteY42" fmla="*/ 1981200 h 3524250"/>
                      <a:gd name="connsiteX43" fmla="*/ 628650 w 889024"/>
                      <a:gd name="connsiteY43" fmla="*/ 2000250 h 3524250"/>
                      <a:gd name="connsiteX44" fmla="*/ 641350 w 889024"/>
                      <a:gd name="connsiteY44" fmla="*/ 2197100 h 3524250"/>
                      <a:gd name="connsiteX45" fmla="*/ 635000 w 889024"/>
                      <a:gd name="connsiteY45" fmla="*/ 2730500 h 3524250"/>
                      <a:gd name="connsiteX46" fmla="*/ 628650 w 889024"/>
                      <a:gd name="connsiteY46" fmla="*/ 2787650 h 3524250"/>
                      <a:gd name="connsiteX47" fmla="*/ 635000 w 889024"/>
                      <a:gd name="connsiteY47" fmla="*/ 2851150 h 3524250"/>
                      <a:gd name="connsiteX48" fmla="*/ 654050 w 889024"/>
                      <a:gd name="connsiteY48" fmla="*/ 2978150 h 3524250"/>
                      <a:gd name="connsiteX49" fmla="*/ 660400 w 889024"/>
                      <a:gd name="connsiteY49" fmla="*/ 3016250 h 3524250"/>
                      <a:gd name="connsiteX50" fmla="*/ 666750 w 889024"/>
                      <a:gd name="connsiteY50" fmla="*/ 3067050 h 3524250"/>
                      <a:gd name="connsiteX51" fmla="*/ 673100 w 889024"/>
                      <a:gd name="connsiteY51" fmla="*/ 3086100 h 3524250"/>
                      <a:gd name="connsiteX52" fmla="*/ 685800 w 889024"/>
                      <a:gd name="connsiteY52" fmla="*/ 3130550 h 3524250"/>
                      <a:gd name="connsiteX53" fmla="*/ 698500 w 889024"/>
                      <a:gd name="connsiteY53" fmla="*/ 3149600 h 3524250"/>
                      <a:gd name="connsiteX54" fmla="*/ 723900 w 889024"/>
                      <a:gd name="connsiteY54" fmla="*/ 3181350 h 3524250"/>
                      <a:gd name="connsiteX55" fmla="*/ 736600 w 889024"/>
                      <a:gd name="connsiteY55" fmla="*/ 3219450 h 3524250"/>
                      <a:gd name="connsiteX56" fmla="*/ 755650 w 889024"/>
                      <a:gd name="connsiteY56" fmla="*/ 3257550 h 3524250"/>
                      <a:gd name="connsiteX57" fmla="*/ 762000 w 889024"/>
                      <a:gd name="connsiteY57" fmla="*/ 3295650 h 3524250"/>
                      <a:gd name="connsiteX58" fmla="*/ 774700 w 889024"/>
                      <a:gd name="connsiteY58" fmla="*/ 3333750 h 3524250"/>
                      <a:gd name="connsiteX59" fmla="*/ 787400 w 889024"/>
                      <a:gd name="connsiteY59" fmla="*/ 3378200 h 3524250"/>
                      <a:gd name="connsiteX60" fmla="*/ 793750 w 889024"/>
                      <a:gd name="connsiteY60" fmla="*/ 3397250 h 3524250"/>
                      <a:gd name="connsiteX61" fmla="*/ 812800 w 889024"/>
                      <a:gd name="connsiteY61" fmla="*/ 3409950 h 3524250"/>
                      <a:gd name="connsiteX62" fmla="*/ 838200 w 889024"/>
                      <a:gd name="connsiteY62" fmla="*/ 3441700 h 3524250"/>
                      <a:gd name="connsiteX63" fmla="*/ 850900 w 889024"/>
                      <a:gd name="connsiteY63" fmla="*/ 3460750 h 3524250"/>
                      <a:gd name="connsiteX64" fmla="*/ 869950 w 889024"/>
                      <a:gd name="connsiteY64" fmla="*/ 3479800 h 3524250"/>
                      <a:gd name="connsiteX65" fmla="*/ 876300 w 889024"/>
                      <a:gd name="connsiteY65" fmla="*/ 3498850 h 3524250"/>
                      <a:gd name="connsiteX66" fmla="*/ 889000 w 889024"/>
                      <a:gd name="connsiteY66" fmla="*/ 3524250 h 35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889024" h="3524250">
                        <a:moveTo>
                          <a:pt x="0" y="0"/>
                        </a:moveTo>
                        <a:cubicBezTo>
                          <a:pt x="10583" y="8467"/>
                          <a:pt x="22930" y="15110"/>
                          <a:pt x="31750" y="25400"/>
                        </a:cubicBezTo>
                        <a:cubicBezTo>
                          <a:pt x="36106" y="30482"/>
                          <a:pt x="33919" y="39223"/>
                          <a:pt x="38100" y="44450"/>
                        </a:cubicBezTo>
                        <a:cubicBezTo>
                          <a:pt x="42868" y="50409"/>
                          <a:pt x="51446" y="52080"/>
                          <a:pt x="57150" y="57150"/>
                        </a:cubicBezTo>
                        <a:cubicBezTo>
                          <a:pt x="70574" y="69082"/>
                          <a:pt x="82550" y="82550"/>
                          <a:pt x="95250" y="95250"/>
                        </a:cubicBezTo>
                        <a:cubicBezTo>
                          <a:pt x="101600" y="101600"/>
                          <a:pt x="105781" y="111460"/>
                          <a:pt x="114300" y="114300"/>
                        </a:cubicBezTo>
                        <a:lnTo>
                          <a:pt x="133350" y="120650"/>
                        </a:lnTo>
                        <a:cubicBezTo>
                          <a:pt x="168209" y="172939"/>
                          <a:pt x="122631" y="113019"/>
                          <a:pt x="165100" y="146050"/>
                        </a:cubicBezTo>
                        <a:lnTo>
                          <a:pt x="222250" y="203200"/>
                        </a:lnTo>
                        <a:cubicBezTo>
                          <a:pt x="227646" y="208596"/>
                          <a:pt x="234950" y="211667"/>
                          <a:pt x="241300" y="215900"/>
                        </a:cubicBezTo>
                        <a:cubicBezTo>
                          <a:pt x="245095" y="227285"/>
                          <a:pt x="252503" y="252503"/>
                          <a:pt x="260350" y="260350"/>
                        </a:cubicBezTo>
                        <a:cubicBezTo>
                          <a:pt x="265083" y="265083"/>
                          <a:pt x="273050" y="264583"/>
                          <a:pt x="279400" y="266700"/>
                        </a:cubicBezTo>
                        <a:cubicBezTo>
                          <a:pt x="281517" y="273050"/>
                          <a:pt x="282757" y="279763"/>
                          <a:pt x="285750" y="285750"/>
                        </a:cubicBezTo>
                        <a:cubicBezTo>
                          <a:pt x="294591" y="303431"/>
                          <a:pt x="303456" y="309806"/>
                          <a:pt x="317500" y="323850"/>
                        </a:cubicBezTo>
                        <a:lnTo>
                          <a:pt x="342900" y="400050"/>
                        </a:lnTo>
                        <a:lnTo>
                          <a:pt x="349250" y="419100"/>
                        </a:lnTo>
                        <a:cubicBezTo>
                          <a:pt x="351367" y="425450"/>
                          <a:pt x="353977" y="431656"/>
                          <a:pt x="355600" y="438150"/>
                        </a:cubicBezTo>
                        <a:cubicBezTo>
                          <a:pt x="363573" y="470044"/>
                          <a:pt x="359190" y="455271"/>
                          <a:pt x="368300" y="482600"/>
                        </a:cubicBezTo>
                        <a:cubicBezTo>
                          <a:pt x="370417" y="503767"/>
                          <a:pt x="372301" y="524958"/>
                          <a:pt x="374650" y="546100"/>
                        </a:cubicBezTo>
                        <a:cubicBezTo>
                          <a:pt x="376535" y="563061"/>
                          <a:pt x="379639" y="579889"/>
                          <a:pt x="381000" y="596900"/>
                        </a:cubicBezTo>
                        <a:cubicBezTo>
                          <a:pt x="390937" y="721114"/>
                          <a:pt x="375358" y="668875"/>
                          <a:pt x="393700" y="723900"/>
                        </a:cubicBezTo>
                        <a:cubicBezTo>
                          <a:pt x="395258" y="737919"/>
                          <a:pt x="399661" y="792582"/>
                          <a:pt x="406400" y="812800"/>
                        </a:cubicBezTo>
                        <a:cubicBezTo>
                          <a:pt x="409393" y="821780"/>
                          <a:pt x="416107" y="829220"/>
                          <a:pt x="419100" y="838200"/>
                        </a:cubicBezTo>
                        <a:cubicBezTo>
                          <a:pt x="424620" y="854759"/>
                          <a:pt x="427567" y="872067"/>
                          <a:pt x="431800" y="889000"/>
                        </a:cubicBezTo>
                        <a:cubicBezTo>
                          <a:pt x="435047" y="901987"/>
                          <a:pt x="440267" y="914400"/>
                          <a:pt x="444500" y="927100"/>
                        </a:cubicBezTo>
                        <a:lnTo>
                          <a:pt x="450850" y="946150"/>
                        </a:lnTo>
                        <a:cubicBezTo>
                          <a:pt x="452967" y="952500"/>
                          <a:pt x="455887" y="958636"/>
                          <a:pt x="457200" y="965200"/>
                        </a:cubicBezTo>
                        <a:cubicBezTo>
                          <a:pt x="459317" y="975783"/>
                          <a:pt x="459084" y="987124"/>
                          <a:pt x="463550" y="996950"/>
                        </a:cubicBezTo>
                        <a:cubicBezTo>
                          <a:pt x="469866" y="1010845"/>
                          <a:pt x="488950" y="1035050"/>
                          <a:pt x="488950" y="1035050"/>
                        </a:cubicBezTo>
                        <a:cubicBezTo>
                          <a:pt x="493183" y="1056217"/>
                          <a:pt x="494824" y="1078072"/>
                          <a:pt x="501650" y="1098550"/>
                        </a:cubicBezTo>
                        <a:cubicBezTo>
                          <a:pt x="503767" y="1104900"/>
                          <a:pt x="506377" y="1111106"/>
                          <a:pt x="508000" y="1117600"/>
                        </a:cubicBezTo>
                        <a:cubicBezTo>
                          <a:pt x="517064" y="1153854"/>
                          <a:pt x="510922" y="1142157"/>
                          <a:pt x="520700" y="1174750"/>
                        </a:cubicBezTo>
                        <a:cubicBezTo>
                          <a:pt x="524547" y="1187572"/>
                          <a:pt x="529167" y="1200150"/>
                          <a:pt x="533400" y="1212850"/>
                        </a:cubicBezTo>
                        <a:cubicBezTo>
                          <a:pt x="537471" y="1225064"/>
                          <a:pt x="537052" y="1238361"/>
                          <a:pt x="539750" y="1250950"/>
                        </a:cubicBezTo>
                        <a:cubicBezTo>
                          <a:pt x="543407" y="1268017"/>
                          <a:pt x="549581" y="1284533"/>
                          <a:pt x="552450" y="1301750"/>
                        </a:cubicBezTo>
                        <a:cubicBezTo>
                          <a:pt x="554567" y="1314450"/>
                          <a:pt x="556275" y="1327225"/>
                          <a:pt x="558800" y="1339850"/>
                        </a:cubicBezTo>
                        <a:cubicBezTo>
                          <a:pt x="560512" y="1348408"/>
                          <a:pt x="563715" y="1356642"/>
                          <a:pt x="565150" y="1365250"/>
                        </a:cubicBezTo>
                        <a:cubicBezTo>
                          <a:pt x="580015" y="1454440"/>
                          <a:pt x="563560" y="1384290"/>
                          <a:pt x="577850" y="1441450"/>
                        </a:cubicBezTo>
                        <a:lnTo>
                          <a:pt x="590550" y="1631950"/>
                        </a:lnTo>
                        <a:cubicBezTo>
                          <a:pt x="594495" y="1691123"/>
                          <a:pt x="593312" y="1750554"/>
                          <a:pt x="596900" y="1809750"/>
                        </a:cubicBezTo>
                        <a:cubicBezTo>
                          <a:pt x="597553" y="1820523"/>
                          <a:pt x="601476" y="1830854"/>
                          <a:pt x="603250" y="1841500"/>
                        </a:cubicBezTo>
                        <a:cubicBezTo>
                          <a:pt x="612979" y="1899873"/>
                          <a:pt x="603779" y="1868488"/>
                          <a:pt x="615950" y="1905000"/>
                        </a:cubicBezTo>
                        <a:cubicBezTo>
                          <a:pt x="618067" y="1930400"/>
                          <a:pt x="618931" y="1955936"/>
                          <a:pt x="622300" y="1981200"/>
                        </a:cubicBezTo>
                        <a:cubicBezTo>
                          <a:pt x="623185" y="1987835"/>
                          <a:pt x="627868" y="1993602"/>
                          <a:pt x="628650" y="2000250"/>
                        </a:cubicBezTo>
                        <a:cubicBezTo>
                          <a:pt x="631798" y="2027004"/>
                          <a:pt x="640257" y="2178516"/>
                          <a:pt x="641350" y="2197100"/>
                        </a:cubicBezTo>
                        <a:cubicBezTo>
                          <a:pt x="639233" y="2374900"/>
                          <a:pt x="638823" y="2552729"/>
                          <a:pt x="635000" y="2730500"/>
                        </a:cubicBezTo>
                        <a:cubicBezTo>
                          <a:pt x="634588" y="2749663"/>
                          <a:pt x="628650" y="2768483"/>
                          <a:pt x="628650" y="2787650"/>
                        </a:cubicBezTo>
                        <a:cubicBezTo>
                          <a:pt x="628650" y="2808922"/>
                          <a:pt x="633304" y="2829946"/>
                          <a:pt x="635000" y="2851150"/>
                        </a:cubicBezTo>
                        <a:cubicBezTo>
                          <a:pt x="643885" y="2962216"/>
                          <a:pt x="628896" y="2915264"/>
                          <a:pt x="654050" y="2978150"/>
                        </a:cubicBezTo>
                        <a:cubicBezTo>
                          <a:pt x="656167" y="2990850"/>
                          <a:pt x="658579" y="3003504"/>
                          <a:pt x="660400" y="3016250"/>
                        </a:cubicBezTo>
                        <a:cubicBezTo>
                          <a:pt x="662813" y="3033144"/>
                          <a:pt x="663697" y="3050260"/>
                          <a:pt x="666750" y="3067050"/>
                        </a:cubicBezTo>
                        <a:cubicBezTo>
                          <a:pt x="667947" y="3073636"/>
                          <a:pt x="671261" y="3079664"/>
                          <a:pt x="673100" y="3086100"/>
                        </a:cubicBezTo>
                        <a:cubicBezTo>
                          <a:pt x="675813" y="3095595"/>
                          <a:pt x="680725" y="3120400"/>
                          <a:pt x="685800" y="3130550"/>
                        </a:cubicBezTo>
                        <a:cubicBezTo>
                          <a:pt x="689213" y="3137376"/>
                          <a:pt x="695087" y="3142774"/>
                          <a:pt x="698500" y="3149600"/>
                        </a:cubicBezTo>
                        <a:cubicBezTo>
                          <a:pt x="713836" y="3180272"/>
                          <a:pt x="691787" y="3159941"/>
                          <a:pt x="723900" y="3181350"/>
                        </a:cubicBezTo>
                        <a:cubicBezTo>
                          <a:pt x="728133" y="3194050"/>
                          <a:pt x="729174" y="3208311"/>
                          <a:pt x="736600" y="3219450"/>
                        </a:cubicBezTo>
                        <a:cubicBezTo>
                          <a:pt x="748017" y="3236575"/>
                          <a:pt x="751268" y="3237832"/>
                          <a:pt x="755650" y="3257550"/>
                        </a:cubicBezTo>
                        <a:cubicBezTo>
                          <a:pt x="758443" y="3270119"/>
                          <a:pt x="758877" y="3283159"/>
                          <a:pt x="762000" y="3295650"/>
                        </a:cubicBezTo>
                        <a:cubicBezTo>
                          <a:pt x="765247" y="3308637"/>
                          <a:pt x="771022" y="3320878"/>
                          <a:pt x="774700" y="3333750"/>
                        </a:cubicBezTo>
                        <a:cubicBezTo>
                          <a:pt x="778933" y="3348567"/>
                          <a:pt x="782972" y="3363440"/>
                          <a:pt x="787400" y="3378200"/>
                        </a:cubicBezTo>
                        <a:cubicBezTo>
                          <a:pt x="789323" y="3384611"/>
                          <a:pt x="789569" y="3392023"/>
                          <a:pt x="793750" y="3397250"/>
                        </a:cubicBezTo>
                        <a:cubicBezTo>
                          <a:pt x="798518" y="3403209"/>
                          <a:pt x="806450" y="3405717"/>
                          <a:pt x="812800" y="3409950"/>
                        </a:cubicBezTo>
                        <a:cubicBezTo>
                          <a:pt x="825162" y="3447036"/>
                          <a:pt x="809477" y="3412977"/>
                          <a:pt x="838200" y="3441700"/>
                        </a:cubicBezTo>
                        <a:cubicBezTo>
                          <a:pt x="843596" y="3447096"/>
                          <a:pt x="846014" y="3454887"/>
                          <a:pt x="850900" y="3460750"/>
                        </a:cubicBezTo>
                        <a:cubicBezTo>
                          <a:pt x="856649" y="3467649"/>
                          <a:pt x="863600" y="3473450"/>
                          <a:pt x="869950" y="3479800"/>
                        </a:cubicBezTo>
                        <a:cubicBezTo>
                          <a:pt x="872067" y="3486150"/>
                          <a:pt x="873307" y="3492863"/>
                          <a:pt x="876300" y="3498850"/>
                        </a:cubicBezTo>
                        <a:cubicBezTo>
                          <a:pt x="890174" y="3526598"/>
                          <a:pt x="889000" y="3508344"/>
                          <a:pt x="889000" y="352425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30" name="Freeform 1429"/>
                  <p:cNvSpPr/>
                  <p:nvPr/>
                </p:nvSpPr>
                <p:spPr>
                  <a:xfrm>
                    <a:off x="6934769" y="3088769"/>
                    <a:ext cx="745562" cy="1441144"/>
                  </a:xfrm>
                  <a:custGeom>
                    <a:avLst/>
                    <a:gdLst>
                      <a:gd name="connsiteX0" fmla="*/ 0 w 1136650"/>
                      <a:gd name="connsiteY0" fmla="*/ 0 h 2197100"/>
                      <a:gd name="connsiteX1" fmla="*/ 19050 w 1136650"/>
                      <a:gd name="connsiteY1" fmla="*/ 31750 h 2197100"/>
                      <a:gd name="connsiteX2" fmla="*/ 31750 w 1136650"/>
                      <a:gd name="connsiteY2" fmla="*/ 76200 h 2197100"/>
                      <a:gd name="connsiteX3" fmla="*/ 44450 w 1136650"/>
                      <a:gd name="connsiteY3" fmla="*/ 95250 h 2197100"/>
                      <a:gd name="connsiteX4" fmla="*/ 69850 w 1136650"/>
                      <a:gd name="connsiteY4" fmla="*/ 152400 h 2197100"/>
                      <a:gd name="connsiteX5" fmla="*/ 76200 w 1136650"/>
                      <a:gd name="connsiteY5" fmla="*/ 292100 h 2197100"/>
                      <a:gd name="connsiteX6" fmla="*/ 82550 w 1136650"/>
                      <a:gd name="connsiteY6" fmla="*/ 323850 h 2197100"/>
                      <a:gd name="connsiteX7" fmla="*/ 95250 w 1136650"/>
                      <a:gd name="connsiteY7" fmla="*/ 342900 h 2197100"/>
                      <a:gd name="connsiteX8" fmla="*/ 101600 w 1136650"/>
                      <a:gd name="connsiteY8" fmla="*/ 361950 h 2197100"/>
                      <a:gd name="connsiteX9" fmla="*/ 120650 w 1136650"/>
                      <a:gd name="connsiteY9" fmla="*/ 374650 h 2197100"/>
                      <a:gd name="connsiteX10" fmla="*/ 133350 w 1136650"/>
                      <a:gd name="connsiteY10" fmla="*/ 393700 h 2197100"/>
                      <a:gd name="connsiteX11" fmla="*/ 146050 w 1136650"/>
                      <a:gd name="connsiteY11" fmla="*/ 520700 h 2197100"/>
                      <a:gd name="connsiteX12" fmla="*/ 177800 w 1136650"/>
                      <a:gd name="connsiteY12" fmla="*/ 577850 h 2197100"/>
                      <a:gd name="connsiteX13" fmla="*/ 203200 w 1136650"/>
                      <a:gd name="connsiteY13" fmla="*/ 596900 h 2197100"/>
                      <a:gd name="connsiteX14" fmla="*/ 234950 w 1136650"/>
                      <a:gd name="connsiteY14" fmla="*/ 622300 h 2197100"/>
                      <a:gd name="connsiteX15" fmla="*/ 254000 w 1136650"/>
                      <a:gd name="connsiteY15" fmla="*/ 641350 h 2197100"/>
                      <a:gd name="connsiteX16" fmla="*/ 273050 w 1136650"/>
                      <a:gd name="connsiteY16" fmla="*/ 647700 h 2197100"/>
                      <a:gd name="connsiteX17" fmla="*/ 292100 w 1136650"/>
                      <a:gd name="connsiteY17" fmla="*/ 660400 h 2197100"/>
                      <a:gd name="connsiteX18" fmla="*/ 336550 w 1136650"/>
                      <a:gd name="connsiteY18" fmla="*/ 711200 h 2197100"/>
                      <a:gd name="connsiteX19" fmla="*/ 349250 w 1136650"/>
                      <a:gd name="connsiteY19" fmla="*/ 736600 h 2197100"/>
                      <a:gd name="connsiteX20" fmla="*/ 387350 w 1136650"/>
                      <a:gd name="connsiteY20" fmla="*/ 762000 h 2197100"/>
                      <a:gd name="connsiteX21" fmla="*/ 419100 w 1136650"/>
                      <a:gd name="connsiteY21" fmla="*/ 819150 h 2197100"/>
                      <a:gd name="connsiteX22" fmla="*/ 457200 w 1136650"/>
                      <a:gd name="connsiteY22" fmla="*/ 844550 h 2197100"/>
                      <a:gd name="connsiteX23" fmla="*/ 476250 w 1136650"/>
                      <a:gd name="connsiteY23" fmla="*/ 882650 h 2197100"/>
                      <a:gd name="connsiteX24" fmla="*/ 495300 w 1136650"/>
                      <a:gd name="connsiteY24" fmla="*/ 889000 h 2197100"/>
                      <a:gd name="connsiteX25" fmla="*/ 558800 w 1136650"/>
                      <a:gd name="connsiteY25" fmla="*/ 927100 h 2197100"/>
                      <a:gd name="connsiteX26" fmla="*/ 571500 w 1136650"/>
                      <a:gd name="connsiteY26" fmla="*/ 971550 h 2197100"/>
                      <a:gd name="connsiteX27" fmla="*/ 584200 w 1136650"/>
                      <a:gd name="connsiteY27" fmla="*/ 1009650 h 2197100"/>
                      <a:gd name="connsiteX28" fmla="*/ 590550 w 1136650"/>
                      <a:gd name="connsiteY28" fmla="*/ 1047750 h 2197100"/>
                      <a:gd name="connsiteX29" fmla="*/ 609600 w 1136650"/>
                      <a:gd name="connsiteY29" fmla="*/ 1111250 h 2197100"/>
                      <a:gd name="connsiteX30" fmla="*/ 615950 w 1136650"/>
                      <a:gd name="connsiteY30" fmla="*/ 1149350 h 2197100"/>
                      <a:gd name="connsiteX31" fmla="*/ 622300 w 1136650"/>
                      <a:gd name="connsiteY31" fmla="*/ 1168400 h 2197100"/>
                      <a:gd name="connsiteX32" fmla="*/ 635000 w 1136650"/>
                      <a:gd name="connsiteY32" fmla="*/ 1219200 h 2197100"/>
                      <a:gd name="connsiteX33" fmla="*/ 685800 w 1136650"/>
                      <a:gd name="connsiteY33" fmla="*/ 1276350 h 2197100"/>
                      <a:gd name="connsiteX34" fmla="*/ 717550 w 1136650"/>
                      <a:gd name="connsiteY34" fmla="*/ 1308100 h 2197100"/>
                      <a:gd name="connsiteX35" fmla="*/ 742950 w 1136650"/>
                      <a:gd name="connsiteY35" fmla="*/ 1346200 h 2197100"/>
                      <a:gd name="connsiteX36" fmla="*/ 755650 w 1136650"/>
                      <a:gd name="connsiteY36" fmla="*/ 1365250 h 2197100"/>
                      <a:gd name="connsiteX37" fmla="*/ 812800 w 1136650"/>
                      <a:gd name="connsiteY37" fmla="*/ 1397000 h 2197100"/>
                      <a:gd name="connsiteX38" fmla="*/ 838200 w 1136650"/>
                      <a:gd name="connsiteY38" fmla="*/ 1435100 h 2197100"/>
                      <a:gd name="connsiteX39" fmla="*/ 850900 w 1136650"/>
                      <a:gd name="connsiteY39" fmla="*/ 1454150 h 2197100"/>
                      <a:gd name="connsiteX40" fmla="*/ 863600 w 1136650"/>
                      <a:gd name="connsiteY40" fmla="*/ 1498600 h 2197100"/>
                      <a:gd name="connsiteX41" fmla="*/ 869950 w 1136650"/>
                      <a:gd name="connsiteY41" fmla="*/ 1517650 h 2197100"/>
                      <a:gd name="connsiteX42" fmla="*/ 889000 w 1136650"/>
                      <a:gd name="connsiteY42" fmla="*/ 1530350 h 2197100"/>
                      <a:gd name="connsiteX43" fmla="*/ 901700 w 1136650"/>
                      <a:gd name="connsiteY43" fmla="*/ 1549400 h 2197100"/>
                      <a:gd name="connsiteX44" fmla="*/ 908050 w 1136650"/>
                      <a:gd name="connsiteY44" fmla="*/ 1568450 h 2197100"/>
                      <a:gd name="connsiteX45" fmla="*/ 933450 w 1136650"/>
                      <a:gd name="connsiteY45" fmla="*/ 1606550 h 2197100"/>
                      <a:gd name="connsiteX46" fmla="*/ 965200 w 1136650"/>
                      <a:gd name="connsiteY46" fmla="*/ 1682750 h 2197100"/>
                      <a:gd name="connsiteX47" fmla="*/ 971550 w 1136650"/>
                      <a:gd name="connsiteY47" fmla="*/ 1701800 h 2197100"/>
                      <a:gd name="connsiteX48" fmla="*/ 1003300 w 1136650"/>
                      <a:gd name="connsiteY48" fmla="*/ 1752600 h 2197100"/>
                      <a:gd name="connsiteX49" fmla="*/ 1035050 w 1136650"/>
                      <a:gd name="connsiteY49" fmla="*/ 1822450 h 2197100"/>
                      <a:gd name="connsiteX50" fmla="*/ 1054100 w 1136650"/>
                      <a:gd name="connsiteY50" fmla="*/ 1828800 h 2197100"/>
                      <a:gd name="connsiteX51" fmla="*/ 1060450 w 1136650"/>
                      <a:gd name="connsiteY51" fmla="*/ 1854200 h 2197100"/>
                      <a:gd name="connsiteX52" fmla="*/ 1073150 w 1136650"/>
                      <a:gd name="connsiteY52" fmla="*/ 1873250 h 2197100"/>
                      <a:gd name="connsiteX53" fmla="*/ 1085850 w 1136650"/>
                      <a:gd name="connsiteY53" fmla="*/ 1924050 h 2197100"/>
                      <a:gd name="connsiteX54" fmla="*/ 1098550 w 1136650"/>
                      <a:gd name="connsiteY54" fmla="*/ 2063750 h 2197100"/>
                      <a:gd name="connsiteX55" fmla="*/ 1111250 w 1136650"/>
                      <a:gd name="connsiteY55" fmla="*/ 2101850 h 2197100"/>
                      <a:gd name="connsiteX56" fmla="*/ 1123950 w 1136650"/>
                      <a:gd name="connsiteY56" fmla="*/ 2178050 h 2197100"/>
                      <a:gd name="connsiteX57" fmla="*/ 1136650 w 1136650"/>
                      <a:gd name="connsiteY57" fmla="*/ 2197100 h 219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136650" h="2197100">
                        <a:moveTo>
                          <a:pt x="0" y="0"/>
                        </a:moveTo>
                        <a:cubicBezTo>
                          <a:pt x="6350" y="10583"/>
                          <a:pt x="13530" y="20711"/>
                          <a:pt x="19050" y="31750"/>
                        </a:cubicBezTo>
                        <a:cubicBezTo>
                          <a:pt x="31407" y="56464"/>
                          <a:pt x="19543" y="47716"/>
                          <a:pt x="31750" y="76200"/>
                        </a:cubicBezTo>
                        <a:cubicBezTo>
                          <a:pt x="34756" y="83215"/>
                          <a:pt x="41350" y="88276"/>
                          <a:pt x="44450" y="95250"/>
                        </a:cubicBezTo>
                        <a:cubicBezTo>
                          <a:pt x="74677" y="163260"/>
                          <a:pt x="41108" y="109287"/>
                          <a:pt x="69850" y="152400"/>
                        </a:cubicBezTo>
                        <a:cubicBezTo>
                          <a:pt x="71967" y="198967"/>
                          <a:pt x="72756" y="245613"/>
                          <a:pt x="76200" y="292100"/>
                        </a:cubicBezTo>
                        <a:cubicBezTo>
                          <a:pt x="76997" y="302863"/>
                          <a:pt x="78760" y="313744"/>
                          <a:pt x="82550" y="323850"/>
                        </a:cubicBezTo>
                        <a:cubicBezTo>
                          <a:pt x="85230" y="330996"/>
                          <a:pt x="91837" y="336074"/>
                          <a:pt x="95250" y="342900"/>
                        </a:cubicBezTo>
                        <a:cubicBezTo>
                          <a:pt x="98243" y="348887"/>
                          <a:pt x="97419" y="356723"/>
                          <a:pt x="101600" y="361950"/>
                        </a:cubicBezTo>
                        <a:cubicBezTo>
                          <a:pt x="106368" y="367909"/>
                          <a:pt x="114300" y="370417"/>
                          <a:pt x="120650" y="374650"/>
                        </a:cubicBezTo>
                        <a:cubicBezTo>
                          <a:pt x="124883" y="381000"/>
                          <a:pt x="129937" y="386874"/>
                          <a:pt x="133350" y="393700"/>
                        </a:cubicBezTo>
                        <a:cubicBezTo>
                          <a:pt x="149976" y="426951"/>
                          <a:pt x="145354" y="513742"/>
                          <a:pt x="146050" y="520700"/>
                        </a:cubicBezTo>
                        <a:cubicBezTo>
                          <a:pt x="148022" y="540424"/>
                          <a:pt x="169676" y="565664"/>
                          <a:pt x="177800" y="577850"/>
                        </a:cubicBezTo>
                        <a:cubicBezTo>
                          <a:pt x="183671" y="586656"/>
                          <a:pt x="195716" y="589416"/>
                          <a:pt x="203200" y="596900"/>
                        </a:cubicBezTo>
                        <a:cubicBezTo>
                          <a:pt x="231923" y="625623"/>
                          <a:pt x="197864" y="609938"/>
                          <a:pt x="234950" y="622300"/>
                        </a:cubicBezTo>
                        <a:cubicBezTo>
                          <a:pt x="241300" y="628650"/>
                          <a:pt x="246528" y="636369"/>
                          <a:pt x="254000" y="641350"/>
                        </a:cubicBezTo>
                        <a:cubicBezTo>
                          <a:pt x="259569" y="645063"/>
                          <a:pt x="267063" y="644707"/>
                          <a:pt x="273050" y="647700"/>
                        </a:cubicBezTo>
                        <a:cubicBezTo>
                          <a:pt x="279876" y="651113"/>
                          <a:pt x="285750" y="656167"/>
                          <a:pt x="292100" y="660400"/>
                        </a:cubicBezTo>
                        <a:cubicBezTo>
                          <a:pt x="321733" y="704850"/>
                          <a:pt x="304800" y="690033"/>
                          <a:pt x="336550" y="711200"/>
                        </a:cubicBezTo>
                        <a:cubicBezTo>
                          <a:pt x="340783" y="719667"/>
                          <a:pt x="342557" y="729907"/>
                          <a:pt x="349250" y="736600"/>
                        </a:cubicBezTo>
                        <a:cubicBezTo>
                          <a:pt x="360043" y="747393"/>
                          <a:pt x="387350" y="762000"/>
                          <a:pt x="387350" y="762000"/>
                        </a:cubicBezTo>
                        <a:cubicBezTo>
                          <a:pt x="398639" y="795867"/>
                          <a:pt x="393436" y="799189"/>
                          <a:pt x="419100" y="819150"/>
                        </a:cubicBezTo>
                        <a:cubicBezTo>
                          <a:pt x="431148" y="828521"/>
                          <a:pt x="457200" y="844550"/>
                          <a:pt x="457200" y="844550"/>
                        </a:cubicBezTo>
                        <a:cubicBezTo>
                          <a:pt x="461383" y="857099"/>
                          <a:pt x="465059" y="873698"/>
                          <a:pt x="476250" y="882650"/>
                        </a:cubicBezTo>
                        <a:cubicBezTo>
                          <a:pt x="481477" y="886831"/>
                          <a:pt x="488950" y="886883"/>
                          <a:pt x="495300" y="889000"/>
                        </a:cubicBezTo>
                        <a:cubicBezTo>
                          <a:pt x="541276" y="919651"/>
                          <a:pt x="519748" y="907574"/>
                          <a:pt x="558800" y="927100"/>
                        </a:cubicBezTo>
                        <a:cubicBezTo>
                          <a:pt x="580140" y="991121"/>
                          <a:pt x="547580" y="891816"/>
                          <a:pt x="571500" y="971550"/>
                        </a:cubicBezTo>
                        <a:cubicBezTo>
                          <a:pt x="575347" y="984372"/>
                          <a:pt x="581999" y="996445"/>
                          <a:pt x="584200" y="1009650"/>
                        </a:cubicBezTo>
                        <a:cubicBezTo>
                          <a:pt x="586317" y="1022350"/>
                          <a:pt x="587427" y="1035259"/>
                          <a:pt x="590550" y="1047750"/>
                        </a:cubicBezTo>
                        <a:cubicBezTo>
                          <a:pt x="606749" y="1112545"/>
                          <a:pt x="599521" y="1060857"/>
                          <a:pt x="609600" y="1111250"/>
                        </a:cubicBezTo>
                        <a:cubicBezTo>
                          <a:pt x="612125" y="1123875"/>
                          <a:pt x="613157" y="1136781"/>
                          <a:pt x="615950" y="1149350"/>
                        </a:cubicBezTo>
                        <a:cubicBezTo>
                          <a:pt x="617402" y="1155884"/>
                          <a:pt x="620677" y="1161906"/>
                          <a:pt x="622300" y="1168400"/>
                        </a:cubicBezTo>
                        <a:cubicBezTo>
                          <a:pt x="625923" y="1182891"/>
                          <a:pt x="627742" y="1204685"/>
                          <a:pt x="635000" y="1219200"/>
                        </a:cubicBezTo>
                        <a:cubicBezTo>
                          <a:pt x="653482" y="1256165"/>
                          <a:pt x="652141" y="1225862"/>
                          <a:pt x="685800" y="1276350"/>
                        </a:cubicBezTo>
                        <a:cubicBezTo>
                          <a:pt x="702733" y="1301750"/>
                          <a:pt x="692150" y="1291167"/>
                          <a:pt x="717550" y="1308100"/>
                        </a:cubicBezTo>
                        <a:lnTo>
                          <a:pt x="742950" y="1346200"/>
                        </a:lnTo>
                        <a:cubicBezTo>
                          <a:pt x="747183" y="1352550"/>
                          <a:pt x="749300" y="1361017"/>
                          <a:pt x="755650" y="1365250"/>
                        </a:cubicBezTo>
                        <a:cubicBezTo>
                          <a:pt x="799319" y="1394363"/>
                          <a:pt x="779270" y="1385823"/>
                          <a:pt x="812800" y="1397000"/>
                        </a:cubicBezTo>
                        <a:cubicBezTo>
                          <a:pt x="848912" y="1433112"/>
                          <a:pt x="819820" y="1398341"/>
                          <a:pt x="838200" y="1435100"/>
                        </a:cubicBezTo>
                        <a:cubicBezTo>
                          <a:pt x="841613" y="1441926"/>
                          <a:pt x="847487" y="1447324"/>
                          <a:pt x="850900" y="1454150"/>
                        </a:cubicBezTo>
                        <a:cubicBezTo>
                          <a:pt x="855975" y="1464300"/>
                          <a:pt x="860887" y="1489105"/>
                          <a:pt x="863600" y="1498600"/>
                        </a:cubicBezTo>
                        <a:cubicBezTo>
                          <a:pt x="865439" y="1505036"/>
                          <a:pt x="865769" y="1512423"/>
                          <a:pt x="869950" y="1517650"/>
                        </a:cubicBezTo>
                        <a:cubicBezTo>
                          <a:pt x="874718" y="1523609"/>
                          <a:pt x="882650" y="1526117"/>
                          <a:pt x="889000" y="1530350"/>
                        </a:cubicBezTo>
                        <a:cubicBezTo>
                          <a:pt x="893233" y="1536700"/>
                          <a:pt x="898287" y="1542574"/>
                          <a:pt x="901700" y="1549400"/>
                        </a:cubicBezTo>
                        <a:cubicBezTo>
                          <a:pt x="904693" y="1555387"/>
                          <a:pt x="904799" y="1562599"/>
                          <a:pt x="908050" y="1568450"/>
                        </a:cubicBezTo>
                        <a:cubicBezTo>
                          <a:pt x="915463" y="1581793"/>
                          <a:pt x="928623" y="1592070"/>
                          <a:pt x="933450" y="1606550"/>
                        </a:cubicBezTo>
                        <a:cubicBezTo>
                          <a:pt x="958508" y="1681725"/>
                          <a:pt x="931818" y="1607639"/>
                          <a:pt x="965200" y="1682750"/>
                        </a:cubicBezTo>
                        <a:cubicBezTo>
                          <a:pt x="967918" y="1688867"/>
                          <a:pt x="968557" y="1695813"/>
                          <a:pt x="971550" y="1701800"/>
                        </a:cubicBezTo>
                        <a:cubicBezTo>
                          <a:pt x="979209" y="1717118"/>
                          <a:pt x="993225" y="1737488"/>
                          <a:pt x="1003300" y="1752600"/>
                        </a:cubicBezTo>
                        <a:cubicBezTo>
                          <a:pt x="1012643" y="1799317"/>
                          <a:pt x="1003663" y="1775370"/>
                          <a:pt x="1035050" y="1822450"/>
                        </a:cubicBezTo>
                        <a:cubicBezTo>
                          <a:pt x="1038763" y="1828019"/>
                          <a:pt x="1047750" y="1826683"/>
                          <a:pt x="1054100" y="1828800"/>
                        </a:cubicBezTo>
                        <a:cubicBezTo>
                          <a:pt x="1056217" y="1837267"/>
                          <a:pt x="1057012" y="1846178"/>
                          <a:pt x="1060450" y="1854200"/>
                        </a:cubicBezTo>
                        <a:cubicBezTo>
                          <a:pt x="1063456" y="1861215"/>
                          <a:pt x="1070542" y="1866078"/>
                          <a:pt x="1073150" y="1873250"/>
                        </a:cubicBezTo>
                        <a:cubicBezTo>
                          <a:pt x="1079115" y="1889654"/>
                          <a:pt x="1085850" y="1924050"/>
                          <a:pt x="1085850" y="1924050"/>
                        </a:cubicBezTo>
                        <a:cubicBezTo>
                          <a:pt x="1087429" y="1947730"/>
                          <a:pt x="1090412" y="2028487"/>
                          <a:pt x="1098550" y="2063750"/>
                        </a:cubicBezTo>
                        <a:cubicBezTo>
                          <a:pt x="1101560" y="2076794"/>
                          <a:pt x="1107017" y="2089150"/>
                          <a:pt x="1111250" y="2101850"/>
                        </a:cubicBezTo>
                        <a:cubicBezTo>
                          <a:pt x="1119393" y="2126279"/>
                          <a:pt x="1119717" y="2152650"/>
                          <a:pt x="1123950" y="2178050"/>
                        </a:cubicBezTo>
                        <a:cubicBezTo>
                          <a:pt x="1125205" y="2185578"/>
                          <a:pt x="1136650" y="2197100"/>
                          <a:pt x="1136650" y="2197100"/>
                        </a:cubicBezTo>
                      </a:path>
                    </a:pathLst>
                  </a:custGeom>
                  <a:noFill/>
                  <a:ln w="12700" cap="flat" cmpd="sng" algn="ctr">
                    <a:solidFill>
                      <a:schemeClr val="accent1"/>
                    </a:solidFill>
                    <a:prstDash val="dash"/>
                  </a:ln>
                  <a:effectLst/>
                </p:spPr>
                <p:txBody>
                  <a:bodyPr rtlCol="0" anchor="ctr"/>
                  <a:lstStyle/>
                  <a:p>
                    <a:pPr algn="ctr" defTabSz="829178">
                      <a:defRPr/>
                    </a:pPr>
                    <a:endParaRPr lang="en-AU" sz="1632" kern="0">
                      <a:latin typeface="Arial"/>
                    </a:endParaRPr>
                  </a:p>
                </p:txBody>
              </p:sp>
              <p:sp>
                <p:nvSpPr>
                  <p:cNvPr id="1431" name="Freeform 1430"/>
                  <p:cNvSpPr/>
                  <p:nvPr/>
                </p:nvSpPr>
                <p:spPr>
                  <a:xfrm>
                    <a:off x="6709851" y="6133498"/>
                    <a:ext cx="137450" cy="229083"/>
                  </a:xfrm>
                  <a:custGeom>
                    <a:avLst/>
                    <a:gdLst>
                      <a:gd name="connsiteX0" fmla="*/ 0 w 209550"/>
                      <a:gd name="connsiteY0" fmla="*/ 0 h 349250"/>
                      <a:gd name="connsiteX1" fmla="*/ 25400 w 209550"/>
                      <a:gd name="connsiteY1" fmla="*/ 31750 h 349250"/>
                      <a:gd name="connsiteX2" fmla="*/ 57150 w 209550"/>
                      <a:gd name="connsiteY2" fmla="*/ 38100 h 349250"/>
                      <a:gd name="connsiteX3" fmla="*/ 158750 w 209550"/>
                      <a:gd name="connsiteY3" fmla="*/ 57150 h 349250"/>
                      <a:gd name="connsiteX4" fmla="*/ 165100 w 209550"/>
                      <a:gd name="connsiteY4" fmla="*/ 76200 h 349250"/>
                      <a:gd name="connsiteX5" fmla="*/ 177800 w 209550"/>
                      <a:gd name="connsiteY5" fmla="*/ 95250 h 349250"/>
                      <a:gd name="connsiteX6" fmla="*/ 184150 w 209550"/>
                      <a:gd name="connsiteY6" fmla="*/ 139700 h 349250"/>
                      <a:gd name="connsiteX7" fmla="*/ 190500 w 209550"/>
                      <a:gd name="connsiteY7" fmla="*/ 158750 h 349250"/>
                      <a:gd name="connsiteX8" fmla="*/ 196850 w 209550"/>
                      <a:gd name="connsiteY8" fmla="*/ 190500 h 349250"/>
                      <a:gd name="connsiteX9" fmla="*/ 209550 w 209550"/>
                      <a:gd name="connsiteY9" fmla="*/ 266700 h 349250"/>
                      <a:gd name="connsiteX10" fmla="*/ 203200 w 209550"/>
                      <a:gd name="connsiteY10" fmla="*/ 349250 h 34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9550" h="349250">
                        <a:moveTo>
                          <a:pt x="0" y="0"/>
                        </a:moveTo>
                        <a:cubicBezTo>
                          <a:pt x="8467" y="10583"/>
                          <a:pt x="14123" y="24232"/>
                          <a:pt x="25400" y="31750"/>
                        </a:cubicBezTo>
                        <a:cubicBezTo>
                          <a:pt x="34380" y="37737"/>
                          <a:pt x="46737" y="35260"/>
                          <a:pt x="57150" y="38100"/>
                        </a:cubicBezTo>
                        <a:cubicBezTo>
                          <a:pt x="135880" y="59572"/>
                          <a:pt x="49435" y="46218"/>
                          <a:pt x="158750" y="57150"/>
                        </a:cubicBezTo>
                        <a:cubicBezTo>
                          <a:pt x="160867" y="63500"/>
                          <a:pt x="162107" y="70213"/>
                          <a:pt x="165100" y="76200"/>
                        </a:cubicBezTo>
                        <a:cubicBezTo>
                          <a:pt x="168513" y="83026"/>
                          <a:pt x="175607" y="87940"/>
                          <a:pt x="177800" y="95250"/>
                        </a:cubicBezTo>
                        <a:cubicBezTo>
                          <a:pt x="182101" y="109586"/>
                          <a:pt x="181215" y="125024"/>
                          <a:pt x="184150" y="139700"/>
                        </a:cubicBezTo>
                        <a:cubicBezTo>
                          <a:pt x="185463" y="146264"/>
                          <a:pt x="188877" y="152256"/>
                          <a:pt x="190500" y="158750"/>
                        </a:cubicBezTo>
                        <a:cubicBezTo>
                          <a:pt x="193118" y="169221"/>
                          <a:pt x="195324" y="179816"/>
                          <a:pt x="196850" y="190500"/>
                        </a:cubicBezTo>
                        <a:cubicBezTo>
                          <a:pt x="207484" y="264936"/>
                          <a:pt x="195901" y="225753"/>
                          <a:pt x="209550" y="266700"/>
                        </a:cubicBezTo>
                        <a:cubicBezTo>
                          <a:pt x="202265" y="332265"/>
                          <a:pt x="203200" y="304683"/>
                          <a:pt x="203200" y="349250"/>
                        </a:cubicBezTo>
                      </a:path>
                    </a:pathLst>
                  </a:custGeom>
                  <a:noFill/>
                  <a:ln w="12700" cap="flat" cmpd="sng" algn="ctr">
                    <a:solidFill>
                      <a:schemeClr val="accent5"/>
                    </a:solidFill>
                    <a:prstDash val="solid"/>
                  </a:ln>
                  <a:effectLst/>
                </p:spPr>
                <p:txBody>
                  <a:bodyPr rtlCol="0" anchor="ctr"/>
                  <a:lstStyle/>
                  <a:p>
                    <a:pPr algn="ctr" defTabSz="829178">
                      <a:defRPr/>
                    </a:pPr>
                    <a:endParaRPr lang="en-AU" sz="1632" kern="0">
                      <a:latin typeface="Arial"/>
                    </a:endParaRPr>
                  </a:p>
                </p:txBody>
              </p:sp>
            </p:grpSp>
            <p:grpSp>
              <p:nvGrpSpPr>
                <p:cNvPr id="1361" name="Group 1360"/>
                <p:cNvGrpSpPr/>
                <p:nvPr/>
              </p:nvGrpSpPr>
              <p:grpSpPr>
                <a:xfrm>
                  <a:off x="3436926" y="2195275"/>
                  <a:ext cx="4338802" cy="3865264"/>
                  <a:chOff x="3331911" y="2509812"/>
                  <a:chExt cx="4338802" cy="3865264"/>
                </a:xfrm>
              </p:grpSpPr>
              <p:sp>
                <p:nvSpPr>
                  <p:cNvPr id="1409" name="Freeform 1408"/>
                  <p:cNvSpPr/>
                  <p:nvPr/>
                </p:nvSpPr>
                <p:spPr>
                  <a:xfrm>
                    <a:off x="7339520" y="4546572"/>
                    <a:ext cx="331193" cy="745562"/>
                  </a:xfrm>
                  <a:custGeom>
                    <a:avLst/>
                    <a:gdLst>
                      <a:gd name="connsiteX0" fmla="*/ 0 w 504922"/>
                      <a:gd name="connsiteY0" fmla="*/ 1136650 h 1136650"/>
                      <a:gd name="connsiteX1" fmla="*/ 12700 w 504922"/>
                      <a:gd name="connsiteY1" fmla="*/ 1104900 h 1136650"/>
                      <a:gd name="connsiteX2" fmla="*/ 25400 w 504922"/>
                      <a:gd name="connsiteY2" fmla="*/ 1066800 h 1136650"/>
                      <a:gd name="connsiteX3" fmla="*/ 50800 w 504922"/>
                      <a:gd name="connsiteY3" fmla="*/ 990600 h 1136650"/>
                      <a:gd name="connsiteX4" fmla="*/ 57150 w 504922"/>
                      <a:gd name="connsiteY4" fmla="*/ 958850 h 1136650"/>
                      <a:gd name="connsiteX5" fmla="*/ 76200 w 504922"/>
                      <a:gd name="connsiteY5" fmla="*/ 920750 h 1136650"/>
                      <a:gd name="connsiteX6" fmla="*/ 114300 w 504922"/>
                      <a:gd name="connsiteY6" fmla="*/ 908050 h 1136650"/>
                      <a:gd name="connsiteX7" fmla="*/ 133350 w 504922"/>
                      <a:gd name="connsiteY7" fmla="*/ 889000 h 1136650"/>
                      <a:gd name="connsiteX8" fmla="*/ 152400 w 504922"/>
                      <a:gd name="connsiteY8" fmla="*/ 882650 h 1136650"/>
                      <a:gd name="connsiteX9" fmla="*/ 158750 w 504922"/>
                      <a:gd name="connsiteY9" fmla="*/ 863600 h 1136650"/>
                      <a:gd name="connsiteX10" fmla="*/ 184150 w 504922"/>
                      <a:gd name="connsiteY10" fmla="*/ 825500 h 1136650"/>
                      <a:gd name="connsiteX11" fmla="*/ 190500 w 504922"/>
                      <a:gd name="connsiteY11" fmla="*/ 806450 h 1136650"/>
                      <a:gd name="connsiteX12" fmla="*/ 209550 w 504922"/>
                      <a:gd name="connsiteY12" fmla="*/ 781050 h 1136650"/>
                      <a:gd name="connsiteX13" fmla="*/ 222250 w 504922"/>
                      <a:gd name="connsiteY13" fmla="*/ 762000 h 1136650"/>
                      <a:gd name="connsiteX14" fmla="*/ 241300 w 504922"/>
                      <a:gd name="connsiteY14" fmla="*/ 749300 h 1136650"/>
                      <a:gd name="connsiteX15" fmla="*/ 247650 w 504922"/>
                      <a:gd name="connsiteY15" fmla="*/ 730250 h 1136650"/>
                      <a:gd name="connsiteX16" fmla="*/ 279400 w 504922"/>
                      <a:gd name="connsiteY16" fmla="*/ 692150 h 1136650"/>
                      <a:gd name="connsiteX17" fmla="*/ 304800 w 504922"/>
                      <a:gd name="connsiteY17" fmla="*/ 647700 h 1136650"/>
                      <a:gd name="connsiteX18" fmla="*/ 311150 w 504922"/>
                      <a:gd name="connsiteY18" fmla="*/ 609600 h 1136650"/>
                      <a:gd name="connsiteX19" fmla="*/ 317500 w 504922"/>
                      <a:gd name="connsiteY19" fmla="*/ 565150 h 1136650"/>
                      <a:gd name="connsiteX20" fmla="*/ 330200 w 504922"/>
                      <a:gd name="connsiteY20" fmla="*/ 501650 h 1136650"/>
                      <a:gd name="connsiteX21" fmla="*/ 355600 w 504922"/>
                      <a:gd name="connsiteY21" fmla="*/ 457200 h 1136650"/>
                      <a:gd name="connsiteX22" fmla="*/ 381000 w 504922"/>
                      <a:gd name="connsiteY22" fmla="*/ 412750 h 1136650"/>
                      <a:gd name="connsiteX23" fmla="*/ 393700 w 504922"/>
                      <a:gd name="connsiteY23" fmla="*/ 374650 h 1136650"/>
                      <a:gd name="connsiteX24" fmla="*/ 400050 w 504922"/>
                      <a:gd name="connsiteY24" fmla="*/ 355600 h 1136650"/>
                      <a:gd name="connsiteX25" fmla="*/ 406400 w 504922"/>
                      <a:gd name="connsiteY25" fmla="*/ 336550 h 1136650"/>
                      <a:gd name="connsiteX26" fmla="*/ 419100 w 504922"/>
                      <a:gd name="connsiteY26" fmla="*/ 285750 h 1136650"/>
                      <a:gd name="connsiteX27" fmla="*/ 425450 w 504922"/>
                      <a:gd name="connsiteY27" fmla="*/ 266700 h 1136650"/>
                      <a:gd name="connsiteX28" fmla="*/ 431800 w 504922"/>
                      <a:gd name="connsiteY28" fmla="*/ 241300 h 1136650"/>
                      <a:gd name="connsiteX29" fmla="*/ 444500 w 504922"/>
                      <a:gd name="connsiteY29" fmla="*/ 203200 h 1136650"/>
                      <a:gd name="connsiteX30" fmla="*/ 457200 w 504922"/>
                      <a:gd name="connsiteY30" fmla="*/ 165100 h 1136650"/>
                      <a:gd name="connsiteX31" fmla="*/ 463550 w 504922"/>
                      <a:gd name="connsiteY31" fmla="*/ 146050 h 1136650"/>
                      <a:gd name="connsiteX32" fmla="*/ 501650 w 504922"/>
                      <a:gd name="connsiteY32" fmla="*/ 69850 h 1136650"/>
                      <a:gd name="connsiteX33" fmla="*/ 501650 w 504922"/>
                      <a:gd name="connsiteY33" fmla="*/ 0 h 113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22" h="1136650">
                        <a:moveTo>
                          <a:pt x="0" y="1136650"/>
                        </a:moveTo>
                        <a:cubicBezTo>
                          <a:pt x="4233" y="1126067"/>
                          <a:pt x="8805" y="1115612"/>
                          <a:pt x="12700" y="1104900"/>
                        </a:cubicBezTo>
                        <a:cubicBezTo>
                          <a:pt x="17275" y="1092319"/>
                          <a:pt x="21167" y="1079500"/>
                          <a:pt x="25400" y="1066800"/>
                        </a:cubicBezTo>
                        <a:lnTo>
                          <a:pt x="50800" y="990600"/>
                        </a:lnTo>
                        <a:cubicBezTo>
                          <a:pt x="54213" y="980361"/>
                          <a:pt x="54532" y="969321"/>
                          <a:pt x="57150" y="958850"/>
                        </a:cubicBezTo>
                        <a:cubicBezTo>
                          <a:pt x="59585" y="949111"/>
                          <a:pt x="67003" y="926498"/>
                          <a:pt x="76200" y="920750"/>
                        </a:cubicBezTo>
                        <a:cubicBezTo>
                          <a:pt x="87552" y="913655"/>
                          <a:pt x="114300" y="908050"/>
                          <a:pt x="114300" y="908050"/>
                        </a:cubicBezTo>
                        <a:cubicBezTo>
                          <a:pt x="120650" y="901700"/>
                          <a:pt x="125878" y="893981"/>
                          <a:pt x="133350" y="889000"/>
                        </a:cubicBezTo>
                        <a:cubicBezTo>
                          <a:pt x="138919" y="885287"/>
                          <a:pt x="147667" y="887383"/>
                          <a:pt x="152400" y="882650"/>
                        </a:cubicBezTo>
                        <a:cubicBezTo>
                          <a:pt x="157133" y="877917"/>
                          <a:pt x="155499" y="869451"/>
                          <a:pt x="158750" y="863600"/>
                        </a:cubicBezTo>
                        <a:cubicBezTo>
                          <a:pt x="166163" y="850257"/>
                          <a:pt x="175683" y="838200"/>
                          <a:pt x="184150" y="825500"/>
                        </a:cubicBezTo>
                        <a:cubicBezTo>
                          <a:pt x="187863" y="819931"/>
                          <a:pt x="187179" y="812262"/>
                          <a:pt x="190500" y="806450"/>
                        </a:cubicBezTo>
                        <a:cubicBezTo>
                          <a:pt x="195751" y="797261"/>
                          <a:pt x="203399" y="789662"/>
                          <a:pt x="209550" y="781050"/>
                        </a:cubicBezTo>
                        <a:cubicBezTo>
                          <a:pt x="213986" y="774840"/>
                          <a:pt x="216854" y="767396"/>
                          <a:pt x="222250" y="762000"/>
                        </a:cubicBezTo>
                        <a:cubicBezTo>
                          <a:pt x="227646" y="756604"/>
                          <a:pt x="234950" y="753533"/>
                          <a:pt x="241300" y="749300"/>
                        </a:cubicBezTo>
                        <a:cubicBezTo>
                          <a:pt x="243417" y="742950"/>
                          <a:pt x="243937" y="735819"/>
                          <a:pt x="247650" y="730250"/>
                        </a:cubicBezTo>
                        <a:cubicBezTo>
                          <a:pt x="275737" y="688119"/>
                          <a:pt x="258625" y="733701"/>
                          <a:pt x="279400" y="692150"/>
                        </a:cubicBezTo>
                        <a:cubicBezTo>
                          <a:pt x="303642" y="643666"/>
                          <a:pt x="258736" y="709119"/>
                          <a:pt x="304800" y="647700"/>
                        </a:cubicBezTo>
                        <a:cubicBezTo>
                          <a:pt x="306917" y="635000"/>
                          <a:pt x="309192" y="622325"/>
                          <a:pt x="311150" y="609600"/>
                        </a:cubicBezTo>
                        <a:cubicBezTo>
                          <a:pt x="313426" y="594807"/>
                          <a:pt x="314899" y="579889"/>
                          <a:pt x="317500" y="565150"/>
                        </a:cubicBezTo>
                        <a:cubicBezTo>
                          <a:pt x="321251" y="543893"/>
                          <a:pt x="325967" y="522817"/>
                          <a:pt x="330200" y="501650"/>
                        </a:cubicBezTo>
                        <a:cubicBezTo>
                          <a:pt x="332502" y="490141"/>
                          <a:pt x="348784" y="467424"/>
                          <a:pt x="355600" y="457200"/>
                        </a:cubicBezTo>
                        <a:cubicBezTo>
                          <a:pt x="373041" y="387436"/>
                          <a:pt x="346608" y="474656"/>
                          <a:pt x="381000" y="412750"/>
                        </a:cubicBezTo>
                        <a:cubicBezTo>
                          <a:pt x="387501" y="401048"/>
                          <a:pt x="389467" y="387350"/>
                          <a:pt x="393700" y="374650"/>
                        </a:cubicBezTo>
                        <a:lnTo>
                          <a:pt x="400050" y="355600"/>
                        </a:lnTo>
                        <a:cubicBezTo>
                          <a:pt x="402167" y="349250"/>
                          <a:pt x="404777" y="343044"/>
                          <a:pt x="406400" y="336550"/>
                        </a:cubicBezTo>
                        <a:cubicBezTo>
                          <a:pt x="410633" y="319617"/>
                          <a:pt x="413580" y="302309"/>
                          <a:pt x="419100" y="285750"/>
                        </a:cubicBezTo>
                        <a:cubicBezTo>
                          <a:pt x="421217" y="279400"/>
                          <a:pt x="423611" y="273136"/>
                          <a:pt x="425450" y="266700"/>
                        </a:cubicBezTo>
                        <a:cubicBezTo>
                          <a:pt x="427848" y="258309"/>
                          <a:pt x="429292" y="249659"/>
                          <a:pt x="431800" y="241300"/>
                        </a:cubicBezTo>
                        <a:cubicBezTo>
                          <a:pt x="435647" y="228478"/>
                          <a:pt x="440267" y="215900"/>
                          <a:pt x="444500" y="203200"/>
                        </a:cubicBezTo>
                        <a:lnTo>
                          <a:pt x="457200" y="165100"/>
                        </a:lnTo>
                        <a:cubicBezTo>
                          <a:pt x="459317" y="158750"/>
                          <a:pt x="459837" y="151619"/>
                          <a:pt x="463550" y="146050"/>
                        </a:cubicBezTo>
                        <a:cubicBezTo>
                          <a:pt x="496376" y="96811"/>
                          <a:pt x="484123" y="122430"/>
                          <a:pt x="501650" y="69850"/>
                        </a:cubicBezTo>
                        <a:cubicBezTo>
                          <a:pt x="509013" y="47761"/>
                          <a:pt x="501650" y="23283"/>
                          <a:pt x="501650" y="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dirty="0">
                      <a:latin typeface="Arial"/>
                    </a:endParaRPr>
                  </a:p>
                </p:txBody>
              </p:sp>
              <p:sp>
                <p:nvSpPr>
                  <p:cNvPr id="1410" name="Freeform 1409"/>
                  <p:cNvSpPr/>
                  <p:nvPr/>
                </p:nvSpPr>
                <p:spPr>
                  <a:xfrm>
                    <a:off x="6659547" y="5283212"/>
                    <a:ext cx="695581" cy="420704"/>
                  </a:xfrm>
                  <a:custGeom>
                    <a:avLst/>
                    <a:gdLst>
                      <a:gd name="connsiteX0" fmla="*/ 1060450 w 1060450"/>
                      <a:gd name="connsiteY0" fmla="*/ 0 h 641386"/>
                      <a:gd name="connsiteX1" fmla="*/ 1028700 w 1060450"/>
                      <a:gd name="connsiteY1" fmla="*/ 12700 h 641386"/>
                      <a:gd name="connsiteX2" fmla="*/ 1009650 w 1060450"/>
                      <a:gd name="connsiteY2" fmla="*/ 19050 h 641386"/>
                      <a:gd name="connsiteX3" fmla="*/ 977900 w 1060450"/>
                      <a:gd name="connsiteY3" fmla="*/ 31750 h 641386"/>
                      <a:gd name="connsiteX4" fmla="*/ 939800 w 1060450"/>
                      <a:gd name="connsiteY4" fmla="*/ 38100 h 641386"/>
                      <a:gd name="connsiteX5" fmla="*/ 895350 w 1060450"/>
                      <a:gd name="connsiteY5" fmla="*/ 50800 h 641386"/>
                      <a:gd name="connsiteX6" fmla="*/ 876300 w 1060450"/>
                      <a:gd name="connsiteY6" fmla="*/ 63500 h 641386"/>
                      <a:gd name="connsiteX7" fmla="*/ 857250 w 1060450"/>
                      <a:gd name="connsiteY7" fmla="*/ 69850 h 641386"/>
                      <a:gd name="connsiteX8" fmla="*/ 800100 w 1060450"/>
                      <a:gd name="connsiteY8" fmla="*/ 101600 h 641386"/>
                      <a:gd name="connsiteX9" fmla="*/ 749300 w 1060450"/>
                      <a:gd name="connsiteY9" fmla="*/ 114300 h 641386"/>
                      <a:gd name="connsiteX10" fmla="*/ 704850 w 1060450"/>
                      <a:gd name="connsiteY10" fmla="*/ 133350 h 641386"/>
                      <a:gd name="connsiteX11" fmla="*/ 685800 w 1060450"/>
                      <a:gd name="connsiteY11" fmla="*/ 146050 h 641386"/>
                      <a:gd name="connsiteX12" fmla="*/ 647700 w 1060450"/>
                      <a:gd name="connsiteY12" fmla="*/ 158750 h 641386"/>
                      <a:gd name="connsiteX13" fmla="*/ 609600 w 1060450"/>
                      <a:gd name="connsiteY13" fmla="*/ 171450 h 641386"/>
                      <a:gd name="connsiteX14" fmla="*/ 590550 w 1060450"/>
                      <a:gd name="connsiteY14" fmla="*/ 177800 h 641386"/>
                      <a:gd name="connsiteX15" fmla="*/ 539750 w 1060450"/>
                      <a:gd name="connsiteY15" fmla="*/ 190500 h 641386"/>
                      <a:gd name="connsiteX16" fmla="*/ 527050 w 1060450"/>
                      <a:gd name="connsiteY16" fmla="*/ 209550 h 641386"/>
                      <a:gd name="connsiteX17" fmla="*/ 488950 w 1060450"/>
                      <a:gd name="connsiteY17" fmla="*/ 234950 h 641386"/>
                      <a:gd name="connsiteX18" fmla="*/ 463550 w 1060450"/>
                      <a:gd name="connsiteY18" fmla="*/ 266700 h 641386"/>
                      <a:gd name="connsiteX19" fmla="*/ 425450 w 1060450"/>
                      <a:gd name="connsiteY19" fmla="*/ 279400 h 641386"/>
                      <a:gd name="connsiteX20" fmla="*/ 406400 w 1060450"/>
                      <a:gd name="connsiteY20" fmla="*/ 292100 h 641386"/>
                      <a:gd name="connsiteX21" fmla="*/ 387350 w 1060450"/>
                      <a:gd name="connsiteY21" fmla="*/ 298450 h 641386"/>
                      <a:gd name="connsiteX22" fmla="*/ 349250 w 1060450"/>
                      <a:gd name="connsiteY22" fmla="*/ 323850 h 641386"/>
                      <a:gd name="connsiteX23" fmla="*/ 336550 w 1060450"/>
                      <a:gd name="connsiteY23" fmla="*/ 342900 h 641386"/>
                      <a:gd name="connsiteX24" fmla="*/ 298450 w 1060450"/>
                      <a:gd name="connsiteY24" fmla="*/ 374650 h 641386"/>
                      <a:gd name="connsiteX25" fmla="*/ 266700 w 1060450"/>
                      <a:gd name="connsiteY25" fmla="*/ 400050 h 641386"/>
                      <a:gd name="connsiteX26" fmla="*/ 254000 w 1060450"/>
                      <a:gd name="connsiteY26" fmla="*/ 419100 h 641386"/>
                      <a:gd name="connsiteX27" fmla="*/ 215900 w 1060450"/>
                      <a:gd name="connsiteY27" fmla="*/ 444500 h 641386"/>
                      <a:gd name="connsiteX28" fmla="*/ 190500 w 1060450"/>
                      <a:gd name="connsiteY28" fmla="*/ 476250 h 641386"/>
                      <a:gd name="connsiteX29" fmla="*/ 177800 w 1060450"/>
                      <a:gd name="connsiteY29" fmla="*/ 495300 h 641386"/>
                      <a:gd name="connsiteX30" fmla="*/ 158750 w 1060450"/>
                      <a:gd name="connsiteY30" fmla="*/ 508000 h 641386"/>
                      <a:gd name="connsiteX31" fmla="*/ 120650 w 1060450"/>
                      <a:gd name="connsiteY31" fmla="*/ 533400 h 641386"/>
                      <a:gd name="connsiteX32" fmla="*/ 63500 w 1060450"/>
                      <a:gd name="connsiteY32" fmla="*/ 571500 h 641386"/>
                      <a:gd name="connsiteX33" fmla="*/ 44450 w 1060450"/>
                      <a:gd name="connsiteY33" fmla="*/ 584200 h 641386"/>
                      <a:gd name="connsiteX34" fmla="*/ 19050 w 1060450"/>
                      <a:gd name="connsiteY34" fmla="*/ 622300 h 641386"/>
                      <a:gd name="connsiteX35" fmla="*/ 0 w 1060450"/>
                      <a:gd name="connsiteY35" fmla="*/ 641350 h 64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60450" h="641386">
                        <a:moveTo>
                          <a:pt x="1060450" y="0"/>
                        </a:moveTo>
                        <a:cubicBezTo>
                          <a:pt x="1049867" y="4233"/>
                          <a:pt x="1039373" y="8698"/>
                          <a:pt x="1028700" y="12700"/>
                        </a:cubicBezTo>
                        <a:cubicBezTo>
                          <a:pt x="1022433" y="15050"/>
                          <a:pt x="1015917" y="16700"/>
                          <a:pt x="1009650" y="19050"/>
                        </a:cubicBezTo>
                        <a:cubicBezTo>
                          <a:pt x="998977" y="23052"/>
                          <a:pt x="988897" y="28751"/>
                          <a:pt x="977900" y="31750"/>
                        </a:cubicBezTo>
                        <a:cubicBezTo>
                          <a:pt x="965478" y="35138"/>
                          <a:pt x="952425" y="35575"/>
                          <a:pt x="939800" y="38100"/>
                        </a:cubicBezTo>
                        <a:cubicBezTo>
                          <a:pt x="919866" y="42087"/>
                          <a:pt x="913506" y="44748"/>
                          <a:pt x="895350" y="50800"/>
                        </a:cubicBezTo>
                        <a:cubicBezTo>
                          <a:pt x="889000" y="55033"/>
                          <a:pt x="883126" y="60087"/>
                          <a:pt x="876300" y="63500"/>
                        </a:cubicBezTo>
                        <a:cubicBezTo>
                          <a:pt x="870313" y="66493"/>
                          <a:pt x="863101" y="66599"/>
                          <a:pt x="857250" y="69850"/>
                        </a:cubicBezTo>
                        <a:cubicBezTo>
                          <a:pt x="812809" y="94539"/>
                          <a:pt x="833968" y="92363"/>
                          <a:pt x="800100" y="101600"/>
                        </a:cubicBezTo>
                        <a:cubicBezTo>
                          <a:pt x="783261" y="106193"/>
                          <a:pt x="749300" y="114300"/>
                          <a:pt x="749300" y="114300"/>
                        </a:cubicBezTo>
                        <a:cubicBezTo>
                          <a:pt x="701474" y="146184"/>
                          <a:pt x="762257" y="108747"/>
                          <a:pt x="704850" y="133350"/>
                        </a:cubicBezTo>
                        <a:cubicBezTo>
                          <a:pt x="697835" y="136356"/>
                          <a:pt x="692774" y="142950"/>
                          <a:pt x="685800" y="146050"/>
                        </a:cubicBezTo>
                        <a:cubicBezTo>
                          <a:pt x="673567" y="151487"/>
                          <a:pt x="660400" y="154517"/>
                          <a:pt x="647700" y="158750"/>
                        </a:cubicBezTo>
                        <a:lnTo>
                          <a:pt x="609600" y="171450"/>
                        </a:lnTo>
                        <a:lnTo>
                          <a:pt x="590550" y="177800"/>
                        </a:lnTo>
                        <a:cubicBezTo>
                          <a:pt x="573991" y="183320"/>
                          <a:pt x="539750" y="190500"/>
                          <a:pt x="539750" y="190500"/>
                        </a:cubicBezTo>
                        <a:cubicBezTo>
                          <a:pt x="535517" y="196850"/>
                          <a:pt x="532793" y="204524"/>
                          <a:pt x="527050" y="209550"/>
                        </a:cubicBezTo>
                        <a:cubicBezTo>
                          <a:pt x="515563" y="219601"/>
                          <a:pt x="488950" y="234950"/>
                          <a:pt x="488950" y="234950"/>
                        </a:cubicBezTo>
                        <a:cubicBezTo>
                          <a:pt x="482064" y="255607"/>
                          <a:pt x="486029" y="256710"/>
                          <a:pt x="463550" y="266700"/>
                        </a:cubicBezTo>
                        <a:cubicBezTo>
                          <a:pt x="451317" y="272137"/>
                          <a:pt x="425450" y="279400"/>
                          <a:pt x="425450" y="279400"/>
                        </a:cubicBezTo>
                        <a:cubicBezTo>
                          <a:pt x="419100" y="283633"/>
                          <a:pt x="413226" y="288687"/>
                          <a:pt x="406400" y="292100"/>
                        </a:cubicBezTo>
                        <a:cubicBezTo>
                          <a:pt x="400413" y="295093"/>
                          <a:pt x="393201" y="295199"/>
                          <a:pt x="387350" y="298450"/>
                        </a:cubicBezTo>
                        <a:cubicBezTo>
                          <a:pt x="374007" y="305863"/>
                          <a:pt x="349250" y="323850"/>
                          <a:pt x="349250" y="323850"/>
                        </a:cubicBezTo>
                        <a:cubicBezTo>
                          <a:pt x="345017" y="330200"/>
                          <a:pt x="341436" y="337037"/>
                          <a:pt x="336550" y="342900"/>
                        </a:cubicBezTo>
                        <a:cubicBezTo>
                          <a:pt x="321271" y="361235"/>
                          <a:pt x="317181" y="362163"/>
                          <a:pt x="298450" y="374650"/>
                        </a:cubicBezTo>
                        <a:cubicBezTo>
                          <a:pt x="262054" y="429245"/>
                          <a:pt x="310517" y="364997"/>
                          <a:pt x="266700" y="400050"/>
                        </a:cubicBezTo>
                        <a:cubicBezTo>
                          <a:pt x="260741" y="404818"/>
                          <a:pt x="259743" y="414074"/>
                          <a:pt x="254000" y="419100"/>
                        </a:cubicBezTo>
                        <a:cubicBezTo>
                          <a:pt x="242513" y="429151"/>
                          <a:pt x="215900" y="444500"/>
                          <a:pt x="215900" y="444500"/>
                        </a:cubicBezTo>
                        <a:cubicBezTo>
                          <a:pt x="203538" y="481586"/>
                          <a:pt x="219223" y="447527"/>
                          <a:pt x="190500" y="476250"/>
                        </a:cubicBezTo>
                        <a:cubicBezTo>
                          <a:pt x="185104" y="481646"/>
                          <a:pt x="183196" y="489904"/>
                          <a:pt x="177800" y="495300"/>
                        </a:cubicBezTo>
                        <a:cubicBezTo>
                          <a:pt x="172404" y="500696"/>
                          <a:pt x="164613" y="503114"/>
                          <a:pt x="158750" y="508000"/>
                        </a:cubicBezTo>
                        <a:cubicBezTo>
                          <a:pt x="127039" y="534426"/>
                          <a:pt x="154128" y="522241"/>
                          <a:pt x="120650" y="533400"/>
                        </a:cubicBezTo>
                        <a:lnTo>
                          <a:pt x="63500" y="571500"/>
                        </a:lnTo>
                        <a:lnTo>
                          <a:pt x="44450" y="584200"/>
                        </a:lnTo>
                        <a:lnTo>
                          <a:pt x="19050" y="622300"/>
                        </a:lnTo>
                        <a:cubicBezTo>
                          <a:pt x="5176" y="643111"/>
                          <a:pt x="13982" y="641350"/>
                          <a:pt x="0" y="64135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1" name="Freeform 1410"/>
                  <p:cNvSpPr/>
                  <p:nvPr/>
                </p:nvSpPr>
                <p:spPr>
                  <a:xfrm>
                    <a:off x="6035096" y="5376135"/>
                    <a:ext cx="587287" cy="332515"/>
                  </a:xfrm>
                  <a:custGeom>
                    <a:avLst/>
                    <a:gdLst>
                      <a:gd name="connsiteX0" fmla="*/ 895350 w 895350"/>
                      <a:gd name="connsiteY0" fmla="*/ 506938 h 506938"/>
                      <a:gd name="connsiteX1" fmla="*/ 838200 w 895350"/>
                      <a:gd name="connsiteY1" fmla="*/ 494238 h 506938"/>
                      <a:gd name="connsiteX2" fmla="*/ 781050 w 895350"/>
                      <a:gd name="connsiteY2" fmla="*/ 475188 h 506938"/>
                      <a:gd name="connsiteX3" fmla="*/ 755650 w 895350"/>
                      <a:gd name="connsiteY3" fmla="*/ 468838 h 506938"/>
                      <a:gd name="connsiteX4" fmla="*/ 736600 w 895350"/>
                      <a:gd name="connsiteY4" fmla="*/ 462488 h 506938"/>
                      <a:gd name="connsiteX5" fmla="*/ 692150 w 895350"/>
                      <a:gd name="connsiteY5" fmla="*/ 443438 h 506938"/>
                      <a:gd name="connsiteX6" fmla="*/ 647700 w 895350"/>
                      <a:gd name="connsiteY6" fmla="*/ 418038 h 506938"/>
                      <a:gd name="connsiteX7" fmla="*/ 628650 w 895350"/>
                      <a:gd name="connsiteY7" fmla="*/ 411688 h 506938"/>
                      <a:gd name="connsiteX8" fmla="*/ 590550 w 895350"/>
                      <a:gd name="connsiteY8" fmla="*/ 392638 h 506938"/>
                      <a:gd name="connsiteX9" fmla="*/ 552450 w 895350"/>
                      <a:gd name="connsiteY9" fmla="*/ 360888 h 506938"/>
                      <a:gd name="connsiteX10" fmla="*/ 533400 w 895350"/>
                      <a:gd name="connsiteY10" fmla="*/ 348188 h 506938"/>
                      <a:gd name="connsiteX11" fmla="*/ 520700 w 895350"/>
                      <a:gd name="connsiteY11" fmla="*/ 329138 h 506938"/>
                      <a:gd name="connsiteX12" fmla="*/ 514350 w 895350"/>
                      <a:gd name="connsiteY12" fmla="*/ 310088 h 506938"/>
                      <a:gd name="connsiteX13" fmla="*/ 476250 w 895350"/>
                      <a:gd name="connsiteY13" fmla="*/ 233888 h 506938"/>
                      <a:gd name="connsiteX14" fmla="*/ 450850 w 895350"/>
                      <a:gd name="connsiteY14" fmla="*/ 195788 h 506938"/>
                      <a:gd name="connsiteX15" fmla="*/ 444500 w 895350"/>
                      <a:gd name="connsiteY15" fmla="*/ 176738 h 506938"/>
                      <a:gd name="connsiteX16" fmla="*/ 400050 w 895350"/>
                      <a:gd name="connsiteY16" fmla="*/ 119588 h 506938"/>
                      <a:gd name="connsiteX17" fmla="*/ 355600 w 895350"/>
                      <a:gd name="connsiteY17" fmla="*/ 75138 h 506938"/>
                      <a:gd name="connsiteX18" fmla="*/ 317500 w 895350"/>
                      <a:gd name="connsiteY18" fmla="*/ 62438 h 506938"/>
                      <a:gd name="connsiteX19" fmla="*/ 260350 w 895350"/>
                      <a:gd name="connsiteY19" fmla="*/ 37038 h 506938"/>
                      <a:gd name="connsiteX20" fmla="*/ 222250 w 895350"/>
                      <a:gd name="connsiteY20" fmla="*/ 24338 h 506938"/>
                      <a:gd name="connsiteX21" fmla="*/ 203200 w 895350"/>
                      <a:gd name="connsiteY21" fmla="*/ 17988 h 506938"/>
                      <a:gd name="connsiteX22" fmla="*/ 165100 w 895350"/>
                      <a:gd name="connsiteY22" fmla="*/ 11638 h 506938"/>
                      <a:gd name="connsiteX23" fmla="*/ 0 w 895350"/>
                      <a:gd name="connsiteY23" fmla="*/ 5288 h 506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5350" h="506938">
                        <a:moveTo>
                          <a:pt x="895350" y="506938"/>
                        </a:moveTo>
                        <a:cubicBezTo>
                          <a:pt x="877223" y="503313"/>
                          <a:pt x="856135" y="499619"/>
                          <a:pt x="838200" y="494238"/>
                        </a:cubicBezTo>
                        <a:cubicBezTo>
                          <a:pt x="818966" y="488468"/>
                          <a:pt x="800100" y="481538"/>
                          <a:pt x="781050" y="475188"/>
                        </a:cubicBezTo>
                        <a:cubicBezTo>
                          <a:pt x="772771" y="472428"/>
                          <a:pt x="764041" y="471236"/>
                          <a:pt x="755650" y="468838"/>
                        </a:cubicBezTo>
                        <a:cubicBezTo>
                          <a:pt x="749214" y="466999"/>
                          <a:pt x="742950" y="464605"/>
                          <a:pt x="736600" y="462488"/>
                        </a:cubicBezTo>
                        <a:cubicBezTo>
                          <a:pt x="697994" y="436751"/>
                          <a:pt x="739013" y="461012"/>
                          <a:pt x="692150" y="443438"/>
                        </a:cubicBezTo>
                        <a:cubicBezTo>
                          <a:pt x="647620" y="426739"/>
                          <a:pt x="684546" y="436461"/>
                          <a:pt x="647700" y="418038"/>
                        </a:cubicBezTo>
                        <a:cubicBezTo>
                          <a:pt x="641713" y="415045"/>
                          <a:pt x="635000" y="413805"/>
                          <a:pt x="628650" y="411688"/>
                        </a:cubicBezTo>
                        <a:cubicBezTo>
                          <a:pt x="574055" y="375292"/>
                          <a:pt x="643130" y="418928"/>
                          <a:pt x="590550" y="392638"/>
                        </a:cubicBezTo>
                        <a:cubicBezTo>
                          <a:pt x="566901" y="380814"/>
                          <a:pt x="573516" y="378443"/>
                          <a:pt x="552450" y="360888"/>
                        </a:cubicBezTo>
                        <a:cubicBezTo>
                          <a:pt x="546587" y="356002"/>
                          <a:pt x="539750" y="352421"/>
                          <a:pt x="533400" y="348188"/>
                        </a:cubicBezTo>
                        <a:cubicBezTo>
                          <a:pt x="529167" y="341838"/>
                          <a:pt x="524113" y="335964"/>
                          <a:pt x="520700" y="329138"/>
                        </a:cubicBezTo>
                        <a:cubicBezTo>
                          <a:pt x="517707" y="323151"/>
                          <a:pt x="517601" y="315939"/>
                          <a:pt x="514350" y="310088"/>
                        </a:cubicBezTo>
                        <a:cubicBezTo>
                          <a:pt x="473318" y="236230"/>
                          <a:pt x="500974" y="308061"/>
                          <a:pt x="476250" y="233888"/>
                        </a:cubicBezTo>
                        <a:cubicBezTo>
                          <a:pt x="471423" y="219408"/>
                          <a:pt x="455677" y="210268"/>
                          <a:pt x="450850" y="195788"/>
                        </a:cubicBezTo>
                        <a:cubicBezTo>
                          <a:pt x="448733" y="189438"/>
                          <a:pt x="447751" y="182589"/>
                          <a:pt x="444500" y="176738"/>
                        </a:cubicBezTo>
                        <a:cubicBezTo>
                          <a:pt x="425512" y="142559"/>
                          <a:pt x="423190" y="142728"/>
                          <a:pt x="400050" y="119588"/>
                        </a:cubicBezTo>
                        <a:cubicBezTo>
                          <a:pt x="391267" y="93239"/>
                          <a:pt x="393811" y="87875"/>
                          <a:pt x="355600" y="75138"/>
                        </a:cubicBezTo>
                        <a:lnTo>
                          <a:pt x="317500" y="62438"/>
                        </a:lnTo>
                        <a:cubicBezTo>
                          <a:pt x="287311" y="42312"/>
                          <a:pt x="305690" y="52151"/>
                          <a:pt x="260350" y="37038"/>
                        </a:cubicBezTo>
                        <a:lnTo>
                          <a:pt x="222250" y="24338"/>
                        </a:lnTo>
                        <a:cubicBezTo>
                          <a:pt x="215900" y="22221"/>
                          <a:pt x="209802" y="19088"/>
                          <a:pt x="203200" y="17988"/>
                        </a:cubicBezTo>
                        <a:lnTo>
                          <a:pt x="165100" y="11638"/>
                        </a:lnTo>
                        <a:cubicBezTo>
                          <a:pt x="99865" y="-10107"/>
                          <a:pt x="152743" y="5288"/>
                          <a:pt x="0" y="5288"/>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2" name="Freeform 1411"/>
                  <p:cNvSpPr/>
                  <p:nvPr/>
                </p:nvSpPr>
                <p:spPr>
                  <a:xfrm>
                    <a:off x="3691324" y="4792831"/>
                    <a:ext cx="2356394" cy="587287"/>
                  </a:xfrm>
                  <a:custGeom>
                    <a:avLst/>
                    <a:gdLst>
                      <a:gd name="connsiteX0" fmla="*/ 3594100 w 3600644"/>
                      <a:gd name="connsiteY0" fmla="*/ 895350 h 895350"/>
                      <a:gd name="connsiteX1" fmla="*/ 3594100 w 3600644"/>
                      <a:gd name="connsiteY1" fmla="*/ 374650 h 895350"/>
                      <a:gd name="connsiteX2" fmla="*/ 3587750 w 3600644"/>
                      <a:gd name="connsiteY2" fmla="*/ 342900 h 895350"/>
                      <a:gd name="connsiteX3" fmla="*/ 3568700 w 3600644"/>
                      <a:gd name="connsiteY3" fmla="*/ 298450 h 895350"/>
                      <a:gd name="connsiteX4" fmla="*/ 3530600 w 3600644"/>
                      <a:gd name="connsiteY4" fmla="*/ 273050 h 895350"/>
                      <a:gd name="connsiteX5" fmla="*/ 3517900 w 3600644"/>
                      <a:gd name="connsiteY5" fmla="*/ 254000 h 895350"/>
                      <a:gd name="connsiteX6" fmla="*/ 3492500 w 3600644"/>
                      <a:gd name="connsiteY6" fmla="*/ 241300 h 895350"/>
                      <a:gd name="connsiteX7" fmla="*/ 3467100 w 3600644"/>
                      <a:gd name="connsiteY7" fmla="*/ 222250 h 895350"/>
                      <a:gd name="connsiteX8" fmla="*/ 3429000 w 3600644"/>
                      <a:gd name="connsiteY8" fmla="*/ 190500 h 895350"/>
                      <a:gd name="connsiteX9" fmla="*/ 3384550 w 3600644"/>
                      <a:gd name="connsiteY9" fmla="*/ 165100 h 895350"/>
                      <a:gd name="connsiteX10" fmla="*/ 3359150 w 3600644"/>
                      <a:gd name="connsiteY10" fmla="*/ 158750 h 895350"/>
                      <a:gd name="connsiteX11" fmla="*/ 3321050 w 3600644"/>
                      <a:gd name="connsiteY11" fmla="*/ 133350 h 895350"/>
                      <a:gd name="connsiteX12" fmla="*/ 3276600 w 3600644"/>
                      <a:gd name="connsiteY12" fmla="*/ 107950 h 895350"/>
                      <a:gd name="connsiteX13" fmla="*/ 3251200 w 3600644"/>
                      <a:gd name="connsiteY13" fmla="*/ 101600 h 895350"/>
                      <a:gd name="connsiteX14" fmla="*/ 3213100 w 3600644"/>
                      <a:gd name="connsiteY14" fmla="*/ 88900 h 895350"/>
                      <a:gd name="connsiteX15" fmla="*/ 3175000 w 3600644"/>
                      <a:gd name="connsiteY15" fmla="*/ 76200 h 895350"/>
                      <a:gd name="connsiteX16" fmla="*/ 3143250 w 3600644"/>
                      <a:gd name="connsiteY16" fmla="*/ 69850 h 895350"/>
                      <a:gd name="connsiteX17" fmla="*/ 3098800 w 3600644"/>
                      <a:gd name="connsiteY17" fmla="*/ 57150 h 895350"/>
                      <a:gd name="connsiteX18" fmla="*/ 3067050 w 3600644"/>
                      <a:gd name="connsiteY18" fmla="*/ 50800 h 895350"/>
                      <a:gd name="connsiteX19" fmla="*/ 3048000 w 3600644"/>
                      <a:gd name="connsiteY19" fmla="*/ 44450 h 895350"/>
                      <a:gd name="connsiteX20" fmla="*/ 2984500 w 3600644"/>
                      <a:gd name="connsiteY20" fmla="*/ 38100 h 895350"/>
                      <a:gd name="connsiteX21" fmla="*/ 2921000 w 3600644"/>
                      <a:gd name="connsiteY21" fmla="*/ 25400 h 895350"/>
                      <a:gd name="connsiteX22" fmla="*/ 2698750 w 3600644"/>
                      <a:gd name="connsiteY22" fmla="*/ 19050 h 895350"/>
                      <a:gd name="connsiteX23" fmla="*/ 2070100 w 3600644"/>
                      <a:gd name="connsiteY23" fmla="*/ 6350 h 895350"/>
                      <a:gd name="connsiteX24" fmla="*/ 1866900 w 3600644"/>
                      <a:gd name="connsiteY24" fmla="*/ 0 h 895350"/>
                      <a:gd name="connsiteX25" fmla="*/ 1473200 w 3600644"/>
                      <a:gd name="connsiteY25" fmla="*/ 6350 h 895350"/>
                      <a:gd name="connsiteX26" fmla="*/ 1301750 w 3600644"/>
                      <a:gd name="connsiteY26" fmla="*/ 19050 h 895350"/>
                      <a:gd name="connsiteX27" fmla="*/ 1250950 w 3600644"/>
                      <a:gd name="connsiteY27" fmla="*/ 25400 h 895350"/>
                      <a:gd name="connsiteX28" fmla="*/ 1123950 w 3600644"/>
                      <a:gd name="connsiteY28" fmla="*/ 31750 h 895350"/>
                      <a:gd name="connsiteX29" fmla="*/ 1035050 w 3600644"/>
                      <a:gd name="connsiteY29" fmla="*/ 38100 h 895350"/>
                      <a:gd name="connsiteX30" fmla="*/ 971550 w 3600644"/>
                      <a:gd name="connsiteY30" fmla="*/ 57150 h 895350"/>
                      <a:gd name="connsiteX31" fmla="*/ 952500 w 3600644"/>
                      <a:gd name="connsiteY31" fmla="*/ 63500 h 895350"/>
                      <a:gd name="connsiteX32" fmla="*/ 927100 w 3600644"/>
                      <a:gd name="connsiteY32" fmla="*/ 69850 h 895350"/>
                      <a:gd name="connsiteX33" fmla="*/ 869950 w 3600644"/>
                      <a:gd name="connsiteY33" fmla="*/ 88900 h 895350"/>
                      <a:gd name="connsiteX34" fmla="*/ 844550 w 3600644"/>
                      <a:gd name="connsiteY34" fmla="*/ 101600 h 895350"/>
                      <a:gd name="connsiteX35" fmla="*/ 806450 w 3600644"/>
                      <a:gd name="connsiteY35" fmla="*/ 114300 h 895350"/>
                      <a:gd name="connsiteX36" fmla="*/ 762000 w 3600644"/>
                      <a:gd name="connsiteY36" fmla="*/ 127000 h 895350"/>
                      <a:gd name="connsiteX37" fmla="*/ 717550 w 3600644"/>
                      <a:gd name="connsiteY37" fmla="*/ 146050 h 895350"/>
                      <a:gd name="connsiteX38" fmla="*/ 679450 w 3600644"/>
                      <a:gd name="connsiteY38" fmla="*/ 158750 h 895350"/>
                      <a:gd name="connsiteX39" fmla="*/ 628650 w 3600644"/>
                      <a:gd name="connsiteY39" fmla="*/ 171450 h 895350"/>
                      <a:gd name="connsiteX40" fmla="*/ 603250 w 3600644"/>
                      <a:gd name="connsiteY40" fmla="*/ 177800 h 895350"/>
                      <a:gd name="connsiteX41" fmla="*/ 584200 w 3600644"/>
                      <a:gd name="connsiteY41" fmla="*/ 184150 h 895350"/>
                      <a:gd name="connsiteX42" fmla="*/ 565150 w 3600644"/>
                      <a:gd name="connsiteY42" fmla="*/ 196850 h 895350"/>
                      <a:gd name="connsiteX43" fmla="*/ 482600 w 3600644"/>
                      <a:gd name="connsiteY43" fmla="*/ 215900 h 895350"/>
                      <a:gd name="connsiteX44" fmla="*/ 450850 w 3600644"/>
                      <a:gd name="connsiteY44" fmla="*/ 228600 h 895350"/>
                      <a:gd name="connsiteX45" fmla="*/ 412750 w 3600644"/>
                      <a:gd name="connsiteY45" fmla="*/ 241300 h 895350"/>
                      <a:gd name="connsiteX46" fmla="*/ 342900 w 3600644"/>
                      <a:gd name="connsiteY46" fmla="*/ 273050 h 895350"/>
                      <a:gd name="connsiteX47" fmla="*/ 323850 w 3600644"/>
                      <a:gd name="connsiteY47" fmla="*/ 285750 h 895350"/>
                      <a:gd name="connsiteX48" fmla="*/ 304800 w 3600644"/>
                      <a:gd name="connsiteY48" fmla="*/ 292100 h 895350"/>
                      <a:gd name="connsiteX49" fmla="*/ 247650 w 3600644"/>
                      <a:gd name="connsiteY49" fmla="*/ 330200 h 895350"/>
                      <a:gd name="connsiteX50" fmla="*/ 222250 w 3600644"/>
                      <a:gd name="connsiteY50" fmla="*/ 336550 h 895350"/>
                      <a:gd name="connsiteX51" fmla="*/ 184150 w 3600644"/>
                      <a:gd name="connsiteY51" fmla="*/ 368300 h 895350"/>
                      <a:gd name="connsiteX52" fmla="*/ 165100 w 3600644"/>
                      <a:gd name="connsiteY52" fmla="*/ 374650 h 895350"/>
                      <a:gd name="connsiteX53" fmla="*/ 146050 w 3600644"/>
                      <a:gd name="connsiteY53" fmla="*/ 393700 h 895350"/>
                      <a:gd name="connsiteX54" fmla="*/ 133350 w 3600644"/>
                      <a:gd name="connsiteY54" fmla="*/ 412750 h 895350"/>
                      <a:gd name="connsiteX55" fmla="*/ 95250 w 3600644"/>
                      <a:gd name="connsiteY55" fmla="*/ 425450 h 895350"/>
                      <a:gd name="connsiteX56" fmla="*/ 76200 w 3600644"/>
                      <a:gd name="connsiteY56" fmla="*/ 438150 h 895350"/>
                      <a:gd name="connsiteX57" fmla="*/ 63500 w 3600644"/>
                      <a:gd name="connsiteY57" fmla="*/ 457200 h 895350"/>
                      <a:gd name="connsiteX58" fmla="*/ 44450 w 3600644"/>
                      <a:gd name="connsiteY58" fmla="*/ 463550 h 895350"/>
                      <a:gd name="connsiteX59" fmla="*/ 0 w 3600644"/>
                      <a:gd name="connsiteY59" fmla="*/ 482600 h 89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00644" h="895350">
                        <a:moveTo>
                          <a:pt x="3594100" y="895350"/>
                        </a:moveTo>
                        <a:cubicBezTo>
                          <a:pt x="3600521" y="644915"/>
                          <a:pt x="3604864" y="632985"/>
                          <a:pt x="3594100" y="374650"/>
                        </a:cubicBezTo>
                        <a:cubicBezTo>
                          <a:pt x="3593651" y="363866"/>
                          <a:pt x="3590091" y="353436"/>
                          <a:pt x="3587750" y="342900"/>
                        </a:cubicBezTo>
                        <a:cubicBezTo>
                          <a:pt x="3584139" y="326649"/>
                          <a:pt x="3582228" y="310287"/>
                          <a:pt x="3568700" y="298450"/>
                        </a:cubicBezTo>
                        <a:cubicBezTo>
                          <a:pt x="3557213" y="288399"/>
                          <a:pt x="3530600" y="273050"/>
                          <a:pt x="3530600" y="273050"/>
                        </a:cubicBezTo>
                        <a:cubicBezTo>
                          <a:pt x="3526367" y="266700"/>
                          <a:pt x="3523763" y="258886"/>
                          <a:pt x="3517900" y="254000"/>
                        </a:cubicBezTo>
                        <a:cubicBezTo>
                          <a:pt x="3510628" y="247940"/>
                          <a:pt x="3500527" y="246317"/>
                          <a:pt x="3492500" y="241300"/>
                        </a:cubicBezTo>
                        <a:cubicBezTo>
                          <a:pt x="3483525" y="235691"/>
                          <a:pt x="3475712" y="228401"/>
                          <a:pt x="3467100" y="222250"/>
                        </a:cubicBezTo>
                        <a:cubicBezTo>
                          <a:pt x="3400883" y="174952"/>
                          <a:pt x="3500155" y="249796"/>
                          <a:pt x="3429000" y="190500"/>
                        </a:cubicBezTo>
                        <a:cubicBezTo>
                          <a:pt x="3418951" y="182126"/>
                          <a:pt x="3395842" y="169335"/>
                          <a:pt x="3384550" y="165100"/>
                        </a:cubicBezTo>
                        <a:cubicBezTo>
                          <a:pt x="3376378" y="162036"/>
                          <a:pt x="3367617" y="160867"/>
                          <a:pt x="3359150" y="158750"/>
                        </a:cubicBezTo>
                        <a:lnTo>
                          <a:pt x="3321050" y="133350"/>
                        </a:lnTo>
                        <a:cubicBezTo>
                          <a:pt x="3305259" y="122822"/>
                          <a:pt x="3295015" y="114856"/>
                          <a:pt x="3276600" y="107950"/>
                        </a:cubicBezTo>
                        <a:cubicBezTo>
                          <a:pt x="3268428" y="104886"/>
                          <a:pt x="3259559" y="104108"/>
                          <a:pt x="3251200" y="101600"/>
                        </a:cubicBezTo>
                        <a:cubicBezTo>
                          <a:pt x="3238378" y="97753"/>
                          <a:pt x="3225800" y="93133"/>
                          <a:pt x="3213100" y="88900"/>
                        </a:cubicBezTo>
                        <a:cubicBezTo>
                          <a:pt x="3200400" y="84667"/>
                          <a:pt x="3188127" y="78825"/>
                          <a:pt x="3175000" y="76200"/>
                        </a:cubicBezTo>
                        <a:cubicBezTo>
                          <a:pt x="3164417" y="74083"/>
                          <a:pt x="3153786" y="72191"/>
                          <a:pt x="3143250" y="69850"/>
                        </a:cubicBezTo>
                        <a:cubicBezTo>
                          <a:pt x="3036351" y="46095"/>
                          <a:pt x="3183656" y="78364"/>
                          <a:pt x="3098800" y="57150"/>
                        </a:cubicBezTo>
                        <a:cubicBezTo>
                          <a:pt x="3088329" y="54532"/>
                          <a:pt x="3077521" y="53418"/>
                          <a:pt x="3067050" y="50800"/>
                        </a:cubicBezTo>
                        <a:cubicBezTo>
                          <a:pt x="3060556" y="49177"/>
                          <a:pt x="3054616" y="45468"/>
                          <a:pt x="3048000" y="44450"/>
                        </a:cubicBezTo>
                        <a:cubicBezTo>
                          <a:pt x="3026975" y="41215"/>
                          <a:pt x="3005537" y="41256"/>
                          <a:pt x="2984500" y="38100"/>
                        </a:cubicBezTo>
                        <a:cubicBezTo>
                          <a:pt x="2963153" y="34898"/>
                          <a:pt x="2942577" y="26016"/>
                          <a:pt x="2921000" y="25400"/>
                        </a:cubicBezTo>
                        <a:lnTo>
                          <a:pt x="2698750" y="19050"/>
                        </a:lnTo>
                        <a:lnTo>
                          <a:pt x="2070100" y="6350"/>
                        </a:lnTo>
                        <a:lnTo>
                          <a:pt x="1866900" y="0"/>
                        </a:lnTo>
                        <a:lnTo>
                          <a:pt x="1473200" y="6350"/>
                        </a:lnTo>
                        <a:cubicBezTo>
                          <a:pt x="1433220" y="7375"/>
                          <a:pt x="1346861" y="14301"/>
                          <a:pt x="1301750" y="19050"/>
                        </a:cubicBezTo>
                        <a:cubicBezTo>
                          <a:pt x="1284779" y="20836"/>
                          <a:pt x="1267972" y="24184"/>
                          <a:pt x="1250950" y="25400"/>
                        </a:cubicBezTo>
                        <a:cubicBezTo>
                          <a:pt x="1208671" y="28420"/>
                          <a:pt x="1166263" y="29261"/>
                          <a:pt x="1123950" y="31750"/>
                        </a:cubicBezTo>
                        <a:cubicBezTo>
                          <a:pt x="1094292" y="33495"/>
                          <a:pt x="1064683" y="35983"/>
                          <a:pt x="1035050" y="38100"/>
                        </a:cubicBezTo>
                        <a:cubicBezTo>
                          <a:pt x="944508" y="68281"/>
                          <a:pt x="1038728" y="37956"/>
                          <a:pt x="971550" y="57150"/>
                        </a:cubicBezTo>
                        <a:cubicBezTo>
                          <a:pt x="965114" y="58989"/>
                          <a:pt x="958936" y="61661"/>
                          <a:pt x="952500" y="63500"/>
                        </a:cubicBezTo>
                        <a:cubicBezTo>
                          <a:pt x="944109" y="65898"/>
                          <a:pt x="935459" y="67342"/>
                          <a:pt x="927100" y="69850"/>
                        </a:cubicBezTo>
                        <a:cubicBezTo>
                          <a:pt x="907866" y="75620"/>
                          <a:pt x="889000" y="82550"/>
                          <a:pt x="869950" y="88900"/>
                        </a:cubicBezTo>
                        <a:cubicBezTo>
                          <a:pt x="860970" y="91893"/>
                          <a:pt x="853339" y="98084"/>
                          <a:pt x="844550" y="101600"/>
                        </a:cubicBezTo>
                        <a:cubicBezTo>
                          <a:pt x="832121" y="106572"/>
                          <a:pt x="819150" y="110067"/>
                          <a:pt x="806450" y="114300"/>
                        </a:cubicBezTo>
                        <a:cubicBezTo>
                          <a:pt x="779121" y="123410"/>
                          <a:pt x="793894" y="119027"/>
                          <a:pt x="762000" y="127000"/>
                        </a:cubicBezTo>
                        <a:cubicBezTo>
                          <a:pt x="731777" y="147149"/>
                          <a:pt x="754827" y="134867"/>
                          <a:pt x="717550" y="146050"/>
                        </a:cubicBezTo>
                        <a:cubicBezTo>
                          <a:pt x="704728" y="149897"/>
                          <a:pt x="692437" y="155503"/>
                          <a:pt x="679450" y="158750"/>
                        </a:cubicBezTo>
                        <a:lnTo>
                          <a:pt x="628650" y="171450"/>
                        </a:lnTo>
                        <a:cubicBezTo>
                          <a:pt x="620183" y="173567"/>
                          <a:pt x="611529" y="175040"/>
                          <a:pt x="603250" y="177800"/>
                        </a:cubicBezTo>
                        <a:lnTo>
                          <a:pt x="584200" y="184150"/>
                        </a:lnTo>
                        <a:cubicBezTo>
                          <a:pt x="577850" y="188383"/>
                          <a:pt x="572124" y="193750"/>
                          <a:pt x="565150" y="196850"/>
                        </a:cubicBezTo>
                        <a:cubicBezTo>
                          <a:pt x="532119" y="211530"/>
                          <a:pt x="518760" y="210734"/>
                          <a:pt x="482600" y="215900"/>
                        </a:cubicBezTo>
                        <a:cubicBezTo>
                          <a:pt x="472017" y="220133"/>
                          <a:pt x="461562" y="224705"/>
                          <a:pt x="450850" y="228600"/>
                        </a:cubicBezTo>
                        <a:cubicBezTo>
                          <a:pt x="438269" y="233175"/>
                          <a:pt x="424724" y="235313"/>
                          <a:pt x="412750" y="241300"/>
                        </a:cubicBezTo>
                        <a:cubicBezTo>
                          <a:pt x="355963" y="269693"/>
                          <a:pt x="379911" y="260713"/>
                          <a:pt x="342900" y="273050"/>
                        </a:cubicBezTo>
                        <a:cubicBezTo>
                          <a:pt x="336550" y="277283"/>
                          <a:pt x="330676" y="282337"/>
                          <a:pt x="323850" y="285750"/>
                        </a:cubicBezTo>
                        <a:cubicBezTo>
                          <a:pt x="317863" y="288743"/>
                          <a:pt x="310651" y="288849"/>
                          <a:pt x="304800" y="292100"/>
                        </a:cubicBezTo>
                        <a:lnTo>
                          <a:pt x="247650" y="330200"/>
                        </a:lnTo>
                        <a:cubicBezTo>
                          <a:pt x="240388" y="335041"/>
                          <a:pt x="230717" y="334433"/>
                          <a:pt x="222250" y="336550"/>
                        </a:cubicBezTo>
                        <a:cubicBezTo>
                          <a:pt x="208206" y="350594"/>
                          <a:pt x="201831" y="359459"/>
                          <a:pt x="184150" y="368300"/>
                        </a:cubicBezTo>
                        <a:cubicBezTo>
                          <a:pt x="178163" y="371293"/>
                          <a:pt x="171450" y="372533"/>
                          <a:pt x="165100" y="374650"/>
                        </a:cubicBezTo>
                        <a:cubicBezTo>
                          <a:pt x="158750" y="381000"/>
                          <a:pt x="151799" y="386801"/>
                          <a:pt x="146050" y="393700"/>
                        </a:cubicBezTo>
                        <a:cubicBezTo>
                          <a:pt x="141164" y="399563"/>
                          <a:pt x="139822" y="408705"/>
                          <a:pt x="133350" y="412750"/>
                        </a:cubicBezTo>
                        <a:cubicBezTo>
                          <a:pt x="121998" y="419845"/>
                          <a:pt x="95250" y="425450"/>
                          <a:pt x="95250" y="425450"/>
                        </a:cubicBezTo>
                        <a:cubicBezTo>
                          <a:pt x="88900" y="429683"/>
                          <a:pt x="81596" y="432754"/>
                          <a:pt x="76200" y="438150"/>
                        </a:cubicBezTo>
                        <a:cubicBezTo>
                          <a:pt x="70804" y="443546"/>
                          <a:pt x="69459" y="452432"/>
                          <a:pt x="63500" y="457200"/>
                        </a:cubicBezTo>
                        <a:cubicBezTo>
                          <a:pt x="58273" y="461381"/>
                          <a:pt x="50800" y="461433"/>
                          <a:pt x="44450" y="463550"/>
                        </a:cubicBezTo>
                        <a:cubicBezTo>
                          <a:pt x="25879" y="491406"/>
                          <a:pt x="39382" y="482600"/>
                          <a:pt x="0" y="4826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3" name="Freeform 1412"/>
                  <p:cNvSpPr/>
                  <p:nvPr/>
                </p:nvSpPr>
                <p:spPr>
                  <a:xfrm>
                    <a:off x="6055923" y="4979749"/>
                    <a:ext cx="1282869" cy="299892"/>
                  </a:xfrm>
                  <a:custGeom>
                    <a:avLst/>
                    <a:gdLst>
                      <a:gd name="connsiteX0" fmla="*/ 0 w 1955800"/>
                      <a:gd name="connsiteY0" fmla="*/ 158750 h 457200"/>
                      <a:gd name="connsiteX1" fmla="*/ 25400 w 1955800"/>
                      <a:gd name="connsiteY1" fmla="*/ 127000 h 457200"/>
                      <a:gd name="connsiteX2" fmla="*/ 38100 w 1955800"/>
                      <a:gd name="connsiteY2" fmla="*/ 107950 h 457200"/>
                      <a:gd name="connsiteX3" fmla="*/ 57150 w 1955800"/>
                      <a:gd name="connsiteY3" fmla="*/ 101600 h 457200"/>
                      <a:gd name="connsiteX4" fmla="*/ 76200 w 1955800"/>
                      <a:gd name="connsiteY4" fmla="*/ 82550 h 457200"/>
                      <a:gd name="connsiteX5" fmla="*/ 114300 w 1955800"/>
                      <a:gd name="connsiteY5" fmla="*/ 69850 h 457200"/>
                      <a:gd name="connsiteX6" fmla="*/ 158750 w 1955800"/>
                      <a:gd name="connsiteY6" fmla="*/ 57150 h 457200"/>
                      <a:gd name="connsiteX7" fmla="*/ 196850 w 1955800"/>
                      <a:gd name="connsiteY7" fmla="*/ 50800 h 457200"/>
                      <a:gd name="connsiteX8" fmla="*/ 254000 w 1955800"/>
                      <a:gd name="connsiteY8" fmla="*/ 31750 h 457200"/>
                      <a:gd name="connsiteX9" fmla="*/ 273050 w 1955800"/>
                      <a:gd name="connsiteY9" fmla="*/ 25400 h 457200"/>
                      <a:gd name="connsiteX10" fmla="*/ 292100 w 1955800"/>
                      <a:gd name="connsiteY10" fmla="*/ 19050 h 457200"/>
                      <a:gd name="connsiteX11" fmla="*/ 311150 w 1955800"/>
                      <a:gd name="connsiteY11" fmla="*/ 6350 h 457200"/>
                      <a:gd name="connsiteX12" fmla="*/ 336550 w 1955800"/>
                      <a:gd name="connsiteY12" fmla="*/ 0 h 457200"/>
                      <a:gd name="connsiteX13" fmla="*/ 609600 w 1955800"/>
                      <a:gd name="connsiteY13" fmla="*/ 6350 h 457200"/>
                      <a:gd name="connsiteX14" fmla="*/ 666750 w 1955800"/>
                      <a:gd name="connsiteY14" fmla="*/ 12700 h 457200"/>
                      <a:gd name="connsiteX15" fmla="*/ 704850 w 1955800"/>
                      <a:gd name="connsiteY15" fmla="*/ 19050 h 457200"/>
                      <a:gd name="connsiteX16" fmla="*/ 755650 w 1955800"/>
                      <a:gd name="connsiteY16" fmla="*/ 25400 h 457200"/>
                      <a:gd name="connsiteX17" fmla="*/ 793750 w 1955800"/>
                      <a:gd name="connsiteY17" fmla="*/ 38100 h 457200"/>
                      <a:gd name="connsiteX18" fmla="*/ 812800 w 1955800"/>
                      <a:gd name="connsiteY18" fmla="*/ 44450 h 457200"/>
                      <a:gd name="connsiteX19" fmla="*/ 831850 w 1955800"/>
                      <a:gd name="connsiteY19" fmla="*/ 57150 h 457200"/>
                      <a:gd name="connsiteX20" fmla="*/ 869950 w 1955800"/>
                      <a:gd name="connsiteY20" fmla="*/ 69850 h 457200"/>
                      <a:gd name="connsiteX21" fmla="*/ 914400 w 1955800"/>
                      <a:gd name="connsiteY21" fmla="*/ 88900 h 457200"/>
                      <a:gd name="connsiteX22" fmla="*/ 933450 w 1955800"/>
                      <a:gd name="connsiteY22" fmla="*/ 101600 h 457200"/>
                      <a:gd name="connsiteX23" fmla="*/ 952500 w 1955800"/>
                      <a:gd name="connsiteY23" fmla="*/ 107950 h 457200"/>
                      <a:gd name="connsiteX24" fmla="*/ 971550 w 1955800"/>
                      <a:gd name="connsiteY24" fmla="*/ 120650 h 457200"/>
                      <a:gd name="connsiteX25" fmla="*/ 1009650 w 1955800"/>
                      <a:gd name="connsiteY25" fmla="*/ 127000 h 457200"/>
                      <a:gd name="connsiteX26" fmla="*/ 1028700 w 1955800"/>
                      <a:gd name="connsiteY26" fmla="*/ 133350 h 457200"/>
                      <a:gd name="connsiteX27" fmla="*/ 1054100 w 1955800"/>
                      <a:gd name="connsiteY27" fmla="*/ 139700 h 457200"/>
                      <a:gd name="connsiteX28" fmla="*/ 1092200 w 1955800"/>
                      <a:gd name="connsiteY28" fmla="*/ 152400 h 457200"/>
                      <a:gd name="connsiteX29" fmla="*/ 1187450 w 1955800"/>
                      <a:gd name="connsiteY29" fmla="*/ 184150 h 457200"/>
                      <a:gd name="connsiteX30" fmla="*/ 1231900 w 1955800"/>
                      <a:gd name="connsiteY30" fmla="*/ 190500 h 457200"/>
                      <a:gd name="connsiteX31" fmla="*/ 1314450 w 1955800"/>
                      <a:gd name="connsiteY31" fmla="*/ 209550 h 457200"/>
                      <a:gd name="connsiteX32" fmla="*/ 1333500 w 1955800"/>
                      <a:gd name="connsiteY32" fmla="*/ 222250 h 457200"/>
                      <a:gd name="connsiteX33" fmla="*/ 1403350 w 1955800"/>
                      <a:gd name="connsiteY33" fmla="*/ 241300 h 457200"/>
                      <a:gd name="connsiteX34" fmla="*/ 1422400 w 1955800"/>
                      <a:gd name="connsiteY34" fmla="*/ 254000 h 457200"/>
                      <a:gd name="connsiteX35" fmla="*/ 1441450 w 1955800"/>
                      <a:gd name="connsiteY35" fmla="*/ 260350 h 457200"/>
                      <a:gd name="connsiteX36" fmla="*/ 1485900 w 1955800"/>
                      <a:gd name="connsiteY36" fmla="*/ 292100 h 457200"/>
                      <a:gd name="connsiteX37" fmla="*/ 1504950 w 1955800"/>
                      <a:gd name="connsiteY37" fmla="*/ 304800 h 457200"/>
                      <a:gd name="connsiteX38" fmla="*/ 1530350 w 1955800"/>
                      <a:gd name="connsiteY38" fmla="*/ 311150 h 457200"/>
                      <a:gd name="connsiteX39" fmla="*/ 1587500 w 1955800"/>
                      <a:gd name="connsiteY39" fmla="*/ 330200 h 457200"/>
                      <a:gd name="connsiteX40" fmla="*/ 1606550 w 1955800"/>
                      <a:gd name="connsiteY40" fmla="*/ 336550 h 457200"/>
                      <a:gd name="connsiteX41" fmla="*/ 1625600 w 1955800"/>
                      <a:gd name="connsiteY41" fmla="*/ 342900 h 457200"/>
                      <a:gd name="connsiteX42" fmla="*/ 1644650 w 1955800"/>
                      <a:gd name="connsiteY42" fmla="*/ 355600 h 457200"/>
                      <a:gd name="connsiteX43" fmla="*/ 1682750 w 1955800"/>
                      <a:gd name="connsiteY43" fmla="*/ 368300 h 457200"/>
                      <a:gd name="connsiteX44" fmla="*/ 1720850 w 1955800"/>
                      <a:gd name="connsiteY44" fmla="*/ 381000 h 457200"/>
                      <a:gd name="connsiteX45" fmla="*/ 1809750 w 1955800"/>
                      <a:gd name="connsiteY45" fmla="*/ 387350 h 457200"/>
                      <a:gd name="connsiteX46" fmla="*/ 1828800 w 1955800"/>
                      <a:gd name="connsiteY46" fmla="*/ 393700 h 457200"/>
                      <a:gd name="connsiteX47" fmla="*/ 1847850 w 1955800"/>
                      <a:gd name="connsiteY47" fmla="*/ 406400 h 457200"/>
                      <a:gd name="connsiteX48" fmla="*/ 1885950 w 1955800"/>
                      <a:gd name="connsiteY48" fmla="*/ 419100 h 457200"/>
                      <a:gd name="connsiteX49" fmla="*/ 1924050 w 1955800"/>
                      <a:gd name="connsiteY49" fmla="*/ 438150 h 457200"/>
                      <a:gd name="connsiteX50" fmla="*/ 1943100 w 1955800"/>
                      <a:gd name="connsiteY50" fmla="*/ 450850 h 457200"/>
                      <a:gd name="connsiteX51" fmla="*/ 1955800 w 1955800"/>
                      <a:gd name="connsiteY5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55800" h="457200">
                        <a:moveTo>
                          <a:pt x="0" y="158750"/>
                        </a:moveTo>
                        <a:cubicBezTo>
                          <a:pt x="8467" y="148167"/>
                          <a:pt x="17268" y="137843"/>
                          <a:pt x="25400" y="127000"/>
                        </a:cubicBezTo>
                        <a:cubicBezTo>
                          <a:pt x="29979" y="120895"/>
                          <a:pt x="32141" y="112718"/>
                          <a:pt x="38100" y="107950"/>
                        </a:cubicBezTo>
                        <a:cubicBezTo>
                          <a:pt x="43327" y="103769"/>
                          <a:pt x="50800" y="103717"/>
                          <a:pt x="57150" y="101600"/>
                        </a:cubicBezTo>
                        <a:cubicBezTo>
                          <a:pt x="63500" y="95250"/>
                          <a:pt x="68350" y="86911"/>
                          <a:pt x="76200" y="82550"/>
                        </a:cubicBezTo>
                        <a:cubicBezTo>
                          <a:pt x="87902" y="76049"/>
                          <a:pt x="101600" y="74083"/>
                          <a:pt x="114300" y="69850"/>
                        </a:cubicBezTo>
                        <a:cubicBezTo>
                          <a:pt x="132456" y="63798"/>
                          <a:pt x="138816" y="61137"/>
                          <a:pt x="158750" y="57150"/>
                        </a:cubicBezTo>
                        <a:cubicBezTo>
                          <a:pt x="171375" y="54625"/>
                          <a:pt x="184150" y="52917"/>
                          <a:pt x="196850" y="50800"/>
                        </a:cubicBezTo>
                        <a:lnTo>
                          <a:pt x="254000" y="31750"/>
                        </a:lnTo>
                        <a:lnTo>
                          <a:pt x="273050" y="25400"/>
                        </a:lnTo>
                        <a:lnTo>
                          <a:pt x="292100" y="19050"/>
                        </a:lnTo>
                        <a:cubicBezTo>
                          <a:pt x="298450" y="14817"/>
                          <a:pt x="304135" y="9356"/>
                          <a:pt x="311150" y="6350"/>
                        </a:cubicBezTo>
                        <a:cubicBezTo>
                          <a:pt x="319172" y="2912"/>
                          <a:pt x="327823" y="0"/>
                          <a:pt x="336550" y="0"/>
                        </a:cubicBezTo>
                        <a:cubicBezTo>
                          <a:pt x="427591" y="0"/>
                          <a:pt x="518583" y="4233"/>
                          <a:pt x="609600" y="6350"/>
                        </a:cubicBezTo>
                        <a:cubicBezTo>
                          <a:pt x="628650" y="8467"/>
                          <a:pt x="647751" y="10167"/>
                          <a:pt x="666750" y="12700"/>
                        </a:cubicBezTo>
                        <a:cubicBezTo>
                          <a:pt x="679512" y="14402"/>
                          <a:pt x="692104" y="17229"/>
                          <a:pt x="704850" y="19050"/>
                        </a:cubicBezTo>
                        <a:cubicBezTo>
                          <a:pt x="721744" y="21463"/>
                          <a:pt x="738717" y="23283"/>
                          <a:pt x="755650" y="25400"/>
                        </a:cubicBezTo>
                        <a:lnTo>
                          <a:pt x="793750" y="38100"/>
                        </a:lnTo>
                        <a:lnTo>
                          <a:pt x="812800" y="44450"/>
                        </a:lnTo>
                        <a:cubicBezTo>
                          <a:pt x="819150" y="48683"/>
                          <a:pt x="824876" y="54050"/>
                          <a:pt x="831850" y="57150"/>
                        </a:cubicBezTo>
                        <a:cubicBezTo>
                          <a:pt x="844083" y="62587"/>
                          <a:pt x="869950" y="69850"/>
                          <a:pt x="869950" y="69850"/>
                        </a:cubicBezTo>
                        <a:cubicBezTo>
                          <a:pt x="917776" y="101734"/>
                          <a:pt x="856993" y="64297"/>
                          <a:pt x="914400" y="88900"/>
                        </a:cubicBezTo>
                        <a:cubicBezTo>
                          <a:pt x="921415" y="91906"/>
                          <a:pt x="926624" y="98187"/>
                          <a:pt x="933450" y="101600"/>
                        </a:cubicBezTo>
                        <a:cubicBezTo>
                          <a:pt x="939437" y="104593"/>
                          <a:pt x="946150" y="105833"/>
                          <a:pt x="952500" y="107950"/>
                        </a:cubicBezTo>
                        <a:cubicBezTo>
                          <a:pt x="958850" y="112183"/>
                          <a:pt x="964310" y="118237"/>
                          <a:pt x="971550" y="120650"/>
                        </a:cubicBezTo>
                        <a:cubicBezTo>
                          <a:pt x="983764" y="124721"/>
                          <a:pt x="997081" y="124207"/>
                          <a:pt x="1009650" y="127000"/>
                        </a:cubicBezTo>
                        <a:cubicBezTo>
                          <a:pt x="1016184" y="128452"/>
                          <a:pt x="1022264" y="131511"/>
                          <a:pt x="1028700" y="133350"/>
                        </a:cubicBezTo>
                        <a:cubicBezTo>
                          <a:pt x="1037091" y="135748"/>
                          <a:pt x="1045741" y="137192"/>
                          <a:pt x="1054100" y="139700"/>
                        </a:cubicBezTo>
                        <a:cubicBezTo>
                          <a:pt x="1066922" y="143547"/>
                          <a:pt x="1079500" y="148167"/>
                          <a:pt x="1092200" y="152400"/>
                        </a:cubicBezTo>
                        <a:lnTo>
                          <a:pt x="1187450" y="184150"/>
                        </a:lnTo>
                        <a:cubicBezTo>
                          <a:pt x="1201649" y="188883"/>
                          <a:pt x="1217083" y="188383"/>
                          <a:pt x="1231900" y="190500"/>
                        </a:cubicBezTo>
                        <a:cubicBezTo>
                          <a:pt x="1284199" y="207933"/>
                          <a:pt x="1256748" y="201307"/>
                          <a:pt x="1314450" y="209550"/>
                        </a:cubicBezTo>
                        <a:cubicBezTo>
                          <a:pt x="1320800" y="213783"/>
                          <a:pt x="1326526" y="219150"/>
                          <a:pt x="1333500" y="222250"/>
                        </a:cubicBezTo>
                        <a:cubicBezTo>
                          <a:pt x="1359867" y="233969"/>
                          <a:pt x="1376188" y="235868"/>
                          <a:pt x="1403350" y="241300"/>
                        </a:cubicBezTo>
                        <a:cubicBezTo>
                          <a:pt x="1409700" y="245533"/>
                          <a:pt x="1415574" y="250587"/>
                          <a:pt x="1422400" y="254000"/>
                        </a:cubicBezTo>
                        <a:cubicBezTo>
                          <a:pt x="1428387" y="256993"/>
                          <a:pt x="1436003" y="256459"/>
                          <a:pt x="1441450" y="260350"/>
                        </a:cubicBezTo>
                        <a:cubicBezTo>
                          <a:pt x="1494183" y="298016"/>
                          <a:pt x="1442857" y="277752"/>
                          <a:pt x="1485900" y="292100"/>
                        </a:cubicBezTo>
                        <a:cubicBezTo>
                          <a:pt x="1492250" y="296333"/>
                          <a:pt x="1497935" y="301794"/>
                          <a:pt x="1504950" y="304800"/>
                        </a:cubicBezTo>
                        <a:cubicBezTo>
                          <a:pt x="1512972" y="308238"/>
                          <a:pt x="1521991" y="308642"/>
                          <a:pt x="1530350" y="311150"/>
                        </a:cubicBezTo>
                        <a:cubicBezTo>
                          <a:pt x="1549584" y="316920"/>
                          <a:pt x="1568450" y="323850"/>
                          <a:pt x="1587500" y="330200"/>
                        </a:cubicBezTo>
                        <a:lnTo>
                          <a:pt x="1606550" y="336550"/>
                        </a:lnTo>
                        <a:lnTo>
                          <a:pt x="1625600" y="342900"/>
                        </a:lnTo>
                        <a:cubicBezTo>
                          <a:pt x="1631950" y="347133"/>
                          <a:pt x="1637676" y="352500"/>
                          <a:pt x="1644650" y="355600"/>
                        </a:cubicBezTo>
                        <a:cubicBezTo>
                          <a:pt x="1656883" y="361037"/>
                          <a:pt x="1670050" y="364067"/>
                          <a:pt x="1682750" y="368300"/>
                        </a:cubicBezTo>
                        <a:lnTo>
                          <a:pt x="1720850" y="381000"/>
                        </a:lnTo>
                        <a:cubicBezTo>
                          <a:pt x="1749034" y="390395"/>
                          <a:pt x="1780117" y="385233"/>
                          <a:pt x="1809750" y="387350"/>
                        </a:cubicBezTo>
                        <a:cubicBezTo>
                          <a:pt x="1816100" y="389467"/>
                          <a:pt x="1822813" y="390707"/>
                          <a:pt x="1828800" y="393700"/>
                        </a:cubicBezTo>
                        <a:cubicBezTo>
                          <a:pt x="1835626" y="397113"/>
                          <a:pt x="1840876" y="403300"/>
                          <a:pt x="1847850" y="406400"/>
                        </a:cubicBezTo>
                        <a:cubicBezTo>
                          <a:pt x="1860083" y="411837"/>
                          <a:pt x="1885950" y="419100"/>
                          <a:pt x="1885950" y="419100"/>
                        </a:cubicBezTo>
                        <a:cubicBezTo>
                          <a:pt x="1940545" y="455496"/>
                          <a:pt x="1871470" y="411860"/>
                          <a:pt x="1924050" y="438150"/>
                        </a:cubicBezTo>
                        <a:cubicBezTo>
                          <a:pt x="1930876" y="441563"/>
                          <a:pt x="1936556" y="446923"/>
                          <a:pt x="1943100" y="450850"/>
                        </a:cubicBezTo>
                        <a:cubicBezTo>
                          <a:pt x="1947159" y="453285"/>
                          <a:pt x="1951567" y="455083"/>
                          <a:pt x="1955800" y="4572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4" name="Freeform 1413"/>
                  <p:cNvSpPr/>
                  <p:nvPr/>
                </p:nvSpPr>
                <p:spPr>
                  <a:xfrm>
                    <a:off x="5168744" y="2509812"/>
                    <a:ext cx="391528" cy="2299166"/>
                  </a:xfrm>
                  <a:custGeom>
                    <a:avLst/>
                    <a:gdLst>
                      <a:gd name="connsiteX0" fmla="*/ 0 w 596905"/>
                      <a:gd name="connsiteY0" fmla="*/ 0 h 3505200"/>
                      <a:gd name="connsiteX1" fmla="*/ 19050 w 596905"/>
                      <a:gd name="connsiteY1" fmla="*/ 31750 h 3505200"/>
                      <a:gd name="connsiteX2" fmla="*/ 31750 w 596905"/>
                      <a:gd name="connsiteY2" fmla="*/ 50800 h 3505200"/>
                      <a:gd name="connsiteX3" fmla="*/ 69850 w 596905"/>
                      <a:gd name="connsiteY3" fmla="*/ 63500 h 3505200"/>
                      <a:gd name="connsiteX4" fmla="*/ 101600 w 596905"/>
                      <a:gd name="connsiteY4" fmla="*/ 95250 h 3505200"/>
                      <a:gd name="connsiteX5" fmla="*/ 120650 w 596905"/>
                      <a:gd name="connsiteY5" fmla="*/ 114300 h 3505200"/>
                      <a:gd name="connsiteX6" fmla="*/ 158750 w 596905"/>
                      <a:gd name="connsiteY6" fmla="*/ 139700 h 3505200"/>
                      <a:gd name="connsiteX7" fmla="*/ 184150 w 596905"/>
                      <a:gd name="connsiteY7" fmla="*/ 177800 h 3505200"/>
                      <a:gd name="connsiteX8" fmla="*/ 209550 w 596905"/>
                      <a:gd name="connsiteY8" fmla="*/ 209550 h 3505200"/>
                      <a:gd name="connsiteX9" fmla="*/ 241300 w 596905"/>
                      <a:gd name="connsiteY9" fmla="*/ 241300 h 3505200"/>
                      <a:gd name="connsiteX10" fmla="*/ 279400 w 596905"/>
                      <a:gd name="connsiteY10" fmla="*/ 266700 h 3505200"/>
                      <a:gd name="connsiteX11" fmla="*/ 304800 w 596905"/>
                      <a:gd name="connsiteY11" fmla="*/ 292100 h 3505200"/>
                      <a:gd name="connsiteX12" fmla="*/ 311150 w 596905"/>
                      <a:gd name="connsiteY12" fmla="*/ 311150 h 3505200"/>
                      <a:gd name="connsiteX13" fmla="*/ 330200 w 596905"/>
                      <a:gd name="connsiteY13" fmla="*/ 323850 h 3505200"/>
                      <a:gd name="connsiteX14" fmla="*/ 336550 w 596905"/>
                      <a:gd name="connsiteY14" fmla="*/ 342900 h 3505200"/>
                      <a:gd name="connsiteX15" fmla="*/ 349250 w 596905"/>
                      <a:gd name="connsiteY15" fmla="*/ 361950 h 3505200"/>
                      <a:gd name="connsiteX16" fmla="*/ 355600 w 596905"/>
                      <a:gd name="connsiteY16" fmla="*/ 387350 h 3505200"/>
                      <a:gd name="connsiteX17" fmla="*/ 361950 w 596905"/>
                      <a:gd name="connsiteY17" fmla="*/ 488950 h 3505200"/>
                      <a:gd name="connsiteX18" fmla="*/ 381000 w 596905"/>
                      <a:gd name="connsiteY18" fmla="*/ 546100 h 3505200"/>
                      <a:gd name="connsiteX19" fmla="*/ 393700 w 596905"/>
                      <a:gd name="connsiteY19" fmla="*/ 628650 h 3505200"/>
                      <a:gd name="connsiteX20" fmla="*/ 406400 w 596905"/>
                      <a:gd name="connsiteY20" fmla="*/ 698500 h 3505200"/>
                      <a:gd name="connsiteX21" fmla="*/ 419100 w 596905"/>
                      <a:gd name="connsiteY21" fmla="*/ 717550 h 3505200"/>
                      <a:gd name="connsiteX22" fmla="*/ 425450 w 596905"/>
                      <a:gd name="connsiteY22" fmla="*/ 742950 h 3505200"/>
                      <a:gd name="connsiteX23" fmla="*/ 438150 w 596905"/>
                      <a:gd name="connsiteY23" fmla="*/ 762000 h 3505200"/>
                      <a:gd name="connsiteX24" fmla="*/ 450850 w 596905"/>
                      <a:gd name="connsiteY24" fmla="*/ 825500 h 3505200"/>
                      <a:gd name="connsiteX25" fmla="*/ 463550 w 596905"/>
                      <a:gd name="connsiteY25" fmla="*/ 990600 h 3505200"/>
                      <a:gd name="connsiteX26" fmla="*/ 469900 w 596905"/>
                      <a:gd name="connsiteY26" fmla="*/ 1016000 h 3505200"/>
                      <a:gd name="connsiteX27" fmla="*/ 476250 w 596905"/>
                      <a:gd name="connsiteY27" fmla="*/ 1066800 h 3505200"/>
                      <a:gd name="connsiteX28" fmla="*/ 488950 w 596905"/>
                      <a:gd name="connsiteY28" fmla="*/ 1130300 h 3505200"/>
                      <a:gd name="connsiteX29" fmla="*/ 495300 w 596905"/>
                      <a:gd name="connsiteY29" fmla="*/ 1155700 h 3505200"/>
                      <a:gd name="connsiteX30" fmla="*/ 508000 w 596905"/>
                      <a:gd name="connsiteY30" fmla="*/ 1174750 h 3505200"/>
                      <a:gd name="connsiteX31" fmla="*/ 527050 w 596905"/>
                      <a:gd name="connsiteY31" fmla="*/ 1219200 h 3505200"/>
                      <a:gd name="connsiteX32" fmla="*/ 546100 w 596905"/>
                      <a:gd name="connsiteY32" fmla="*/ 1289050 h 3505200"/>
                      <a:gd name="connsiteX33" fmla="*/ 552450 w 596905"/>
                      <a:gd name="connsiteY33" fmla="*/ 1403350 h 3505200"/>
                      <a:gd name="connsiteX34" fmla="*/ 558800 w 596905"/>
                      <a:gd name="connsiteY34" fmla="*/ 1435100 h 3505200"/>
                      <a:gd name="connsiteX35" fmla="*/ 571500 w 596905"/>
                      <a:gd name="connsiteY35" fmla="*/ 1549400 h 3505200"/>
                      <a:gd name="connsiteX36" fmla="*/ 577850 w 596905"/>
                      <a:gd name="connsiteY36" fmla="*/ 1663700 h 3505200"/>
                      <a:gd name="connsiteX37" fmla="*/ 584200 w 596905"/>
                      <a:gd name="connsiteY37" fmla="*/ 1765300 h 3505200"/>
                      <a:gd name="connsiteX38" fmla="*/ 577850 w 596905"/>
                      <a:gd name="connsiteY38" fmla="*/ 1993900 h 3505200"/>
                      <a:gd name="connsiteX39" fmla="*/ 584200 w 596905"/>
                      <a:gd name="connsiteY39" fmla="*/ 2101850 h 3505200"/>
                      <a:gd name="connsiteX40" fmla="*/ 590550 w 596905"/>
                      <a:gd name="connsiteY40" fmla="*/ 2324100 h 3505200"/>
                      <a:gd name="connsiteX41" fmla="*/ 584200 w 596905"/>
                      <a:gd name="connsiteY41" fmla="*/ 2781300 h 3505200"/>
                      <a:gd name="connsiteX42" fmla="*/ 577850 w 596905"/>
                      <a:gd name="connsiteY42" fmla="*/ 2870200 h 3505200"/>
                      <a:gd name="connsiteX43" fmla="*/ 571500 w 596905"/>
                      <a:gd name="connsiteY43" fmla="*/ 3086100 h 3505200"/>
                      <a:gd name="connsiteX44" fmla="*/ 558800 w 596905"/>
                      <a:gd name="connsiteY44" fmla="*/ 3136900 h 3505200"/>
                      <a:gd name="connsiteX45" fmla="*/ 565150 w 596905"/>
                      <a:gd name="connsiteY45" fmla="*/ 3321050 h 3505200"/>
                      <a:gd name="connsiteX46" fmla="*/ 571500 w 596905"/>
                      <a:gd name="connsiteY46" fmla="*/ 3340100 h 3505200"/>
                      <a:gd name="connsiteX47" fmla="*/ 577850 w 596905"/>
                      <a:gd name="connsiteY47" fmla="*/ 3429000 h 3505200"/>
                      <a:gd name="connsiteX48" fmla="*/ 584200 w 596905"/>
                      <a:gd name="connsiteY48" fmla="*/ 3460750 h 3505200"/>
                      <a:gd name="connsiteX49" fmla="*/ 596900 w 596905"/>
                      <a:gd name="connsiteY49" fmla="*/ 3505200 h 350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96905" h="3505200">
                        <a:moveTo>
                          <a:pt x="0" y="0"/>
                        </a:moveTo>
                        <a:cubicBezTo>
                          <a:pt x="6350" y="10583"/>
                          <a:pt x="12509" y="21284"/>
                          <a:pt x="19050" y="31750"/>
                        </a:cubicBezTo>
                        <a:cubicBezTo>
                          <a:pt x="23095" y="38222"/>
                          <a:pt x="25278" y="46755"/>
                          <a:pt x="31750" y="50800"/>
                        </a:cubicBezTo>
                        <a:cubicBezTo>
                          <a:pt x="43102" y="57895"/>
                          <a:pt x="69850" y="63500"/>
                          <a:pt x="69850" y="63500"/>
                        </a:cubicBezTo>
                        <a:cubicBezTo>
                          <a:pt x="93133" y="98425"/>
                          <a:pt x="69850" y="68792"/>
                          <a:pt x="101600" y="95250"/>
                        </a:cubicBezTo>
                        <a:cubicBezTo>
                          <a:pt x="108499" y="100999"/>
                          <a:pt x="113561" y="108787"/>
                          <a:pt x="120650" y="114300"/>
                        </a:cubicBezTo>
                        <a:cubicBezTo>
                          <a:pt x="132698" y="123671"/>
                          <a:pt x="158750" y="139700"/>
                          <a:pt x="158750" y="139700"/>
                        </a:cubicBezTo>
                        <a:cubicBezTo>
                          <a:pt x="173849" y="184996"/>
                          <a:pt x="152439" y="130234"/>
                          <a:pt x="184150" y="177800"/>
                        </a:cubicBezTo>
                        <a:cubicBezTo>
                          <a:pt x="208687" y="214606"/>
                          <a:pt x="166945" y="181147"/>
                          <a:pt x="209550" y="209550"/>
                        </a:cubicBezTo>
                        <a:cubicBezTo>
                          <a:pt x="232833" y="244475"/>
                          <a:pt x="209550" y="214842"/>
                          <a:pt x="241300" y="241300"/>
                        </a:cubicBezTo>
                        <a:cubicBezTo>
                          <a:pt x="273011" y="267726"/>
                          <a:pt x="245922" y="255541"/>
                          <a:pt x="279400" y="266700"/>
                        </a:cubicBezTo>
                        <a:cubicBezTo>
                          <a:pt x="296333" y="317500"/>
                          <a:pt x="270933" y="258233"/>
                          <a:pt x="304800" y="292100"/>
                        </a:cubicBezTo>
                        <a:cubicBezTo>
                          <a:pt x="309533" y="296833"/>
                          <a:pt x="306969" y="305923"/>
                          <a:pt x="311150" y="311150"/>
                        </a:cubicBezTo>
                        <a:cubicBezTo>
                          <a:pt x="315918" y="317109"/>
                          <a:pt x="323850" y="319617"/>
                          <a:pt x="330200" y="323850"/>
                        </a:cubicBezTo>
                        <a:cubicBezTo>
                          <a:pt x="332317" y="330200"/>
                          <a:pt x="333557" y="336913"/>
                          <a:pt x="336550" y="342900"/>
                        </a:cubicBezTo>
                        <a:cubicBezTo>
                          <a:pt x="339963" y="349726"/>
                          <a:pt x="346244" y="354935"/>
                          <a:pt x="349250" y="361950"/>
                        </a:cubicBezTo>
                        <a:cubicBezTo>
                          <a:pt x="352688" y="369972"/>
                          <a:pt x="353483" y="378883"/>
                          <a:pt x="355600" y="387350"/>
                        </a:cubicBezTo>
                        <a:cubicBezTo>
                          <a:pt x="357717" y="421217"/>
                          <a:pt x="357365" y="455328"/>
                          <a:pt x="361950" y="488950"/>
                        </a:cubicBezTo>
                        <a:cubicBezTo>
                          <a:pt x="376238" y="593725"/>
                          <a:pt x="370681" y="484187"/>
                          <a:pt x="381000" y="546100"/>
                        </a:cubicBezTo>
                        <a:cubicBezTo>
                          <a:pt x="387468" y="584906"/>
                          <a:pt x="388253" y="587796"/>
                          <a:pt x="393700" y="628650"/>
                        </a:cubicBezTo>
                        <a:cubicBezTo>
                          <a:pt x="396088" y="646559"/>
                          <a:pt x="396533" y="678766"/>
                          <a:pt x="406400" y="698500"/>
                        </a:cubicBezTo>
                        <a:cubicBezTo>
                          <a:pt x="409813" y="705326"/>
                          <a:pt x="414867" y="711200"/>
                          <a:pt x="419100" y="717550"/>
                        </a:cubicBezTo>
                        <a:cubicBezTo>
                          <a:pt x="421217" y="726017"/>
                          <a:pt x="422012" y="734928"/>
                          <a:pt x="425450" y="742950"/>
                        </a:cubicBezTo>
                        <a:cubicBezTo>
                          <a:pt x="428456" y="749965"/>
                          <a:pt x="435906" y="754706"/>
                          <a:pt x="438150" y="762000"/>
                        </a:cubicBezTo>
                        <a:cubicBezTo>
                          <a:pt x="444498" y="782631"/>
                          <a:pt x="450850" y="825500"/>
                          <a:pt x="450850" y="825500"/>
                        </a:cubicBezTo>
                        <a:cubicBezTo>
                          <a:pt x="452892" y="856132"/>
                          <a:pt x="458627" y="953676"/>
                          <a:pt x="463550" y="990600"/>
                        </a:cubicBezTo>
                        <a:cubicBezTo>
                          <a:pt x="464703" y="999251"/>
                          <a:pt x="468465" y="1007392"/>
                          <a:pt x="469900" y="1016000"/>
                        </a:cubicBezTo>
                        <a:cubicBezTo>
                          <a:pt x="472705" y="1032833"/>
                          <a:pt x="473445" y="1049967"/>
                          <a:pt x="476250" y="1066800"/>
                        </a:cubicBezTo>
                        <a:cubicBezTo>
                          <a:pt x="479799" y="1088092"/>
                          <a:pt x="484717" y="1109133"/>
                          <a:pt x="488950" y="1130300"/>
                        </a:cubicBezTo>
                        <a:cubicBezTo>
                          <a:pt x="490662" y="1138858"/>
                          <a:pt x="491862" y="1147678"/>
                          <a:pt x="495300" y="1155700"/>
                        </a:cubicBezTo>
                        <a:cubicBezTo>
                          <a:pt x="498306" y="1162715"/>
                          <a:pt x="503767" y="1168400"/>
                          <a:pt x="508000" y="1174750"/>
                        </a:cubicBezTo>
                        <a:cubicBezTo>
                          <a:pt x="524798" y="1241941"/>
                          <a:pt x="501991" y="1162818"/>
                          <a:pt x="527050" y="1219200"/>
                        </a:cubicBezTo>
                        <a:cubicBezTo>
                          <a:pt x="538769" y="1245567"/>
                          <a:pt x="540668" y="1261888"/>
                          <a:pt x="546100" y="1289050"/>
                        </a:cubicBezTo>
                        <a:cubicBezTo>
                          <a:pt x="548217" y="1327150"/>
                          <a:pt x="549144" y="1365335"/>
                          <a:pt x="552450" y="1403350"/>
                        </a:cubicBezTo>
                        <a:cubicBezTo>
                          <a:pt x="553385" y="1414102"/>
                          <a:pt x="557026" y="1424454"/>
                          <a:pt x="558800" y="1435100"/>
                        </a:cubicBezTo>
                        <a:cubicBezTo>
                          <a:pt x="565289" y="1474035"/>
                          <a:pt x="568742" y="1509411"/>
                          <a:pt x="571500" y="1549400"/>
                        </a:cubicBezTo>
                        <a:cubicBezTo>
                          <a:pt x="574125" y="1587468"/>
                          <a:pt x="575609" y="1625607"/>
                          <a:pt x="577850" y="1663700"/>
                        </a:cubicBezTo>
                        <a:cubicBezTo>
                          <a:pt x="579843" y="1697574"/>
                          <a:pt x="582083" y="1731433"/>
                          <a:pt x="584200" y="1765300"/>
                        </a:cubicBezTo>
                        <a:cubicBezTo>
                          <a:pt x="582083" y="1841500"/>
                          <a:pt x="577850" y="1917671"/>
                          <a:pt x="577850" y="1993900"/>
                        </a:cubicBezTo>
                        <a:cubicBezTo>
                          <a:pt x="577850" y="2029946"/>
                          <a:pt x="582815" y="2065831"/>
                          <a:pt x="584200" y="2101850"/>
                        </a:cubicBezTo>
                        <a:cubicBezTo>
                          <a:pt x="587048" y="2175909"/>
                          <a:pt x="588433" y="2250017"/>
                          <a:pt x="590550" y="2324100"/>
                        </a:cubicBezTo>
                        <a:cubicBezTo>
                          <a:pt x="588433" y="2476500"/>
                          <a:pt x="587744" y="2628927"/>
                          <a:pt x="584200" y="2781300"/>
                        </a:cubicBezTo>
                        <a:cubicBezTo>
                          <a:pt x="583509" y="2811001"/>
                          <a:pt x="579087" y="2840517"/>
                          <a:pt x="577850" y="2870200"/>
                        </a:cubicBezTo>
                        <a:cubicBezTo>
                          <a:pt x="574853" y="2942135"/>
                          <a:pt x="576630" y="3014285"/>
                          <a:pt x="571500" y="3086100"/>
                        </a:cubicBezTo>
                        <a:cubicBezTo>
                          <a:pt x="570256" y="3103510"/>
                          <a:pt x="558800" y="3136900"/>
                          <a:pt x="558800" y="3136900"/>
                        </a:cubicBezTo>
                        <a:cubicBezTo>
                          <a:pt x="560917" y="3198283"/>
                          <a:pt x="561319" y="3259750"/>
                          <a:pt x="565150" y="3321050"/>
                        </a:cubicBezTo>
                        <a:cubicBezTo>
                          <a:pt x="565568" y="3327730"/>
                          <a:pt x="570718" y="3333452"/>
                          <a:pt x="571500" y="3340100"/>
                        </a:cubicBezTo>
                        <a:cubicBezTo>
                          <a:pt x="574971" y="3369605"/>
                          <a:pt x="574740" y="3399454"/>
                          <a:pt x="577850" y="3429000"/>
                        </a:cubicBezTo>
                        <a:cubicBezTo>
                          <a:pt x="578980" y="3439734"/>
                          <a:pt x="581360" y="3450337"/>
                          <a:pt x="584200" y="3460750"/>
                        </a:cubicBezTo>
                        <a:cubicBezTo>
                          <a:pt x="597569" y="3509771"/>
                          <a:pt x="596900" y="3484054"/>
                          <a:pt x="596900" y="35052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5" name="Freeform 1414"/>
                  <p:cNvSpPr/>
                  <p:nvPr/>
                </p:nvSpPr>
                <p:spPr>
                  <a:xfrm>
                    <a:off x="6918110" y="3092933"/>
                    <a:ext cx="745562" cy="1441144"/>
                  </a:xfrm>
                  <a:custGeom>
                    <a:avLst/>
                    <a:gdLst>
                      <a:gd name="connsiteX0" fmla="*/ 0 w 1136650"/>
                      <a:gd name="connsiteY0" fmla="*/ 0 h 2197100"/>
                      <a:gd name="connsiteX1" fmla="*/ 19050 w 1136650"/>
                      <a:gd name="connsiteY1" fmla="*/ 31750 h 2197100"/>
                      <a:gd name="connsiteX2" fmla="*/ 31750 w 1136650"/>
                      <a:gd name="connsiteY2" fmla="*/ 76200 h 2197100"/>
                      <a:gd name="connsiteX3" fmla="*/ 44450 w 1136650"/>
                      <a:gd name="connsiteY3" fmla="*/ 95250 h 2197100"/>
                      <a:gd name="connsiteX4" fmla="*/ 69850 w 1136650"/>
                      <a:gd name="connsiteY4" fmla="*/ 152400 h 2197100"/>
                      <a:gd name="connsiteX5" fmla="*/ 76200 w 1136650"/>
                      <a:gd name="connsiteY5" fmla="*/ 292100 h 2197100"/>
                      <a:gd name="connsiteX6" fmla="*/ 82550 w 1136650"/>
                      <a:gd name="connsiteY6" fmla="*/ 323850 h 2197100"/>
                      <a:gd name="connsiteX7" fmla="*/ 95250 w 1136650"/>
                      <a:gd name="connsiteY7" fmla="*/ 342900 h 2197100"/>
                      <a:gd name="connsiteX8" fmla="*/ 101600 w 1136650"/>
                      <a:gd name="connsiteY8" fmla="*/ 361950 h 2197100"/>
                      <a:gd name="connsiteX9" fmla="*/ 120650 w 1136650"/>
                      <a:gd name="connsiteY9" fmla="*/ 374650 h 2197100"/>
                      <a:gd name="connsiteX10" fmla="*/ 133350 w 1136650"/>
                      <a:gd name="connsiteY10" fmla="*/ 393700 h 2197100"/>
                      <a:gd name="connsiteX11" fmla="*/ 146050 w 1136650"/>
                      <a:gd name="connsiteY11" fmla="*/ 520700 h 2197100"/>
                      <a:gd name="connsiteX12" fmla="*/ 177800 w 1136650"/>
                      <a:gd name="connsiteY12" fmla="*/ 577850 h 2197100"/>
                      <a:gd name="connsiteX13" fmla="*/ 203200 w 1136650"/>
                      <a:gd name="connsiteY13" fmla="*/ 596900 h 2197100"/>
                      <a:gd name="connsiteX14" fmla="*/ 234950 w 1136650"/>
                      <a:gd name="connsiteY14" fmla="*/ 622300 h 2197100"/>
                      <a:gd name="connsiteX15" fmla="*/ 254000 w 1136650"/>
                      <a:gd name="connsiteY15" fmla="*/ 641350 h 2197100"/>
                      <a:gd name="connsiteX16" fmla="*/ 273050 w 1136650"/>
                      <a:gd name="connsiteY16" fmla="*/ 647700 h 2197100"/>
                      <a:gd name="connsiteX17" fmla="*/ 292100 w 1136650"/>
                      <a:gd name="connsiteY17" fmla="*/ 660400 h 2197100"/>
                      <a:gd name="connsiteX18" fmla="*/ 336550 w 1136650"/>
                      <a:gd name="connsiteY18" fmla="*/ 711200 h 2197100"/>
                      <a:gd name="connsiteX19" fmla="*/ 349250 w 1136650"/>
                      <a:gd name="connsiteY19" fmla="*/ 736600 h 2197100"/>
                      <a:gd name="connsiteX20" fmla="*/ 387350 w 1136650"/>
                      <a:gd name="connsiteY20" fmla="*/ 762000 h 2197100"/>
                      <a:gd name="connsiteX21" fmla="*/ 419100 w 1136650"/>
                      <a:gd name="connsiteY21" fmla="*/ 819150 h 2197100"/>
                      <a:gd name="connsiteX22" fmla="*/ 457200 w 1136650"/>
                      <a:gd name="connsiteY22" fmla="*/ 844550 h 2197100"/>
                      <a:gd name="connsiteX23" fmla="*/ 476250 w 1136650"/>
                      <a:gd name="connsiteY23" fmla="*/ 882650 h 2197100"/>
                      <a:gd name="connsiteX24" fmla="*/ 495300 w 1136650"/>
                      <a:gd name="connsiteY24" fmla="*/ 889000 h 2197100"/>
                      <a:gd name="connsiteX25" fmla="*/ 558800 w 1136650"/>
                      <a:gd name="connsiteY25" fmla="*/ 927100 h 2197100"/>
                      <a:gd name="connsiteX26" fmla="*/ 571500 w 1136650"/>
                      <a:gd name="connsiteY26" fmla="*/ 971550 h 2197100"/>
                      <a:gd name="connsiteX27" fmla="*/ 584200 w 1136650"/>
                      <a:gd name="connsiteY27" fmla="*/ 1009650 h 2197100"/>
                      <a:gd name="connsiteX28" fmla="*/ 590550 w 1136650"/>
                      <a:gd name="connsiteY28" fmla="*/ 1047750 h 2197100"/>
                      <a:gd name="connsiteX29" fmla="*/ 609600 w 1136650"/>
                      <a:gd name="connsiteY29" fmla="*/ 1111250 h 2197100"/>
                      <a:gd name="connsiteX30" fmla="*/ 615950 w 1136650"/>
                      <a:gd name="connsiteY30" fmla="*/ 1149350 h 2197100"/>
                      <a:gd name="connsiteX31" fmla="*/ 622300 w 1136650"/>
                      <a:gd name="connsiteY31" fmla="*/ 1168400 h 2197100"/>
                      <a:gd name="connsiteX32" fmla="*/ 635000 w 1136650"/>
                      <a:gd name="connsiteY32" fmla="*/ 1219200 h 2197100"/>
                      <a:gd name="connsiteX33" fmla="*/ 685800 w 1136650"/>
                      <a:gd name="connsiteY33" fmla="*/ 1276350 h 2197100"/>
                      <a:gd name="connsiteX34" fmla="*/ 717550 w 1136650"/>
                      <a:gd name="connsiteY34" fmla="*/ 1308100 h 2197100"/>
                      <a:gd name="connsiteX35" fmla="*/ 742950 w 1136650"/>
                      <a:gd name="connsiteY35" fmla="*/ 1346200 h 2197100"/>
                      <a:gd name="connsiteX36" fmla="*/ 755650 w 1136650"/>
                      <a:gd name="connsiteY36" fmla="*/ 1365250 h 2197100"/>
                      <a:gd name="connsiteX37" fmla="*/ 812800 w 1136650"/>
                      <a:gd name="connsiteY37" fmla="*/ 1397000 h 2197100"/>
                      <a:gd name="connsiteX38" fmla="*/ 838200 w 1136650"/>
                      <a:gd name="connsiteY38" fmla="*/ 1435100 h 2197100"/>
                      <a:gd name="connsiteX39" fmla="*/ 850900 w 1136650"/>
                      <a:gd name="connsiteY39" fmla="*/ 1454150 h 2197100"/>
                      <a:gd name="connsiteX40" fmla="*/ 863600 w 1136650"/>
                      <a:gd name="connsiteY40" fmla="*/ 1498600 h 2197100"/>
                      <a:gd name="connsiteX41" fmla="*/ 869950 w 1136650"/>
                      <a:gd name="connsiteY41" fmla="*/ 1517650 h 2197100"/>
                      <a:gd name="connsiteX42" fmla="*/ 889000 w 1136650"/>
                      <a:gd name="connsiteY42" fmla="*/ 1530350 h 2197100"/>
                      <a:gd name="connsiteX43" fmla="*/ 901700 w 1136650"/>
                      <a:gd name="connsiteY43" fmla="*/ 1549400 h 2197100"/>
                      <a:gd name="connsiteX44" fmla="*/ 908050 w 1136650"/>
                      <a:gd name="connsiteY44" fmla="*/ 1568450 h 2197100"/>
                      <a:gd name="connsiteX45" fmla="*/ 933450 w 1136650"/>
                      <a:gd name="connsiteY45" fmla="*/ 1606550 h 2197100"/>
                      <a:gd name="connsiteX46" fmla="*/ 965200 w 1136650"/>
                      <a:gd name="connsiteY46" fmla="*/ 1682750 h 2197100"/>
                      <a:gd name="connsiteX47" fmla="*/ 971550 w 1136650"/>
                      <a:gd name="connsiteY47" fmla="*/ 1701800 h 2197100"/>
                      <a:gd name="connsiteX48" fmla="*/ 1003300 w 1136650"/>
                      <a:gd name="connsiteY48" fmla="*/ 1752600 h 2197100"/>
                      <a:gd name="connsiteX49" fmla="*/ 1035050 w 1136650"/>
                      <a:gd name="connsiteY49" fmla="*/ 1822450 h 2197100"/>
                      <a:gd name="connsiteX50" fmla="*/ 1054100 w 1136650"/>
                      <a:gd name="connsiteY50" fmla="*/ 1828800 h 2197100"/>
                      <a:gd name="connsiteX51" fmla="*/ 1060450 w 1136650"/>
                      <a:gd name="connsiteY51" fmla="*/ 1854200 h 2197100"/>
                      <a:gd name="connsiteX52" fmla="*/ 1073150 w 1136650"/>
                      <a:gd name="connsiteY52" fmla="*/ 1873250 h 2197100"/>
                      <a:gd name="connsiteX53" fmla="*/ 1085850 w 1136650"/>
                      <a:gd name="connsiteY53" fmla="*/ 1924050 h 2197100"/>
                      <a:gd name="connsiteX54" fmla="*/ 1098550 w 1136650"/>
                      <a:gd name="connsiteY54" fmla="*/ 2063750 h 2197100"/>
                      <a:gd name="connsiteX55" fmla="*/ 1111250 w 1136650"/>
                      <a:gd name="connsiteY55" fmla="*/ 2101850 h 2197100"/>
                      <a:gd name="connsiteX56" fmla="*/ 1123950 w 1136650"/>
                      <a:gd name="connsiteY56" fmla="*/ 2178050 h 2197100"/>
                      <a:gd name="connsiteX57" fmla="*/ 1136650 w 1136650"/>
                      <a:gd name="connsiteY57" fmla="*/ 2197100 h 219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136650" h="2197100">
                        <a:moveTo>
                          <a:pt x="0" y="0"/>
                        </a:moveTo>
                        <a:cubicBezTo>
                          <a:pt x="6350" y="10583"/>
                          <a:pt x="13530" y="20711"/>
                          <a:pt x="19050" y="31750"/>
                        </a:cubicBezTo>
                        <a:cubicBezTo>
                          <a:pt x="31407" y="56464"/>
                          <a:pt x="19543" y="47716"/>
                          <a:pt x="31750" y="76200"/>
                        </a:cubicBezTo>
                        <a:cubicBezTo>
                          <a:pt x="34756" y="83215"/>
                          <a:pt x="41350" y="88276"/>
                          <a:pt x="44450" y="95250"/>
                        </a:cubicBezTo>
                        <a:cubicBezTo>
                          <a:pt x="74677" y="163260"/>
                          <a:pt x="41108" y="109287"/>
                          <a:pt x="69850" y="152400"/>
                        </a:cubicBezTo>
                        <a:cubicBezTo>
                          <a:pt x="71967" y="198967"/>
                          <a:pt x="72756" y="245613"/>
                          <a:pt x="76200" y="292100"/>
                        </a:cubicBezTo>
                        <a:cubicBezTo>
                          <a:pt x="76997" y="302863"/>
                          <a:pt x="78760" y="313744"/>
                          <a:pt x="82550" y="323850"/>
                        </a:cubicBezTo>
                        <a:cubicBezTo>
                          <a:pt x="85230" y="330996"/>
                          <a:pt x="91837" y="336074"/>
                          <a:pt x="95250" y="342900"/>
                        </a:cubicBezTo>
                        <a:cubicBezTo>
                          <a:pt x="98243" y="348887"/>
                          <a:pt x="97419" y="356723"/>
                          <a:pt x="101600" y="361950"/>
                        </a:cubicBezTo>
                        <a:cubicBezTo>
                          <a:pt x="106368" y="367909"/>
                          <a:pt x="114300" y="370417"/>
                          <a:pt x="120650" y="374650"/>
                        </a:cubicBezTo>
                        <a:cubicBezTo>
                          <a:pt x="124883" y="381000"/>
                          <a:pt x="129937" y="386874"/>
                          <a:pt x="133350" y="393700"/>
                        </a:cubicBezTo>
                        <a:cubicBezTo>
                          <a:pt x="149976" y="426951"/>
                          <a:pt x="145354" y="513742"/>
                          <a:pt x="146050" y="520700"/>
                        </a:cubicBezTo>
                        <a:cubicBezTo>
                          <a:pt x="148022" y="540424"/>
                          <a:pt x="169676" y="565664"/>
                          <a:pt x="177800" y="577850"/>
                        </a:cubicBezTo>
                        <a:cubicBezTo>
                          <a:pt x="183671" y="586656"/>
                          <a:pt x="195716" y="589416"/>
                          <a:pt x="203200" y="596900"/>
                        </a:cubicBezTo>
                        <a:cubicBezTo>
                          <a:pt x="231923" y="625623"/>
                          <a:pt x="197864" y="609938"/>
                          <a:pt x="234950" y="622300"/>
                        </a:cubicBezTo>
                        <a:cubicBezTo>
                          <a:pt x="241300" y="628650"/>
                          <a:pt x="246528" y="636369"/>
                          <a:pt x="254000" y="641350"/>
                        </a:cubicBezTo>
                        <a:cubicBezTo>
                          <a:pt x="259569" y="645063"/>
                          <a:pt x="267063" y="644707"/>
                          <a:pt x="273050" y="647700"/>
                        </a:cubicBezTo>
                        <a:cubicBezTo>
                          <a:pt x="279876" y="651113"/>
                          <a:pt x="285750" y="656167"/>
                          <a:pt x="292100" y="660400"/>
                        </a:cubicBezTo>
                        <a:cubicBezTo>
                          <a:pt x="321733" y="704850"/>
                          <a:pt x="304800" y="690033"/>
                          <a:pt x="336550" y="711200"/>
                        </a:cubicBezTo>
                        <a:cubicBezTo>
                          <a:pt x="340783" y="719667"/>
                          <a:pt x="342557" y="729907"/>
                          <a:pt x="349250" y="736600"/>
                        </a:cubicBezTo>
                        <a:cubicBezTo>
                          <a:pt x="360043" y="747393"/>
                          <a:pt x="387350" y="762000"/>
                          <a:pt x="387350" y="762000"/>
                        </a:cubicBezTo>
                        <a:cubicBezTo>
                          <a:pt x="398639" y="795867"/>
                          <a:pt x="393436" y="799189"/>
                          <a:pt x="419100" y="819150"/>
                        </a:cubicBezTo>
                        <a:cubicBezTo>
                          <a:pt x="431148" y="828521"/>
                          <a:pt x="457200" y="844550"/>
                          <a:pt x="457200" y="844550"/>
                        </a:cubicBezTo>
                        <a:cubicBezTo>
                          <a:pt x="461383" y="857099"/>
                          <a:pt x="465059" y="873698"/>
                          <a:pt x="476250" y="882650"/>
                        </a:cubicBezTo>
                        <a:cubicBezTo>
                          <a:pt x="481477" y="886831"/>
                          <a:pt x="488950" y="886883"/>
                          <a:pt x="495300" y="889000"/>
                        </a:cubicBezTo>
                        <a:cubicBezTo>
                          <a:pt x="541276" y="919651"/>
                          <a:pt x="519748" y="907574"/>
                          <a:pt x="558800" y="927100"/>
                        </a:cubicBezTo>
                        <a:cubicBezTo>
                          <a:pt x="580140" y="991121"/>
                          <a:pt x="547580" y="891816"/>
                          <a:pt x="571500" y="971550"/>
                        </a:cubicBezTo>
                        <a:cubicBezTo>
                          <a:pt x="575347" y="984372"/>
                          <a:pt x="581999" y="996445"/>
                          <a:pt x="584200" y="1009650"/>
                        </a:cubicBezTo>
                        <a:cubicBezTo>
                          <a:pt x="586317" y="1022350"/>
                          <a:pt x="587427" y="1035259"/>
                          <a:pt x="590550" y="1047750"/>
                        </a:cubicBezTo>
                        <a:cubicBezTo>
                          <a:pt x="606749" y="1112545"/>
                          <a:pt x="599521" y="1060857"/>
                          <a:pt x="609600" y="1111250"/>
                        </a:cubicBezTo>
                        <a:cubicBezTo>
                          <a:pt x="612125" y="1123875"/>
                          <a:pt x="613157" y="1136781"/>
                          <a:pt x="615950" y="1149350"/>
                        </a:cubicBezTo>
                        <a:cubicBezTo>
                          <a:pt x="617402" y="1155884"/>
                          <a:pt x="620677" y="1161906"/>
                          <a:pt x="622300" y="1168400"/>
                        </a:cubicBezTo>
                        <a:cubicBezTo>
                          <a:pt x="625923" y="1182891"/>
                          <a:pt x="627742" y="1204685"/>
                          <a:pt x="635000" y="1219200"/>
                        </a:cubicBezTo>
                        <a:cubicBezTo>
                          <a:pt x="653482" y="1256165"/>
                          <a:pt x="652141" y="1225862"/>
                          <a:pt x="685800" y="1276350"/>
                        </a:cubicBezTo>
                        <a:cubicBezTo>
                          <a:pt x="702733" y="1301750"/>
                          <a:pt x="692150" y="1291167"/>
                          <a:pt x="717550" y="1308100"/>
                        </a:cubicBezTo>
                        <a:lnTo>
                          <a:pt x="742950" y="1346200"/>
                        </a:lnTo>
                        <a:cubicBezTo>
                          <a:pt x="747183" y="1352550"/>
                          <a:pt x="749300" y="1361017"/>
                          <a:pt x="755650" y="1365250"/>
                        </a:cubicBezTo>
                        <a:cubicBezTo>
                          <a:pt x="799319" y="1394363"/>
                          <a:pt x="779270" y="1385823"/>
                          <a:pt x="812800" y="1397000"/>
                        </a:cubicBezTo>
                        <a:cubicBezTo>
                          <a:pt x="848912" y="1433112"/>
                          <a:pt x="819820" y="1398341"/>
                          <a:pt x="838200" y="1435100"/>
                        </a:cubicBezTo>
                        <a:cubicBezTo>
                          <a:pt x="841613" y="1441926"/>
                          <a:pt x="847487" y="1447324"/>
                          <a:pt x="850900" y="1454150"/>
                        </a:cubicBezTo>
                        <a:cubicBezTo>
                          <a:pt x="855975" y="1464300"/>
                          <a:pt x="860887" y="1489105"/>
                          <a:pt x="863600" y="1498600"/>
                        </a:cubicBezTo>
                        <a:cubicBezTo>
                          <a:pt x="865439" y="1505036"/>
                          <a:pt x="865769" y="1512423"/>
                          <a:pt x="869950" y="1517650"/>
                        </a:cubicBezTo>
                        <a:cubicBezTo>
                          <a:pt x="874718" y="1523609"/>
                          <a:pt x="882650" y="1526117"/>
                          <a:pt x="889000" y="1530350"/>
                        </a:cubicBezTo>
                        <a:cubicBezTo>
                          <a:pt x="893233" y="1536700"/>
                          <a:pt x="898287" y="1542574"/>
                          <a:pt x="901700" y="1549400"/>
                        </a:cubicBezTo>
                        <a:cubicBezTo>
                          <a:pt x="904693" y="1555387"/>
                          <a:pt x="904799" y="1562599"/>
                          <a:pt x="908050" y="1568450"/>
                        </a:cubicBezTo>
                        <a:cubicBezTo>
                          <a:pt x="915463" y="1581793"/>
                          <a:pt x="928623" y="1592070"/>
                          <a:pt x="933450" y="1606550"/>
                        </a:cubicBezTo>
                        <a:cubicBezTo>
                          <a:pt x="958508" y="1681725"/>
                          <a:pt x="931818" y="1607639"/>
                          <a:pt x="965200" y="1682750"/>
                        </a:cubicBezTo>
                        <a:cubicBezTo>
                          <a:pt x="967918" y="1688867"/>
                          <a:pt x="968557" y="1695813"/>
                          <a:pt x="971550" y="1701800"/>
                        </a:cubicBezTo>
                        <a:cubicBezTo>
                          <a:pt x="979209" y="1717118"/>
                          <a:pt x="993225" y="1737488"/>
                          <a:pt x="1003300" y="1752600"/>
                        </a:cubicBezTo>
                        <a:cubicBezTo>
                          <a:pt x="1012643" y="1799317"/>
                          <a:pt x="1003663" y="1775370"/>
                          <a:pt x="1035050" y="1822450"/>
                        </a:cubicBezTo>
                        <a:cubicBezTo>
                          <a:pt x="1038763" y="1828019"/>
                          <a:pt x="1047750" y="1826683"/>
                          <a:pt x="1054100" y="1828800"/>
                        </a:cubicBezTo>
                        <a:cubicBezTo>
                          <a:pt x="1056217" y="1837267"/>
                          <a:pt x="1057012" y="1846178"/>
                          <a:pt x="1060450" y="1854200"/>
                        </a:cubicBezTo>
                        <a:cubicBezTo>
                          <a:pt x="1063456" y="1861215"/>
                          <a:pt x="1070542" y="1866078"/>
                          <a:pt x="1073150" y="1873250"/>
                        </a:cubicBezTo>
                        <a:cubicBezTo>
                          <a:pt x="1079115" y="1889654"/>
                          <a:pt x="1085850" y="1924050"/>
                          <a:pt x="1085850" y="1924050"/>
                        </a:cubicBezTo>
                        <a:cubicBezTo>
                          <a:pt x="1087429" y="1947730"/>
                          <a:pt x="1090412" y="2028487"/>
                          <a:pt x="1098550" y="2063750"/>
                        </a:cubicBezTo>
                        <a:cubicBezTo>
                          <a:pt x="1101560" y="2076794"/>
                          <a:pt x="1107017" y="2089150"/>
                          <a:pt x="1111250" y="2101850"/>
                        </a:cubicBezTo>
                        <a:cubicBezTo>
                          <a:pt x="1119393" y="2126279"/>
                          <a:pt x="1119717" y="2152650"/>
                          <a:pt x="1123950" y="2178050"/>
                        </a:cubicBezTo>
                        <a:cubicBezTo>
                          <a:pt x="1125205" y="2185578"/>
                          <a:pt x="1136650" y="2197100"/>
                          <a:pt x="1136650" y="21971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6" name="Freeform 1415"/>
                  <p:cNvSpPr/>
                  <p:nvPr/>
                </p:nvSpPr>
                <p:spPr>
                  <a:xfrm>
                    <a:off x="6701520" y="6145993"/>
                    <a:ext cx="137450" cy="229083"/>
                  </a:xfrm>
                  <a:custGeom>
                    <a:avLst/>
                    <a:gdLst>
                      <a:gd name="connsiteX0" fmla="*/ 0 w 209550"/>
                      <a:gd name="connsiteY0" fmla="*/ 0 h 349250"/>
                      <a:gd name="connsiteX1" fmla="*/ 25400 w 209550"/>
                      <a:gd name="connsiteY1" fmla="*/ 31750 h 349250"/>
                      <a:gd name="connsiteX2" fmla="*/ 57150 w 209550"/>
                      <a:gd name="connsiteY2" fmla="*/ 38100 h 349250"/>
                      <a:gd name="connsiteX3" fmla="*/ 158750 w 209550"/>
                      <a:gd name="connsiteY3" fmla="*/ 57150 h 349250"/>
                      <a:gd name="connsiteX4" fmla="*/ 165100 w 209550"/>
                      <a:gd name="connsiteY4" fmla="*/ 76200 h 349250"/>
                      <a:gd name="connsiteX5" fmla="*/ 177800 w 209550"/>
                      <a:gd name="connsiteY5" fmla="*/ 95250 h 349250"/>
                      <a:gd name="connsiteX6" fmla="*/ 184150 w 209550"/>
                      <a:gd name="connsiteY6" fmla="*/ 139700 h 349250"/>
                      <a:gd name="connsiteX7" fmla="*/ 190500 w 209550"/>
                      <a:gd name="connsiteY7" fmla="*/ 158750 h 349250"/>
                      <a:gd name="connsiteX8" fmla="*/ 196850 w 209550"/>
                      <a:gd name="connsiteY8" fmla="*/ 190500 h 349250"/>
                      <a:gd name="connsiteX9" fmla="*/ 209550 w 209550"/>
                      <a:gd name="connsiteY9" fmla="*/ 266700 h 349250"/>
                      <a:gd name="connsiteX10" fmla="*/ 203200 w 209550"/>
                      <a:gd name="connsiteY10" fmla="*/ 349250 h 34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9550" h="349250">
                        <a:moveTo>
                          <a:pt x="0" y="0"/>
                        </a:moveTo>
                        <a:cubicBezTo>
                          <a:pt x="8467" y="10583"/>
                          <a:pt x="14123" y="24232"/>
                          <a:pt x="25400" y="31750"/>
                        </a:cubicBezTo>
                        <a:cubicBezTo>
                          <a:pt x="34380" y="37737"/>
                          <a:pt x="46737" y="35260"/>
                          <a:pt x="57150" y="38100"/>
                        </a:cubicBezTo>
                        <a:cubicBezTo>
                          <a:pt x="135880" y="59572"/>
                          <a:pt x="49435" y="46218"/>
                          <a:pt x="158750" y="57150"/>
                        </a:cubicBezTo>
                        <a:cubicBezTo>
                          <a:pt x="160867" y="63500"/>
                          <a:pt x="162107" y="70213"/>
                          <a:pt x="165100" y="76200"/>
                        </a:cubicBezTo>
                        <a:cubicBezTo>
                          <a:pt x="168513" y="83026"/>
                          <a:pt x="175607" y="87940"/>
                          <a:pt x="177800" y="95250"/>
                        </a:cubicBezTo>
                        <a:cubicBezTo>
                          <a:pt x="182101" y="109586"/>
                          <a:pt x="181215" y="125024"/>
                          <a:pt x="184150" y="139700"/>
                        </a:cubicBezTo>
                        <a:cubicBezTo>
                          <a:pt x="185463" y="146264"/>
                          <a:pt x="188877" y="152256"/>
                          <a:pt x="190500" y="158750"/>
                        </a:cubicBezTo>
                        <a:cubicBezTo>
                          <a:pt x="193118" y="169221"/>
                          <a:pt x="195324" y="179816"/>
                          <a:pt x="196850" y="190500"/>
                        </a:cubicBezTo>
                        <a:cubicBezTo>
                          <a:pt x="207484" y="264936"/>
                          <a:pt x="195901" y="225753"/>
                          <a:pt x="209550" y="266700"/>
                        </a:cubicBezTo>
                        <a:cubicBezTo>
                          <a:pt x="202265" y="332265"/>
                          <a:pt x="203200" y="304683"/>
                          <a:pt x="203200" y="349250"/>
                        </a:cubicBezTo>
                      </a:path>
                    </a:pathLst>
                  </a:custGeom>
                  <a:noFill/>
                  <a:ln w="12700" cap="flat" cmpd="sng" algn="ctr">
                    <a:solidFill>
                      <a:schemeClr val="accent2"/>
                    </a:solidFill>
                    <a:prstDash val="solid"/>
                  </a:ln>
                  <a:effectLst/>
                </p:spPr>
                <p:txBody>
                  <a:bodyPr rtlCol="0" anchor="ctr"/>
                  <a:lstStyle/>
                  <a:p>
                    <a:pPr algn="ctr" defTabSz="829178">
                      <a:defRPr/>
                    </a:pPr>
                    <a:endParaRPr lang="en-AU" sz="1632" kern="0">
                      <a:latin typeface="Arial"/>
                    </a:endParaRPr>
                  </a:p>
                </p:txBody>
              </p:sp>
              <p:sp>
                <p:nvSpPr>
                  <p:cNvPr id="1417" name="Freeform 1416"/>
                  <p:cNvSpPr/>
                  <p:nvPr/>
                </p:nvSpPr>
                <p:spPr>
                  <a:xfrm>
                    <a:off x="3701650" y="3605248"/>
                    <a:ext cx="250869" cy="1511951"/>
                  </a:xfrm>
                  <a:custGeom>
                    <a:avLst/>
                    <a:gdLst>
                      <a:gd name="connsiteX0" fmla="*/ 58613 w 382463"/>
                      <a:gd name="connsiteY0" fmla="*/ 0 h 2305050"/>
                      <a:gd name="connsiteX1" fmla="*/ 90363 w 382463"/>
                      <a:gd name="connsiteY1" fmla="*/ 19050 h 2305050"/>
                      <a:gd name="connsiteX2" fmla="*/ 96713 w 382463"/>
                      <a:gd name="connsiteY2" fmla="*/ 38100 h 2305050"/>
                      <a:gd name="connsiteX3" fmla="*/ 115763 w 382463"/>
                      <a:gd name="connsiteY3" fmla="*/ 50800 h 2305050"/>
                      <a:gd name="connsiteX4" fmla="*/ 160213 w 382463"/>
                      <a:gd name="connsiteY4" fmla="*/ 95250 h 2305050"/>
                      <a:gd name="connsiteX5" fmla="*/ 179263 w 382463"/>
                      <a:gd name="connsiteY5" fmla="*/ 107950 h 2305050"/>
                      <a:gd name="connsiteX6" fmla="*/ 185613 w 382463"/>
                      <a:gd name="connsiteY6" fmla="*/ 127000 h 2305050"/>
                      <a:gd name="connsiteX7" fmla="*/ 211013 w 382463"/>
                      <a:gd name="connsiteY7" fmla="*/ 152400 h 2305050"/>
                      <a:gd name="connsiteX8" fmla="*/ 223713 w 382463"/>
                      <a:gd name="connsiteY8" fmla="*/ 222250 h 2305050"/>
                      <a:gd name="connsiteX9" fmla="*/ 268163 w 382463"/>
                      <a:gd name="connsiteY9" fmla="*/ 279400 h 2305050"/>
                      <a:gd name="connsiteX10" fmla="*/ 287213 w 382463"/>
                      <a:gd name="connsiteY10" fmla="*/ 317500 h 2305050"/>
                      <a:gd name="connsiteX11" fmla="*/ 293563 w 382463"/>
                      <a:gd name="connsiteY11" fmla="*/ 336550 h 2305050"/>
                      <a:gd name="connsiteX12" fmla="*/ 306263 w 382463"/>
                      <a:gd name="connsiteY12" fmla="*/ 419100 h 2305050"/>
                      <a:gd name="connsiteX13" fmla="*/ 325313 w 382463"/>
                      <a:gd name="connsiteY13" fmla="*/ 457200 h 2305050"/>
                      <a:gd name="connsiteX14" fmla="*/ 344363 w 382463"/>
                      <a:gd name="connsiteY14" fmla="*/ 514350 h 2305050"/>
                      <a:gd name="connsiteX15" fmla="*/ 350713 w 382463"/>
                      <a:gd name="connsiteY15" fmla="*/ 533400 h 2305050"/>
                      <a:gd name="connsiteX16" fmla="*/ 357063 w 382463"/>
                      <a:gd name="connsiteY16" fmla="*/ 552450 h 2305050"/>
                      <a:gd name="connsiteX17" fmla="*/ 369763 w 382463"/>
                      <a:gd name="connsiteY17" fmla="*/ 571500 h 2305050"/>
                      <a:gd name="connsiteX18" fmla="*/ 382463 w 382463"/>
                      <a:gd name="connsiteY18" fmla="*/ 609600 h 2305050"/>
                      <a:gd name="connsiteX19" fmla="*/ 376113 w 382463"/>
                      <a:gd name="connsiteY19" fmla="*/ 704850 h 2305050"/>
                      <a:gd name="connsiteX20" fmla="*/ 363413 w 382463"/>
                      <a:gd name="connsiteY20" fmla="*/ 723900 h 2305050"/>
                      <a:gd name="connsiteX21" fmla="*/ 357063 w 382463"/>
                      <a:gd name="connsiteY21" fmla="*/ 742950 h 2305050"/>
                      <a:gd name="connsiteX22" fmla="*/ 338013 w 382463"/>
                      <a:gd name="connsiteY22" fmla="*/ 812800 h 2305050"/>
                      <a:gd name="connsiteX23" fmla="*/ 318963 w 382463"/>
                      <a:gd name="connsiteY23" fmla="*/ 819150 h 2305050"/>
                      <a:gd name="connsiteX24" fmla="*/ 306263 w 382463"/>
                      <a:gd name="connsiteY24" fmla="*/ 838200 h 2305050"/>
                      <a:gd name="connsiteX25" fmla="*/ 287213 w 382463"/>
                      <a:gd name="connsiteY25" fmla="*/ 850900 h 2305050"/>
                      <a:gd name="connsiteX26" fmla="*/ 280863 w 382463"/>
                      <a:gd name="connsiteY26" fmla="*/ 869950 h 2305050"/>
                      <a:gd name="connsiteX27" fmla="*/ 268163 w 382463"/>
                      <a:gd name="connsiteY27" fmla="*/ 889000 h 2305050"/>
                      <a:gd name="connsiteX28" fmla="*/ 249113 w 382463"/>
                      <a:gd name="connsiteY28" fmla="*/ 920750 h 2305050"/>
                      <a:gd name="connsiteX29" fmla="*/ 236413 w 382463"/>
                      <a:gd name="connsiteY29" fmla="*/ 939800 h 2305050"/>
                      <a:gd name="connsiteX30" fmla="*/ 198313 w 382463"/>
                      <a:gd name="connsiteY30" fmla="*/ 965200 h 2305050"/>
                      <a:gd name="connsiteX31" fmla="*/ 153863 w 382463"/>
                      <a:gd name="connsiteY31" fmla="*/ 1009650 h 2305050"/>
                      <a:gd name="connsiteX32" fmla="*/ 134813 w 382463"/>
                      <a:gd name="connsiteY32" fmla="*/ 1022350 h 2305050"/>
                      <a:gd name="connsiteX33" fmla="*/ 122113 w 382463"/>
                      <a:gd name="connsiteY33" fmla="*/ 1041400 h 2305050"/>
                      <a:gd name="connsiteX34" fmla="*/ 84013 w 382463"/>
                      <a:gd name="connsiteY34" fmla="*/ 1066800 h 2305050"/>
                      <a:gd name="connsiteX35" fmla="*/ 45913 w 382463"/>
                      <a:gd name="connsiteY35" fmla="*/ 1181100 h 2305050"/>
                      <a:gd name="connsiteX36" fmla="*/ 39563 w 382463"/>
                      <a:gd name="connsiteY36" fmla="*/ 1212850 h 2305050"/>
                      <a:gd name="connsiteX37" fmla="*/ 26863 w 382463"/>
                      <a:gd name="connsiteY37" fmla="*/ 1231900 h 2305050"/>
                      <a:gd name="connsiteX38" fmla="*/ 14163 w 382463"/>
                      <a:gd name="connsiteY38" fmla="*/ 1270000 h 2305050"/>
                      <a:gd name="connsiteX39" fmla="*/ 14163 w 382463"/>
                      <a:gd name="connsiteY39" fmla="*/ 1428750 h 2305050"/>
                      <a:gd name="connsiteX40" fmla="*/ 20513 w 382463"/>
                      <a:gd name="connsiteY40" fmla="*/ 1447800 h 2305050"/>
                      <a:gd name="connsiteX41" fmla="*/ 33213 w 382463"/>
                      <a:gd name="connsiteY41" fmla="*/ 1466850 h 2305050"/>
                      <a:gd name="connsiteX42" fmla="*/ 26863 w 382463"/>
                      <a:gd name="connsiteY42" fmla="*/ 1524000 h 2305050"/>
                      <a:gd name="connsiteX43" fmla="*/ 20513 w 382463"/>
                      <a:gd name="connsiteY43" fmla="*/ 1543050 h 2305050"/>
                      <a:gd name="connsiteX44" fmla="*/ 7813 w 382463"/>
                      <a:gd name="connsiteY44" fmla="*/ 1663700 h 2305050"/>
                      <a:gd name="connsiteX45" fmla="*/ 14163 w 382463"/>
                      <a:gd name="connsiteY45" fmla="*/ 1911350 h 2305050"/>
                      <a:gd name="connsiteX46" fmla="*/ 20513 w 382463"/>
                      <a:gd name="connsiteY46" fmla="*/ 1930400 h 2305050"/>
                      <a:gd name="connsiteX47" fmla="*/ 33213 w 382463"/>
                      <a:gd name="connsiteY47" fmla="*/ 2051050 h 2305050"/>
                      <a:gd name="connsiteX48" fmla="*/ 20513 w 382463"/>
                      <a:gd name="connsiteY48" fmla="*/ 2184400 h 2305050"/>
                      <a:gd name="connsiteX49" fmla="*/ 14163 w 382463"/>
                      <a:gd name="connsiteY49" fmla="*/ 2216150 h 2305050"/>
                      <a:gd name="connsiteX50" fmla="*/ 1463 w 382463"/>
                      <a:gd name="connsiteY50" fmla="*/ 2235200 h 2305050"/>
                      <a:gd name="connsiteX51" fmla="*/ 1463 w 382463"/>
                      <a:gd name="connsiteY51" fmla="*/ 2305050 h 2305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82463" h="2305050">
                        <a:moveTo>
                          <a:pt x="58613" y="0"/>
                        </a:moveTo>
                        <a:cubicBezTo>
                          <a:pt x="69196" y="6350"/>
                          <a:pt x="81636" y="10323"/>
                          <a:pt x="90363" y="19050"/>
                        </a:cubicBezTo>
                        <a:cubicBezTo>
                          <a:pt x="95096" y="23783"/>
                          <a:pt x="92532" y="32873"/>
                          <a:pt x="96713" y="38100"/>
                        </a:cubicBezTo>
                        <a:cubicBezTo>
                          <a:pt x="101481" y="44059"/>
                          <a:pt x="109413" y="46567"/>
                          <a:pt x="115763" y="50800"/>
                        </a:cubicBezTo>
                        <a:cubicBezTo>
                          <a:pt x="126940" y="84330"/>
                          <a:pt x="116544" y="66137"/>
                          <a:pt x="160213" y="95250"/>
                        </a:cubicBezTo>
                        <a:lnTo>
                          <a:pt x="179263" y="107950"/>
                        </a:lnTo>
                        <a:cubicBezTo>
                          <a:pt x="181380" y="114300"/>
                          <a:pt x="181722" y="121553"/>
                          <a:pt x="185613" y="127000"/>
                        </a:cubicBezTo>
                        <a:cubicBezTo>
                          <a:pt x="192573" y="136743"/>
                          <a:pt x="206058" y="141500"/>
                          <a:pt x="211013" y="152400"/>
                        </a:cubicBezTo>
                        <a:cubicBezTo>
                          <a:pt x="229462" y="192988"/>
                          <a:pt x="207398" y="189620"/>
                          <a:pt x="223713" y="222250"/>
                        </a:cubicBezTo>
                        <a:cubicBezTo>
                          <a:pt x="238904" y="252631"/>
                          <a:pt x="247257" y="258494"/>
                          <a:pt x="268163" y="279400"/>
                        </a:cubicBezTo>
                        <a:cubicBezTo>
                          <a:pt x="284124" y="327283"/>
                          <a:pt x="262594" y="268261"/>
                          <a:pt x="287213" y="317500"/>
                        </a:cubicBezTo>
                        <a:cubicBezTo>
                          <a:pt x="290206" y="323487"/>
                          <a:pt x="291446" y="330200"/>
                          <a:pt x="293563" y="336550"/>
                        </a:cubicBezTo>
                        <a:cubicBezTo>
                          <a:pt x="298681" y="382610"/>
                          <a:pt x="296264" y="384104"/>
                          <a:pt x="306263" y="419100"/>
                        </a:cubicBezTo>
                        <a:cubicBezTo>
                          <a:pt x="320158" y="467733"/>
                          <a:pt x="303049" y="407106"/>
                          <a:pt x="325313" y="457200"/>
                        </a:cubicBezTo>
                        <a:lnTo>
                          <a:pt x="344363" y="514350"/>
                        </a:lnTo>
                        <a:lnTo>
                          <a:pt x="350713" y="533400"/>
                        </a:lnTo>
                        <a:cubicBezTo>
                          <a:pt x="352830" y="539750"/>
                          <a:pt x="353350" y="546881"/>
                          <a:pt x="357063" y="552450"/>
                        </a:cubicBezTo>
                        <a:cubicBezTo>
                          <a:pt x="361296" y="558800"/>
                          <a:pt x="366663" y="564526"/>
                          <a:pt x="369763" y="571500"/>
                        </a:cubicBezTo>
                        <a:cubicBezTo>
                          <a:pt x="375200" y="583733"/>
                          <a:pt x="382463" y="609600"/>
                          <a:pt x="382463" y="609600"/>
                        </a:cubicBezTo>
                        <a:cubicBezTo>
                          <a:pt x="380346" y="641350"/>
                          <a:pt x="381344" y="673462"/>
                          <a:pt x="376113" y="704850"/>
                        </a:cubicBezTo>
                        <a:cubicBezTo>
                          <a:pt x="374858" y="712378"/>
                          <a:pt x="366826" y="717074"/>
                          <a:pt x="363413" y="723900"/>
                        </a:cubicBezTo>
                        <a:cubicBezTo>
                          <a:pt x="360420" y="729887"/>
                          <a:pt x="358686" y="736456"/>
                          <a:pt x="357063" y="742950"/>
                        </a:cubicBezTo>
                        <a:cubicBezTo>
                          <a:pt x="355088" y="750852"/>
                          <a:pt x="345444" y="810323"/>
                          <a:pt x="338013" y="812800"/>
                        </a:cubicBezTo>
                        <a:lnTo>
                          <a:pt x="318963" y="819150"/>
                        </a:lnTo>
                        <a:cubicBezTo>
                          <a:pt x="314730" y="825500"/>
                          <a:pt x="311659" y="832804"/>
                          <a:pt x="306263" y="838200"/>
                        </a:cubicBezTo>
                        <a:cubicBezTo>
                          <a:pt x="300867" y="843596"/>
                          <a:pt x="291981" y="844941"/>
                          <a:pt x="287213" y="850900"/>
                        </a:cubicBezTo>
                        <a:cubicBezTo>
                          <a:pt x="283032" y="856127"/>
                          <a:pt x="283856" y="863963"/>
                          <a:pt x="280863" y="869950"/>
                        </a:cubicBezTo>
                        <a:cubicBezTo>
                          <a:pt x="277450" y="876776"/>
                          <a:pt x="272208" y="882528"/>
                          <a:pt x="268163" y="889000"/>
                        </a:cubicBezTo>
                        <a:cubicBezTo>
                          <a:pt x="261622" y="899466"/>
                          <a:pt x="255654" y="910284"/>
                          <a:pt x="249113" y="920750"/>
                        </a:cubicBezTo>
                        <a:cubicBezTo>
                          <a:pt x="245068" y="927222"/>
                          <a:pt x="242156" y="934774"/>
                          <a:pt x="236413" y="939800"/>
                        </a:cubicBezTo>
                        <a:cubicBezTo>
                          <a:pt x="224926" y="949851"/>
                          <a:pt x="198313" y="965200"/>
                          <a:pt x="198313" y="965200"/>
                        </a:cubicBezTo>
                        <a:cubicBezTo>
                          <a:pt x="187136" y="998730"/>
                          <a:pt x="197532" y="980537"/>
                          <a:pt x="153863" y="1009650"/>
                        </a:cubicBezTo>
                        <a:lnTo>
                          <a:pt x="134813" y="1022350"/>
                        </a:lnTo>
                        <a:cubicBezTo>
                          <a:pt x="130580" y="1028700"/>
                          <a:pt x="127856" y="1036374"/>
                          <a:pt x="122113" y="1041400"/>
                        </a:cubicBezTo>
                        <a:cubicBezTo>
                          <a:pt x="110626" y="1051451"/>
                          <a:pt x="84013" y="1066800"/>
                          <a:pt x="84013" y="1066800"/>
                        </a:cubicBezTo>
                        <a:lnTo>
                          <a:pt x="45913" y="1181100"/>
                        </a:lnTo>
                        <a:cubicBezTo>
                          <a:pt x="42500" y="1191339"/>
                          <a:pt x="43353" y="1202744"/>
                          <a:pt x="39563" y="1212850"/>
                        </a:cubicBezTo>
                        <a:cubicBezTo>
                          <a:pt x="36883" y="1219996"/>
                          <a:pt x="29963" y="1224926"/>
                          <a:pt x="26863" y="1231900"/>
                        </a:cubicBezTo>
                        <a:cubicBezTo>
                          <a:pt x="21426" y="1244133"/>
                          <a:pt x="14163" y="1270000"/>
                          <a:pt x="14163" y="1270000"/>
                        </a:cubicBezTo>
                        <a:cubicBezTo>
                          <a:pt x="6286" y="1348770"/>
                          <a:pt x="3946" y="1336796"/>
                          <a:pt x="14163" y="1428750"/>
                        </a:cubicBezTo>
                        <a:cubicBezTo>
                          <a:pt x="14902" y="1435403"/>
                          <a:pt x="17520" y="1441813"/>
                          <a:pt x="20513" y="1447800"/>
                        </a:cubicBezTo>
                        <a:cubicBezTo>
                          <a:pt x="23926" y="1454626"/>
                          <a:pt x="28980" y="1460500"/>
                          <a:pt x="33213" y="1466850"/>
                        </a:cubicBezTo>
                        <a:cubicBezTo>
                          <a:pt x="31096" y="1485900"/>
                          <a:pt x="30014" y="1505094"/>
                          <a:pt x="26863" y="1524000"/>
                        </a:cubicBezTo>
                        <a:cubicBezTo>
                          <a:pt x="25763" y="1530602"/>
                          <a:pt x="21214" y="1536393"/>
                          <a:pt x="20513" y="1543050"/>
                        </a:cubicBezTo>
                        <a:cubicBezTo>
                          <a:pt x="6978" y="1671633"/>
                          <a:pt x="26228" y="1608454"/>
                          <a:pt x="7813" y="1663700"/>
                        </a:cubicBezTo>
                        <a:cubicBezTo>
                          <a:pt x="9930" y="1746250"/>
                          <a:pt x="10235" y="1828866"/>
                          <a:pt x="14163" y="1911350"/>
                        </a:cubicBezTo>
                        <a:cubicBezTo>
                          <a:pt x="14481" y="1918036"/>
                          <a:pt x="19812" y="1923743"/>
                          <a:pt x="20513" y="1930400"/>
                        </a:cubicBezTo>
                        <a:cubicBezTo>
                          <a:pt x="34048" y="2058983"/>
                          <a:pt x="14798" y="1995804"/>
                          <a:pt x="33213" y="2051050"/>
                        </a:cubicBezTo>
                        <a:cubicBezTo>
                          <a:pt x="13895" y="2109005"/>
                          <a:pt x="32374" y="2047997"/>
                          <a:pt x="20513" y="2184400"/>
                        </a:cubicBezTo>
                        <a:cubicBezTo>
                          <a:pt x="19578" y="2195152"/>
                          <a:pt x="17953" y="2206044"/>
                          <a:pt x="14163" y="2216150"/>
                        </a:cubicBezTo>
                        <a:cubicBezTo>
                          <a:pt x="11483" y="2223296"/>
                          <a:pt x="2542" y="2227645"/>
                          <a:pt x="1463" y="2235200"/>
                        </a:cubicBezTo>
                        <a:cubicBezTo>
                          <a:pt x="-1830" y="2258249"/>
                          <a:pt x="1463" y="2281767"/>
                          <a:pt x="1463" y="230505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8" name="Freeform 1417"/>
                  <p:cNvSpPr/>
                  <p:nvPr/>
                </p:nvSpPr>
                <p:spPr>
                  <a:xfrm>
                    <a:off x="3331911" y="3780185"/>
                    <a:ext cx="362507" cy="1332850"/>
                  </a:xfrm>
                  <a:custGeom>
                    <a:avLst/>
                    <a:gdLst>
                      <a:gd name="connsiteX0" fmla="*/ 215900 w 552661"/>
                      <a:gd name="connsiteY0" fmla="*/ 0 h 2032000"/>
                      <a:gd name="connsiteX1" fmla="*/ 196850 w 552661"/>
                      <a:gd name="connsiteY1" fmla="*/ 69850 h 2032000"/>
                      <a:gd name="connsiteX2" fmla="*/ 177800 w 552661"/>
                      <a:gd name="connsiteY2" fmla="*/ 95250 h 2032000"/>
                      <a:gd name="connsiteX3" fmla="*/ 165100 w 552661"/>
                      <a:gd name="connsiteY3" fmla="*/ 114300 h 2032000"/>
                      <a:gd name="connsiteX4" fmla="*/ 146050 w 552661"/>
                      <a:gd name="connsiteY4" fmla="*/ 127000 h 2032000"/>
                      <a:gd name="connsiteX5" fmla="*/ 114300 w 552661"/>
                      <a:gd name="connsiteY5" fmla="*/ 158750 h 2032000"/>
                      <a:gd name="connsiteX6" fmla="*/ 82550 w 552661"/>
                      <a:gd name="connsiteY6" fmla="*/ 184150 h 2032000"/>
                      <a:gd name="connsiteX7" fmla="*/ 63500 w 552661"/>
                      <a:gd name="connsiteY7" fmla="*/ 241300 h 2032000"/>
                      <a:gd name="connsiteX8" fmla="*/ 50800 w 552661"/>
                      <a:gd name="connsiteY8" fmla="*/ 260350 h 2032000"/>
                      <a:gd name="connsiteX9" fmla="*/ 44450 w 552661"/>
                      <a:gd name="connsiteY9" fmla="*/ 279400 h 2032000"/>
                      <a:gd name="connsiteX10" fmla="*/ 25400 w 552661"/>
                      <a:gd name="connsiteY10" fmla="*/ 317500 h 2032000"/>
                      <a:gd name="connsiteX11" fmla="*/ 12700 w 552661"/>
                      <a:gd name="connsiteY11" fmla="*/ 450850 h 2032000"/>
                      <a:gd name="connsiteX12" fmla="*/ 0 w 552661"/>
                      <a:gd name="connsiteY12" fmla="*/ 622300 h 2032000"/>
                      <a:gd name="connsiteX13" fmla="*/ 6350 w 552661"/>
                      <a:gd name="connsiteY13" fmla="*/ 666750 h 2032000"/>
                      <a:gd name="connsiteX14" fmla="*/ 12700 w 552661"/>
                      <a:gd name="connsiteY14" fmla="*/ 685800 h 2032000"/>
                      <a:gd name="connsiteX15" fmla="*/ 31750 w 552661"/>
                      <a:gd name="connsiteY15" fmla="*/ 755650 h 2032000"/>
                      <a:gd name="connsiteX16" fmla="*/ 69850 w 552661"/>
                      <a:gd name="connsiteY16" fmla="*/ 793750 h 2032000"/>
                      <a:gd name="connsiteX17" fmla="*/ 95250 w 552661"/>
                      <a:gd name="connsiteY17" fmla="*/ 850900 h 2032000"/>
                      <a:gd name="connsiteX18" fmla="*/ 101600 w 552661"/>
                      <a:gd name="connsiteY18" fmla="*/ 869950 h 2032000"/>
                      <a:gd name="connsiteX19" fmla="*/ 107950 w 552661"/>
                      <a:gd name="connsiteY19" fmla="*/ 889000 h 2032000"/>
                      <a:gd name="connsiteX20" fmla="*/ 101600 w 552661"/>
                      <a:gd name="connsiteY20" fmla="*/ 920750 h 2032000"/>
                      <a:gd name="connsiteX21" fmla="*/ 107950 w 552661"/>
                      <a:gd name="connsiteY21" fmla="*/ 990600 h 2032000"/>
                      <a:gd name="connsiteX22" fmla="*/ 114300 w 552661"/>
                      <a:gd name="connsiteY22" fmla="*/ 1009650 h 2032000"/>
                      <a:gd name="connsiteX23" fmla="*/ 120650 w 552661"/>
                      <a:gd name="connsiteY23" fmla="*/ 1035050 h 2032000"/>
                      <a:gd name="connsiteX24" fmla="*/ 127000 w 552661"/>
                      <a:gd name="connsiteY24" fmla="*/ 1098550 h 2032000"/>
                      <a:gd name="connsiteX25" fmla="*/ 133350 w 552661"/>
                      <a:gd name="connsiteY25" fmla="*/ 1117600 h 2032000"/>
                      <a:gd name="connsiteX26" fmla="*/ 152400 w 552661"/>
                      <a:gd name="connsiteY26" fmla="*/ 1187450 h 2032000"/>
                      <a:gd name="connsiteX27" fmla="*/ 158750 w 552661"/>
                      <a:gd name="connsiteY27" fmla="*/ 1219200 h 2032000"/>
                      <a:gd name="connsiteX28" fmla="*/ 177800 w 552661"/>
                      <a:gd name="connsiteY28" fmla="*/ 1257300 h 2032000"/>
                      <a:gd name="connsiteX29" fmla="*/ 196850 w 552661"/>
                      <a:gd name="connsiteY29" fmla="*/ 1270000 h 2032000"/>
                      <a:gd name="connsiteX30" fmla="*/ 234950 w 552661"/>
                      <a:gd name="connsiteY30" fmla="*/ 1301750 h 2032000"/>
                      <a:gd name="connsiteX31" fmla="*/ 266700 w 552661"/>
                      <a:gd name="connsiteY31" fmla="*/ 1358900 h 2032000"/>
                      <a:gd name="connsiteX32" fmla="*/ 279400 w 552661"/>
                      <a:gd name="connsiteY32" fmla="*/ 1384300 h 2032000"/>
                      <a:gd name="connsiteX33" fmla="*/ 298450 w 552661"/>
                      <a:gd name="connsiteY33" fmla="*/ 1454150 h 2032000"/>
                      <a:gd name="connsiteX34" fmla="*/ 311150 w 552661"/>
                      <a:gd name="connsiteY34" fmla="*/ 1473200 h 2032000"/>
                      <a:gd name="connsiteX35" fmla="*/ 317500 w 552661"/>
                      <a:gd name="connsiteY35" fmla="*/ 1492250 h 2032000"/>
                      <a:gd name="connsiteX36" fmla="*/ 336550 w 552661"/>
                      <a:gd name="connsiteY36" fmla="*/ 1530350 h 2032000"/>
                      <a:gd name="connsiteX37" fmla="*/ 342900 w 552661"/>
                      <a:gd name="connsiteY37" fmla="*/ 1600200 h 2032000"/>
                      <a:gd name="connsiteX38" fmla="*/ 387350 w 552661"/>
                      <a:gd name="connsiteY38" fmla="*/ 1663700 h 2032000"/>
                      <a:gd name="connsiteX39" fmla="*/ 406400 w 552661"/>
                      <a:gd name="connsiteY39" fmla="*/ 1701800 h 2032000"/>
                      <a:gd name="connsiteX40" fmla="*/ 438150 w 552661"/>
                      <a:gd name="connsiteY40" fmla="*/ 1746250 h 2032000"/>
                      <a:gd name="connsiteX41" fmla="*/ 457200 w 552661"/>
                      <a:gd name="connsiteY41" fmla="*/ 1784350 h 2032000"/>
                      <a:gd name="connsiteX42" fmla="*/ 476250 w 552661"/>
                      <a:gd name="connsiteY42" fmla="*/ 1797050 h 2032000"/>
                      <a:gd name="connsiteX43" fmla="*/ 488950 w 552661"/>
                      <a:gd name="connsiteY43" fmla="*/ 1847850 h 2032000"/>
                      <a:gd name="connsiteX44" fmla="*/ 501650 w 552661"/>
                      <a:gd name="connsiteY44" fmla="*/ 1866900 h 2032000"/>
                      <a:gd name="connsiteX45" fmla="*/ 514350 w 552661"/>
                      <a:gd name="connsiteY45" fmla="*/ 1905000 h 2032000"/>
                      <a:gd name="connsiteX46" fmla="*/ 533400 w 552661"/>
                      <a:gd name="connsiteY46" fmla="*/ 1974850 h 2032000"/>
                      <a:gd name="connsiteX47" fmla="*/ 546100 w 552661"/>
                      <a:gd name="connsiteY47" fmla="*/ 1993900 h 2032000"/>
                      <a:gd name="connsiteX48" fmla="*/ 552450 w 552661"/>
                      <a:gd name="connsiteY48" fmla="*/ 2032000 h 20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52661" h="2032000">
                        <a:moveTo>
                          <a:pt x="215900" y="0"/>
                        </a:moveTo>
                        <a:cubicBezTo>
                          <a:pt x="212829" y="15353"/>
                          <a:pt x="205639" y="58131"/>
                          <a:pt x="196850" y="69850"/>
                        </a:cubicBezTo>
                        <a:cubicBezTo>
                          <a:pt x="190500" y="78317"/>
                          <a:pt x="183951" y="86638"/>
                          <a:pt x="177800" y="95250"/>
                        </a:cubicBezTo>
                        <a:cubicBezTo>
                          <a:pt x="173364" y="101460"/>
                          <a:pt x="170496" y="108904"/>
                          <a:pt x="165100" y="114300"/>
                        </a:cubicBezTo>
                        <a:cubicBezTo>
                          <a:pt x="159704" y="119696"/>
                          <a:pt x="152400" y="122767"/>
                          <a:pt x="146050" y="127000"/>
                        </a:cubicBezTo>
                        <a:cubicBezTo>
                          <a:pt x="112183" y="177800"/>
                          <a:pt x="156633" y="116417"/>
                          <a:pt x="114300" y="158750"/>
                        </a:cubicBezTo>
                        <a:cubicBezTo>
                          <a:pt x="85577" y="187473"/>
                          <a:pt x="119636" y="171788"/>
                          <a:pt x="82550" y="184150"/>
                        </a:cubicBezTo>
                        <a:lnTo>
                          <a:pt x="63500" y="241300"/>
                        </a:lnTo>
                        <a:cubicBezTo>
                          <a:pt x="61087" y="248540"/>
                          <a:pt x="54213" y="253524"/>
                          <a:pt x="50800" y="260350"/>
                        </a:cubicBezTo>
                        <a:cubicBezTo>
                          <a:pt x="47807" y="266337"/>
                          <a:pt x="47443" y="273413"/>
                          <a:pt x="44450" y="279400"/>
                        </a:cubicBezTo>
                        <a:cubicBezTo>
                          <a:pt x="19831" y="328639"/>
                          <a:pt x="41361" y="269617"/>
                          <a:pt x="25400" y="317500"/>
                        </a:cubicBezTo>
                        <a:cubicBezTo>
                          <a:pt x="21167" y="361950"/>
                          <a:pt x="14728" y="406245"/>
                          <a:pt x="12700" y="450850"/>
                        </a:cubicBezTo>
                        <a:cubicBezTo>
                          <a:pt x="5860" y="601332"/>
                          <a:pt x="15492" y="544840"/>
                          <a:pt x="0" y="622300"/>
                        </a:cubicBezTo>
                        <a:cubicBezTo>
                          <a:pt x="2117" y="637117"/>
                          <a:pt x="3415" y="652074"/>
                          <a:pt x="6350" y="666750"/>
                        </a:cubicBezTo>
                        <a:cubicBezTo>
                          <a:pt x="7663" y="673314"/>
                          <a:pt x="11077" y="679306"/>
                          <a:pt x="12700" y="685800"/>
                        </a:cubicBezTo>
                        <a:cubicBezTo>
                          <a:pt x="30651" y="757603"/>
                          <a:pt x="4504" y="673913"/>
                          <a:pt x="31750" y="755650"/>
                        </a:cubicBezTo>
                        <a:cubicBezTo>
                          <a:pt x="37430" y="772689"/>
                          <a:pt x="59887" y="778806"/>
                          <a:pt x="69850" y="793750"/>
                        </a:cubicBezTo>
                        <a:cubicBezTo>
                          <a:pt x="89976" y="823939"/>
                          <a:pt x="80137" y="805560"/>
                          <a:pt x="95250" y="850900"/>
                        </a:cubicBezTo>
                        <a:lnTo>
                          <a:pt x="101600" y="869950"/>
                        </a:lnTo>
                        <a:lnTo>
                          <a:pt x="107950" y="889000"/>
                        </a:lnTo>
                        <a:cubicBezTo>
                          <a:pt x="105833" y="899583"/>
                          <a:pt x="101600" y="909957"/>
                          <a:pt x="101600" y="920750"/>
                        </a:cubicBezTo>
                        <a:cubicBezTo>
                          <a:pt x="101600" y="944129"/>
                          <a:pt x="104644" y="967456"/>
                          <a:pt x="107950" y="990600"/>
                        </a:cubicBezTo>
                        <a:cubicBezTo>
                          <a:pt x="108897" y="997226"/>
                          <a:pt x="112461" y="1003214"/>
                          <a:pt x="114300" y="1009650"/>
                        </a:cubicBezTo>
                        <a:cubicBezTo>
                          <a:pt x="116698" y="1018041"/>
                          <a:pt x="118533" y="1026583"/>
                          <a:pt x="120650" y="1035050"/>
                        </a:cubicBezTo>
                        <a:cubicBezTo>
                          <a:pt x="122767" y="1056217"/>
                          <a:pt x="123765" y="1077525"/>
                          <a:pt x="127000" y="1098550"/>
                        </a:cubicBezTo>
                        <a:cubicBezTo>
                          <a:pt x="128018" y="1105166"/>
                          <a:pt x="131727" y="1111106"/>
                          <a:pt x="133350" y="1117600"/>
                        </a:cubicBezTo>
                        <a:cubicBezTo>
                          <a:pt x="151301" y="1189403"/>
                          <a:pt x="125154" y="1105713"/>
                          <a:pt x="152400" y="1187450"/>
                        </a:cubicBezTo>
                        <a:cubicBezTo>
                          <a:pt x="155813" y="1197689"/>
                          <a:pt x="156132" y="1208729"/>
                          <a:pt x="158750" y="1219200"/>
                        </a:cubicBezTo>
                        <a:cubicBezTo>
                          <a:pt x="162193" y="1232972"/>
                          <a:pt x="167453" y="1246953"/>
                          <a:pt x="177800" y="1257300"/>
                        </a:cubicBezTo>
                        <a:cubicBezTo>
                          <a:pt x="183196" y="1262696"/>
                          <a:pt x="190987" y="1265114"/>
                          <a:pt x="196850" y="1270000"/>
                        </a:cubicBezTo>
                        <a:cubicBezTo>
                          <a:pt x="245743" y="1310744"/>
                          <a:pt x="187652" y="1270218"/>
                          <a:pt x="234950" y="1301750"/>
                        </a:cubicBezTo>
                        <a:cubicBezTo>
                          <a:pt x="252510" y="1354430"/>
                          <a:pt x="223031" y="1271561"/>
                          <a:pt x="266700" y="1358900"/>
                        </a:cubicBezTo>
                        <a:lnTo>
                          <a:pt x="279400" y="1384300"/>
                        </a:lnTo>
                        <a:cubicBezTo>
                          <a:pt x="288375" y="1429177"/>
                          <a:pt x="282337" y="1405811"/>
                          <a:pt x="298450" y="1454150"/>
                        </a:cubicBezTo>
                        <a:cubicBezTo>
                          <a:pt x="300863" y="1461390"/>
                          <a:pt x="307737" y="1466374"/>
                          <a:pt x="311150" y="1473200"/>
                        </a:cubicBezTo>
                        <a:cubicBezTo>
                          <a:pt x="314143" y="1479187"/>
                          <a:pt x="314507" y="1486263"/>
                          <a:pt x="317500" y="1492250"/>
                        </a:cubicBezTo>
                        <a:cubicBezTo>
                          <a:pt x="342119" y="1541489"/>
                          <a:pt x="320589" y="1482467"/>
                          <a:pt x="336550" y="1530350"/>
                        </a:cubicBezTo>
                        <a:cubicBezTo>
                          <a:pt x="338667" y="1553633"/>
                          <a:pt x="336303" y="1577771"/>
                          <a:pt x="342900" y="1600200"/>
                        </a:cubicBezTo>
                        <a:cubicBezTo>
                          <a:pt x="345820" y="1610127"/>
                          <a:pt x="378800" y="1651730"/>
                          <a:pt x="387350" y="1663700"/>
                        </a:cubicBezTo>
                        <a:cubicBezTo>
                          <a:pt x="417680" y="1706163"/>
                          <a:pt x="385430" y="1659860"/>
                          <a:pt x="406400" y="1701800"/>
                        </a:cubicBezTo>
                        <a:cubicBezTo>
                          <a:pt x="411043" y="1711085"/>
                          <a:pt x="433836" y="1740497"/>
                          <a:pt x="438150" y="1746250"/>
                        </a:cubicBezTo>
                        <a:cubicBezTo>
                          <a:pt x="443315" y="1761744"/>
                          <a:pt x="444890" y="1772040"/>
                          <a:pt x="457200" y="1784350"/>
                        </a:cubicBezTo>
                        <a:cubicBezTo>
                          <a:pt x="462596" y="1789746"/>
                          <a:pt x="469900" y="1792817"/>
                          <a:pt x="476250" y="1797050"/>
                        </a:cubicBezTo>
                        <a:cubicBezTo>
                          <a:pt x="478665" y="1809126"/>
                          <a:pt x="482441" y="1834833"/>
                          <a:pt x="488950" y="1847850"/>
                        </a:cubicBezTo>
                        <a:cubicBezTo>
                          <a:pt x="492363" y="1854676"/>
                          <a:pt x="498550" y="1859926"/>
                          <a:pt x="501650" y="1866900"/>
                        </a:cubicBezTo>
                        <a:cubicBezTo>
                          <a:pt x="507087" y="1879133"/>
                          <a:pt x="510117" y="1892300"/>
                          <a:pt x="514350" y="1905000"/>
                        </a:cubicBezTo>
                        <a:cubicBezTo>
                          <a:pt x="526220" y="1940609"/>
                          <a:pt x="519077" y="1917556"/>
                          <a:pt x="533400" y="1974850"/>
                        </a:cubicBezTo>
                        <a:cubicBezTo>
                          <a:pt x="535251" y="1982254"/>
                          <a:pt x="542687" y="1987074"/>
                          <a:pt x="546100" y="1993900"/>
                        </a:cubicBezTo>
                        <a:cubicBezTo>
                          <a:pt x="554458" y="2010616"/>
                          <a:pt x="552450" y="2014186"/>
                          <a:pt x="552450" y="20320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19" name="Freeform 1418"/>
                  <p:cNvSpPr/>
                  <p:nvPr/>
                </p:nvSpPr>
                <p:spPr>
                  <a:xfrm>
                    <a:off x="3727600" y="3038787"/>
                    <a:ext cx="1157914" cy="558131"/>
                  </a:xfrm>
                  <a:custGeom>
                    <a:avLst/>
                    <a:gdLst>
                      <a:gd name="connsiteX0" fmla="*/ 1765300 w 1765300"/>
                      <a:gd name="connsiteY0" fmla="*/ 0 h 850900"/>
                      <a:gd name="connsiteX1" fmla="*/ 1752600 w 1765300"/>
                      <a:gd name="connsiteY1" fmla="*/ 95250 h 850900"/>
                      <a:gd name="connsiteX2" fmla="*/ 1739900 w 1765300"/>
                      <a:gd name="connsiteY2" fmla="*/ 114300 h 850900"/>
                      <a:gd name="connsiteX3" fmla="*/ 1720850 w 1765300"/>
                      <a:gd name="connsiteY3" fmla="*/ 127000 h 850900"/>
                      <a:gd name="connsiteX4" fmla="*/ 1695450 w 1765300"/>
                      <a:gd name="connsiteY4" fmla="*/ 184150 h 850900"/>
                      <a:gd name="connsiteX5" fmla="*/ 1676400 w 1765300"/>
                      <a:gd name="connsiteY5" fmla="*/ 196850 h 850900"/>
                      <a:gd name="connsiteX6" fmla="*/ 1657350 w 1765300"/>
                      <a:gd name="connsiteY6" fmla="*/ 234950 h 850900"/>
                      <a:gd name="connsiteX7" fmla="*/ 1638300 w 1765300"/>
                      <a:gd name="connsiteY7" fmla="*/ 241300 h 850900"/>
                      <a:gd name="connsiteX8" fmla="*/ 1631950 w 1765300"/>
                      <a:gd name="connsiteY8" fmla="*/ 260350 h 850900"/>
                      <a:gd name="connsiteX9" fmla="*/ 1612900 w 1765300"/>
                      <a:gd name="connsiteY9" fmla="*/ 266700 h 850900"/>
                      <a:gd name="connsiteX10" fmla="*/ 1587500 w 1765300"/>
                      <a:gd name="connsiteY10" fmla="*/ 273050 h 850900"/>
                      <a:gd name="connsiteX11" fmla="*/ 1568450 w 1765300"/>
                      <a:gd name="connsiteY11" fmla="*/ 279400 h 850900"/>
                      <a:gd name="connsiteX12" fmla="*/ 1498600 w 1765300"/>
                      <a:gd name="connsiteY12" fmla="*/ 285750 h 850900"/>
                      <a:gd name="connsiteX13" fmla="*/ 1466850 w 1765300"/>
                      <a:gd name="connsiteY13" fmla="*/ 292100 h 850900"/>
                      <a:gd name="connsiteX14" fmla="*/ 1162050 w 1765300"/>
                      <a:gd name="connsiteY14" fmla="*/ 292100 h 850900"/>
                      <a:gd name="connsiteX15" fmla="*/ 1143000 w 1765300"/>
                      <a:gd name="connsiteY15" fmla="*/ 285750 h 850900"/>
                      <a:gd name="connsiteX16" fmla="*/ 1092200 w 1765300"/>
                      <a:gd name="connsiteY16" fmla="*/ 273050 h 850900"/>
                      <a:gd name="connsiteX17" fmla="*/ 1073150 w 1765300"/>
                      <a:gd name="connsiteY17" fmla="*/ 260350 h 850900"/>
                      <a:gd name="connsiteX18" fmla="*/ 1022350 w 1765300"/>
                      <a:gd name="connsiteY18" fmla="*/ 247650 h 850900"/>
                      <a:gd name="connsiteX19" fmla="*/ 984250 w 1765300"/>
                      <a:gd name="connsiteY19" fmla="*/ 234950 h 850900"/>
                      <a:gd name="connsiteX20" fmla="*/ 889000 w 1765300"/>
                      <a:gd name="connsiteY20" fmla="*/ 241300 h 850900"/>
                      <a:gd name="connsiteX21" fmla="*/ 850900 w 1765300"/>
                      <a:gd name="connsiteY21" fmla="*/ 260350 h 850900"/>
                      <a:gd name="connsiteX22" fmla="*/ 831850 w 1765300"/>
                      <a:gd name="connsiteY22" fmla="*/ 279400 h 850900"/>
                      <a:gd name="connsiteX23" fmla="*/ 812800 w 1765300"/>
                      <a:gd name="connsiteY23" fmla="*/ 292100 h 850900"/>
                      <a:gd name="connsiteX24" fmla="*/ 774700 w 1765300"/>
                      <a:gd name="connsiteY24" fmla="*/ 323850 h 850900"/>
                      <a:gd name="connsiteX25" fmla="*/ 723900 w 1765300"/>
                      <a:gd name="connsiteY25" fmla="*/ 381000 h 850900"/>
                      <a:gd name="connsiteX26" fmla="*/ 698500 w 1765300"/>
                      <a:gd name="connsiteY26" fmla="*/ 419100 h 850900"/>
                      <a:gd name="connsiteX27" fmla="*/ 685800 w 1765300"/>
                      <a:gd name="connsiteY27" fmla="*/ 457200 h 850900"/>
                      <a:gd name="connsiteX28" fmla="*/ 679450 w 1765300"/>
                      <a:gd name="connsiteY28" fmla="*/ 476250 h 850900"/>
                      <a:gd name="connsiteX29" fmla="*/ 673100 w 1765300"/>
                      <a:gd name="connsiteY29" fmla="*/ 520700 h 850900"/>
                      <a:gd name="connsiteX30" fmla="*/ 666750 w 1765300"/>
                      <a:gd name="connsiteY30" fmla="*/ 539750 h 850900"/>
                      <a:gd name="connsiteX31" fmla="*/ 647700 w 1765300"/>
                      <a:gd name="connsiteY31" fmla="*/ 552450 h 850900"/>
                      <a:gd name="connsiteX32" fmla="*/ 641350 w 1765300"/>
                      <a:gd name="connsiteY32" fmla="*/ 571500 h 850900"/>
                      <a:gd name="connsiteX33" fmla="*/ 622300 w 1765300"/>
                      <a:gd name="connsiteY33" fmla="*/ 577850 h 850900"/>
                      <a:gd name="connsiteX34" fmla="*/ 603250 w 1765300"/>
                      <a:gd name="connsiteY34" fmla="*/ 590550 h 850900"/>
                      <a:gd name="connsiteX35" fmla="*/ 571500 w 1765300"/>
                      <a:gd name="connsiteY35" fmla="*/ 628650 h 850900"/>
                      <a:gd name="connsiteX36" fmla="*/ 546100 w 1765300"/>
                      <a:gd name="connsiteY36" fmla="*/ 635000 h 850900"/>
                      <a:gd name="connsiteX37" fmla="*/ 527050 w 1765300"/>
                      <a:gd name="connsiteY37" fmla="*/ 641350 h 850900"/>
                      <a:gd name="connsiteX38" fmla="*/ 508000 w 1765300"/>
                      <a:gd name="connsiteY38" fmla="*/ 654050 h 850900"/>
                      <a:gd name="connsiteX39" fmla="*/ 476250 w 1765300"/>
                      <a:gd name="connsiteY39" fmla="*/ 685800 h 850900"/>
                      <a:gd name="connsiteX40" fmla="*/ 463550 w 1765300"/>
                      <a:gd name="connsiteY40" fmla="*/ 704850 h 850900"/>
                      <a:gd name="connsiteX41" fmla="*/ 425450 w 1765300"/>
                      <a:gd name="connsiteY41" fmla="*/ 717550 h 850900"/>
                      <a:gd name="connsiteX42" fmla="*/ 406400 w 1765300"/>
                      <a:gd name="connsiteY42" fmla="*/ 730250 h 850900"/>
                      <a:gd name="connsiteX43" fmla="*/ 381000 w 1765300"/>
                      <a:gd name="connsiteY43" fmla="*/ 736600 h 850900"/>
                      <a:gd name="connsiteX44" fmla="*/ 342900 w 1765300"/>
                      <a:gd name="connsiteY44" fmla="*/ 749300 h 850900"/>
                      <a:gd name="connsiteX45" fmla="*/ 285750 w 1765300"/>
                      <a:gd name="connsiteY45" fmla="*/ 768350 h 850900"/>
                      <a:gd name="connsiteX46" fmla="*/ 266700 w 1765300"/>
                      <a:gd name="connsiteY46" fmla="*/ 774700 h 850900"/>
                      <a:gd name="connsiteX47" fmla="*/ 228600 w 1765300"/>
                      <a:gd name="connsiteY47" fmla="*/ 781050 h 850900"/>
                      <a:gd name="connsiteX48" fmla="*/ 171450 w 1765300"/>
                      <a:gd name="connsiteY48" fmla="*/ 800100 h 850900"/>
                      <a:gd name="connsiteX49" fmla="*/ 152400 w 1765300"/>
                      <a:gd name="connsiteY49" fmla="*/ 806450 h 850900"/>
                      <a:gd name="connsiteX50" fmla="*/ 133350 w 1765300"/>
                      <a:gd name="connsiteY50" fmla="*/ 819150 h 850900"/>
                      <a:gd name="connsiteX51" fmla="*/ 95250 w 1765300"/>
                      <a:gd name="connsiteY51" fmla="*/ 831850 h 850900"/>
                      <a:gd name="connsiteX52" fmla="*/ 57150 w 1765300"/>
                      <a:gd name="connsiteY52" fmla="*/ 844550 h 850900"/>
                      <a:gd name="connsiteX53" fmla="*/ 0 w 1765300"/>
                      <a:gd name="connsiteY53" fmla="*/ 850900 h 850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765300" h="850900">
                        <a:moveTo>
                          <a:pt x="1765300" y="0"/>
                        </a:moveTo>
                        <a:cubicBezTo>
                          <a:pt x="1763881" y="17024"/>
                          <a:pt x="1765569" y="69312"/>
                          <a:pt x="1752600" y="95250"/>
                        </a:cubicBezTo>
                        <a:cubicBezTo>
                          <a:pt x="1749187" y="102076"/>
                          <a:pt x="1745296" y="108904"/>
                          <a:pt x="1739900" y="114300"/>
                        </a:cubicBezTo>
                        <a:cubicBezTo>
                          <a:pt x="1734504" y="119696"/>
                          <a:pt x="1727200" y="122767"/>
                          <a:pt x="1720850" y="127000"/>
                        </a:cubicBezTo>
                        <a:cubicBezTo>
                          <a:pt x="1714562" y="145863"/>
                          <a:pt x="1710544" y="169056"/>
                          <a:pt x="1695450" y="184150"/>
                        </a:cubicBezTo>
                        <a:cubicBezTo>
                          <a:pt x="1690054" y="189546"/>
                          <a:pt x="1682750" y="192617"/>
                          <a:pt x="1676400" y="196850"/>
                        </a:cubicBezTo>
                        <a:cubicBezTo>
                          <a:pt x="1672217" y="209399"/>
                          <a:pt x="1668541" y="225998"/>
                          <a:pt x="1657350" y="234950"/>
                        </a:cubicBezTo>
                        <a:cubicBezTo>
                          <a:pt x="1652123" y="239131"/>
                          <a:pt x="1644650" y="239183"/>
                          <a:pt x="1638300" y="241300"/>
                        </a:cubicBezTo>
                        <a:cubicBezTo>
                          <a:pt x="1636183" y="247650"/>
                          <a:pt x="1636683" y="255617"/>
                          <a:pt x="1631950" y="260350"/>
                        </a:cubicBezTo>
                        <a:cubicBezTo>
                          <a:pt x="1627217" y="265083"/>
                          <a:pt x="1619336" y="264861"/>
                          <a:pt x="1612900" y="266700"/>
                        </a:cubicBezTo>
                        <a:cubicBezTo>
                          <a:pt x="1604509" y="269098"/>
                          <a:pt x="1595891" y="270652"/>
                          <a:pt x="1587500" y="273050"/>
                        </a:cubicBezTo>
                        <a:cubicBezTo>
                          <a:pt x="1581064" y="274889"/>
                          <a:pt x="1575076" y="278453"/>
                          <a:pt x="1568450" y="279400"/>
                        </a:cubicBezTo>
                        <a:cubicBezTo>
                          <a:pt x="1545306" y="282706"/>
                          <a:pt x="1521883" y="283633"/>
                          <a:pt x="1498600" y="285750"/>
                        </a:cubicBezTo>
                        <a:cubicBezTo>
                          <a:pt x="1488017" y="287867"/>
                          <a:pt x="1477623" y="291447"/>
                          <a:pt x="1466850" y="292100"/>
                        </a:cubicBezTo>
                        <a:cubicBezTo>
                          <a:pt x="1296237" y="302440"/>
                          <a:pt x="1312868" y="299641"/>
                          <a:pt x="1162050" y="292100"/>
                        </a:cubicBezTo>
                        <a:cubicBezTo>
                          <a:pt x="1155700" y="289983"/>
                          <a:pt x="1149458" y="287511"/>
                          <a:pt x="1143000" y="285750"/>
                        </a:cubicBezTo>
                        <a:cubicBezTo>
                          <a:pt x="1126161" y="281157"/>
                          <a:pt x="1108604" y="279015"/>
                          <a:pt x="1092200" y="273050"/>
                        </a:cubicBezTo>
                        <a:cubicBezTo>
                          <a:pt x="1085028" y="270442"/>
                          <a:pt x="1080322" y="262958"/>
                          <a:pt x="1073150" y="260350"/>
                        </a:cubicBezTo>
                        <a:cubicBezTo>
                          <a:pt x="1056746" y="254385"/>
                          <a:pt x="1039283" y="251883"/>
                          <a:pt x="1022350" y="247650"/>
                        </a:cubicBezTo>
                        <a:cubicBezTo>
                          <a:pt x="1009363" y="244403"/>
                          <a:pt x="984250" y="234950"/>
                          <a:pt x="984250" y="234950"/>
                        </a:cubicBezTo>
                        <a:cubicBezTo>
                          <a:pt x="952500" y="237067"/>
                          <a:pt x="920626" y="237786"/>
                          <a:pt x="889000" y="241300"/>
                        </a:cubicBezTo>
                        <a:cubicBezTo>
                          <a:pt x="875782" y="242769"/>
                          <a:pt x="860615" y="252254"/>
                          <a:pt x="850900" y="260350"/>
                        </a:cubicBezTo>
                        <a:cubicBezTo>
                          <a:pt x="844001" y="266099"/>
                          <a:pt x="838749" y="273651"/>
                          <a:pt x="831850" y="279400"/>
                        </a:cubicBezTo>
                        <a:cubicBezTo>
                          <a:pt x="825987" y="284286"/>
                          <a:pt x="818663" y="287214"/>
                          <a:pt x="812800" y="292100"/>
                        </a:cubicBezTo>
                        <a:cubicBezTo>
                          <a:pt x="763907" y="332844"/>
                          <a:pt x="821998" y="292318"/>
                          <a:pt x="774700" y="323850"/>
                        </a:cubicBezTo>
                        <a:cubicBezTo>
                          <a:pt x="752037" y="357844"/>
                          <a:pt x="767396" y="337504"/>
                          <a:pt x="723900" y="381000"/>
                        </a:cubicBezTo>
                        <a:cubicBezTo>
                          <a:pt x="713107" y="391793"/>
                          <a:pt x="706967" y="406400"/>
                          <a:pt x="698500" y="419100"/>
                        </a:cubicBezTo>
                        <a:cubicBezTo>
                          <a:pt x="691074" y="430239"/>
                          <a:pt x="690033" y="444500"/>
                          <a:pt x="685800" y="457200"/>
                        </a:cubicBezTo>
                        <a:lnTo>
                          <a:pt x="679450" y="476250"/>
                        </a:lnTo>
                        <a:cubicBezTo>
                          <a:pt x="677333" y="491067"/>
                          <a:pt x="676035" y="506024"/>
                          <a:pt x="673100" y="520700"/>
                        </a:cubicBezTo>
                        <a:cubicBezTo>
                          <a:pt x="671787" y="527264"/>
                          <a:pt x="670931" y="534523"/>
                          <a:pt x="666750" y="539750"/>
                        </a:cubicBezTo>
                        <a:cubicBezTo>
                          <a:pt x="661982" y="545709"/>
                          <a:pt x="654050" y="548217"/>
                          <a:pt x="647700" y="552450"/>
                        </a:cubicBezTo>
                        <a:cubicBezTo>
                          <a:pt x="645583" y="558800"/>
                          <a:pt x="646083" y="566767"/>
                          <a:pt x="641350" y="571500"/>
                        </a:cubicBezTo>
                        <a:cubicBezTo>
                          <a:pt x="636617" y="576233"/>
                          <a:pt x="628287" y="574857"/>
                          <a:pt x="622300" y="577850"/>
                        </a:cubicBezTo>
                        <a:cubicBezTo>
                          <a:pt x="615474" y="581263"/>
                          <a:pt x="609600" y="586317"/>
                          <a:pt x="603250" y="590550"/>
                        </a:cubicBezTo>
                        <a:cubicBezTo>
                          <a:pt x="595157" y="602689"/>
                          <a:pt x="584663" y="621128"/>
                          <a:pt x="571500" y="628650"/>
                        </a:cubicBezTo>
                        <a:cubicBezTo>
                          <a:pt x="563923" y="632980"/>
                          <a:pt x="554491" y="632602"/>
                          <a:pt x="546100" y="635000"/>
                        </a:cubicBezTo>
                        <a:cubicBezTo>
                          <a:pt x="539664" y="636839"/>
                          <a:pt x="533400" y="639233"/>
                          <a:pt x="527050" y="641350"/>
                        </a:cubicBezTo>
                        <a:cubicBezTo>
                          <a:pt x="520700" y="645583"/>
                          <a:pt x="513396" y="648654"/>
                          <a:pt x="508000" y="654050"/>
                        </a:cubicBezTo>
                        <a:cubicBezTo>
                          <a:pt x="465667" y="696383"/>
                          <a:pt x="527050" y="651933"/>
                          <a:pt x="476250" y="685800"/>
                        </a:cubicBezTo>
                        <a:cubicBezTo>
                          <a:pt x="472017" y="692150"/>
                          <a:pt x="470022" y="700805"/>
                          <a:pt x="463550" y="704850"/>
                        </a:cubicBezTo>
                        <a:cubicBezTo>
                          <a:pt x="452198" y="711945"/>
                          <a:pt x="425450" y="717550"/>
                          <a:pt x="425450" y="717550"/>
                        </a:cubicBezTo>
                        <a:cubicBezTo>
                          <a:pt x="419100" y="721783"/>
                          <a:pt x="413415" y="727244"/>
                          <a:pt x="406400" y="730250"/>
                        </a:cubicBezTo>
                        <a:cubicBezTo>
                          <a:pt x="398378" y="733688"/>
                          <a:pt x="389359" y="734092"/>
                          <a:pt x="381000" y="736600"/>
                        </a:cubicBezTo>
                        <a:cubicBezTo>
                          <a:pt x="368178" y="740447"/>
                          <a:pt x="355600" y="745067"/>
                          <a:pt x="342900" y="749300"/>
                        </a:cubicBezTo>
                        <a:lnTo>
                          <a:pt x="285750" y="768350"/>
                        </a:lnTo>
                        <a:cubicBezTo>
                          <a:pt x="279400" y="770467"/>
                          <a:pt x="273302" y="773600"/>
                          <a:pt x="266700" y="774700"/>
                        </a:cubicBezTo>
                        <a:lnTo>
                          <a:pt x="228600" y="781050"/>
                        </a:lnTo>
                        <a:lnTo>
                          <a:pt x="171450" y="800100"/>
                        </a:lnTo>
                        <a:lnTo>
                          <a:pt x="152400" y="806450"/>
                        </a:lnTo>
                        <a:cubicBezTo>
                          <a:pt x="146050" y="810683"/>
                          <a:pt x="140324" y="816050"/>
                          <a:pt x="133350" y="819150"/>
                        </a:cubicBezTo>
                        <a:cubicBezTo>
                          <a:pt x="121117" y="824587"/>
                          <a:pt x="107950" y="827617"/>
                          <a:pt x="95250" y="831850"/>
                        </a:cubicBezTo>
                        <a:lnTo>
                          <a:pt x="57150" y="844550"/>
                        </a:lnTo>
                        <a:cubicBezTo>
                          <a:pt x="38966" y="850611"/>
                          <a:pt x="0" y="850900"/>
                          <a:pt x="0" y="850900"/>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20" name="Freeform 1419"/>
                  <p:cNvSpPr/>
                  <p:nvPr/>
                </p:nvSpPr>
                <p:spPr>
                  <a:xfrm>
                    <a:off x="4885514" y="2705574"/>
                    <a:ext cx="483158" cy="337378"/>
                  </a:xfrm>
                  <a:custGeom>
                    <a:avLst/>
                    <a:gdLst>
                      <a:gd name="connsiteX0" fmla="*/ 736600 w 736600"/>
                      <a:gd name="connsiteY0" fmla="*/ 0 h 514350"/>
                      <a:gd name="connsiteX1" fmla="*/ 704850 w 736600"/>
                      <a:gd name="connsiteY1" fmla="*/ 12700 h 514350"/>
                      <a:gd name="connsiteX2" fmla="*/ 641350 w 736600"/>
                      <a:gd name="connsiteY2" fmla="*/ 57150 h 514350"/>
                      <a:gd name="connsiteX3" fmla="*/ 584200 w 736600"/>
                      <a:gd name="connsiteY3" fmla="*/ 69850 h 514350"/>
                      <a:gd name="connsiteX4" fmla="*/ 558800 w 736600"/>
                      <a:gd name="connsiteY4" fmla="*/ 88900 h 514350"/>
                      <a:gd name="connsiteX5" fmla="*/ 501650 w 736600"/>
                      <a:gd name="connsiteY5" fmla="*/ 139700 h 514350"/>
                      <a:gd name="connsiteX6" fmla="*/ 463550 w 736600"/>
                      <a:gd name="connsiteY6" fmla="*/ 165100 h 514350"/>
                      <a:gd name="connsiteX7" fmla="*/ 444500 w 736600"/>
                      <a:gd name="connsiteY7" fmla="*/ 184150 h 514350"/>
                      <a:gd name="connsiteX8" fmla="*/ 412750 w 736600"/>
                      <a:gd name="connsiteY8" fmla="*/ 196850 h 514350"/>
                      <a:gd name="connsiteX9" fmla="*/ 355600 w 736600"/>
                      <a:gd name="connsiteY9" fmla="*/ 228600 h 514350"/>
                      <a:gd name="connsiteX10" fmla="*/ 336550 w 736600"/>
                      <a:gd name="connsiteY10" fmla="*/ 241300 h 514350"/>
                      <a:gd name="connsiteX11" fmla="*/ 317500 w 736600"/>
                      <a:gd name="connsiteY11" fmla="*/ 260350 h 514350"/>
                      <a:gd name="connsiteX12" fmla="*/ 298450 w 736600"/>
                      <a:gd name="connsiteY12" fmla="*/ 266700 h 514350"/>
                      <a:gd name="connsiteX13" fmla="*/ 279400 w 736600"/>
                      <a:gd name="connsiteY13" fmla="*/ 279400 h 514350"/>
                      <a:gd name="connsiteX14" fmla="*/ 260350 w 736600"/>
                      <a:gd name="connsiteY14" fmla="*/ 285750 h 514350"/>
                      <a:gd name="connsiteX15" fmla="*/ 209550 w 736600"/>
                      <a:gd name="connsiteY15" fmla="*/ 336550 h 514350"/>
                      <a:gd name="connsiteX16" fmla="*/ 190500 w 736600"/>
                      <a:gd name="connsiteY16" fmla="*/ 342900 h 514350"/>
                      <a:gd name="connsiteX17" fmla="*/ 171450 w 736600"/>
                      <a:gd name="connsiteY17" fmla="*/ 368300 h 514350"/>
                      <a:gd name="connsiteX18" fmla="*/ 152400 w 736600"/>
                      <a:gd name="connsiteY18" fmla="*/ 374650 h 514350"/>
                      <a:gd name="connsiteX19" fmla="*/ 101600 w 736600"/>
                      <a:gd name="connsiteY19" fmla="*/ 393700 h 514350"/>
                      <a:gd name="connsiteX20" fmla="*/ 82550 w 736600"/>
                      <a:gd name="connsiteY20" fmla="*/ 406400 h 514350"/>
                      <a:gd name="connsiteX21" fmla="*/ 57150 w 736600"/>
                      <a:gd name="connsiteY21" fmla="*/ 444500 h 514350"/>
                      <a:gd name="connsiteX22" fmla="*/ 31750 w 736600"/>
                      <a:gd name="connsiteY22" fmla="*/ 482600 h 514350"/>
                      <a:gd name="connsiteX23" fmla="*/ 0 w 736600"/>
                      <a:gd name="connsiteY23"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36600" h="514350">
                        <a:moveTo>
                          <a:pt x="736600" y="0"/>
                        </a:moveTo>
                        <a:cubicBezTo>
                          <a:pt x="726017" y="4233"/>
                          <a:pt x="714814" y="7164"/>
                          <a:pt x="704850" y="12700"/>
                        </a:cubicBezTo>
                        <a:cubicBezTo>
                          <a:pt x="683115" y="24775"/>
                          <a:pt x="665360" y="49147"/>
                          <a:pt x="641350" y="57150"/>
                        </a:cubicBezTo>
                        <a:cubicBezTo>
                          <a:pt x="610086" y="67571"/>
                          <a:pt x="628902" y="62400"/>
                          <a:pt x="584200" y="69850"/>
                        </a:cubicBezTo>
                        <a:cubicBezTo>
                          <a:pt x="575733" y="76200"/>
                          <a:pt x="566879" y="82064"/>
                          <a:pt x="558800" y="88900"/>
                        </a:cubicBezTo>
                        <a:cubicBezTo>
                          <a:pt x="539343" y="105364"/>
                          <a:pt x="521553" y="123778"/>
                          <a:pt x="501650" y="139700"/>
                        </a:cubicBezTo>
                        <a:cubicBezTo>
                          <a:pt x="489731" y="149235"/>
                          <a:pt x="476250" y="156633"/>
                          <a:pt x="463550" y="165100"/>
                        </a:cubicBezTo>
                        <a:cubicBezTo>
                          <a:pt x="456078" y="170081"/>
                          <a:pt x="452115" y="179390"/>
                          <a:pt x="444500" y="184150"/>
                        </a:cubicBezTo>
                        <a:cubicBezTo>
                          <a:pt x="434834" y="190191"/>
                          <a:pt x="422757" y="191392"/>
                          <a:pt x="412750" y="196850"/>
                        </a:cubicBezTo>
                        <a:cubicBezTo>
                          <a:pt x="344127" y="234281"/>
                          <a:pt x="400073" y="213776"/>
                          <a:pt x="355600" y="228600"/>
                        </a:cubicBezTo>
                        <a:cubicBezTo>
                          <a:pt x="349250" y="232833"/>
                          <a:pt x="342413" y="236414"/>
                          <a:pt x="336550" y="241300"/>
                        </a:cubicBezTo>
                        <a:cubicBezTo>
                          <a:pt x="329651" y="247049"/>
                          <a:pt x="324972" y="255369"/>
                          <a:pt x="317500" y="260350"/>
                        </a:cubicBezTo>
                        <a:cubicBezTo>
                          <a:pt x="311931" y="264063"/>
                          <a:pt x="304800" y="264583"/>
                          <a:pt x="298450" y="266700"/>
                        </a:cubicBezTo>
                        <a:cubicBezTo>
                          <a:pt x="292100" y="270933"/>
                          <a:pt x="286226" y="275987"/>
                          <a:pt x="279400" y="279400"/>
                        </a:cubicBezTo>
                        <a:cubicBezTo>
                          <a:pt x="273413" y="282393"/>
                          <a:pt x="265083" y="281017"/>
                          <a:pt x="260350" y="285750"/>
                        </a:cubicBezTo>
                        <a:cubicBezTo>
                          <a:pt x="210751" y="335349"/>
                          <a:pt x="260353" y="314777"/>
                          <a:pt x="209550" y="336550"/>
                        </a:cubicBezTo>
                        <a:cubicBezTo>
                          <a:pt x="203398" y="339187"/>
                          <a:pt x="196850" y="340783"/>
                          <a:pt x="190500" y="342900"/>
                        </a:cubicBezTo>
                        <a:cubicBezTo>
                          <a:pt x="184150" y="351367"/>
                          <a:pt x="179580" y="361525"/>
                          <a:pt x="171450" y="368300"/>
                        </a:cubicBezTo>
                        <a:cubicBezTo>
                          <a:pt x="166308" y="372585"/>
                          <a:pt x="158667" y="372300"/>
                          <a:pt x="152400" y="374650"/>
                        </a:cubicBezTo>
                        <a:cubicBezTo>
                          <a:pt x="91656" y="397429"/>
                          <a:pt x="144840" y="379287"/>
                          <a:pt x="101600" y="393700"/>
                        </a:cubicBezTo>
                        <a:cubicBezTo>
                          <a:pt x="95250" y="397933"/>
                          <a:pt x="87576" y="400657"/>
                          <a:pt x="82550" y="406400"/>
                        </a:cubicBezTo>
                        <a:cubicBezTo>
                          <a:pt x="72499" y="417887"/>
                          <a:pt x="65617" y="431800"/>
                          <a:pt x="57150" y="444500"/>
                        </a:cubicBezTo>
                        <a:lnTo>
                          <a:pt x="31750" y="482600"/>
                        </a:lnTo>
                        <a:lnTo>
                          <a:pt x="0" y="514350"/>
                        </a:ln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sp>
                <p:nvSpPr>
                  <p:cNvPr id="1421" name="Freeform 1420"/>
                  <p:cNvSpPr/>
                  <p:nvPr/>
                </p:nvSpPr>
                <p:spPr>
                  <a:xfrm>
                    <a:off x="5518617" y="3373028"/>
                    <a:ext cx="1549438" cy="137464"/>
                  </a:xfrm>
                  <a:custGeom>
                    <a:avLst/>
                    <a:gdLst>
                      <a:gd name="connsiteX0" fmla="*/ 2362200 w 2362200"/>
                      <a:gd name="connsiteY0" fmla="*/ 109558 h 209571"/>
                      <a:gd name="connsiteX1" fmla="*/ 2309813 w 2362200"/>
                      <a:gd name="connsiteY1" fmla="*/ 133371 h 209571"/>
                      <a:gd name="connsiteX2" fmla="*/ 2295525 w 2362200"/>
                      <a:gd name="connsiteY2" fmla="*/ 138133 h 209571"/>
                      <a:gd name="connsiteX3" fmla="*/ 2281238 w 2362200"/>
                      <a:gd name="connsiteY3" fmla="*/ 142896 h 209571"/>
                      <a:gd name="connsiteX4" fmla="*/ 2205038 w 2362200"/>
                      <a:gd name="connsiteY4" fmla="*/ 138133 h 209571"/>
                      <a:gd name="connsiteX5" fmla="*/ 2176463 w 2362200"/>
                      <a:gd name="connsiteY5" fmla="*/ 133371 h 209571"/>
                      <a:gd name="connsiteX6" fmla="*/ 2062163 w 2362200"/>
                      <a:gd name="connsiteY6" fmla="*/ 138133 h 209571"/>
                      <a:gd name="connsiteX7" fmla="*/ 2033588 w 2362200"/>
                      <a:gd name="connsiteY7" fmla="*/ 142896 h 209571"/>
                      <a:gd name="connsiteX8" fmla="*/ 1966913 w 2362200"/>
                      <a:gd name="connsiteY8" fmla="*/ 152421 h 209571"/>
                      <a:gd name="connsiteX9" fmla="*/ 1909763 w 2362200"/>
                      <a:gd name="connsiteY9" fmla="*/ 166708 h 209571"/>
                      <a:gd name="connsiteX10" fmla="*/ 1771650 w 2362200"/>
                      <a:gd name="connsiteY10" fmla="*/ 176233 h 209571"/>
                      <a:gd name="connsiteX11" fmla="*/ 1724025 w 2362200"/>
                      <a:gd name="connsiteY11" fmla="*/ 180996 h 209571"/>
                      <a:gd name="connsiteX12" fmla="*/ 1595438 w 2362200"/>
                      <a:gd name="connsiteY12" fmla="*/ 176233 h 209571"/>
                      <a:gd name="connsiteX13" fmla="*/ 1509713 w 2362200"/>
                      <a:gd name="connsiteY13" fmla="*/ 166708 h 209571"/>
                      <a:gd name="connsiteX14" fmla="*/ 1438275 w 2362200"/>
                      <a:gd name="connsiteY14" fmla="*/ 171471 h 209571"/>
                      <a:gd name="connsiteX15" fmla="*/ 1414463 w 2362200"/>
                      <a:gd name="connsiteY15" fmla="*/ 176233 h 209571"/>
                      <a:gd name="connsiteX16" fmla="*/ 1381125 w 2362200"/>
                      <a:gd name="connsiteY16" fmla="*/ 180996 h 209571"/>
                      <a:gd name="connsiteX17" fmla="*/ 1347788 w 2362200"/>
                      <a:gd name="connsiteY17" fmla="*/ 190521 h 209571"/>
                      <a:gd name="connsiteX18" fmla="*/ 1285875 w 2362200"/>
                      <a:gd name="connsiteY18" fmla="*/ 204808 h 209571"/>
                      <a:gd name="connsiteX19" fmla="*/ 1238250 w 2362200"/>
                      <a:gd name="connsiteY19" fmla="*/ 209571 h 209571"/>
                      <a:gd name="connsiteX20" fmla="*/ 976313 w 2362200"/>
                      <a:gd name="connsiteY20" fmla="*/ 204808 h 209571"/>
                      <a:gd name="connsiteX21" fmla="*/ 904875 w 2362200"/>
                      <a:gd name="connsiteY21" fmla="*/ 195283 h 209571"/>
                      <a:gd name="connsiteX22" fmla="*/ 876300 w 2362200"/>
                      <a:gd name="connsiteY22" fmla="*/ 190521 h 209571"/>
                      <a:gd name="connsiteX23" fmla="*/ 776288 w 2362200"/>
                      <a:gd name="connsiteY23" fmla="*/ 180996 h 209571"/>
                      <a:gd name="connsiteX24" fmla="*/ 728663 w 2362200"/>
                      <a:gd name="connsiteY24" fmla="*/ 166708 h 209571"/>
                      <a:gd name="connsiteX25" fmla="*/ 709613 w 2362200"/>
                      <a:gd name="connsiteY25" fmla="*/ 161946 h 209571"/>
                      <a:gd name="connsiteX26" fmla="*/ 695325 w 2362200"/>
                      <a:gd name="connsiteY26" fmla="*/ 157183 h 209571"/>
                      <a:gd name="connsiteX27" fmla="*/ 657225 w 2362200"/>
                      <a:gd name="connsiteY27" fmla="*/ 147658 h 209571"/>
                      <a:gd name="connsiteX28" fmla="*/ 614363 w 2362200"/>
                      <a:gd name="connsiteY28" fmla="*/ 142896 h 209571"/>
                      <a:gd name="connsiteX29" fmla="*/ 533400 w 2362200"/>
                      <a:gd name="connsiteY29" fmla="*/ 128608 h 209571"/>
                      <a:gd name="connsiteX30" fmla="*/ 481013 w 2362200"/>
                      <a:gd name="connsiteY30" fmla="*/ 119083 h 209571"/>
                      <a:gd name="connsiteX31" fmla="*/ 447675 w 2362200"/>
                      <a:gd name="connsiteY31" fmla="*/ 109558 h 209571"/>
                      <a:gd name="connsiteX32" fmla="*/ 433388 w 2362200"/>
                      <a:gd name="connsiteY32" fmla="*/ 100033 h 209571"/>
                      <a:gd name="connsiteX33" fmla="*/ 400050 w 2362200"/>
                      <a:gd name="connsiteY33" fmla="*/ 90508 h 209571"/>
                      <a:gd name="connsiteX34" fmla="*/ 361950 w 2362200"/>
                      <a:gd name="connsiteY34" fmla="*/ 66696 h 209571"/>
                      <a:gd name="connsiteX35" fmla="*/ 342900 w 2362200"/>
                      <a:gd name="connsiteY35" fmla="*/ 61933 h 209571"/>
                      <a:gd name="connsiteX36" fmla="*/ 328613 w 2362200"/>
                      <a:gd name="connsiteY36" fmla="*/ 52408 h 209571"/>
                      <a:gd name="connsiteX37" fmla="*/ 247650 w 2362200"/>
                      <a:gd name="connsiteY37" fmla="*/ 38121 h 209571"/>
                      <a:gd name="connsiteX38" fmla="*/ 204788 w 2362200"/>
                      <a:gd name="connsiteY38" fmla="*/ 28596 h 209571"/>
                      <a:gd name="connsiteX39" fmla="*/ 166688 w 2362200"/>
                      <a:gd name="connsiteY39" fmla="*/ 19071 h 209571"/>
                      <a:gd name="connsiteX40" fmla="*/ 104775 w 2362200"/>
                      <a:gd name="connsiteY40" fmla="*/ 14308 h 209571"/>
                      <a:gd name="connsiteX41" fmla="*/ 61913 w 2362200"/>
                      <a:gd name="connsiteY41" fmla="*/ 9546 h 209571"/>
                      <a:gd name="connsiteX42" fmla="*/ 0 w 2362200"/>
                      <a:gd name="connsiteY42" fmla="*/ 21 h 20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362200" h="209571">
                        <a:moveTo>
                          <a:pt x="2362200" y="109558"/>
                        </a:moveTo>
                        <a:cubicBezTo>
                          <a:pt x="2329781" y="129011"/>
                          <a:pt x="2347167" y="120920"/>
                          <a:pt x="2309813" y="133371"/>
                        </a:cubicBezTo>
                        <a:lnTo>
                          <a:pt x="2295525" y="138133"/>
                        </a:lnTo>
                        <a:lnTo>
                          <a:pt x="2281238" y="142896"/>
                        </a:lnTo>
                        <a:cubicBezTo>
                          <a:pt x="2255838" y="141308"/>
                          <a:pt x="2230383" y="140437"/>
                          <a:pt x="2205038" y="138133"/>
                        </a:cubicBezTo>
                        <a:cubicBezTo>
                          <a:pt x="2195421" y="137259"/>
                          <a:pt x="2186119" y="133371"/>
                          <a:pt x="2176463" y="133371"/>
                        </a:cubicBezTo>
                        <a:cubicBezTo>
                          <a:pt x="2138330" y="133371"/>
                          <a:pt x="2100263" y="136546"/>
                          <a:pt x="2062163" y="138133"/>
                        </a:cubicBezTo>
                        <a:lnTo>
                          <a:pt x="2033588" y="142896"/>
                        </a:lnTo>
                        <a:lnTo>
                          <a:pt x="1966913" y="152421"/>
                        </a:lnTo>
                        <a:cubicBezTo>
                          <a:pt x="1929177" y="165000"/>
                          <a:pt x="1948242" y="160296"/>
                          <a:pt x="1909763" y="166708"/>
                        </a:cubicBezTo>
                        <a:cubicBezTo>
                          <a:pt x="1855326" y="184855"/>
                          <a:pt x="1908422" y="168635"/>
                          <a:pt x="1771650" y="176233"/>
                        </a:cubicBezTo>
                        <a:cubicBezTo>
                          <a:pt x="1755720" y="177118"/>
                          <a:pt x="1739900" y="179408"/>
                          <a:pt x="1724025" y="180996"/>
                        </a:cubicBezTo>
                        <a:lnTo>
                          <a:pt x="1595438" y="176233"/>
                        </a:lnTo>
                        <a:cubicBezTo>
                          <a:pt x="1558826" y="174306"/>
                          <a:pt x="1543152" y="171486"/>
                          <a:pt x="1509713" y="166708"/>
                        </a:cubicBezTo>
                        <a:cubicBezTo>
                          <a:pt x="1485900" y="168296"/>
                          <a:pt x="1462022" y="169096"/>
                          <a:pt x="1438275" y="171471"/>
                        </a:cubicBezTo>
                        <a:cubicBezTo>
                          <a:pt x="1430221" y="172276"/>
                          <a:pt x="1422447" y="174902"/>
                          <a:pt x="1414463" y="176233"/>
                        </a:cubicBezTo>
                        <a:cubicBezTo>
                          <a:pt x="1403390" y="178078"/>
                          <a:pt x="1392238" y="179408"/>
                          <a:pt x="1381125" y="180996"/>
                        </a:cubicBezTo>
                        <a:cubicBezTo>
                          <a:pt x="1346876" y="192412"/>
                          <a:pt x="1389640" y="178564"/>
                          <a:pt x="1347788" y="190521"/>
                        </a:cubicBezTo>
                        <a:cubicBezTo>
                          <a:pt x="1319319" y="198655"/>
                          <a:pt x="1334623" y="199933"/>
                          <a:pt x="1285875" y="204808"/>
                        </a:cubicBezTo>
                        <a:lnTo>
                          <a:pt x="1238250" y="209571"/>
                        </a:lnTo>
                        <a:lnTo>
                          <a:pt x="976313" y="204808"/>
                        </a:lnTo>
                        <a:cubicBezTo>
                          <a:pt x="969390" y="204588"/>
                          <a:pt x="913769" y="196651"/>
                          <a:pt x="904875" y="195283"/>
                        </a:cubicBezTo>
                        <a:cubicBezTo>
                          <a:pt x="895331" y="193815"/>
                          <a:pt x="885908" y="191482"/>
                          <a:pt x="876300" y="190521"/>
                        </a:cubicBezTo>
                        <a:cubicBezTo>
                          <a:pt x="823622" y="185253"/>
                          <a:pt x="818991" y="188760"/>
                          <a:pt x="776288" y="180996"/>
                        </a:cubicBezTo>
                        <a:cubicBezTo>
                          <a:pt x="760458" y="178118"/>
                          <a:pt x="743567" y="171676"/>
                          <a:pt x="728663" y="166708"/>
                        </a:cubicBezTo>
                        <a:cubicBezTo>
                          <a:pt x="722453" y="164638"/>
                          <a:pt x="715907" y="163744"/>
                          <a:pt x="709613" y="161946"/>
                        </a:cubicBezTo>
                        <a:cubicBezTo>
                          <a:pt x="704786" y="160567"/>
                          <a:pt x="700168" y="158504"/>
                          <a:pt x="695325" y="157183"/>
                        </a:cubicBezTo>
                        <a:cubicBezTo>
                          <a:pt x="682695" y="153738"/>
                          <a:pt x="669925" y="150833"/>
                          <a:pt x="657225" y="147658"/>
                        </a:cubicBezTo>
                        <a:cubicBezTo>
                          <a:pt x="643279" y="144171"/>
                          <a:pt x="628594" y="144929"/>
                          <a:pt x="614363" y="142896"/>
                        </a:cubicBezTo>
                        <a:cubicBezTo>
                          <a:pt x="541395" y="132472"/>
                          <a:pt x="579434" y="136978"/>
                          <a:pt x="533400" y="128608"/>
                        </a:cubicBezTo>
                        <a:cubicBezTo>
                          <a:pt x="504930" y="123432"/>
                          <a:pt x="507513" y="124972"/>
                          <a:pt x="481013" y="119083"/>
                        </a:cubicBezTo>
                        <a:cubicBezTo>
                          <a:pt x="475515" y="117861"/>
                          <a:pt x="454042" y="112742"/>
                          <a:pt x="447675" y="109558"/>
                        </a:cubicBezTo>
                        <a:cubicBezTo>
                          <a:pt x="442556" y="106998"/>
                          <a:pt x="438507" y="102593"/>
                          <a:pt x="433388" y="100033"/>
                        </a:cubicBezTo>
                        <a:cubicBezTo>
                          <a:pt x="421883" y="94281"/>
                          <a:pt x="412245" y="95081"/>
                          <a:pt x="400050" y="90508"/>
                        </a:cubicBezTo>
                        <a:cubicBezTo>
                          <a:pt x="355812" y="73918"/>
                          <a:pt x="406903" y="89173"/>
                          <a:pt x="361950" y="66696"/>
                        </a:cubicBezTo>
                        <a:cubicBezTo>
                          <a:pt x="356096" y="63769"/>
                          <a:pt x="349250" y="63521"/>
                          <a:pt x="342900" y="61933"/>
                        </a:cubicBezTo>
                        <a:cubicBezTo>
                          <a:pt x="338138" y="58758"/>
                          <a:pt x="334084" y="54091"/>
                          <a:pt x="328613" y="52408"/>
                        </a:cubicBezTo>
                        <a:cubicBezTo>
                          <a:pt x="308283" y="46153"/>
                          <a:pt x="270456" y="41379"/>
                          <a:pt x="247650" y="38121"/>
                        </a:cubicBezTo>
                        <a:cubicBezTo>
                          <a:pt x="215489" y="27399"/>
                          <a:pt x="255075" y="39771"/>
                          <a:pt x="204788" y="28596"/>
                        </a:cubicBezTo>
                        <a:cubicBezTo>
                          <a:pt x="175103" y="21999"/>
                          <a:pt x="207866" y="23646"/>
                          <a:pt x="166688" y="19071"/>
                        </a:cubicBezTo>
                        <a:cubicBezTo>
                          <a:pt x="146116" y="16785"/>
                          <a:pt x="125389" y="16182"/>
                          <a:pt x="104775" y="14308"/>
                        </a:cubicBezTo>
                        <a:cubicBezTo>
                          <a:pt x="90459" y="13007"/>
                          <a:pt x="76112" y="11788"/>
                          <a:pt x="61913" y="9546"/>
                        </a:cubicBezTo>
                        <a:cubicBezTo>
                          <a:pt x="-4330" y="-913"/>
                          <a:pt x="34580" y="21"/>
                          <a:pt x="0" y="21"/>
                        </a:cubicBezTo>
                      </a:path>
                    </a:pathLst>
                  </a:custGeom>
                  <a:noFill/>
                  <a:ln w="19050" cap="flat" cmpd="sng" algn="ctr">
                    <a:solidFill>
                      <a:schemeClr val="accent4"/>
                    </a:solidFill>
                    <a:prstDash val="solid"/>
                  </a:ln>
                  <a:effectLst/>
                </p:spPr>
                <p:txBody>
                  <a:bodyPr rtlCol="0" anchor="ctr"/>
                  <a:lstStyle/>
                  <a:p>
                    <a:pPr algn="ctr" defTabSz="829178">
                      <a:defRPr/>
                    </a:pPr>
                    <a:endParaRPr lang="en-AU" sz="1632" kern="0">
                      <a:latin typeface="Arial"/>
                    </a:endParaRPr>
                  </a:p>
                </p:txBody>
              </p:sp>
            </p:grpSp>
            <p:grpSp>
              <p:nvGrpSpPr>
                <p:cNvPr id="1362" name="Group 1361"/>
                <p:cNvGrpSpPr/>
                <p:nvPr/>
              </p:nvGrpSpPr>
              <p:grpSpPr>
                <a:xfrm>
                  <a:off x="3817959" y="2207132"/>
                  <a:ext cx="3976334" cy="3821522"/>
                  <a:chOff x="3712944" y="2521669"/>
                  <a:chExt cx="3976334" cy="3821522"/>
                </a:xfrm>
              </p:grpSpPr>
              <p:cxnSp>
                <p:nvCxnSpPr>
                  <p:cNvPr id="1370" name="Curved Connector 1369"/>
                  <p:cNvCxnSpPr>
                    <a:stCxn id="474" idx="5"/>
                    <a:endCxn id="479" idx="2"/>
                  </p:cNvCxnSpPr>
                  <p:nvPr/>
                </p:nvCxnSpPr>
                <p:spPr>
                  <a:xfrm rot="16200000" flipH="1">
                    <a:off x="4875910" y="3968308"/>
                    <a:ext cx="567678" cy="2893610"/>
                  </a:xfrm>
                  <a:prstGeom prst="curvedConnector2">
                    <a:avLst/>
                  </a:prstGeom>
                  <a:noFill/>
                  <a:ln w="12700" cap="flat" cmpd="sng" algn="ctr">
                    <a:solidFill>
                      <a:schemeClr val="tx1"/>
                    </a:solidFill>
                    <a:prstDash val="solid"/>
                  </a:ln>
                  <a:effectLst/>
                </p:spPr>
              </p:cxnSp>
              <p:cxnSp>
                <p:nvCxnSpPr>
                  <p:cNvPr id="1371" name="Curved Connector 1370"/>
                  <p:cNvCxnSpPr>
                    <a:stCxn id="480" idx="2"/>
                    <a:endCxn id="479" idx="7"/>
                  </p:cNvCxnSpPr>
                  <p:nvPr/>
                </p:nvCxnSpPr>
                <p:spPr>
                  <a:xfrm rot="10800000" flipV="1">
                    <a:off x="6657704" y="4524152"/>
                    <a:ext cx="980425" cy="1153519"/>
                  </a:xfrm>
                  <a:prstGeom prst="curvedConnector2">
                    <a:avLst/>
                  </a:prstGeom>
                  <a:noFill/>
                  <a:ln w="12700" cap="flat" cmpd="sng" algn="ctr">
                    <a:solidFill>
                      <a:schemeClr val="tx1"/>
                    </a:solidFill>
                    <a:prstDash val="solid"/>
                  </a:ln>
                  <a:effectLst/>
                </p:spPr>
              </p:cxnSp>
              <p:cxnSp>
                <p:nvCxnSpPr>
                  <p:cNvPr id="1372" name="Curved Connector 1371"/>
                  <p:cNvCxnSpPr>
                    <a:stCxn id="469" idx="2"/>
                    <a:endCxn id="479" idx="7"/>
                  </p:cNvCxnSpPr>
                  <p:nvPr/>
                </p:nvCxnSpPr>
                <p:spPr>
                  <a:xfrm rot="10800000" flipV="1">
                    <a:off x="6657704" y="5279047"/>
                    <a:ext cx="641754" cy="398623"/>
                  </a:xfrm>
                  <a:prstGeom prst="curvedConnector2">
                    <a:avLst/>
                  </a:prstGeom>
                  <a:noFill/>
                  <a:ln w="12700" cap="flat" cmpd="sng" algn="ctr">
                    <a:solidFill>
                      <a:schemeClr val="tx1"/>
                    </a:solidFill>
                    <a:prstDash val="solid"/>
                  </a:ln>
                  <a:effectLst/>
                </p:spPr>
              </p:cxnSp>
              <p:cxnSp>
                <p:nvCxnSpPr>
                  <p:cNvPr id="1373" name="Curved Connector 1372"/>
                  <p:cNvCxnSpPr>
                    <a:stCxn id="469" idx="2"/>
                    <a:endCxn id="476" idx="7"/>
                  </p:cNvCxnSpPr>
                  <p:nvPr/>
                </p:nvCxnSpPr>
                <p:spPr>
                  <a:xfrm rot="10800000" flipV="1">
                    <a:off x="6067895" y="5279048"/>
                    <a:ext cx="1231563" cy="61605"/>
                  </a:xfrm>
                  <a:prstGeom prst="curvedConnector2">
                    <a:avLst/>
                  </a:prstGeom>
                  <a:noFill/>
                  <a:ln w="12700" cap="flat" cmpd="sng" algn="ctr">
                    <a:solidFill>
                      <a:schemeClr val="tx1"/>
                    </a:solidFill>
                    <a:prstDash val="solid"/>
                  </a:ln>
                  <a:effectLst/>
                </p:spPr>
              </p:cxnSp>
              <p:cxnSp>
                <p:nvCxnSpPr>
                  <p:cNvPr id="1374" name="Curved Connector 1373"/>
                  <p:cNvCxnSpPr>
                    <a:stCxn id="1310" idx="6"/>
                    <a:endCxn id="480" idx="0"/>
                  </p:cNvCxnSpPr>
                  <p:nvPr/>
                </p:nvCxnSpPr>
                <p:spPr>
                  <a:xfrm>
                    <a:off x="7094126" y="3443064"/>
                    <a:ext cx="573966" cy="1050992"/>
                  </a:xfrm>
                  <a:prstGeom prst="curvedConnector2">
                    <a:avLst/>
                  </a:prstGeom>
                  <a:noFill/>
                  <a:ln w="12700" cap="flat" cmpd="sng" algn="ctr">
                    <a:solidFill>
                      <a:schemeClr val="tx1"/>
                    </a:solidFill>
                    <a:prstDash val="solid"/>
                  </a:ln>
                  <a:effectLst/>
                </p:spPr>
              </p:cxnSp>
              <p:cxnSp>
                <p:nvCxnSpPr>
                  <p:cNvPr id="1375" name="Curved Connector 1374"/>
                  <p:cNvCxnSpPr>
                    <a:stCxn id="1303" idx="6"/>
                    <a:endCxn id="480" idx="1"/>
                  </p:cNvCxnSpPr>
                  <p:nvPr/>
                </p:nvCxnSpPr>
                <p:spPr>
                  <a:xfrm>
                    <a:off x="6955996" y="3080276"/>
                    <a:ext cx="690908" cy="1422595"/>
                  </a:xfrm>
                  <a:prstGeom prst="curvedConnector2">
                    <a:avLst/>
                  </a:prstGeom>
                  <a:noFill/>
                  <a:ln w="12700" cap="flat" cmpd="sng" algn="ctr">
                    <a:solidFill>
                      <a:schemeClr val="tx1"/>
                    </a:solidFill>
                    <a:prstDash val="solid"/>
                  </a:ln>
                  <a:effectLst/>
                </p:spPr>
              </p:cxnSp>
              <p:cxnSp>
                <p:nvCxnSpPr>
                  <p:cNvPr id="1376" name="Curved Connector 1375"/>
                  <p:cNvCxnSpPr>
                    <a:stCxn id="461" idx="5"/>
                    <a:endCxn id="1303" idx="2"/>
                  </p:cNvCxnSpPr>
                  <p:nvPr/>
                </p:nvCxnSpPr>
                <p:spPr>
                  <a:xfrm rot="16200000" flipH="1">
                    <a:off x="5769949" y="1939171"/>
                    <a:ext cx="558606" cy="1723602"/>
                  </a:xfrm>
                  <a:prstGeom prst="curvedConnector2">
                    <a:avLst/>
                  </a:prstGeom>
                  <a:noFill/>
                  <a:ln w="12700" cap="flat" cmpd="sng" algn="ctr">
                    <a:solidFill>
                      <a:schemeClr val="tx1"/>
                    </a:solidFill>
                    <a:prstDash val="solid"/>
                  </a:ln>
                  <a:effectLst/>
                </p:spPr>
              </p:cxnSp>
              <p:cxnSp>
                <p:nvCxnSpPr>
                  <p:cNvPr id="1377" name="Curved Connector 1376"/>
                  <p:cNvCxnSpPr>
                    <a:stCxn id="461" idx="5"/>
                    <a:endCxn id="480" idx="2"/>
                  </p:cNvCxnSpPr>
                  <p:nvPr/>
                </p:nvCxnSpPr>
                <p:spPr>
                  <a:xfrm rot="16200000" flipH="1">
                    <a:off x="5411549" y="2297572"/>
                    <a:ext cx="2002483" cy="2450678"/>
                  </a:xfrm>
                  <a:prstGeom prst="curvedConnector2">
                    <a:avLst/>
                  </a:prstGeom>
                  <a:noFill/>
                  <a:ln w="12700" cap="flat" cmpd="sng" algn="ctr">
                    <a:solidFill>
                      <a:schemeClr val="tx1"/>
                    </a:solidFill>
                    <a:prstDash val="solid"/>
                  </a:ln>
                  <a:effectLst/>
                </p:spPr>
              </p:cxnSp>
              <p:cxnSp>
                <p:nvCxnSpPr>
                  <p:cNvPr id="1378" name="Curved Connector 1377"/>
                  <p:cNvCxnSpPr>
                    <a:stCxn id="476" idx="1"/>
                    <a:endCxn id="1429" idx="44"/>
                  </p:cNvCxnSpPr>
                  <p:nvPr/>
                </p:nvCxnSpPr>
                <p:spPr>
                  <a:xfrm rot="16200000" flipV="1">
                    <a:off x="5106378" y="4421508"/>
                    <a:ext cx="1385530" cy="452757"/>
                  </a:xfrm>
                  <a:prstGeom prst="curvedConnector2">
                    <a:avLst/>
                  </a:prstGeom>
                  <a:noFill/>
                  <a:ln w="12700" cap="flat" cmpd="sng" algn="ctr">
                    <a:solidFill>
                      <a:schemeClr val="tx1"/>
                    </a:solidFill>
                    <a:prstDash val="solid"/>
                  </a:ln>
                  <a:effectLst/>
                </p:spPr>
              </p:cxnSp>
              <p:cxnSp>
                <p:nvCxnSpPr>
                  <p:cNvPr id="1379" name="Curved Connector 1378"/>
                  <p:cNvCxnSpPr>
                    <a:stCxn id="476" idx="2"/>
                    <a:endCxn id="485" idx="3"/>
                  </p:cNvCxnSpPr>
                  <p:nvPr/>
                </p:nvCxnSpPr>
                <p:spPr>
                  <a:xfrm rot="10800000">
                    <a:off x="5993638" y="5069241"/>
                    <a:ext cx="23106" cy="292694"/>
                  </a:xfrm>
                  <a:prstGeom prst="curvedConnector2">
                    <a:avLst/>
                  </a:prstGeom>
                  <a:noFill/>
                  <a:ln w="12700" cap="flat" cmpd="sng" algn="ctr">
                    <a:solidFill>
                      <a:schemeClr val="tx1"/>
                    </a:solidFill>
                    <a:prstDash val="solid"/>
                  </a:ln>
                  <a:effectLst/>
                </p:spPr>
              </p:cxnSp>
              <p:cxnSp>
                <p:nvCxnSpPr>
                  <p:cNvPr id="1380" name="Curved Connector 1379"/>
                  <p:cNvCxnSpPr>
                    <a:stCxn id="1314" idx="6"/>
                    <a:endCxn id="485" idx="3"/>
                  </p:cNvCxnSpPr>
                  <p:nvPr/>
                </p:nvCxnSpPr>
                <p:spPr>
                  <a:xfrm flipV="1">
                    <a:off x="5932037" y="5069240"/>
                    <a:ext cx="61601" cy="46534"/>
                  </a:xfrm>
                  <a:prstGeom prst="curvedConnector2">
                    <a:avLst/>
                  </a:prstGeom>
                  <a:noFill/>
                  <a:ln w="12700" cap="flat" cmpd="sng" algn="ctr">
                    <a:solidFill>
                      <a:schemeClr val="tx1"/>
                    </a:solidFill>
                    <a:prstDash val="solid"/>
                  </a:ln>
                  <a:effectLst/>
                </p:spPr>
              </p:cxnSp>
              <p:cxnSp>
                <p:nvCxnSpPr>
                  <p:cNvPr id="1381" name="Curved Connector 1380"/>
                  <p:cNvCxnSpPr>
                    <a:stCxn id="1314" idx="0"/>
                    <a:endCxn id="1153" idx="1"/>
                  </p:cNvCxnSpPr>
                  <p:nvPr/>
                </p:nvCxnSpPr>
                <p:spPr>
                  <a:xfrm rot="5400000" flipH="1" flipV="1">
                    <a:off x="5869628" y="5023760"/>
                    <a:ext cx="109377" cy="29504"/>
                  </a:xfrm>
                  <a:prstGeom prst="curvedConnector2">
                    <a:avLst/>
                  </a:prstGeom>
                  <a:noFill/>
                  <a:ln w="12700" cap="flat" cmpd="sng" algn="ctr">
                    <a:solidFill>
                      <a:schemeClr val="tx1"/>
                    </a:solidFill>
                    <a:prstDash val="solid"/>
                  </a:ln>
                  <a:effectLst/>
                </p:spPr>
              </p:cxnSp>
              <p:cxnSp>
                <p:nvCxnSpPr>
                  <p:cNvPr id="1382" name="Curved Connector 1381"/>
                  <p:cNvCxnSpPr>
                    <a:stCxn id="476" idx="2"/>
                    <a:endCxn id="1154" idx="2"/>
                  </p:cNvCxnSpPr>
                  <p:nvPr/>
                </p:nvCxnSpPr>
                <p:spPr>
                  <a:xfrm rot="10800000">
                    <a:off x="5753425" y="5282076"/>
                    <a:ext cx="263322" cy="79857"/>
                  </a:xfrm>
                  <a:prstGeom prst="curvedConnector2">
                    <a:avLst/>
                  </a:prstGeom>
                  <a:noFill/>
                  <a:ln w="12700" cap="flat" cmpd="sng" algn="ctr">
                    <a:solidFill>
                      <a:schemeClr val="tx1"/>
                    </a:solidFill>
                    <a:prstDash val="solid"/>
                  </a:ln>
                  <a:effectLst/>
                </p:spPr>
              </p:cxnSp>
              <p:cxnSp>
                <p:nvCxnSpPr>
                  <p:cNvPr id="1383" name="Curved Connector 1382"/>
                  <p:cNvCxnSpPr>
                    <a:stCxn id="1154" idx="0"/>
                    <a:endCxn id="1261" idx="3"/>
                  </p:cNvCxnSpPr>
                  <p:nvPr/>
                </p:nvCxnSpPr>
                <p:spPr>
                  <a:xfrm rot="16200000" flipV="1">
                    <a:off x="5595723" y="5079508"/>
                    <a:ext cx="195175" cy="120230"/>
                  </a:xfrm>
                  <a:prstGeom prst="curvedConnector2">
                    <a:avLst/>
                  </a:prstGeom>
                  <a:noFill/>
                  <a:ln w="12700" cap="flat" cmpd="sng" algn="ctr">
                    <a:solidFill>
                      <a:schemeClr val="tx1"/>
                    </a:solidFill>
                    <a:prstDash val="solid"/>
                  </a:ln>
                  <a:effectLst/>
                </p:spPr>
              </p:cxnSp>
              <p:cxnSp>
                <p:nvCxnSpPr>
                  <p:cNvPr id="1384" name="Curved Connector 1383"/>
                  <p:cNvCxnSpPr>
                    <a:stCxn id="1261" idx="0"/>
                    <a:endCxn id="1266" idx="3"/>
                  </p:cNvCxnSpPr>
                  <p:nvPr/>
                </p:nvCxnSpPr>
                <p:spPr>
                  <a:xfrm rot="16200000" flipV="1">
                    <a:off x="5512406" y="4921246"/>
                    <a:ext cx="102522" cy="94191"/>
                  </a:xfrm>
                  <a:prstGeom prst="curvedConnector2">
                    <a:avLst/>
                  </a:prstGeom>
                  <a:noFill/>
                  <a:ln w="12700" cap="flat" cmpd="sng" algn="ctr">
                    <a:solidFill>
                      <a:schemeClr val="tx1"/>
                    </a:solidFill>
                    <a:prstDash val="solid"/>
                  </a:ln>
                  <a:effectLst/>
                </p:spPr>
              </p:cxnSp>
              <p:cxnSp>
                <p:nvCxnSpPr>
                  <p:cNvPr id="1385" name="Curved Connector 1384"/>
                  <p:cNvCxnSpPr>
                    <a:stCxn id="479" idx="5"/>
                    <a:endCxn id="1163" idx="1"/>
                  </p:cNvCxnSpPr>
                  <p:nvPr/>
                </p:nvCxnSpPr>
                <p:spPr>
                  <a:xfrm rot="16200000" flipH="1">
                    <a:off x="6443126" y="5934812"/>
                    <a:ext cx="622957" cy="193801"/>
                  </a:xfrm>
                  <a:prstGeom prst="curvedConnector2">
                    <a:avLst/>
                  </a:prstGeom>
                  <a:noFill/>
                  <a:ln w="12700" cap="flat" cmpd="sng" algn="ctr">
                    <a:solidFill>
                      <a:schemeClr val="tx1"/>
                    </a:solidFill>
                    <a:prstDash val="solid"/>
                  </a:ln>
                  <a:effectLst/>
                </p:spPr>
              </p:cxnSp>
              <p:cxnSp>
                <p:nvCxnSpPr>
                  <p:cNvPr id="1386" name="Curved Connector 1385"/>
                  <p:cNvCxnSpPr>
                    <a:stCxn id="479" idx="6"/>
                    <a:endCxn id="1158" idx="0"/>
                  </p:cNvCxnSpPr>
                  <p:nvPr/>
                </p:nvCxnSpPr>
                <p:spPr>
                  <a:xfrm>
                    <a:off x="6666478" y="5698952"/>
                    <a:ext cx="152334" cy="57032"/>
                  </a:xfrm>
                  <a:prstGeom prst="curvedConnector2">
                    <a:avLst/>
                  </a:prstGeom>
                  <a:noFill/>
                  <a:ln w="12700" cap="flat" cmpd="sng" algn="ctr">
                    <a:solidFill>
                      <a:schemeClr val="tx1"/>
                    </a:solidFill>
                    <a:prstDash val="solid"/>
                  </a:ln>
                  <a:effectLst/>
                </p:spPr>
              </p:cxnSp>
              <p:cxnSp>
                <p:nvCxnSpPr>
                  <p:cNvPr id="1387" name="Curved Connector 1386"/>
                  <p:cNvCxnSpPr>
                    <a:stCxn id="1158" idx="3"/>
                    <a:endCxn id="1156" idx="1"/>
                  </p:cNvCxnSpPr>
                  <p:nvPr/>
                </p:nvCxnSpPr>
                <p:spPr>
                  <a:xfrm flipV="1">
                    <a:off x="6841245" y="5755985"/>
                    <a:ext cx="13209" cy="22432"/>
                  </a:xfrm>
                  <a:prstGeom prst="curvedConnector3">
                    <a:avLst/>
                  </a:prstGeom>
                  <a:noFill/>
                  <a:ln w="12700" cap="flat" cmpd="sng" algn="ctr">
                    <a:solidFill>
                      <a:schemeClr val="accent1"/>
                    </a:solidFill>
                    <a:prstDash val="solid"/>
                  </a:ln>
                  <a:effectLst/>
                </p:spPr>
              </p:cxnSp>
              <p:cxnSp>
                <p:nvCxnSpPr>
                  <p:cNvPr id="1388" name="Curved Connector 1387"/>
                  <p:cNvCxnSpPr>
                    <a:stCxn id="479" idx="1"/>
                    <a:endCxn id="1225" idx="3"/>
                  </p:cNvCxnSpPr>
                  <p:nvPr/>
                </p:nvCxnSpPr>
                <p:spPr>
                  <a:xfrm rot="16200000" flipV="1">
                    <a:off x="6433928" y="5496270"/>
                    <a:ext cx="167066" cy="195738"/>
                  </a:xfrm>
                  <a:prstGeom prst="curvedConnector2">
                    <a:avLst/>
                  </a:prstGeom>
                  <a:noFill/>
                  <a:ln w="12700" cap="flat" cmpd="sng" algn="ctr">
                    <a:solidFill>
                      <a:schemeClr val="tx1"/>
                    </a:solidFill>
                    <a:prstDash val="solid"/>
                  </a:ln>
                  <a:effectLst/>
                </p:spPr>
              </p:cxnSp>
              <p:cxnSp>
                <p:nvCxnSpPr>
                  <p:cNvPr id="1389" name="Curved Connector 1388"/>
                  <p:cNvCxnSpPr>
                    <a:stCxn id="1225" idx="0"/>
                    <a:endCxn id="1187" idx="1"/>
                  </p:cNvCxnSpPr>
                  <p:nvPr/>
                </p:nvCxnSpPr>
                <p:spPr>
                  <a:xfrm rot="5400000" flipH="1" flipV="1">
                    <a:off x="6453839" y="5327688"/>
                    <a:ext cx="103805" cy="217163"/>
                  </a:xfrm>
                  <a:prstGeom prst="curvedConnector2">
                    <a:avLst/>
                  </a:prstGeom>
                  <a:noFill/>
                  <a:ln w="12700" cap="flat" cmpd="sng" algn="ctr">
                    <a:solidFill>
                      <a:schemeClr val="tx1"/>
                    </a:solidFill>
                    <a:prstDash val="solid"/>
                  </a:ln>
                  <a:effectLst/>
                </p:spPr>
              </p:cxnSp>
              <p:cxnSp>
                <p:nvCxnSpPr>
                  <p:cNvPr id="1390" name="Curved Connector 1389"/>
                  <p:cNvCxnSpPr>
                    <a:stCxn id="1187" idx="1"/>
                    <a:endCxn id="1316" idx="5"/>
                  </p:cNvCxnSpPr>
                  <p:nvPr/>
                </p:nvCxnSpPr>
                <p:spPr>
                  <a:xfrm rot="10800000">
                    <a:off x="6411613" y="5255955"/>
                    <a:ext cx="202709" cy="128411"/>
                  </a:xfrm>
                  <a:prstGeom prst="curvedConnector2">
                    <a:avLst/>
                  </a:prstGeom>
                  <a:noFill/>
                  <a:ln w="12700" cap="flat" cmpd="sng" algn="ctr">
                    <a:solidFill>
                      <a:schemeClr val="tx1"/>
                    </a:solidFill>
                    <a:prstDash val="solid"/>
                  </a:ln>
                  <a:effectLst/>
                </p:spPr>
              </p:cxnSp>
              <p:cxnSp>
                <p:nvCxnSpPr>
                  <p:cNvPr id="1391" name="Curved Connector 1390"/>
                  <p:cNvCxnSpPr>
                    <a:stCxn id="469" idx="7"/>
                    <a:endCxn id="480" idx="2"/>
                  </p:cNvCxnSpPr>
                  <p:nvPr/>
                </p:nvCxnSpPr>
                <p:spPr>
                  <a:xfrm rot="5400000" flipH="1" flipV="1">
                    <a:off x="7127561" y="4747198"/>
                    <a:ext cx="733613" cy="287522"/>
                  </a:xfrm>
                  <a:prstGeom prst="curvedConnector2">
                    <a:avLst/>
                  </a:prstGeom>
                  <a:noFill/>
                  <a:ln w="12700" cap="flat" cmpd="sng" algn="ctr">
                    <a:solidFill>
                      <a:schemeClr val="accent1"/>
                    </a:solidFill>
                    <a:prstDash val="solid"/>
                  </a:ln>
                  <a:effectLst/>
                </p:spPr>
              </p:cxnSp>
              <p:cxnSp>
                <p:nvCxnSpPr>
                  <p:cNvPr id="1392" name="Curved Connector 1391"/>
                  <p:cNvCxnSpPr>
                    <a:stCxn id="469" idx="7"/>
                    <a:endCxn id="1233" idx="2"/>
                  </p:cNvCxnSpPr>
                  <p:nvPr/>
                </p:nvCxnSpPr>
                <p:spPr>
                  <a:xfrm rot="5400000" flipH="1" flipV="1">
                    <a:off x="7246524" y="5150338"/>
                    <a:ext cx="211512" cy="3345"/>
                  </a:xfrm>
                  <a:prstGeom prst="curvedConnector3">
                    <a:avLst/>
                  </a:prstGeom>
                  <a:noFill/>
                  <a:ln w="12700" cap="flat" cmpd="sng" algn="ctr">
                    <a:solidFill>
                      <a:schemeClr val="accent1"/>
                    </a:solidFill>
                    <a:prstDash val="solid"/>
                  </a:ln>
                  <a:effectLst/>
                </p:spPr>
              </p:cxnSp>
              <p:cxnSp>
                <p:nvCxnSpPr>
                  <p:cNvPr id="1393" name="Curved Connector 1392"/>
                  <p:cNvCxnSpPr>
                    <a:stCxn id="1233" idx="3"/>
                    <a:endCxn id="1232" idx="1"/>
                  </p:cNvCxnSpPr>
                  <p:nvPr/>
                </p:nvCxnSpPr>
                <p:spPr>
                  <a:xfrm flipV="1">
                    <a:off x="7376385" y="4954749"/>
                    <a:ext cx="53104" cy="69073"/>
                  </a:xfrm>
                  <a:prstGeom prst="curvedConnector3">
                    <a:avLst>
                      <a:gd name="adj1" fmla="val 50000"/>
                    </a:avLst>
                  </a:prstGeom>
                  <a:noFill/>
                  <a:ln w="12700" cap="flat" cmpd="sng" algn="ctr">
                    <a:solidFill>
                      <a:schemeClr val="tx1"/>
                    </a:solidFill>
                    <a:prstDash val="solid"/>
                  </a:ln>
                  <a:effectLst/>
                </p:spPr>
              </p:cxnSp>
              <p:cxnSp>
                <p:nvCxnSpPr>
                  <p:cNvPr id="1394" name="Curved Connector 1393"/>
                  <p:cNvCxnSpPr>
                    <a:stCxn id="1232" idx="1"/>
                    <a:endCxn id="1234" idx="2"/>
                  </p:cNvCxnSpPr>
                  <p:nvPr/>
                </p:nvCxnSpPr>
                <p:spPr>
                  <a:xfrm rot="10800000">
                    <a:off x="7286956" y="4828498"/>
                    <a:ext cx="142533" cy="126251"/>
                  </a:xfrm>
                  <a:prstGeom prst="curvedConnector2">
                    <a:avLst/>
                  </a:prstGeom>
                  <a:noFill/>
                  <a:ln w="12700" cap="flat" cmpd="sng" algn="ctr">
                    <a:solidFill>
                      <a:schemeClr val="tx1"/>
                    </a:solidFill>
                    <a:prstDash val="solid"/>
                  </a:ln>
                  <a:effectLst/>
                </p:spPr>
              </p:cxnSp>
              <p:cxnSp>
                <p:nvCxnSpPr>
                  <p:cNvPr id="1395" name="Curved Connector 1394"/>
                  <p:cNvCxnSpPr>
                    <a:stCxn id="469" idx="1"/>
                    <a:endCxn id="1239" idx="3"/>
                  </p:cNvCxnSpPr>
                  <p:nvPr/>
                </p:nvCxnSpPr>
                <p:spPr>
                  <a:xfrm rot="16200000" flipV="1">
                    <a:off x="7198260" y="5147791"/>
                    <a:ext cx="143201" cy="76746"/>
                  </a:xfrm>
                  <a:prstGeom prst="curvedConnector2">
                    <a:avLst/>
                  </a:prstGeom>
                  <a:noFill/>
                  <a:ln w="12700" cap="flat" cmpd="sng" algn="ctr">
                    <a:solidFill>
                      <a:schemeClr val="tx1"/>
                    </a:solidFill>
                    <a:prstDash val="solid"/>
                  </a:ln>
                  <a:effectLst/>
                </p:spPr>
              </p:cxnSp>
              <p:cxnSp>
                <p:nvCxnSpPr>
                  <p:cNvPr id="1396" name="Curved Connector 1395"/>
                  <p:cNvCxnSpPr>
                    <a:stCxn id="1239" idx="1"/>
                    <a:endCxn id="1237" idx="2"/>
                  </p:cNvCxnSpPr>
                  <p:nvPr/>
                </p:nvCxnSpPr>
                <p:spPr>
                  <a:xfrm rot="10800000">
                    <a:off x="7103872" y="5051122"/>
                    <a:ext cx="82749" cy="63442"/>
                  </a:xfrm>
                  <a:prstGeom prst="curvedConnector2">
                    <a:avLst/>
                  </a:prstGeom>
                  <a:noFill/>
                  <a:ln w="12700" cap="flat" cmpd="sng" algn="ctr">
                    <a:solidFill>
                      <a:schemeClr val="tx1"/>
                    </a:solidFill>
                    <a:prstDash val="solid"/>
                  </a:ln>
                  <a:effectLst/>
                </p:spPr>
              </p:cxnSp>
              <p:cxnSp>
                <p:nvCxnSpPr>
                  <p:cNvPr id="1397" name="Curved Connector 1396"/>
                  <p:cNvCxnSpPr>
                    <a:stCxn id="1237" idx="0"/>
                    <a:endCxn id="1185" idx="3"/>
                  </p:cNvCxnSpPr>
                  <p:nvPr/>
                </p:nvCxnSpPr>
                <p:spPr>
                  <a:xfrm rot="16200000" flipV="1">
                    <a:off x="6881569" y="4783953"/>
                    <a:ext cx="122698" cy="321906"/>
                  </a:xfrm>
                  <a:prstGeom prst="curvedConnector2">
                    <a:avLst/>
                  </a:prstGeom>
                  <a:noFill/>
                  <a:ln w="12700" cap="flat" cmpd="sng" algn="ctr">
                    <a:solidFill>
                      <a:schemeClr val="tx1"/>
                    </a:solidFill>
                    <a:prstDash val="solid"/>
                  </a:ln>
                  <a:effectLst/>
                </p:spPr>
              </p:cxnSp>
              <p:cxnSp>
                <p:nvCxnSpPr>
                  <p:cNvPr id="1398" name="Curved Connector 1397"/>
                  <p:cNvCxnSpPr>
                    <a:stCxn id="469" idx="7"/>
                    <a:endCxn id="1413" idx="39"/>
                  </p:cNvCxnSpPr>
                  <p:nvPr/>
                </p:nvCxnSpPr>
                <p:spPr>
                  <a:xfrm rot="16200000" flipV="1">
                    <a:off x="7193196" y="5100353"/>
                    <a:ext cx="61427" cy="253396"/>
                  </a:xfrm>
                  <a:prstGeom prst="curvedConnector2">
                    <a:avLst/>
                  </a:prstGeom>
                  <a:noFill/>
                  <a:ln w="12700" cap="flat" cmpd="sng" algn="ctr">
                    <a:solidFill>
                      <a:schemeClr val="tx1"/>
                    </a:solidFill>
                    <a:prstDash val="solid"/>
                  </a:ln>
                  <a:effectLst/>
                </p:spPr>
              </p:cxnSp>
              <p:cxnSp>
                <p:nvCxnSpPr>
                  <p:cNvPr id="1399" name="Curved Connector 1398"/>
                  <p:cNvCxnSpPr>
                    <a:stCxn id="1262" idx="0"/>
                    <a:endCxn id="1186" idx="2"/>
                  </p:cNvCxnSpPr>
                  <p:nvPr/>
                </p:nvCxnSpPr>
                <p:spPr>
                  <a:xfrm rot="16200000" flipV="1">
                    <a:off x="6963124" y="5060117"/>
                    <a:ext cx="129360" cy="74244"/>
                  </a:xfrm>
                  <a:prstGeom prst="curvedConnector3">
                    <a:avLst>
                      <a:gd name="adj1" fmla="val 50000"/>
                    </a:avLst>
                  </a:prstGeom>
                  <a:noFill/>
                  <a:ln w="12700" cap="flat" cmpd="sng" algn="ctr">
                    <a:solidFill>
                      <a:schemeClr val="tx1"/>
                    </a:solidFill>
                    <a:prstDash val="solid"/>
                  </a:ln>
                  <a:effectLst/>
                </p:spPr>
              </p:cxnSp>
              <p:cxnSp>
                <p:nvCxnSpPr>
                  <p:cNvPr id="1400" name="Curved Connector 1399"/>
                  <p:cNvCxnSpPr>
                    <a:stCxn id="469" idx="3"/>
                    <a:endCxn id="1238" idx="3"/>
                  </p:cNvCxnSpPr>
                  <p:nvPr/>
                </p:nvCxnSpPr>
                <p:spPr>
                  <a:xfrm rot="5400000">
                    <a:off x="7269169" y="5282312"/>
                    <a:ext cx="21047" cy="57080"/>
                  </a:xfrm>
                  <a:prstGeom prst="curvedConnector2">
                    <a:avLst/>
                  </a:prstGeom>
                  <a:noFill/>
                  <a:ln w="12700" cap="flat" cmpd="sng" algn="ctr">
                    <a:solidFill>
                      <a:schemeClr val="accent1"/>
                    </a:solidFill>
                    <a:prstDash val="solid"/>
                  </a:ln>
                  <a:effectLst/>
                </p:spPr>
              </p:cxnSp>
              <p:cxnSp>
                <p:nvCxnSpPr>
                  <p:cNvPr id="1401" name="Curved Connector 1400"/>
                  <p:cNvCxnSpPr>
                    <a:stCxn id="1238" idx="1"/>
                    <a:endCxn id="1189" idx="3"/>
                  </p:cNvCxnSpPr>
                  <p:nvPr/>
                </p:nvCxnSpPr>
                <p:spPr>
                  <a:xfrm rot="10800000" flipV="1">
                    <a:off x="6778002" y="5321376"/>
                    <a:ext cx="428284" cy="112825"/>
                  </a:xfrm>
                  <a:prstGeom prst="curvedConnector3">
                    <a:avLst/>
                  </a:prstGeom>
                  <a:noFill/>
                  <a:ln w="12700" cap="flat" cmpd="sng" algn="ctr">
                    <a:solidFill>
                      <a:schemeClr val="tx1"/>
                    </a:solidFill>
                    <a:prstDash val="solid"/>
                  </a:ln>
                  <a:effectLst/>
                </p:spPr>
              </p:cxnSp>
              <p:cxnSp>
                <p:nvCxnSpPr>
                  <p:cNvPr id="1402" name="Curved Connector 1401"/>
                  <p:cNvCxnSpPr>
                    <a:stCxn id="480" idx="7"/>
                    <a:endCxn id="1300" idx="6"/>
                  </p:cNvCxnSpPr>
                  <p:nvPr/>
                </p:nvCxnSpPr>
                <p:spPr>
                  <a:xfrm rot="16200000" flipV="1">
                    <a:off x="7131653" y="3945245"/>
                    <a:ext cx="552712" cy="562539"/>
                  </a:xfrm>
                  <a:prstGeom prst="curvedConnector2">
                    <a:avLst/>
                  </a:prstGeom>
                  <a:noFill/>
                  <a:ln w="12700" cap="flat" cmpd="sng" algn="ctr">
                    <a:solidFill>
                      <a:schemeClr val="tx1"/>
                    </a:solidFill>
                    <a:prstDash val="solid"/>
                  </a:ln>
                  <a:effectLst/>
                </p:spPr>
              </p:cxnSp>
              <p:cxnSp>
                <p:nvCxnSpPr>
                  <p:cNvPr id="1403" name="Curved Connector 1402"/>
                  <p:cNvCxnSpPr>
                    <a:stCxn id="1300" idx="1"/>
                    <a:endCxn id="1137" idx="3"/>
                  </p:cNvCxnSpPr>
                  <p:nvPr/>
                </p:nvCxnSpPr>
                <p:spPr>
                  <a:xfrm rot="16200000" flipV="1">
                    <a:off x="6943357" y="3789178"/>
                    <a:ext cx="24299" cy="265740"/>
                  </a:xfrm>
                  <a:prstGeom prst="curvedConnector2">
                    <a:avLst/>
                  </a:prstGeom>
                  <a:noFill/>
                  <a:ln w="12700" cap="flat" cmpd="sng" algn="ctr">
                    <a:solidFill>
                      <a:schemeClr val="tx1"/>
                    </a:solidFill>
                    <a:prstDash val="solid"/>
                  </a:ln>
                  <a:effectLst/>
                </p:spPr>
              </p:cxnSp>
              <p:cxnSp>
                <p:nvCxnSpPr>
                  <p:cNvPr id="1404" name="Curved Connector 1403"/>
                  <p:cNvCxnSpPr>
                    <a:stCxn id="1137" idx="1"/>
                    <a:endCxn id="1135" idx="3"/>
                  </p:cNvCxnSpPr>
                  <p:nvPr/>
                </p:nvCxnSpPr>
                <p:spPr>
                  <a:xfrm rot="10800000" flipV="1">
                    <a:off x="6688913" y="3909898"/>
                    <a:ext cx="88858" cy="18725"/>
                  </a:xfrm>
                  <a:prstGeom prst="curvedConnector3">
                    <a:avLst/>
                  </a:prstGeom>
                  <a:noFill/>
                  <a:ln w="12700" cap="flat" cmpd="sng" algn="ctr">
                    <a:solidFill>
                      <a:schemeClr val="tx1"/>
                    </a:solidFill>
                    <a:prstDash val="solid"/>
                  </a:ln>
                  <a:effectLst/>
                </p:spPr>
              </p:cxnSp>
              <p:cxnSp>
                <p:nvCxnSpPr>
                  <p:cNvPr id="1407" name="Curved Connector 1406"/>
                  <p:cNvCxnSpPr>
                    <a:stCxn id="480" idx="2"/>
                    <a:endCxn id="1305" idx="5"/>
                  </p:cNvCxnSpPr>
                  <p:nvPr/>
                </p:nvCxnSpPr>
                <p:spPr>
                  <a:xfrm rot="10800000">
                    <a:off x="7196582" y="4435326"/>
                    <a:ext cx="441547" cy="88826"/>
                  </a:xfrm>
                  <a:prstGeom prst="curvedConnector2">
                    <a:avLst/>
                  </a:prstGeom>
                  <a:noFill/>
                  <a:ln w="12700" cap="flat" cmpd="sng" algn="ctr">
                    <a:solidFill>
                      <a:schemeClr val="tx1"/>
                    </a:solidFill>
                    <a:prstDash val="solid"/>
                  </a:ln>
                  <a:effectLst/>
                </p:spPr>
              </p:cxnSp>
              <p:cxnSp>
                <p:nvCxnSpPr>
                  <p:cNvPr id="1408" name="Curved Connector 1407"/>
                  <p:cNvCxnSpPr>
                    <a:stCxn id="1305" idx="2"/>
                    <a:endCxn id="1245" idx="3"/>
                  </p:cNvCxnSpPr>
                  <p:nvPr/>
                </p:nvCxnSpPr>
                <p:spPr>
                  <a:xfrm rot="10800000">
                    <a:off x="6891239" y="4396483"/>
                    <a:ext cx="266981" cy="22881"/>
                  </a:xfrm>
                  <a:prstGeom prst="curvedConnector3">
                    <a:avLst/>
                  </a:prstGeom>
                  <a:noFill/>
                  <a:ln w="12700" cap="flat" cmpd="sng" algn="ctr">
                    <a:solidFill>
                      <a:schemeClr val="tx1"/>
                    </a:solidFill>
                    <a:prstDash val="solid"/>
                  </a:ln>
                  <a:effectLst/>
                </p:spPr>
              </p:cxnSp>
            </p:grpSp>
            <p:grpSp>
              <p:nvGrpSpPr>
                <p:cNvPr id="1363" name="Group 1362"/>
                <p:cNvGrpSpPr/>
                <p:nvPr/>
              </p:nvGrpSpPr>
              <p:grpSpPr>
                <a:xfrm>
                  <a:off x="3761805" y="4209615"/>
                  <a:ext cx="4041264" cy="1603737"/>
                  <a:chOff x="3656790" y="4524152"/>
                  <a:chExt cx="4041264" cy="1603737"/>
                </a:xfrm>
              </p:grpSpPr>
              <p:cxnSp>
                <p:nvCxnSpPr>
                  <p:cNvPr id="1364" name="Curved Connector 1363"/>
                  <p:cNvCxnSpPr>
                    <a:cxnSpLocks/>
                    <a:stCxn id="469" idx="4"/>
                  </p:cNvCxnSpPr>
                  <p:nvPr/>
                </p:nvCxnSpPr>
                <p:spPr>
                  <a:xfrm rot="5400000">
                    <a:off x="6803562" y="5168969"/>
                    <a:ext cx="385685" cy="666032"/>
                  </a:xfrm>
                  <a:prstGeom prst="curvedConnector3">
                    <a:avLst>
                      <a:gd name="adj1" fmla="val 200240"/>
                    </a:avLst>
                  </a:prstGeom>
                  <a:noFill/>
                  <a:ln w="12700" cap="flat" cmpd="sng" algn="ctr">
                    <a:solidFill>
                      <a:schemeClr val="accent6"/>
                    </a:solidFill>
                    <a:prstDash val="solid"/>
                  </a:ln>
                  <a:effectLst/>
                </p:spPr>
              </p:cxnSp>
              <p:cxnSp>
                <p:nvCxnSpPr>
                  <p:cNvPr id="1365" name="Curved Connector 1364"/>
                  <p:cNvCxnSpPr>
                    <a:stCxn id="480" idx="6"/>
                    <a:endCxn id="1440" idx="34"/>
                  </p:cNvCxnSpPr>
                  <p:nvPr/>
                </p:nvCxnSpPr>
                <p:spPr>
                  <a:xfrm flipH="1">
                    <a:off x="7345224" y="4524152"/>
                    <a:ext cx="352830" cy="748212"/>
                  </a:xfrm>
                  <a:prstGeom prst="curvedConnector3">
                    <a:avLst>
                      <a:gd name="adj1" fmla="val -42713"/>
                    </a:avLst>
                  </a:prstGeom>
                  <a:noFill/>
                  <a:ln w="12700" cap="flat" cmpd="sng" algn="ctr">
                    <a:solidFill>
                      <a:schemeClr val="accent6"/>
                    </a:solidFill>
                    <a:prstDash val="solid"/>
                  </a:ln>
                  <a:effectLst/>
                </p:spPr>
              </p:cxnSp>
              <p:cxnSp>
                <p:nvCxnSpPr>
                  <p:cNvPr id="1366" name="Curved Connector 1365"/>
                  <p:cNvCxnSpPr>
                    <a:stCxn id="479" idx="3"/>
                    <a:endCxn id="476" idx="3"/>
                  </p:cNvCxnSpPr>
                  <p:nvPr/>
                </p:nvCxnSpPr>
                <p:spPr>
                  <a:xfrm rot="5400000" flipH="1">
                    <a:off x="6151915" y="5256820"/>
                    <a:ext cx="337018" cy="589808"/>
                  </a:xfrm>
                  <a:prstGeom prst="curvedConnector3">
                    <a:avLst>
                      <a:gd name="adj1" fmla="val -47107"/>
                    </a:avLst>
                  </a:prstGeom>
                  <a:noFill/>
                  <a:ln w="12700" cap="flat" cmpd="sng" algn="ctr">
                    <a:solidFill>
                      <a:schemeClr val="accent6"/>
                    </a:solidFill>
                    <a:prstDash val="solid"/>
                  </a:ln>
                  <a:effectLst/>
                </p:spPr>
              </p:cxnSp>
              <p:cxnSp>
                <p:nvCxnSpPr>
                  <p:cNvPr id="1367" name="Curved Connector 1366"/>
                  <p:cNvCxnSpPr>
                    <a:stCxn id="479" idx="3"/>
                    <a:endCxn id="493" idx="2"/>
                  </p:cNvCxnSpPr>
                  <p:nvPr/>
                </p:nvCxnSpPr>
                <p:spPr>
                  <a:xfrm rot="5400000" flipH="1">
                    <a:off x="4849086" y="3953990"/>
                    <a:ext cx="573948" cy="2958539"/>
                  </a:xfrm>
                  <a:prstGeom prst="curvedConnector4">
                    <a:avLst>
                      <a:gd name="adj1" fmla="val -58414"/>
                      <a:gd name="adj2" fmla="val 103733"/>
                    </a:avLst>
                  </a:prstGeom>
                  <a:noFill/>
                  <a:ln w="12700" cap="flat" cmpd="sng" algn="ctr">
                    <a:solidFill>
                      <a:schemeClr val="accent6"/>
                    </a:solidFill>
                    <a:prstDash val="solid"/>
                  </a:ln>
                  <a:effectLst/>
                </p:spPr>
              </p:cxnSp>
              <p:cxnSp>
                <p:nvCxnSpPr>
                  <p:cNvPr id="1368" name="Curved Connector 1367"/>
                  <p:cNvCxnSpPr>
                    <a:stCxn id="479" idx="4"/>
                    <a:endCxn id="1357" idx="2"/>
                  </p:cNvCxnSpPr>
                  <p:nvPr/>
                </p:nvCxnSpPr>
                <p:spPr>
                  <a:xfrm rot="16200000" flipH="1">
                    <a:off x="6461963" y="5903604"/>
                    <a:ext cx="398839" cy="49731"/>
                  </a:xfrm>
                  <a:prstGeom prst="curvedConnector2">
                    <a:avLst/>
                  </a:prstGeom>
                  <a:noFill/>
                  <a:ln w="12700" cap="flat" cmpd="sng" algn="ctr">
                    <a:solidFill>
                      <a:schemeClr val="accent1"/>
                    </a:solidFill>
                    <a:prstDash val="solid"/>
                  </a:ln>
                  <a:effectLst/>
                </p:spPr>
              </p:cxnSp>
            </p:grpSp>
          </p:grpSp>
        </p:grpSp>
        <p:sp>
          <p:nvSpPr>
            <p:cNvPr id="453" name="Freeform 396">
              <a:extLst>
                <a:ext uri="{FF2B5EF4-FFF2-40B4-BE49-F238E27FC236}">
                  <a16:creationId xmlns:a16="http://schemas.microsoft.com/office/drawing/2014/main" id="{4B919249-6848-4439-B5E1-F23874D3ED8C}"/>
                </a:ext>
              </a:extLst>
            </p:cNvPr>
            <p:cNvSpPr/>
            <p:nvPr>
              <p:custDataLst>
                <p:tags r:id="rId3"/>
              </p:custDataLst>
            </p:nvPr>
          </p:nvSpPr>
          <p:spPr bwMode="auto">
            <a:xfrm>
              <a:off x="5183295" y="1998108"/>
              <a:ext cx="198629" cy="118334"/>
            </a:xfrm>
            <a:custGeom>
              <a:avLst/>
              <a:gdLst>
                <a:gd name="connsiteX0" fmla="*/ 57150 w 229655"/>
                <a:gd name="connsiteY0" fmla="*/ 0 h 136137"/>
                <a:gd name="connsiteX1" fmla="*/ 100012 w 229655"/>
                <a:gd name="connsiteY1" fmla="*/ 42862 h 136137"/>
                <a:gd name="connsiteX2" fmla="*/ 166687 w 229655"/>
                <a:gd name="connsiteY2" fmla="*/ 38100 h 136137"/>
                <a:gd name="connsiteX3" fmla="*/ 190500 w 229655"/>
                <a:gd name="connsiteY3" fmla="*/ 4762 h 136137"/>
                <a:gd name="connsiteX4" fmla="*/ 228600 w 229655"/>
                <a:gd name="connsiteY4" fmla="*/ 52387 h 136137"/>
                <a:gd name="connsiteX5" fmla="*/ 185737 w 229655"/>
                <a:gd name="connsiteY5" fmla="*/ 80962 h 136137"/>
                <a:gd name="connsiteX6" fmla="*/ 147637 w 229655"/>
                <a:gd name="connsiteY6" fmla="*/ 133350 h 136137"/>
                <a:gd name="connsiteX7" fmla="*/ 95250 w 229655"/>
                <a:gd name="connsiteY7" fmla="*/ 100012 h 136137"/>
                <a:gd name="connsiteX8" fmla="*/ 0 w 229655"/>
                <a:gd name="connsiteY8" fmla="*/ 109537 h 136137"/>
                <a:gd name="connsiteX9" fmla="*/ 14287 w 229655"/>
                <a:gd name="connsiteY9" fmla="*/ 61912 h 136137"/>
                <a:gd name="connsiteX10" fmla="*/ 14287 w 229655"/>
                <a:gd name="connsiteY10" fmla="*/ 38100 h 136137"/>
                <a:gd name="connsiteX11" fmla="*/ 57150 w 229655"/>
                <a:gd name="connsiteY11" fmla="*/ 0 h 136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655" h="136137">
                  <a:moveTo>
                    <a:pt x="57150" y="0"/>
                  </a:moveTo>
                  <a:lnTo>
                    <a:pt x="100012" y="42862"/>
                  </a:lnTo>
                  <a:lnTo>
                    <a:pt x="166687" y="38100"/>
                  </a:lnTo>
                  <a:lnTo>
                    <a:pt x="190500" y="4762"/>
                  </a:lnTo>
                  <a:cubicBezTo>
                    <a:pt x="229655" y="48811"/>
                    <a:pt x="228600" y="28509"/>
                    <a:pt x="228600" y="52387"/>
                  </a:cubicBezTo>
                  <a:lnTo>
                    <a:pt x="185737" y="80962"/>
                  </a:lnTo>
                  <a:cubicBezTo>
                    <a:pt x="155642" y="136137"/>
                    <a:pt x="177053" y="133350"/>
                    <a:pt x="147637" y="133350"/>
                  </a:cubicBezTo>
                  <a:lnTo>
                    <a:pt x="95250" y="100012"/>
                  </a:lnTo>
                  <a:lnTo>
                    <a:pt x="0" y="109537"/>
                  </a:lnTo>
                  <a:cubicBezTo>
                    <a:pt x="15402" y="68464"/>
                    <a:pt x="14287" y="85001"/>
                    <a:pt x="14287" y="61912"/>
                  </a:cubicBezTo>
                  <a:lnTo>
                    <a:pt x="14287" y="38100"/>
                  </a:lnTo>
                  <a:lnTo>
                    <a:pt x="57150" y="0"/>
                  </a:lnTo>
                  <a:close/>
                </a:path>
              </a:pathLst>
            </a:custGeom>
            <a:solidFill>
              <a:srgbClr val="DDDCDB"/>
            </a:solidFill>
            <a:ln w="6350">
              <a:solidFill>
                <a:srgbClr val="FFFFFF"/>
              </a:solidFill>
              <a:prstDash val="solid"/>
              <a:miter lim="800000"/>
              <a:headEnd/>
              <a:tailEnd/>
            </a:ln>
          </p:spPr>
          <p:txBody>
            <a:bodyPr/>
            <a:lstStyle/>
            <a:p>
              <a:pPr defTabSz="829178">
                <a:defRPr/>
              </a:pPr>
              <a:endParaRPr lang="en-AU" sz="1632" kern="0" dirty="0">
                <a:latin typeface="Arial"/>
              </a:endParaRPr>
            </a:p>
          </p:txBody>
        </p:sp>
        <p:sp>
          <p:nvSpPr>
            <p:cNvPr id="454" name="Freeform 397">
              <a:extLst>
                <a:ext uri="{FF2B5EF4-FFF2-40B4-BE49-F238E27FC236}">
                  <a16:creationId xmlns:a16="http://schemas.microsoft.com/office/drawing/2014/main" id="{CF9EDBCF-62C3-4419-BB8A-E30DDD7E4E4B}"/>
                </a:ext>
              </a:extLst>
            </p:cNvPr>
            <p:cNvSpPr/>
            <p:nvPr>
              <p:custDataLst>
                <p:tags r:id="rId4"/>
              </p:custDataLst>
            </p:nvPr>
          </p:nvSpPr>
          <p:spPr bwMode="auto">
            <a:xfrm>
              <a:off x="5927126" y="5067904"/>
              <a:ext cx="172602" cy="55038"/>
            </a:xfrm>
            <a:custGeom>
              <a:avLst/>
              <a:gdLst>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0 w 200025"/>
                <a:gd name="connsiteY8" fmla="*/ 31750 h 63500"/>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42863 w 200025"/>
                <a:gd name="connsiteY8" fmla="*/ 44450 h 63500"/>
                <a:gd name="connsiteX9" fmla="*/ 0 w 200025"/>
                <a:gd name="connsiteY9" fmla="*/ 31750 h 63500"/>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45243 w 200025"/>
                <a:gd name="connsiteY8" fmla="*/ 63500 h 63500"/>
                <a:gd name="connsiteX9" fmla="*/ 0 w 200025"/>
                <a:gd name="connsiteY9" fmla="*/ 31750 h 6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025" h="63500">
                  <a:moveTo>
                    <a:pt x="0" y="31750"/>
                  </a:moveTo>
                  <a:lnTo>
                    <a:pt x="57150" y="0"/>
                  </a:lnTo>
                  <a:lnTo>
                    <a:pt x="117475" y="0"/>
                  </a:lnTo>
                  <a:lnTo>
                    <a:pt x="155575" y="34925"/>
                  </a:lnTo>
                  <a:lnTo>
                    <a:pt x="200025" y="38100"/>
                  </a:lnTo>
                  <a:lnTo>
                    <a:pt x="200025" y="44450"/>
                  </a:lnTo>
                  <a:lnTo>
                    <a:pt x="146050" y="41275"/>
                  </a:lnTo>
                  <a:lnTo>
                    <a:pt x="120650" y="63500"/>
                  </a:lnTo>
                  <a:lnTo>
                    <a:pt x="45243" y="63500"/>
                  </a:lnTo>
                  <a:lnTo>
                    <a:pt x="0" y="31750"/>
                  </a:lnTo>
                  <a:close/>
                </a:path>
              </a:pathLst>
            </a:custGeom>
            <a:solidFill>
              <a:srgbClr val="DDDCDB"/>
            </a:solidFill>
            <a:ln w="6350">
              <a:solidFill>
                <a:srgbClr val="FFFFFF"/>
              </a:solidFill>
              <a:prstDash val="solid"/>
              <a:miter lim="800000"/>
              <a:headEnd/>
              <a:tailEnd/>
            </a:ln>
          </p:spPr>
          <p:txBody>
            <a:bodyPr/>
            <a:lstStyle/>
            <a:p>
              <a:pPr defTabSz="829178">
                <a:defRPr/>
              </a:pPr>
              <a:endParaRPr lang="en-AU" sz="1632" kern="0" dirty="0">
                <a:latin typeface="Arial"/>
              </a:endParaRPr>
            </a:p>
          </p:txBody>
        </p:sp>
        <p:sp>
          <p:nvSpPr>
            <p:cNvPr id="455" name="Oval 454">
              <a:extLst>
                <a:ext uri="{FF2B5EF4-FFF2-40B4-BE49-F238E27FC236}">
                  <a16:creationId xmlns:a16="http://schemas.microsoft.com/office/drawing/2014/main" id="{A89A5746-08B1-4000-919A-147C8EC44020}"/>
                </a:ext>
              </a:extLst>
            </p:cNvPr>
            <p:cNvSpPr/>
            <p:nvPr/>
          </p:nvSpPr>
          <p:spPr>
            <a:xfrm>
              <a:off x="5483710" y="2093626"/>
              <a:ext cx="77995" cy="26106"/>
            </a:xfrm>
            <a:prstGeom prst="ellipse">
              <a:avLst/>
            </a:prstGeom>
            <a:solidFill>
              <a:srgbClr val="FFFFFF">
                <a:lumMod val="95000"/>
              </a:srgbClr>
            </a:solidFill>
            <a:ln w="12700" cap="flat" cmpd="sng" algn="ctr">
              <a:noFill/>
              <a:prstDash val="solid"/>
              <a:miter lim="800000"/>
            </a:ln>
            <a:effectLst/>
          </p:spPr>
          <p:txBody>
            <a:bodyPr rot="0" spcFirstLastPara="0" vertOverflow="overflow" horzOverflow="overflow" vert="horz" wrap="square" lIns="64492" tIns="64492" rIns="64492" bIns="64492"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1088" kern="0" dirty="0">
                <a:latin typeface="Arial"/>
              </a:endParaRPr>
            </a:p>
          </p:txBody>
        </p:sp>
        <p:sp>
          <p:nvSpPr>
            <p:cNvPr id="457" name="Freeform: Shape 83">
              <a:extLst>
                <a:ext uri="{FF2B5EF4-FFF2-40B4-BE49-F238E27FC236}">
                  <a16:creationId xmlns:a16="http://schemas.microsoft.com/office/drawing/2014/main" id="{707DAB16-139A-4ADE-A117-55C4B436D7B4}"/>
                </a:ext>
              </a:extLst>
            </p:cNvPr>
            <p:cNvSpPr/>
            <p:nvPr/>
          </p:nvSpPr>
          <p:spPr>
            <a:xfrm>
              <a:off x="3868497" y="2193378"/>
              <a:ext cx="1405016" cy="2524644"/>
            </a:xfrm>
            <a:custGeom>
              <a:avLst/>
              <a:gdLst>
                <a:gd name="connsiteX0" fmla="*/ 1688123 w 1688123"/>
                <a:gd name="connsiteY0" fmla="*/ 0 h 3019865"/>
                <a:gd name="connsiteX1" fmla="*/ 0 w 1688123"/>
                <a:gd name="connsiteY1" fmla="*/ 3019865 h 3019865"/>
              </a:gdLst>
              <a:ahLst/>
              <a:cxnLst>
                <a:cxn ang="0">
                  <a:pos x="connsiteX0" y="connsiteY0"/>
                </a:cxn>
                <a:cxn ang="0">
                  <a:pos x="connsiteX1" y="connsiteY1"/>
                </a:cxn>
              </a:cxnLst>
              <a:rect l="l" t="t" r="r" b="b"/>
              <a:pathLst>
                <a:path w="1688123" h="3019865">
                  <a:moveTo>
                    <a:pt x="1688123" y="0"/>
                  </a:moveTo>
                  <a:lnTo>
                    <a:pt x="0" y="3019865"/>
                  </a:lnTo>
                </a:path>
              </a:pathLst>
            </a:custGeom>
            <a:noFill/>
            <a:ln w="12700" cap="flat" cmpd="sng" algn="ctr">
              <a:noFill/>
              <a:prstDash val="solid"/>
              <a:miter lim="800000"/>
            </a:ln>
            <a:effectLst/>
          </p:spPr>
          <p:txBody>
            <a:bodyPr rtlCol="0" anchor="ctr"/>
            <a:lstStyle/>
            <a:p>
              <a:pPr algn="ctr" defTabSz="829178">
                <a:defRPr/>
              </a:pPr>
              <a:endParaRPr lang="en-AU" sz="1632" kern="0" dirty="0">
                <a:latin typeface="Arial"/>
              </a:endParaRPr>
            </a:p>
          </p:txBody>
        </p:sp>
        <p:sp>
          <p:nvSpPr>
            <p:cNvPr id="459" name="Freeform 115">
              <a:extLst>
                <a:ext uri="{FF2B5EF4-FFF2-40B4-BE49-F238E27FC236}">
                  <a16:creationId xmlns:a16="http://schemas.microsoft.com/office/drawing/2014/main" id="{39C33B5A-583B-4CB0-A15F-8FD559C72A5F}"/>
                </a:ext>
              </a:extLst>
            </p:cNvPr>
            <p:cNvSpPr>
              <a:spLocks noEditPoints="1"/>
            </p:cNvSpPr>
            <p:nvPr/>
          </p:nvSpPr>
          <p:spPr bwMode="auto">
            <a:xfrm rot="10056711">
              <a:off x="6033365" y="506047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461" name="Oval 460">
              <a:extLst>
                <a:ext uri="{FF2B5EF4-FFF2-40B4-BE49-F238E27FC236}">
                  <a16:creationId xmlns:a16="http://schemas.microsoft.com/office/drawing/2014/main" id="{DF59DBC9-7F6F-4C2C-844E-8BD70C643592}"/>
                </a:ext>
              </a:extLst>
            </p:cNvPr>
            <p:cNvSpPr/>
            <p:nvPr/>
          </p:nvSpPr>
          <p:spPr>
            <a:xfrm>
              <a:off x="5241317" y="2155754"/>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30579" tIns="0" rIns="0" bIns="0"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544" b="1" kern="0" dirty="0">
                <a:latin typeface="Arial"/>
              </a:endParaRPr>
            </a:p>
          </p:txBody>
        </p:sp>
        <p:sp>
          <p:nvSpPr>
            <p:cNvPr id="462" name="5-Point Star 461"/>
            <p:cNvSpPr/>
            <p:nvPr/>
          </p:nvSpPr>
          <p:spPr>
            <a:xfrm>
              <a:off x="3540034" y="3418777"/>
              <a:ext cx="73843" cy="73843"/>
            </a:xfrm>
            <a:prstGeom prst="star5">
              <a:avLst/>
            </a:prstGeom>
            <a:solidFill>
              <a:schemeClr val="tx2"/>
            </a:solidFill>
            <a:ln w="6350" cap="flat" cmpd="sng" algn="ctr">
              <a:solidFill>
                <a:schemeClr val="bg1"/>
              </a:solidFill>
              <a:prstDash val="solid"/>
            </a:ln>
            <a:effectLst/>
          </p:spPr>
          <p:txBody>
            <a:bodyPr rot="0" spcFirstLastPara="0" vertOverflow="overflow" horzOverflow="overflow" vert="horz" wrap="none" lIns="130579" tIns="41459" rIns="0" bIns="41459"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463" name="Oval 462">
              <a:extLst>
                <a:ext uri="{FF2B5EF4-FFF2-40B4-BE49-F238E27FC236}">
                  <a16:creationId xmlns:a16="http://schemas.microsoft.com/office/drawing/2014/main" id="{312506B9-6B88-40E0-BF3A-13F6094C5D33}"/>
                </a:ext>
              </a:extLst>
            </p:cNvPr>
            <p:cNvSpPr/>
            <p:nvPr/>
          </p:nvSpPr>
          <p:spPr>
            <a:xfrm>
              <a:off x="7169940" y="5067809"/>
              <a:ext cx="44943" cy="45144"/>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0" tIns="0" rIns="391738"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544" kern="0" dirty="0">
                <a:latin typeface="Arial"/>
              </a:endParaRPr>
            </a:p>
          </p:txBody>
        </p:sp>
        <p:sp>
          <p:nvSpPr>
            <p:cNvPr id="464" name="5-Point Star 463"/>
            <p:cNvSpPr/>
            <p:nvPr/>
          </p:nvSpPr>
          <p:spPr>
            <a:xfrm>
              <a:off x="6598075" y="5313501"/>
              <a:ext cx="73843" cy="73843"/>
            </a:xfrm>
            <a:prstGeom prst="star5">
              <a:avLst/>
            </a:prstGeom>
            <a:solidFill>
              <a:schemeClr val="tx1"/>
            </a:solidFill>
            <a:ln w="6350" cap="flat" cmpd="sng" algn="ctr">
              <a:solidFill>
                <a:schemeClr val="bg1"/>
              </a:solidFill>
              <a:prstDash val="solid"/>
            </a:ln>
            <a:effectLst/>
          </p:spPr>
          <p:txBody>
            <a:bodyPr rot="0" spcFirstLastPara="0" vertOverflow="overflow" horzOverflow="overflow" vert="horz" wrap="none" lIns="0" tIns="0" rIns="65290" bIns="130579"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grpSp>
          <p:nvGrpSpPr>
            <p:cNvPr id="465" name="Group 464"/>
            <p:cNvGrpSpPr/>
            <p:nvPr/>
          </p:nvGrpSpPr>
          <p:grpSpPr>
            <a:xfrm>
              <a:off x="6791263" y="5790779"/>
              <a:ext cx="158899" cy="90289"/>
              <a:chOff x="6686248" y="6105316"/>
              <a:chExt cx="158899" cy="90289"/>
            </a:xfrm>
          </p:grpSpPr>
          <p:sp>
            <p:nvSpPr>
              <p:cNvPr id="1355" name="Oval 1354">
                <a:extLst>
                  <a:ext uri="{FF2B5EF4-FFF2-40B4-BE49-F238E27FC236}">
                    <a16:creationId xmlns:a16="http://schemas.microsoft.com/office/drawing/2014/main" id="{BE675652-7BBE-4928-85DD-A9DF96B5C867}"/>
                  </a:ext>
                </a:extLst>
              </p:cNvPr>
              <p:cNvSpPr/>
              <p:nvPr/>
            </p:nvSpPr>
            <p:spPr>
              <a:xfrm>
                <a:off x="6800204" y="615046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424383" tIns="0" rIns="0" bIns="13057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6" name="Oval 1355">
                <a:extLst>
                  <a:ext uri="{FF2B5EF4-FFF2-40B4-BE49-F238E27FC236}">
                    <a16:creationId xmlns:a16="http://schemas.microsoft.com/office/drawing/2014/main" id="{B91BBF89-C670-4E86-861A-F36BF9BF9E88}"/>
                  </a:ext>
                </a:extLst>
              </p:cNvPr>
              <p:cNvSpPr/>
              <p:nvPr/>
            </p:nvSpPr>
            <p:spPr>
              <a:xfrm>
                <a:off x="6731656" y="615046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359093"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7" name="Oval 1356">
                <a:extLst>
                  <a:ext uri="{FF2B5EF4-FFF2-40B4-BE49-F238E27FC236}">
                    <a16:creationId xmlns:a16="http://schemas.microsoft.com/office/drawing/2014/main" id="{B91BBF89-C670-4E86-861A-F36BF9BF9E88}"/>
                  </a:ext>
                </a:extLst>
              </p:cNvPr>
              <p:cNvSpPr/>
              <p:nvPr/>
            </p:nvSpPr>
            <p:spPr>
              <a:xfrm>
                <a:off x="6686248" y="6105316"/>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359093"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grpSp>
        <p:sp>
          <p:nvSpPr>
            <p:cNvPr id="466" name="Oval 465">
              <a:extLst>
                <a:ext uri="{FF2B5EF4-FFF2-40B4-BE49-F238E27FC236}">
                  <a16:creationId xmlns:a16="http://schemas.microsoft.com/office/drawing/2014/main" id="{AF113813-2701-44F3-A876-DA57A9B7778D}"/>
                </a:ext>
              </a:extLst>
            </p:cNvPr>
            <p:cNvSpPr/>
            <p:nvPr/>
          </p:nvSpPr>
          <p:spPr>
            <a:xfrm>
              <a:off x="6923827" y="6022372"/>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30579" tIns="32645" rIns="0" bIns="0"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544" b="1" kern="0" dirty="0">
                <a:latin typeface="Arial"/>
              </a:endParaRPr>
            </a:p>
          </p:txBody>
        </p:sp>
        <p:sp>
          <p:nvSpPr>
            <p:cNvPr id="469" name="Oval 468">
              <a:extLst>
                <a:ext uri="{FF2B5EF4-FFF2-40B4-BE49-F238E27FC236}">
                  <a16:creationId xmlns:a16="http://schemas.microsoft.com/office/drawing/2014/main" id="{E39F3EB7-F3DA-491A-81DA-2153F6D9674F}"/>
                </a:ext>
              </a:extLst>
            </p:cNvPr>
            <p:cNvSpPr/>
            <p:nvPr/>
          </p:nvSpPr>
          <p:spPr>
            <a:xfrm>
              <a:off x="7404472" y="4934412"/>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95869" tIns="0" rIns="64492" bIns="0"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544" kern="0" dirty="0">
                <a:latin typeface="Arial"/>
              </a:endParaRPr>
            </a:p>
          </p:txBody>
        </p:sp>
        <p:sp>
          <p:nvSpPr>
            <p:cNvPr id="471" name="5-Point Star 470"/>
            <p:cNvSpPr/>
            <p:nvPr/>
          </p:nvSpPr>
          <p:spPr>
            <a:xfrm>
              <a:off x="7744766" y="4097741"/>
              <a:ext cx="73843" cy="73843"/>
            </a:xfrm>
            <a:prstGeom prst="star5">
              <a:avLst/>
            </a:prstGeom>
            <a:solidFill>
              <a:schemeClr val="tx1"/>
            </a:solidFill>
            <a:ln w="6350" cap="flat" cmpd="sng" algn="ctr">
              <a:solidFill>
                <a:schemeClr val="bg1"/>
              </a:solidFill>
              <a:prstDash val="solid"/>
            </a:ln>
            <a:effectLst/>
          </p:spPr>
          <p:txBody>
            <a:bodyPr rot="0" spcFirstLastPara="0" vertOverflow="overflow" horzOverflow="overflow" vert="horz" wrap="none" lIns="130579" tIns="41459" rIns="0" bIns="41459"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472" name="5-Point Star 471"/>
            <p:cNvSpPr/>
            <p:nvPr/>
          </p:nvSpPr>
          <p:spPr>
            <a:xfrm>
              <a:off x="7738355" y="4224750"/>
              <a:ext cx="73843" cy="73843"/>
            </a:xfrm>
            <a:prstGeom prst="star5">
              <a:avLst/>
            </a:prstGeom>
            <a:solidFill>
              <a:schemeClr val="tx1"/>
            </a:solidFill>
            <a:ln w="6350" cap="flat" cmpd="sng" algn="ctr">
              <a:solidFill>
                <a:schemeClr val="bg1"/>
              </a:solidFill>
              <a:prstDash val="solid"/>
            </a:ln>
            <a:effectLst/>
          </p:spPr>
          <p:txBody>
            <a:bodyPr rot="0" spcFirstLastPara="0" vertOverflow="overflow" horzOverflow="overflow" vert="horz" wrap="none" lIns="130579" tIns="41459" rIns="0" bIns="41459"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473" name="Freeform 115">
              <a:extLst>
                <a:ext uri="{FF2B5EF4-FFF2-40B4-BE49-F238E27FC236}">
                  <a16:creationId xmlns:a16="http://schemas.microsoft.com/office/drawing/2014/main" id="{78282655-B674-45E3-BB60-0082F068D77F}"/>
                </a:ext>
              </a:extLst>
            </p:cNvPr>
            <p:cNvSpPr>
              <a:spLocks noEditPoints="1"/>
            </p:cNvSpPr>
            <p:nvPr/>
          </p:nvSpPr>
          <p:spPr bwMode="auto">
            <a:xfrm rot="15161227">
              <a:off x="3641267" y="468734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474" name="Oval 473">
              <a:extLst>
                <a:ext uri="{FF2B5EF4-FFF2-40B4-BE49-F238E27FC236}">
                  <a16:creationId xmlns:a16="http://schemas.microsoft.com/office/drawing/2014/main" id="{80EF6EEB-C8E5-4B48-BD63-88972CE638A8}"/>
                </a:ext>
              </a:extLst>
            </p:cNvPr>
            <p:cNvSpPr/>
            <p:nvPr/>
          </p:nvSpPr>
          <p:spPr>
            <a:xfrm>
              <a:off x="3766810" y="4765358"/>
              <a:ext cx="59926" cy="60193"/>
            </a:xfrm>
            <a:prstGeom prst="ellipse">
              <a:avLst/>
            </a:prstGeom>
            <a:solidFill>
              <a:srgbClr val="000000"/>
            </a:solidFill>
            <a:ln w="6350" cap="flat" cmpd="sng" algn="ctr">
              <a:solidFill>
                <a:schemeClr val="bg1"/>
              </a:solidFill>
              <a:prstDash val="solid"/>
              <a:miter lim="800000"/>
            </a:ln>
            <a:effectLst/>
          </p:spPr>
          <p:txBody>
            <a:bodyPr rot="0" spcFirstLastPara="0" vertOverflow="overflow" horzOverflow="overflow" vert="horz" wrap="none" lIns="64492" tIns="0" rIns="195869" bIns="64492" numCol="1" spcCol="0" rtlCol="0" fromWordArt="0" anchor="t" anchorCtr="0" forceAA="0" compatLnSpc="1">
              <a:prstTxWarp prst="textNoShape">
                <a:avLst/>
              </a:prstTxWarp>
              <a:noAutofit/>
            </a:bodyPr>
            <a:lstStyle/>
            <a:p>
              <a:pPr algn="r" defTabSz="829178">
                <a:lnSpc>
                  <a:spcPct val="90000"/>
                </a:lnSpc>
                <a:spcBef>
                  <a:spcPts val="816"/>
                </a:spcBef>
                <a:buClr>
                  <a:srgbClr val="007A68"/>
                </a:buClr>
                <a:defRPr/>
              </a:pPr>
              <a:endParaRPr lang="en-AU" sz="544" kern="0" dirty="0">
                <a:latin typeface="Arial"/>
              </a:endParaRPr>
            </a:p>
          </p:txBody>
        </p:sp>
        <p:sp>
          <p:nvSpPr>
            <p:cNvPr id="476" name="Oval 475">
              <a:extLst>
                <a:ext uri="{FF2B5EF4-FFF2-40B4-BE49-F238E27FC236}">
                  <a16:creationId xmlns:a16="http://schemas.microsoft.com/office/drawing/2014/main" id="{AF113813-2701-44F3-A876-DA57A9B7778D}"/>
                </a:ext>
              </a:extLst>
            </p:cNvPr>
            <p:cNvSpPr/>
            <p:nvPr/>
          </p:nvSpPr>
          <p:spPr>
            <a:xfrm>
              <a:off x="6121759" y="5017301"/>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0" tIns="0" rIns="130579" bIns="0" numCol="1" spcCol="0" rtlCol="0" fromWordArt="0" anchor="t" anchorCtr="0" forceAA="0" compatLnSpc="1">
              <a:prstTxWarp prst="textNoShape">
                <a:avLst/>
              </a:prstTxWarp>
              <a:noAutofit/>
            </a:bodyPr>
            <a:lstStyle/>
            <a:p>
              <a:pPr algn="r" defTabSz="829178">
                <a:lnSpc>
                  <a:spcPct val="90000"/>
                </a:lnSpc>
                <a:spcBef>
                  <a:spcPts val="816"/>
                </a:spcBef>
                <a:buClr>
                  <a:srgbClr val="007A68"/>
                </a:buClr>
                <a:defRPr/>
              </a:pPr>
              <a:endParaRPr lang="en-AU" sz="544" b="1" kern="0" dirty="0">
                <a:latin typeface="Arial"/>
              </a:endParaRPr>
            </a:p>
          </p:txBody>
        </p:sp>
        <p:sp>
          <p:nvSpPr>
            <p:cNvPr id="477" name="Freeform 115">
              <a:extLst>
                <a:ext uri="{FF2B5EF4-FFF2-40B4-BE49-F238E27FC236}">
                  <a16:creationId xmlns:a16="http://schemas.microsoft.com/office/drawing/2014/main" id="{B0F21F83-2C89-4D87-8DA0-9F81C3EB1908}"/>
                </a:ext>
              </a:extLst>
            </p:cNvPr>
            <p:cNvSpPr>
              <a:spLocks noEditPoints="1"/>
            </p:cNvSpPr>
            <p:nvPr/>
          </p:nvSpPr>
          <p:spPr bwMode="auto">
            <a:xfrm rot="6873450">
              <a:off x="6705386" y="5409091"/>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479" name="Oval 478">
              <a:extLst>
                <a:ext uri="{FF2B5EF4-FFF2-40B4-BE49-F238E27FC236}">
                  <a16:creationId xmlns:a16="http://schemas.microsoft.com/office/drawing/2014/main" id="{AF113813-2701-44F3-A876-DA57A9B7778D}"/>
                </a:ext>
              </a:extLst>
            </p:cNvPr>
            <p:cNvSpPr/>
            <p:nvPr/>
          </p:nvSpPr>
          <p:spPr>
            <a:xfrm>
              <a:off x="6711570" y="5354319"/>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95869" tIns="0" rIns="64492" bIns="163224"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544" b="1" kern="0" dirty="0">
                <a:latin typeface="Arial"/>
              </a:endParaRPr>
            </a:p>
          </p:txBody>
        </p:sp>
        <p:sp>
          <p:nvSpPr>
            <p:cNvPr id="480" name="Oval 479">
              <a:extLst>
                <a:ext uri="{FF2B5EF4-FFF2-40B4-BE49-F238E27FC236}">
                  <a16:creationId xmlns:a16="http://schemas.microsoft.com/office/drawing/2014/main" id="{E39F3EB7-F3DA-491A-81DA-2153F6D9674F}"/>
                </a:ext>
              </a:extLst>
            </p:cNvPr>
            <p:cNvSpPr/>
            <p:nvPr/>
          </p:nvSpPr>
          <p:spPr>
            <a:xfrm>
              <a:off x="7743144" y="4179519"/>
              <a:ext cx="59926" cy="60193"/>
            </a:xfrm>
            <a:prstGeom prst="ellipse">
              <a:avLst/>
            </a:prstGeom>
            <a:solidFill>
              <a:srgbClr val="0D0D0D"/>
            </a:solidFill>
            <a:ln w="6350" cap="flat" cmpd="sng" algn="ctr">
              <a:solidFill>
                <a:schemeClr val="bg1"/>
              </a:solidFill>
              <a:prstDash val="solid"/>
              <a:miter lim="800000"/>
            </a:ln>
            <a:effectLst/>
          </p:spPr>
          <p:txBody>
            <a:bodyPr rot="0" spcFirstLastPara="0" vertOverflow="overflow" horzOverflow="overflow" vert="horz" wrap="none" lIns="195869" tIns="0" rIns="64492" bIns="64492" numCol="1" spcCol="0" rtlCol="0" fromWordArt="0" anchor="t" anchorCtr="0" forceAA="0" compatLnSpc="1">
              <a:prstTxWarp prst="textNoShape">
                <a:avLst/>
              </a:prstTxWarp>
              <a:noAutofit/>
            </a:bodyPr>
            <a:lstStyle/>
            <a:p>
              <a:pPr defTabSz="829178">
                <a:lnSpc>
                  <a:spcPct val="90000"/>
                </a:lnSpc>
                <a:spcBef>
                  <a:spcPts val="816"/>
                </a:spcBef>
                <a:buClr>
                  <a:srgbClr val="007A68"/>
                </a:buClr>
                <a:defRPr/>
              </a:pPr>
              <a:endParaRPr lang="en-AU" sz="635" b="1" kern="0" dirty="0">
                <a:latin typeface="Arial"/>
              </a:endParaRPr>
            </a:p>
          </p:txBody>
        </p:sp>
        <p:sp>
          <p:nvSpPr>
            <p:cNvPr id="483" name="Oval 482">
              <a:extLst>
                <a:ext uri="{FF2B5EF4-FFF2-40B4-BE49-F238E27FC236}">
                  <a16:creationId xmlns:a16="http://schemas.microsoft.com/office/drawing/2014/main" id="{04F085E1-9525-40A5-BCC3-01ACF889C16A}"/>
                </a:ext>
              </a:extLst>
            </p:cNvPr>
            <p:cNvSpPr/>
            <p:nvPr/>
          </p:nvSpPr>
          <p:spPr>
            <a:xfrm>
              <a:off x="7243652" y="3200921"/>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61159"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485" name="Oval 484">
              <a:extLst>
                <a:ext uri="{FF2B5EF4-FFF2-40B4-BE49-F238E27FC236}">
                  <a16:creationId xmlns:a16="http://schemas.microsoft.com/office/drawing/2014/main" id="{888079DE-3CEE-4219-9D85-19102A369977}"/>
                </a:ext>
              </a:extLst>
            </p:cNvPr>
            <p:cNvSpPr/>
            <p:nvPr/>
          </p:nvSpPr>
          <p:spPr>
            <a:xfrm>
              <a:off x="6092071" y="4716168"/>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293804"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486" name="Oval 485">
              <a:extLst>
                <a:ext uri="{FF2B5EF4-FFF2-40B4-BE49-F238E27FC236}">
                  <a16:creationId xmlns:a16="http://schemas.microsoft.com/office/drawing/2014/main" id="{888079DE-3CEE-4219-9D85-19102A369977}"/>
                </a:ext>
              </a:extLst>
            </p:cNvPr>
            <p:cNvSpPr/>
            <p:nvPr/>
          </p:nvSpPr>
          <p:spPr>
            <a:xfrm>
              <a:off x="6123278" y="4847380"/>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326448"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grpSp>
          <p:nvGrpSpPr>
            <p:cNvPr id="488" name="Group 487"/>
            <p:cNvGrpSpPr/>
            <p:nvPr/>
          </p:nvGrpSpPr>
          <p:grpSpPr>
            <a:xfrm>
              <a:off x="3720555" y="2017500"/>
              <a:ext cx="4031632" cy="4180904"/>
              <a:chOff x="3615540" y="2332037"/>
              <a:chExt cx="4031632" cy="4180904"/>
            </a:xfrm>
          </p:grpSpPr>
          <p:sp>
            <p:nvSpPr>
              <p:cNvPr id="1312" name="Oval 1311">
                <a:extLst>
                  <a:ext uri="{FF2B5EF4-FFF2-40B4-BE49-F238E27FC236}">
                    <a16:creationId xmlns:a16="http://schemas.microsoft.com/office/drawing/2014/main" id="{5E3F4321-193B-42F3-A15B-B668709E7A38}"/>
                  </a:ext>
                </a:extLst>
              </p:cNvPr>
              <p:cNvSpPr/>
              <p:nvPr/>
            </p:nvSpPr>
            <p:spPr>
              <a:xfrm>
                <a:off x="4397861" y="5162822"/>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0" numCol="1" spcCol="0" rtlCol="0" fromWordArt="0" anchor="ctr" anchorCtr="0"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3" name="Oval 1312">
                <a:extLst>
                  <a:ext uri="{FF2B5EF4-FFF2-40B4-BE49-F238E27FC236}">
                    <a16:creationId xmlns:a16="http://schemas.microsoft.com/office/drawing/2014/main" id="{4AE5AC9A-6EDB-4B58-8D35-468ED65A89EA}"/>
                  </a:ext>
                </a:extLst>
              </p:cNvPr>
              <p:cNvSpPr/>
              <p:nvPr/>
            </p:nvSpPr>
            <p:spPr>
              <a:xfrm>
                <a:off x="3919907" y="5370672"/>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0" numCol="1" spcCol="0" rtlCol="0" fromWordArt="0" anchor="ctr" anchorCtr="0"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4" name="Oval 1313">
                <a:extLst>
                  <a:ext uri="{FF2B5EF4-FFF2-40B4-BE49-F238E27FC236}">
                    <a16:creationId xmlns:a16="http://schemas.microsoft.com/office/drawing/2014/main" id="{888079DE-3CEE-4219-9D85-19102A369977}"/>
                  </a:ext>
                </a:extLst>
              </p:cNvPr>
              <p:cNvSpPr/>
              <p:nvPr/>
            </p:nvSpPr>
            <p:spPr>
              <a:xfrm>
                <a:off x="5887094" y="5093200"/>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293804"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5" name="Oval 1314">
                <a:extLst>
                  <a:ext uri="{FF2B5EF4-FFF2-40B4-BE49-F238E27FC236}">
                    <a16:creationId xmlns:a16="http://schemas.microsoft.com/office/drawing/2014/main" id="{653E8372-4722-4259-8073-0518214DB5AC}"/>
                  </a:ext>
                </a:extLst>
              </p:cNvPr>
              <p:cNvSpPr/>
              <p:nvPr/>
            </p:nvSpPr>
            <p:spPr>
              <a:xfrm>
                <a:off x="6237993" y="5247459"/>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2851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6" name="Oval 1315">
                <a:extLst>
                  <a:ext uri="{FF2B5EF4-FFF2-40B4-BE49-F238E27FC236}">
                    <a16:creationId xmlns:a16="http://schemas.microsoft.com/office/drawing/2014/main" id="{9848E56C-1556-46F0-A91E-1C9E9B273045}"/>
                  </a:ext>
                </a:extLst>
              </p:cNvPr>
              <p:cNvSpPr/>
              <p:nvPr/>
            </p:nvSpPr>
            <p:spPr>
              <a:xfrm>
                <a:off x="6373252" y="521742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61159"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7" name="Freeform 115">
                <a:extLst>
                  <a:ext uri="{FF2B5EF4-FFF2-40B4-BE49-F238E27FC236}">
                    <a16:creationId xmlns:a16="http://schemas.microsoft.com/office/drawing/2014/main" id="{4D4A2BEC-032F-4625-B03D-DFF37D0A3449}"/>
                  </a:ext>
                </a:extLst>
              </p:cNvPr>
              <p:cNvSpPr>
                <a:spLocks noEditPoints="1"/>
              </p:cNvSpPr>
              <p:nvPr/>
            </p:nvSpPr>
            <p:spPr bwMode="auto">
              <a:xfrm rot="18032807">
                <a:off x="5073017" y="233233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1318" name="Oval 1317">
                <a:extLst>
                  <a:ext uri="{FF2B5EF4-FFF2-40B4-BE49-F238E27FC236}">
                    <a16:creationId xmlns:a16="http://schemas.microsoft.com/office/drawing/2014/main" id="{6F995F5F-462F-47F7-BC7E-3229F06A37B2}"/>
                  </a:ext>
                </a:extLst>
              </p:cNvPr>
              <p:cNvSpPr/>
              <p:nvPr/>
            </p:nvSpPr>
            <p:spPr>
              <a:xfrm>
                <a:off x="3615540" y="531578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65290" rIns="65290"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21" name="Freeform 115">
                <a:extLst>
                  <a:ext uri="{FF2B5EF4-FFF2-40B4-BE49-F238E27FC236}">
                    <a16:creationId xmlns:a16="http://schemas.microsoft.com/office/drawing/2014/main" id="{39C33B5A-583B-4CB0-A15F-8FD559C72A5F}"/>
                  </a:ext>
                </a:extLst>
              </p:cNvPr>
              <p:cNvSpPr>
                <a:spLocks noEditPoints="1"/>
              </p:cNvSpPr>
              <p:nvPr/>
            </p:nvSpPr>
            <p:spPr bwMode="auto">
              <a:xfrm rot="6534396">
                <a:off x="6833717" y="6377808"/>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1323" name="Oval 1322">
                <a:extLst>
                  <a:ext uri="{FF2B5EF4-FFF2-40B4-BE49-F238E27FC236}">
                    <a16:creationId xmlns:a16="http://schemas.microsoft.com/office/drawing/2014/main" id="{C07B10B9-1299-45CF-ABA1-DE4137E3ED8C}"/>
                  </a:ext>
                </a:extLst>
              </p:cNvPr>
              <p:cNvSpPr/>
              <p:nvPr/>
            </p:nvSpPr>
            <p:spPr>
              <a:xfrm>
                <a:off x="6566904" y="5728538"/>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65290" rIns="293804"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24" name="Oval 1323">
                <a:extLst>
                  <a:ext uri="{FF2B5EF4-FFF2-40B4-BE49-F238E27FC236}">
                    <a16:creationId xmlns:a16="http://schemas.microsoft.com/office/drawing/2014/main" id="{90DEF844-453C-47C9-87DD-9AA97C67CDFC}"/>
                  </a:ext>
                </a:extLst>
              </p:cNvPr>
              <p:cNvSpPr/>
              <p:nvPr/>
            </p:nvSpPr>
            <p:spPr>
              <a:xfrm>
                <a:off x="6864933" y="3057703"/>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28" name="Oval 1327">
                <a:extLst>
                  <a:ext uri="{FF2B5EF4-FFF2-40B4-BE49-F238E27FC236}">
                    <a16:creationId xmlns:a16="http://schemas.microsoft.com/office/drawing/2014/main" id="{6F995F5F-462F-47F7-BC7E-3229F06A37B2}"/>
                  </a:ext>
                </a:extLst>
              </p:cNvPr>
              <p:cNvSpPr/>
              <p:nvPr/>
            </p:nvSpPr>
            <p:spPr>
              <a:xfrm>
                <a:off x="3627158" y="526274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65290" rIns="65290"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29" name="Oval 1328">
                <a:extLst>
                  <a:ext uri="{FF2B5EF4-FFF2-40B4-BE49-F238E27FC236}">
                    <a16:creationId xmlns:a16="http://schemas.microsoft.com/office/drawing/2014/main" id="{6F995F5F-462F-47F7-BC7E-3229F06A37B2}"/>
                  </a:ext>
                </a:extLst>
              </p:cNvPr>
              <p:cNvSpPr/>
              <p:nvPr/>
            </p:nvSpPr>
            <p:spPr>
              <a:xfrm>
                <a:off x="3659844" y="5221297"/>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30" name="Oval 1329">
                <a:extLst>
                  <a:ext uri="{FF2B5EF4-FFF2-40B4-BE49-F238E27FC236}">
                    <a16:creationId xmlns:a16="http://schemas.microsoft.com/office/drawing/2014/main" id="{6F995F5F-462F-47F7-BC7E-3229F06A37B2}"/>
                  </a:ext>
                </a:extLst>
              </p:cNvPr>
              <p:cNvSpPr/>
              <p:nvPr/>
            </p:nvSpPr>
            <p:spPr>
              <a:xfrm>
                <a:off x="3656790" y="5161330"/>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65290" rIns="97935"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31" name="Oval 1330">
                <a:extLst>
                  <a:ext uri="{FF2B5EF4-FFF2-40B4-BE49-F238E27FC236}">
                    <a16:creationId xmlns:a16="http://schemas.microsoft.com/office/drawing/2014/main" id="{B16CE72B-0C79-47E0-BA43-01C2FB557FDF}"/>
                  </a:ext>
                </a:extLst>
              </p:cNvPr>
              <p:cNvSpPr/>
              <p:nvPr/>
            </p:nvSpPr>
            <p:spPr>
              <a:xfrm>
                <a:off x="7035501" y="5068399"/>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261159" bIns="6529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32" name="Oval 1331">
                <a:extLst>
                  <a:ext uri="{FF2B5EF4-FFF2-40B4-BE49-F238E27FC236}">
                    <a16:creationId xmlns:a16="http://schemas.microsoft.com/office/drawing/2014/main" id="{C30BFF4F-103E-41E0-BA6F-E8BEB1B21A05}"/>
                  </a:ext>
                </a:extLst>
              </p:cNvPr>
              <p:cNvSpPr/>
              <p:nvPr/>
            </p:nvSpPr>
            <p:spPr>
              <a:xfrm>
                <a:off x="5349513" y="2681532"/>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3" name="Oval 1332">
                <a:extLst>
                  <a:ext uri="{FF2B5EF4-FFF2-40B4-BE49-F238E27FC236}">
                    <a16:creationId xmlns:a16="http://schemas.microsoft.com/office/drawing/2014/main" id="{1878E74D-DE81-464F-9529-C482906899FC}"/>
                  </a:ext>
                </a:extLst>
              </p:cNvPr>
              <p:cNvSpPr/>
              <p:nvPr/>
            </p:nvSpPr>
            <p:spPr>
              <a:xfrm>
                <a:off x="5539927" y="3911039"/>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5" name="Oval 1334">
                <a:extLst>
                  <a:ext uri="{FF2B5EF4-FFF2-40B4-BE49-F238E27FC236}">
                    <a16:creationId xmlns:a16="http://schemas.microsoft.com/office/drawing/2014/main" id="{C07B10B9-1299-45CF-ABA1-DE4137E3ED8C}"/>
                  </a:ext>
                </a:extLst>
              </p:cNvPr>
              <p:cNvSpPr/>
              <p:nvPr/>
            </p:nvSpPr>
            <p:spPr>
              <a:xfrm>
                <a:off x="6553130" y="557625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293804" bIns="6529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36" name="Oval 1335">
                <a:extLst>
                  <a:ext uri="{FF2B5EF4-FFF2-40B4-BE49-F238E27FC236}">
                    <a16:creationId xmlns:a16="http://schemas.microsoft.com/office/drawing/2014/main" id="{B16CE72B-0C79-47E0-BA43-01C2FB557FDF}"/>
                  </a:ext>
                </a:extLst>
              </p:cNvPr>
              <p:cNvSpPr/>
              <p:nvPr/>
            </p:nvSpPr>
            <p:spPr>
              <a:xfrm>
                <a:off x="6841245" y="5471814"/>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61159"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7" name="Oval 1336">
                <a:extLst>
                  <a:ext uri="{FF2B5EF4-FFF2-40B4-BE49-F238E27FC236}">
                    <a16:creationId xmlns:a16="http://schemas.microsoft.com/office/drawing/2014/main" id="{B16CE72B-0C79-47E0-BA43-01C2FB557FDF}"/>
                  </a:ext>
                </a:extLst>
              </p:cNvPr>
              <p:cNvSpPr/>
              <p:nvPr/>
            </p:nvSpPr>
            <p:spPr>
              <a:xfrm>
                <a:off x="6823223" y="5421818"/>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489673"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8" name="Oval 1337">
                <a:extLst>
                  <a:ext uri="{FF2B5EF4-FFF2-40B4-BE49-F238E27FC236}">
                    <a16:creationId xmlns:a16="http://schemas.microsoft.com/office/drawing/2014/main" id="{B16CE72B-0C79-47E0-BA43-01C2FB557FDF}"/>
                  </a:ext>
                </a:extLst>
              </p:cNvPr>
              <p:cNvSpPr/>
              <p:nvPr/>
            </p:nvSpPr>
            <p:spPr>
              <a:xfrm>
                <a:off x="7414957" y="5138757"/>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59093"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39" name="Freeform 115">
                <a:extLst>
                  <a:ext uri="{FF2B5EF4-FFF2-40B4-BE49-F238E27FC236}">
                    <a16:creationId xmlns:a16="http://schemas.microsoft.com/office/drawing/2014/main" id="{5F944AD6-83EB-41AB-8383-16BEF58F125A}"/>
                  </a:ext>
                </a:extLst>
              </p:cNvPr>
              <p:cNvSpPr>
                <a:spLocks noEditPoints="1"/>
              </p:cNvSpPr>
              <p:nvPr/>
            </p:nvSpPr>
            <p:spPr bwMode="auto">
              <a:xfrm rot="19851278">
                <a:off x="7283503" y="5116934"/>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1341" name="Oval 1340">
                <a:extLst>
                  <a:ext uri="{FF2B5EF4-FFF2-40B4-BE49-F238E27FC236}">
                    <a16:creationId xmlns:a16="http://schemas.microsoft.com/office/drawing/2014/main" id="{B16CE72B-0C79-47E0-BA43-01C2FB557FDF}"/>
                  </a:ext>
                </a:extLst>
              </p:cNvPr>
              <p:cNvSpPr/>
              <p:nvPr/>
            </p:nvSpPr>
            <p:spPr>
              <a:xfrm>
                <a:off x="7343931" y="5197754"/>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59093"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2" name="Oval 1341">
                <a:extLst>
                  <a:ext uri="{FF2B5EF4-FFF2-40B4-BE49-F238E27FC236}">
                    <a16:creationId xmlns:a16="http://schemas.microsoft.com/office/drawing/2014/main" id="{B16CE72B-0C79-47E0-BA43-01C2FB557FDF}"/>
                  </a:ext>
                </a:extLst>
              </p:cNvPr>
              <p:cNvSpPr/>
              <p:nvPr/>
            </p:nvSpPr>
            <p:spPr>
              <a:xfrm>
                <a:off x="7265118" y="5311096"/>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59093"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3" name="Oval 1342">
                <a:extLst>
                  <a:ext uri="{FF2B5EF4-FFF2-40B4-BE49-F238E27FC236}">
                    <a16:creationId xmlns:a16="http://schemas.microsoft.com/office/drawing/2014/main" id="{B16CE72B-0C79-47E0-BA43-01C2FB557FDF}"/>
                  </a:ext>
                </a:extLst>
              </p:cNvPr>
              <p:cNvSpPr/>
              <p:nvPr/>
            </p:nvSpPr>
            <p:spPr>
              <a:xfrm>
                <a:off x="7557284" y="4908158"/>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45702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4" name="Oval 1343">
                <a:extLst>
                  <a:ext uri="{FF2B5EF4-FFF2-40B4-BE49-F238E27FC236}">
                    <a16:creationId xmlns:a16="http://schemas.microsoft.com/office/drawing/2014/main" id="{B16CE72B-0C79-47E0-BA43-01C2FB557FDF}"/>
                  </a:ext>
                </a:extLst>
              </p:cNvPr>
              <p:cNvSpPr/>
              <p:nvPr/>
            </p:nvSpPr>
            <p:spPr>
              <a:xfrm>
                <a:off x="7540124" y="4841816"/>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5" name="Oval 1344">
                <a:extLst>
                  <a:ext uri="{FF2B5EF4-FFF2-40B4-BE49-F238E27FC236}">
                    <a16:creationId xmlns:a16="http://schemas.microsoft.com/office/drawing/2014/main" id="{B16CE72B-0C79-47E0-BA43-01C2FB557FDF}"/>
                  </a:ext>
                </a:extLst>
              </p:cNvPr>
              <p:cNvSpPr/>
              <p:nvPr/>
            </p:nvSpPr>
            <p:spPr>
              <a:xfrm>
                <a:off x="7586241" y="4738487"/>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32644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6" name="Oval 1345">
                <a:extLst>
                  <a:ext uri="{FF2B5EF4-FFF2-40B4-BE49-F238E27FC236}">
                    <a16:creationId xmlns:a16="http://schemas.microsoft.com/office/drawing/2014/main" id="{B16CE72B-0C79-47E0-BA43-01C2FB557FDF}"/>
                  </a:ext>
                </a:extLst>
              </p:cNvPr>
              <p:cNvSpPr/>
              <p:nvPr/>
            </p:nvSpPr>
            <p:spPr>
              <a:xfrm>
                <a:off x="7233235" y="5373308"/>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61159"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7" name="Oval 1346">
                <a:extLst>
                  <a:ext uri="{FF2B5EF4-FFF2-40B4-BE49-F238E27FC236}">
                    <a16:creationId xmlns:a16="http://schemas.microsoft.com/office/drawing/2014/main" id="{B16CE72B-0C79-47E0-BA43-01C2FB557FDF}"/>
                  </a:ext>
                </a:extLst>
              </p:cNvPr>
              <p:cNvSpPr/>
              <p:nvPr/>
            </p:nvSpPr>
            <p:spPr>
              <a:xfrm>
                <a:off x="7123309" y="524332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261159" bIns="0"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348" name="Oval 1347">
                <a:extLst>
                  <a:ext uri="{FF2B5EF4-FFF2-40B4-BE49-F238E27FC236}">
                    <a16:creationId xmlns:a16="http://schemas.microsoft.com/office/drawing/2014/main" id="{90DEF844-453C-47C9-87DD-9AA97C67CDFC}"/>
                  </a:ext>
                </a:extLst>
              </p:cNvPr>
              <p:cNvSpPr/>
              <p:nvPr/>
            </p:nvSpPr>
            <p:spPr>
              <a:xfrm>
                <a:off x="7248107" y="3675480"/>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49" name="Oval 1348">
                <a:extLst>
                  <a:ext uri="{FF2B5EF4-FFF2-40B4-BE49-F238E27FC236}">
                    <a16:creationId xmlns:a16="http://schemas.microsoft.com/office/drawing/2014/main" id="{90DEF844-453C-47C9-87DD-9AA97C67CDFC}"/>
                  </a:ext>
                </a:extLst>
              </p:cNvPr>
              <p:cNvSpPr/>
              <p:nvPr/>
            </p:nvSpPr>
            <p:spPr>
              <a:xfrm>
                <a:off x="7370013" y="3941077"/>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0" name="Freeform 115">
                <a:extLst>
                  <a:ext uri="{FF2B5EF4-FFF2-40B4-BE49-F238E27FC236}">
                    <a16:creationId xmlns:a16="http://schemas.microsoft.com/office/drawing/2014/main" id="{5F944AD6-83EB-41AB-8383-16BEF58F125A}"/>
                  </a:ext>
                </a:extLst>
              </p:cNvPr>
              <p:cNvSpPr>
                <a:spLocks noEditPoints="1"/>
              </p:cNvSpPr>
              <p:nvPr/>
            </p:nvSpPr>
            <p:spPr bwMode="auto">
              <a:xfrm rot="16200000">
                <a:off x="7512039" y="4376809"/>
                <a:ext cx="135434"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sp>
            <p:nvSpPr>
              <p:cNvPr id="1352" name="Oval 1351">
                <a:extLst>
                  <a:ext uri="{FF2B5EF4-FFF2-40B4-BE49-F238E27FC236}">
                    <a16:creationId xmlns:a16="http://schemas.microsoft.com/office/drawing/2014/main" id="{90DEF844-453C-47C9-87DD-9AA97C67CDFC}"/>
                  </a:ext>
                </a:extLst>
              </p:cNvPr>
              <p:cNvSpPr/>
              <p:nvPr/>
            </p:nvSpPr>
            <p:spPr>
              <a:xfrm>
                <a:off x="7496913" y="4535071"/>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3" name="Oval 1352">
                <a:extLst>
                  <a:ext uri="{FF2B5EF4-FFF2-40B4-BE49-F238E27FC236}">
                    <a16:creationId xmlns:a16="http://schemas.microsoft.com/office/drawing/2014/main" id="{90DEF844-453C-47C9-87DD-9AA97C67CDFC}"/>
                  </a:ext>
                </a:extLst>
              </p:cNvPr>
              <p:cNvSpPr/>
              <p:nvPr/>
            </p:nvSpPr>
            <p:spPr>
              <a:xfrm>
                <a:off x="7003591" y="3420491"/>
                <a:ext cx="44943" cy="45144"/>
              </a:xfrm>
              <a:prstGeom prst="ellipse">
                <a:avLst/>
              </a:prstGeom>
              <a:solidFill>
                <a:srgbClr val="007A68"/>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54" name="Freeform 115">
                <a:extLst>
                  <a:ext uri="{FF2B5EF4-FFF2-40B4-BE49-F238E27FC236}">
                    <a16:creationId xmlns:a16="http://schemas.microsoft.com/office/drawing/2014/main" id="{AE1E6E99-D590-474E-9C6D-FA01886B4614}"/>
                  </a:ext>
                </a:extLst>
              </p:cNvPr>
              <p:cNvSpPr>
                <a:spLocks noEditPoints="1"/>
              </p:cNvSpPr>
              <p:nvPr/>
            </p:nvSpPr>
            <p:spPr bwMode="auto">
              <a:xfrm rot="5574917">
                <a:off x="7090231" y="5402285"/>
                <a:ext cx="135433" cy="134832"/>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w="6350">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latin typeface="Arial"/>
                </a:endParaRPr>
              </a:p>
            </p:txBody>
          </p:sp>
        </p:grpSp>
        <p:grpSp>
          <p:nvGrpSpPr>
            <p:cNvPr id="490" name="Group 489"/>
            <p:cNvGrpSpPr/>
            <p:nvPr/>
          </p:nvGrpSpPr>
          <p:grpSpPr>
            <a:xfrm>
              <a:off x="3411001" y="2698021"/>
              <a:ext cx="4371824" cy="2116551"/>
              <a:chOff x="3305986" y="3012558"/>
              <a:chExt cx="4371824" cy="2116551"/>
            </a:xfrm>
          </p:grpSpPr>
          <p:sp>
            <p:nvSpPr>
              <p:cNvPr id="1289" name="Oval 1288">
                <a:extLst>
                  <a:ext uri="{FF2B5EF4-FFF2-40B4-BE49-F238E27FC236}">
                    <a16:creationId xmlns:a16="http://schemas.microsoft.com/office/drawing/2014/main" id="{4700BF0A-C215-42B7-BF4F-D6BEF445E792}"/>
                  </a:ext>
                </a:extLst>
              </p:cNvPr>
              <p:cNvSpPr/>
              <p:nvPr/>
            </p:nvSpPr>
            <p:spPr>
              <a:xfrm>
                <a:off x="4332381" y="4854842"/>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424383"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3" name="Oval 1292">
                <a:extLst>
                  <a:ext uri="{FF2B5EF4-FFF2-40B4-BE49-F238E27FC236}">
                    <a16:creationId xmlns:a16="http://schemas.microsoft.com/office/drawing/2014/main" id="{A1437C5C-609F-4D4B-AB92-CC8AE7C529C0}"/>
                  </a:ext>
                </a:extLst>
              </p:cNvPr>
              <p:cNvSpPr/>
              <p:nvPr/>
            </p:nvSpPr>
            <p:spPr>
              <a:xfrm>
                <a:off x="4863980" y="3012558"/>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391738" tIns="6529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4" name="Oval 1293">
                <a:extLst>
                  <a:ext uri="{FF2B5EF4-FFF2-40B4-BE49-F238E27FC236}">
                    <a16:creationId xmlns:a16="http://schemas.microsoft.com/office/drawing/2014/main" id="{6195E1FB-37AD-49CC-818A-4C0C4FD648B3}"/>
                  </a:ext>
                </a:extLst>
              </p:cNvPr>
              <p:cNvSpPr/>
              <p:nvPr/>
            </p:nvSpPr>
            <p:spPr>
              <a:xfrm>
                <a:off x="4163199" y="3260874"/>
                <a:ext cx="44943" cy="45144"/>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5" name="Oval 1294">
                <a:extLst>
                  <a:ext uri="{FF2B5EF4-FFF2-40B4-BE49-F238E27FC236}">
                    <a16:creationId xmlns:a16="http://schemas.microsoft.com/office/drawing/2014/main" id="{F9EE546B-92D5-4FFE-AA13-99E8AF8802BB}"/>
                  </a:ext>
                </a:extLst>
              </p:cNvPr>
              <p:cNvSpPr/>
              <p:nvPr/>
            </p:nvSpPr>
            <p:spPr>
              <a:xfrm>
                <a:off x="3721109" y="3576926"/>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6" name="Oval 1295">
                <a:extLst>
                  <a:ext uri="{FF2B5EF4-FFF2-40B4-BE49-F238E27FC236}">
                    <a16:creationId xmlns:a16="http://schemas.microsoft.com/office/drawing/2014/main" id="{82C95FD0-C5FD-475F-9AA2-11E37A8B04E8}"/>
                  </a:ext>
                </a:extLst>
              </p:cNvPr>
              <p:cNvSpPr/>
              <p:nvPr/>
            </p:nvSpPr>
            <p:spPr>
              <a:xfrm>
                <a:off x="3466156" y="4630418"/>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7" name="Oval 1296">
                <a:extLst>
                  <a:ext uri="{FF2B5EF4-FFF2-40B4-BE49-F238E27FC236}">
                    <a16:creationId xmlns:a16="http://schemas.microsoft.com/office/drawing/2014/main" id="{34643A80-53FB-4709-929D-6059C6EA6C83}"/>
                  </a:ext>
                </a:extLst>
              </p:cNvPr>
              <p:cNvSpPr/>
              <p:nvPr/>
            </p:nvSpPr>
            <p:spPr>
              <a:xfrm>
                <a:off x="3305986" y="4224076"/>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298" name="Oval 1297">
                <a:extLst>
                  <a:ext uri="{FF2B5EF4-FFF2-40B4-BE49-F238E27FC236}">
                    <a16:creationId xmlns:a16="http://schemas.microsoft.com/office/drawing/2014/main" id="{B16CE72B-0C79-47E0-BA43-01C2FB557FDF}"/>
                  </a:ext>
                </a:extLst>
              </p:cNvPr>
              <p:cNvSpPr/>
              <p:nvPr/>
            </p:nvSpPr>
            <p:spPr>
              <a:xfrm>
                <a:off x="7391627" y="5083965"/>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261159" bIns="97935" numCol="1" spcCol="0" rtlCol="0" fromWordArt="0" anchor="t" anchorCtr="1"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sp>
            <p:nvSpPr>
              <p:cNvPr id="1299" name="Oval 1298">
                <a:extLst>
                  <a:ext uri="{FF2B5EF4-FFF2-40B4-BE49-F238E27FC236}">
                    <a16:creationId xmlns:a16="http://schemas.microsoft.com/office/drawing/2014/main" id="{A0CB76C8-481F-46AB-BBFC-573509457E6C}"/>
                  </a:ext>
                </a:extLst>
              </p:cNvPr>
              <p:cNvSpPr/>
              <p:nvPr/>
            </p:nvSpPr>
            <p:spPr>
              <a:xfrm>
                <a:off x="7298987" y="3675480"/>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0" name="Oval 1299">
                <a:extLst>
                  <a:ext uri="{FF2B5EF4-FFF2-40B4-BE49-F238E27FC236}">
                    <a16:creationId xmlns:a16="http://schemas.microsoft.com/office/drawing/2014/main" id="{77196014-6A47-4F74-A8D6-362FCAEA1D0E}"/>
                  </a:ext>
                </a:extLst>
              </p:cNvPr>
              <p:cNvSpPr/>
              <p:nvPr/>
            </p:nvSpPr>
            <p:spPr>
              <a:xfrm>
                <a:off x="7081795" y="3927587"/>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61159"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1" name="Oval 1300">
                <a:extLst>
                  <a:ext uri="{FF2B5EF4-FFF2-40B4-BE49-F238E27FC236}">
                    <a16:creationId xmlns:a16="http://schemas.microsoft.com/office/drawing/2014/main" id="{924F0630-5829-4E9D-802B-F214BD90CD17}"/>
                  </a:ext>
                </a:extLst>
              </p:cNvPr>
              <p:cNvSpPr/>
              <p:nvPr/>
            </p:nvSpPr>
            <p:spPr>
              <a:xfrm>
                <a:off x="7416556" y="3937796"/>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440705"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2" name="Oval 1301">
                <a:extLst>
                  <a:ext uri="{FF2B5EF4-FFF2-40B4-BE49-F238E27FC236}">
                    <a16:creationId xmlns:a16="http://schemas.microsoft.com/office/drawing/2014/main" id="{AE624BF2-380F-40EC-B2FE-69F757A720B5}"/>
                  </a:ext>
                </a:extLst>
              </p:cNvPr>
              <p:cNvSpPr/>
              <p:nvPr/>
            </p:nvSpPr>
            <p:spPr>
              <a:xfrm>
                <a:off x="7474471" y="4009025"/>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359093" tIns="0" rIns="0" bIns="0" numCol="1" spcCol="0" rtlCol="0" fromWordArt="0" anchor="ctr"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3" name="Oval 1302">
                <a:extLst>
                  <a:ext uri="{FF2B5EF4-FFF2-40B4-BE49-F238E27FC236}">
                    <a16:creationId xmlns:a16="http://schemas.microsoft.com/office/drawing/2014/main" id="{90DEF844-453C-47C9-87DD-9AA97C67CDFC}"/>
                  </a:ext>
                </a:extLst>
              </p:cNvPr>
              <p:cNvSpPr/>
              <p:nvPr/>
            </p:nvSpPr>
            <p:spPr>
              <a:xfrm>
                <a:off x="6911053" y="3057703"/>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93804"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4" name="Oval 1303">
                <a:extLst>
                  <a:ext uri="{FF2B5EF4-FFF2-40B4-BE49-F238E27FC236}">
                    <a16:creationId xmlns:a16="http://schemas.microsoft.com/office/drawing/2014/main" id="{064D1B7B-56D7-497F-8440-DCCAAE9064E3}"/>
                  </a:ext>
                </a:extLst>
              </p:cNvPr>
              <p:cNvSpPr/>
              <p:nvPr/>
            </p:nvSpPr>
            <p:spPr>
              <a:xfrm>
                <a:off x="7632867" y="4269222"/>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440705" tIns="0" rIns="0"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5" name="Oval 1304">
                <a:extLst>
                  <a:ext uri="{FF2B5EF4-FFF2-40B4-BE49-F238E27FC236}">
                    <a16:creationId xmlns:a16="http://schemas.microsoft.com/office/drawing/2014/main" id="{8D433C47-4752-47DB-9E50-B64CD2259EA1}"/>
                  </a:ext>
                </a:extLst>
              </p:cNvPr>
              <p:cNvSpPr/>
              <p:nvPr/>
            </p:nvSpPr>
            <p:spPr>
              <a:xfrm>
                <a:off x="7158220" y="4396791"/>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6" name="Oval 1305">
                <a:extLst>
                  <a:ext uri="{FF2B5EF4-FFF2-40B4-BE49-F238E27FC236}">
                    <a16:creationId xmlns:a16="http://schemas.microsoft.com/office/drawing/2014/main" id="{E675D87C-B2BA-4096-BCA7-D05D9B534091}"/>
                  </a:ext>
                </a:extLst>
              </p:cNvPr>
              <p:cNvSpPr/>
              <p:nvPr/>
            </p:nvSpPr>
            <p:spPr>
              <a:xfrm>
                <a:off x="7452001" y="4534942"/>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489673"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7" name="Oval 1306">
                <a:extLst>
                  <a:ext uri="{FF2B5EF4-FFF2-40B4-BE49-F238E27FC236}">
                    <a16:creationId xmlns:a16="http://schemas.microsoft.com/office/drawing/2014/main" id="{04F085E1-9525-40A5-BCC3-01ACF889C16A}"/>
                  </a:ext>
                </a:extLst>
              </p:cNvPr>
              <p:cNvSpPr/>
              <p:nvPr/>
            </p:nvSpPr>
            <p:spPr>
              <a:xfrm>
                <a:off x="7610395" y="4196060"/>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440705"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8" name="Oval 1307">
                <a:extLst>
                  <a:ext uri="{FF2B5EF4-FFF2-40B4-BE49-F238E27FC236}">
                    <a16:creationId xmlns:a16="http://schemas.microsoft.com/office/drawing/2014/main" id="{C0720079-DEC4-41BE-ACB3-D4EA6EF76859}"/>
                  </a:ext>
                </a:extLst>
              </p:cNvPr>
              <p:cNvSpPr/>
              <p:nvPr/>
            </p:nvSpPr>
            <p:spPr>
              <a:xfrm>
                <a:off x="6186628" y="3486636"/>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97935" tIns="0" rIns="0" bIns="195869"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09" name="Oval 1308">
                <a:extLst>
                  <a:ext uri="{FF2B5EF4-FFF2-40B4-BE49-F238E27FC236}">
                    <a16:creationId xmlns:a16="http://schemas.microsoft.com/office/drawing/2014/main" id="{C0720079-DEC4-41BE-ACB3-D4EA6EF76859}"/>
                  </a:ext>
                </a:extLst>
              </p:cNvPr>
              <p:cNvSpPr/>
              <p:nvPr/>
            </p:nvSpPr>
            <p:spPr>
              <a:xfrm>
                <a:off x="6315421" y="3473437"/>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6529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1310" name="Oval 1309">
                <a:extLst>
                  <a:ext uri="{FF2B5EF4-FFF2-40B4-BE49-F238E27FC236}">
                    <a16:creationId xmlns:a16="http://schemas.microsoft.com/office/drawing/2014/main" id="{35ECE601-C58C-46C9-B339-232CD012357D}"/>
                  </a:ext>
                </a:extLst>
              </p:cNvPr>
              <p:cNvSpPr/>
              <p:nvPr/>
            </p:nvSpPr>
            <p:spPr>
              <a:xfrm>
                <a:off x="7049181" y="3420491"/>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391738" tIns="0" rIns="0" bIns="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grpSp>
        <p:sp>
          <p:nvSpPr>
            <p:cNvPr id="493" name="Oval 492">
              <a:extLst>
                <a:ext uri="{FF2B5EF4-FFF2-40B4-BE49-F238E27FC236}">
                  <a16:creationId xmlns:a16="http://schemas.microsoft.com/office/drawing/2014/main" id="{6F995F5F-462F-47F7-BC7E-3229F06A37B2}"/>
                </a:ext>
              </a:extLst>
            </p:cNvPr>
            <p:cNvSpPr/>
            <p:nvPr/>
          </p:nvSpPr>
          <p:spPr>
            <a:xfrm>
              <a:off x="3761805" y="4809177"/>
              <a:ext cx="44943" cy="45144"/>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lnSpc>
                  <a:spcPct val="90000"/>
                </a:lnSpc>
                <a:spcBef>
                  <a:spcPts val="816"/>
                </a:spcBef>
                <a:buClr>
                  <a:srgbClr val="007A68"/>
                </a:buClr>
                <a:defRPr/>
              </a:pPr>
              <a:endParaRPr lang="en-AU" sz="453" kern="0" dirty="0">
                <a:latin typeface="Arial"/>
              </a:endParaRPr>
            </a:p>
          </p:txBody>
        </p:sp>
        <p:grpSp>
          <p:nvGrpSpPr>
            <p:cNvPr id="495" name="Group 494"/>
            <p:cNvGrpSpPr/>
            <p:nvPr/>
          </p:nvGrpSpPr>
          <p:grpSpPr>
            <a:xfrm>
              <a:off x="3366135" y="1935356"/>
              <a:ext cx="4418671" cy="4159351"/>
              <a:chOff x="3261120" y="2249893"/>
              <a:chExt cx="4418671" cy="4159351"/>
            </a:xfrm>
          </p:grpSpPr>
          <p:sp>
            <p:nvSpPr>
              <p:cNvPr id="1134" name="Rounded Rectangle 1133"/>
              <p:cNvSpPr/>
              <p:nvPr/>
            </p:nvSpPr>
            <p:spPr>
              <a:xfrm>
                <a:off x="3875041" y="52988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5" name="Rounded Rectangle 1134"/>
              <p:cNvSpPr/>
              <p:nvPr/>
            </p:nvSpPr>
            <p:spPr>
              <a:xfrm>
                <a:off x="6644046" y="390619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130579"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6" name="Rounded Rectangle 1135"/>
              <p:cNvSpPr/>
              <p:nvPr/>
            </p:nvSpPr>
            <p:spPr>
              <a:xfrm>
                <a:off x="6584122" y="380033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65290" rIns="489673"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7" name="Rounded Rectangle 1136"/>
              <p:cNvSpPr/>
              <p:nvPr/>
            </p:nvSpPr>
            <p:spPr>
              <a:xfrm>
                <a:off x="6777771" y="38874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8" name="Rounded Rectangle 1137"/>
              <p:cNvSpPr/>
              <p:nvPr/>
            </p:nvSpPr>
            <p:spPr>
              <a:xfrm>
                <a:off x="6891905" y="289588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39" name="Rounded Rectangle 1138"/>
              <p:cNvSpPr/>
              <p:nvPr/>
            </p:nvSpPr>
            <p:spPr>
              <a:xfrm>
                <a:off x="6425623" y="305798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0" name="Rounded Rectangle 1139"/>
              <p:cNvSpPr/>
              <p:nvPr/>
            </p:nvSpPr>
            <p:spPr>
              <a:xfrm>
                <a:off x="6451096" y="311308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1" name="Rounded Rectangle 1140"/>
              <p:cNvSpPr/>
              <p:nvPr/>
            </p:nvSpPr>
            <p:spPr>
              <a:xfrm>
                <a:off x="6669707" y="438984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97935"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42" name="Rounded Rectangle 1141"/>
              <p:cNvSpPr/>
              <p:nvPr/>
            </p:nvSpPr>
            <p:spPr>
              <a:xfrm>
                <a:off x="6591652" y="224989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3" name="Rounded Rectangle 1142"/>
              <p:cNvSpPr/>
              <p:nvPr/>
            </p:nvSpPr>
            <p:spPr>
              <a:xfrm>
                <a:off x="6541012" y="255816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4" name="Rounded Rectangle 1143"/>
              <p:cNvSpPr/>
              <p:nvPr/>
            </p:nvSpPr>
            <p:spPr>
              <a:xfrm>
                <a:off x="5884661" y="247029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5" name="Rounded Rectangle 1144"/>
              <p:cNvSpPr/>
              <p:nvPr/>
            </p:nvSpPr>
            <p:spPr>
              <a:xfrm>
                <a:off x="6374726" y="493213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6" name="Rounded Rectangle 1145"/>
              <p:cNvSpPr/>
              <p:nvPr/>
            </p:nvSpPr>
            <p:spPr>
              <a:xfrm>
                <a:off x="6133761" y="518388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7" name="Rounded Rectangle 1146"/>
              <p:cNvSpPr/>
              <p:nvPr/>
            </p:nvSpPr>
            <p:spPr>
              <a:xfrm>
                <a:off x="5696623" y="515288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148" name="Rounded Rectangle 1147"/>
              <p:cNvSpPr/>
              <p:nvPr/>
            </p:nvSpPr>
            <p:spPr>
              <a:xfrm>
                <a:off x="6068705" y="526163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49" name="Rounded Rectangle 1148"/>
              <p:cNvSpPr/>
              <p:nvPr/>
            </p:nvSpPr>
            <p:spPr>
              <a:xfrm>
                <a:off x="5871161" y="540619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0" name="Rounded Rectangle 1149"/>
              <p:cNvSpPr/>
              <p:nvPr/>
            </p:nvSpPr>
            <p:spPr>
              <a:xfrm>
                <a:off x="5915463" y="527645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32645"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1" name="Rounded Rectangle 1150"/>
              <p:cNvSpPr/>
              <p:nvPr/>
            </p:nvSpPr>
            <p:spPr>
              <a:xfrm>
                <a:off x="6204410" y="561519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2" name="Rounded Rectangle 1151"/>
              <p:cNvSpPr/>
              <p:nvPr/>
            </p:nvSpPr>
            <p:spPr>
              <a:xfrm>
                <a:off x="6192235" y="554033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3" name="Rounded Rectangle 1152"/>
              <p:cNvSpPr/>
              <p:nvPr/>
            </p:nvSpPr>
            <p:spPr>
              <a:xfrm>
                <a:off x="5939068" y="496139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154" name="Rounded Rectangle 1153"/>
              <p:cNvSpPr/>
              <p:nvPr/>
            </p:nvSpPr>
            <p:spPr>
              <a:xfrm>
                <a:off x="5730992" y="523721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155" name="Rounded Rectangle 1154"/>
              <p:cNvSpPr/>
              <p:nvPr/>
            </p:nvSpPr>
            <p:spPr>
              <a:xfrm>
                <a:off x="6169803" y="527435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56" name="Rounded Rectangle 1155"/>
              <p:cNvSpPr/>
              <p:nvPr/>
            </p:nvSpPr>
            <p:spPr>
              <a:xfrm>
                <a:off x="6854454" y="573355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57" name="Rounded Rectangle 1156"/>
              <p:cNvSpPr/>
              <p:nvPr/>
            </p:nvSpPr>
            <p:spPr>
              <a:xfrm>
                <a:off x="6442026" y="569895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58" name="Rounded Rectangle 1157"/>
              <p:cNvSpPr/>
              <p:nvPr/>
            </p:nvSpPr>
            <p:spPr>
              <a:xfrm>
                <a:off x="6796380" y="57559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59" name="Rounded Rectangle 1158"/>
              <p:cNvSpPr/>
              <p:nvPr/>
            </p:nvSpPr>
            <p:spPr>
              <a:xfrm>
                <a:off x="6642204" y="551873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0" bIns="163224"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0" name="Rounded Rectangle 1159"/>
              <p:cNvSpPr/>
              <p:nvPr/>
            </p:nvSpPr>
            <p:spPr>
              <a:xfrm>
                <a:off x="6692234" y="57213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61" name="Rounded Rectangle 1160"/>
              <p:cNvSpPr/>
              <p:nvPr/>
            </p:nvSpPr>
            <p:spPr>
              <a:xfrm>
                <a:off x="6395033" y="573355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32645"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2" name="Rounded Rectangle 1161"/>
              <p:cNvSpPr/>
              <p:nvPr/>
            </p:nvSpPr>
            <p:spPr>
              <a:xfrm>
                <a:off x="6782044" y="629204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3" name="Rounded Rectangle 1162"/>
              <p:cNvSpPr/>
              <p:nvPr/>
            </p:nvSpPr>
            <p:spPr>
              <a:xfrm>
                <a:off x="6851505" y="632075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64" name="Rounded Rectangle 1163"/>
              <p:cNvSpPr/>
              <p:nvPr/>
            </p:nvSpPr>
            <p:spPr>
              <a:xfrm>
                <a:off x="6759611" y="636437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5" name="Rounded Rectangle 1164"/>
              <p:cNvSpPr/>
              <p:nvPr/>
            </p:nvSpPr>
            <p:spPr>
              <a:xfrm>
                <a:off x="6571466" y="598978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6" name="Rounded Rectangle 1165"/>
              <p:cNvSpPr/>
              <p:nvPr/>
            </p:nvSpPr>
            <p:spPr>
              <a:xfrm>
                <a:off x="6901433" y="617575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67" name="Rounded Rectangle 1166"/>
              <p:cNvSpPr/>
              <p:nvPr/>
            </p:nvSpPr>
            <p:spPr>
              <a:xfrm>
                <a:off x="3706604" y="537224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68" name="Rounded Rectangle 1167"/>
              <p:cNvSpPr/>
              <p:nvPr/>
            </p:nvSpPr>
            <p:spPr>
              <a:xfrm>
                <a:off x="3684171" y="529449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97935"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69" name="Rounded Rectangle 1168"/>
              <p:cNvSpPr/>
              <p:nvPr/>
            </p:nvSpPr>
            <p:spPr>
              <a:xfrm>
                <a:off x="3903864" y="472100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0" name="Rounded Rectangle 1169"/>
              <p:cNvSpPr/>
              <p:nvPr/>
            </p:nvSpPr>
            <p:spPr>
              <a:xfrm>
                <a:off x="3795594" y="514587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1" name="Rounded Rectangle 1170"/>
              <p:cNvSpPr/>
              <p:nvPr/>
            </p:nvSpPr>
            <p:spPr>
              <a:xfrm>
                <a:off x="3733790" y="518388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2" name="Rounded Rectangle 1171"/>
              <p:cNvSpPr/>
              <p:nvPr/>
            </p:nvSpPr>
            <p:spPr>
              <a:xfrm>
                <a:off x="3958414" y="511329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3" name="Rounded Rectangle 1172"/>
              <p:cNvSpPr/>
              <p:nvPr/>
            </p:nvSpPr>
            <p:spPr>
              <a:xfrm>
                <a:off x="3964772" y="526623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4" name="Rounded Rectangle 1173"/>
              <p:cNvSpPr/>
              <p:nvPr/>
            </p:nvSpPr>
            <p:spPr>
              <a:xfrm>
                <a:off x="4039179" y="525998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5" name="Rounded Rectangle 1174"/>
              <p:cNvSpPr/>
              <p:nvPr/>
            </p:nvSpPr>
            <p:spPr>
              <a:xfrm>
                <a:off x="3340436" y="432594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76" name="Rounded Rectangle 1175"/>
              <p:cNvSpPr/>
              <p:nvPr/>
            </p:nvSpPr>
            <p:spPr>
              <a:xfrm>
                <a:off x="3851433" y="537513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97935" rIns="65290"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77" name="Rounded Rectangle 1176"/>
              <p:cNvSpPr/>
              <p:nvPr/>
            </p:nvSpPr>
            <p:spPr>
              <a:xfrm>
                <a:off x="4482385" y="463150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8" name="Rounded Rectangle 1177"/>
              <p:cNvSpPr/>
              <p:nvPr/>
            </p:nvSpPr>
            <p:spPr>
              <a:xfrm>
                <a:off x="4315569" y="458624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79" name="Rounded Rectangle 1178"/>
              <p:cNvSpPr/>
              <p:nvPr/>
            </p:nvSpPr>
            <p:spPr>
              <a:xfrm>
                <a:off x="4338001" y="472064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0" name="Rounded Rectangle 1179"/>
              <p:cNvSpPr/>
              <p:nvPr/>
            </p:nvSpPr>
            <p:spPr>
              <a:xfrm>
                <a:off x="3557716" y="3698052"/>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1" name="Rounded Rectangle 1180"/>
              <p:cNvSpPr/>
              <p:nvPr/>
            </p:nvSpPr>
            <p:spPr>
              <a:xfrm>
                <a:off x="3714189" y="3960509"/>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82" name="Rounded Rectangle 1181"/>
              <p:cNvSpPr/>
              <p:nvPr/>
            </p:nvSpPr>
            <p:spPr>
              <a:xfrm>
                <a:off x="3844420" y="428397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3" name="Rounded Rectangle 1182"/>
              <p:cNvSpPr/>
              <p:nvPr/>
            </p:nvSpPr>
            <p:spPr>
              <a:xfrm>
                <a:off x="7071653" y="5496306"/>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4" name="Rounded Rectangle 1183"/>
              <p:cNvSpPr/>
              <p:nvPr/>
            </p:nvSpPr>
            <p:spPr>
              <a:xfrm>
                <a:off x="7141761" y="557721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5" name="Rounded Rectangle 1184"/>
              <p:cNvSpPr/>
              <p:nvPr/>
            </p:nvSpPr>
            <p:spPr>
              <a:xfrm>
                <a:off x="6737100" y="486112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86" name="Rounded Rectangle 1185"/>
              <p:cNvSpPr/>
              <p:nvPr/>
            </p:nvSpPr>
            <p:spPr>
              <a:xfrm>
                <a:off x="6968249" y="498769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6529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87" name="Rounded Rectangle 1186"/>
              <p:cNvSpPr/>
              <p:nvPr/>
            </p:nvSpPr>
            <p:spPr>
              <a:xfrm>
                <a:off x="6614322" y="536193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0" bIns="130579"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88" name="Rounded Rectangle 1187"/>
              <p:cNvSpPr/>
              <p:nvPr/>
            </p:nvSpPr>
            <p:spPr>
              <a:xfrm>
                <a:off x="7026788" y="521344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89" name="Rounded Rectangle 1188"/>
              <p:cNvSpPr/>
              <p:nvPr/>
            </p:nvSpPr>
            <p:spPr>
              <a:xfrm>
                <a:off x="6733138" y="541177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130579" rIns="0" bIns="0" numCol="1" spcCol="0" rtlCol="0" fromWordArt="0" anchor="ctr" anchorCtr="0" forceAA="0" compatLnSpc="1">
                <a:prstTxWarp prst="textNoShape">
                  <a:avLst/>
                </a:prstTxWarp>
                <a:noAutofit/>
              </a:bodyPr>
              <a:lstStyle/>
              <a:p>
                <a:pPr algn="ctr" defTabSz="829178">
                  <a:defRPr/>
                </a:pPr>
                <a:endParaRPr lang="en-AU" sz="453" kern="0" dirty="0">
                  <a:latin typeface="Arial"/>
                </a:endParaRPr>
              </a:p>
            </p:txBody>
          </p:sp>
          <p:sp>
            <p:nvSpPr>
              <p:cNvPr id="1190" name="Rounded Rectangle 1189"/>
              <p:cNvSpPr/>
              <p:nvPr/>
            </p:nvSpPr>
            <p:spPr>
              <a:xfrm>
                <a:off x="6680582" y="541817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191" name="Rounded Rectangle 1190"/>
              <p:cNvSpPr/>
              <p:nvPr/>
            </p:nvSpPr>
            <p:spPr>
              <a:xfrm>
                <a:off x="6676722" y="536509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2" name="Rounded Rectangle 1191"/>
              <p:cNvSpPr/>
              <p:nvPr/>
            </p:nvSpPr>
            <p:spPr>
              <a:xfrm>
                <a:off x="4852995" y="289588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3" name="Rounded Rectangle 1192"/>
              <p:cNvSpPr/>
              <p:nvPr/>
            </p:nvSpPr>
            <p:spPr>
              <a:xfrm>
                <a:off x="4504817" y="322355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130579"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4" name="Rounded Rectangle 1193"/>
              <p:cNvSpPr/>
              <p:nvPr/>
            </p:nvSpPr>
            <p:spPr>
              <a:xfrm>
                <a:off x="4779716" y="317868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5" name="Rounded Rectangle 1194"/>
              <p:cNvSpPr/>
              <p:nvPr/>
            </p:nvSpPr>
            <p:spPr>
              <a:xfrm>
                <a:off x="3750728" y="3902331"/>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97935"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6" name="Rounded Rectangle 1195"/>
              <p:cNvSpPr/>
              <p:nvPr/>
            </p:nvSpPr>
            <p:spPr>
              <a:xfrm>
                <a:off x="3919907" y="3976173"/>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7" name="Rounded Rectangle 1196"/>
              <p:cNvSpPr/>
              <p:nvPr/>
            </p:nvSpPr>
            <p:spPr>
              <a:xfrm>
                <a:off x="4314737" y="315449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8" name="Rounded Rectangle 1197"/>
              <p:cNvSpPr/>
              <p:nvPr/>
            </p:nvSpPr>
            <p:spPr>
              <a:xfrm>
                <a:off x="3804491" y="3653048"/>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199" name="Rounded Rectangle 1198"/>
              <p:cNvSpPr/>
              <p:nvPr/>
            </p:nvSpPr>
            <p:spPr>
              <a:xfrm>
                <a:off x="3691757" y="453354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0" name="Rounded Rectangle 1199"/>
              <p:cNvSpPr/>
              <p:nvPr/>
            </p:nvSpPr>
            <p:spPr>
              <a:xfrm>
                <a:off x="3682354" y="44267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1" name="Rounded Rectangle 1200"/>
              <p:cNvSpPr/>
              <p:nvPr/>
            </p:nvSpPr>
            <p:spPr>
              <a:xfrm>
                <a:off x="3744456" y="432436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2" name="Rounded Rectangle 1201"/>
              <p:cNvSpPr/>
              <p:nvPr/>
            </p:nvSpPr>
            <p:spPr>
              <a:xfrm>
                <a:off x="3784618" y="503871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3" name="Rounded Rectangle 1202"/>
              <p:cNvSpPr/>
              <p:nvPr/>
            </p:nvSpPr>
            <p:spPr>
              <a:xfrm>
                <a:off x="3582292" y="484530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04" name="Rounded Rectangle 1203"/>
              <p:cNvSpPr/>
              <p:nvPr/>
            </p:nvSpPr>
            <p:spPr>
              <a:xfrm>
                <a:off x="3443723" y="450172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05" name="Rounded Rectangle 1204"/>
              <p:cNvSpPr/>
              <p:nvPr/>
            </p:nvSpPr>
            <p:spPr>
              <a:xfrm>
                <a:off x="3919907" y="495330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6" name="Rounded Rectangle 1205"/>
              <p:cNvSpPr/>
              <p:nvPr/>
            </p:nvSpPr>
            <p:spPr>
              <a:xfrm>
                <a:off x="3559860" y="470595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7" name="Rounded Rectangle 1206"/>
              <p:cNvSpPr/>
              <p:nvPr/>
            </p:nvSpPr>
            <p:spPr>
              <a:xfrm>
                <a:off x="3512851" y="478844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08" name="Rounded Rectangle 1207"/>
              <p:cNvSpPr/>
              <p:nvPr/>
            </p:nvSpPr>
            <p:spPr>
              <a:xfrm>
                <a:off x="3545368" y="475252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09" name="Rounded Rectangle 1208"/>
              <p:cNvSpPr/>
              <p:nvPr/>
            </p:nvSpPr>
            <p:spPr>
              <a:xfrm>
                <a:off x="3500824" y="4698206"/>
                <a:ext cx="44865" cy="44865"/>
              </a:xfrm>
              <a:prstGeom prst="roundRect">
                <a:avLst/>
              </a:prstGeom>
              <a:solidFill>
                <a:schemeClr val="tx1"/>
              </a:solidFill>
              <a:ln w="6350" cap="flat" cmpd="sng" algn="ctr">
                <a:solidFill>
                  <a:schemeClr val="bg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10" name="Rounded Rectangle 1209"/>
              <p:cNvSpPr/>
              <p:nvPr/>
            </p:nvSpPr>
            <p:spPr>
              <a:xfrm>
                <a:off x="3393454" y="454081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11" name="Rounded Rectangle 1210"/>
              <p:cNvSpPr/>
              <p:nvPr/>
            </p:nvSpPr>
            <p:spPr>
              <a:xfrm>
                <a:off x="3688481" y="479853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2" name="Rounded Rectangle 1211"/>
              <p:cNvSpPr/>
              <p:nvPr/>
            </p:nvSpPr>
            <p:spPr>
              <a:xfrm>
                <a:off x="3873866" y="499018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3" name="Rounded Rectangle 1212"/>
              <p:cNvSpPr/>
              <p:nvPr/>
            </p:nvSpPr>
            <p:spPr>
              <a:xfrm>
                <a:off x="3586799" y="466610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4" name="Rounded Rectangle 1213"/>
              <p:cNvSpPr/>
              <p:nvPr/>
            </p:nvSpPr>
            <p:spPr>
              <a:xfrm>
                <a:off x="3560035" y="462123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5" name="Rounded Rectangle 1214"/>
              <p:cNvSpPr/>
              <p:nvPr/>
            </p:nvSpPr>
            <p:spPr>
              <a:xfrm>
                <a:off x="3348589" y="383819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6" name="Rounded Rectangle 1215"/>
              <p:cNvSpPr/>
              <p:nvPr/>
            </p:nvSpPr>
            <p:spPr>
              <a:xfrm>
                <a:off x="3261120" y="387621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7" name="Rounded Rectangle 1216"/>
              <p:cNvSpPr/>
              <p:nvPr/>
            </p:nvSpPr>
            <p:spPr>
              <a:xfrm>
                <a:off x="3427075" y="3812839"/>
                <a:ext cx="44865" cy="44865"/>
              </a:xfrm>
              <a:prstGeom prst="roundRect">
                <a:avLst/>
              </a:prstGeom>
              <a:solidFill>
                <a:schemeClr val="accent4"/>
              </a:solidFill>
              <a:ln w="6350" cap="flat" cmpd="sng" algn="ctr">
                <a:solidFill>
                  <a:schemeClr val="bg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8" name="Rounded Rectangle 1217"/>
              <p:cNvSpPr/>
              <p:nvPr/>
            </p:nvSpPr>
            <p:spPr>
              <a:xfrm>
                <a:off x="4338001" y="478363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19" name="Rounded Rectangle 1218"/>
              <p:cNvSpPr/>
              <p:nvPr/>
            </p:nvSpPr>
            <p:spPr>
              <a:xfrm>
                <a:off x="3737897" y="49319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0" name="Rounded Rectangle 1219"/>
              <p:cNvSpPr/>
              <p:nvPr/>
            </p:nvSpPr>
            <p:spPr>
              <a:xfrm>
                <a:off x="6051094" y="507450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n>
                    <a:solidFill>
                      <a:schemeClr val="accent4"/>
                    </a:solidFill>
                  </a:ln>
                  <a:latin typeface="Arial"/>
                </a:endParaRPr>
              </a:p>
            </p:txBody>
          </p:sp>
          <p:sp>
            <p:nvSpPr>
              <p:cNvPr id="1221" name="Rounded Rectangle 1220"/>
              <p:cNvSpPr/>
              <p:nvPr/>
            </p:nvSpPr>
            <p:spPr>
              <a:xfrm>
                <a:off x="6133761" y="537330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2" name="Rounded Rectangle 1221"/>
              <p:cNvSpPr/>
              <p:nvPr/>
            </p:nvSpPr>
            <p:spPr>
              <a:xfrm>
                <a:off x="6178626" y="541999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3" name="Rounded Rectangle 1222"/>
              <p:cNvSpPr/>
              <p:nvPr/>
            </p:nvSpPr>
            <p:spPr>
              <a:xfrm>
                <a:off x="6721588" y="553151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4" name="Rounded Rectangle 1223"/>
              <p:cNvSpPr/>
              <p:nvPr/>
            </p:nvSpPr>
            <p:spPr>
              <a:xfrm>
                <a:off x="6344714" y="564252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32645"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25" name="Rounded Rectangle 1224"/>
              <p:cNvSpPr/>
              <p:nvPr/>
            </p:nvSpPr>
            <p:spPr>
              <a:xfrm>
                <a:off x="6374726" y="548817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26" name="Rounded Rectangle 1225"/>
              <p:cNvSpPr/>
              <p:nvPr/>
            </p:nvSpPr>
            <p:spPr>
              <a:xfrm>
                <a:off x="6689208" y="55851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7" name="Rounded Rectangle 1226"/>
              <p:cNvSpPr/>
              <p:nvPr/>
            </p:nvSpPr>
            <p:spPr>
              <a:xfrm>
                <a:off x="6495961" y="532420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28" name="Rounded Rectangle 1227"/>
              <p:cNvSpPr/>
              <p:nvPr/>
            </p:nvSpPr>
            <p:spPr>
              <a:xfrm>
                <a:off x="6820253" y="622062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29" name="Rounded Rectangle 1228"/>
              <p:cNvSpPr/>
              <p:nvPr/>
            </p:nvSpPr>
            <p:spPr>
              <a:xfrm>
                <a:off x="6826491" y="625497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30" name="Rounded Rectangle 1229"/>
              <p:cNvSpPr/>
              <p:nvPr/>
            </p:nvSpPr>
            <p:spPr>
              <a:xfrm>
                <a:off x="7519385" y="501246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31" name="Rounded Rectangle 1230"/>
              <p:cNvSpPr/>
              <p:nvPr/>
            </p:nvSpPr>
            <p:spPr>
              <a:xfrm>
                <a:off x="7479797" y="505580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32" name="Rounded Rectangle 1231"/>
              <p:cNvSpPr/>
              <p:nvPr/>
            </p:nvSpPr>
            <p:spPr>
              <a:xfrm>
                <a:off x="7429488" y="493231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3" name="Rounded Rectangle 1232"/>
              <p:cNvSpPr/>
              <p:nvPr/>
            </p:nvSpPr>
            <p:spPr>
              <a:xfrm>
                <a:off x="7331518" y="500138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4" name="Rounded Rectangle 1233"/>
              <p:cNvSpPr/>
              <p:nvPr/>
            </p:nvSpPr>
            <p:spPr>
              <a:xfrm>
                <a:off x="7264522" y="478363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5" name="Rounded Rectangle 1234"/>
              <p:cNvSpPr/>
              <p:nvPr/>
            </p:nvSpPr>
            <p:spPr>
              <a:xfrm>
                <a:off x="7184382" y="545144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36" name="Rounded Rectangle 1235"/>
              <p:cNvSpPr/>
              <p:nvPr/>
            </p:nvSpPr>
            <p:spPr>
              <a:xfrm>
                <a:off x="7189761" y="520678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0" bIns="130579" numCol="1" spcCol="0" rtlCol="0" fromWordArt="0" anchor="ctr" anchorCtr="0" forceAA="0" compatLnSpc="1">
                <a:prstTxWarp prst="textNoShape">
                  <a:avLst/>
                </a:prstTxWarp>
                <a:noAutofit/>
              </a:bodyPr>
              <a:lstStyle/>
              <a:p>
                <a:pPr algn="ctr" defTabSz="829178">
                  <a:defRPr/>
                </a:pPr>
                <a:endParaRPr lang="en-AU" sz="453" kern="0" dirty="0">
                  <a:latin typeface="Arial"/>
                </a:endParaRPr>
              </a:p>
            </p:txBody>
          </p:sp>
          <p:sp>
            <p:nvSpPr>
              <p:cNvPr id="1237" name="Rounded Rectangle 1236"/>
              <p:cNvSpPr/>
              <p:nvPr/>
            </p:nvSpPr>
            <p:spPr>
              <a:xfrm>
                <a:off x="7081439" y="500625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0" bIns="195869"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8" name="Rounded Rectangle 1237"/>
              <p:cNvSpPr/>
              <p:nvPr/>
            </p:nvSpPr>
            <p:spPr>
              <a:xfrm>
                <a:off x="7206287" y="529894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65290"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39" name="Rounded Rectangle 1238"/>
              <p:cNvSpPr/>
              <p:nvPr/>
            </p:nvSpPr>
            <p:spPr>
              <a:xfrm>
                <a:off x="7186621" y="509213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6529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40" name="Rounded Rectangle 1239"/>
              <p:cNvSpPr/>
              <p:nvPr/>
            </p:nvSpPr>
            <p:spPr>
              <a:xfrm>
                <a:off x="7125959" y="534567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65290"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41" name="Rounded Rectangle 1240"/>
              <p:cNvSpPr/>
              <p:nvPr/>
            </p:nvSpPr>
            <p:spPr>
              <a:xfrm>
                <a:off x="7189761" y="355463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2" name="Rounded Rectangle 1241"/>
              <p:cNvSpPr/>
              <p:nvPr/>
            </p:nvSpPr>
            <p:spPr>
              <a:xfrm>
                <a:off x="7104708" y="347343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3" name="Rounded Rectangle 1242"/>
              <p:cNvSpPr/>
              <p:nvPr/>
            </p:nvSpPr>
            <p:spPr>
              <a:xfrm>
                <a:off x="6947646" y="32835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4" name="Rounded Rectangle 1243"/>
              <p:cNvSpPr/>
              <p:nvPr/>
            </p:nvSpPr>
            <p:spPr>
              <a:xfrm>
                <a:off x="6922870" y="391864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130579"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5" name="Rounded Rectangle 1244"/>
              <p:cNvSpPr/>
              <p:nvPr/>
            </p:nvSpPr>
            <p:spPr>
              <a:xfrm>
                <a:off x="6846374" y="437405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6" name="Rounded Rectangle 1245"/>
              <p:cNvSpPr/>
              <p:nvPr/>
            </p:nvSpPr>
            <p:spPr>
              <a:xfrm>
                <a:off x="6855202" y="4527510"/>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7" name="Rounded Rectangle 1246"/>
              <p:cNvSpPr/>
              <p:nvPr/>
            </p:nvSpPr>
            <p:spPr>
              <a:xfrm>
                <a:off x="7092912" y="377432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65290" tIns="0" rIns="0" bIns="6529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8" name="Rounded Rectangle 1247"/>
              <p:cNvSpPr/>
              <p:nvPr/>
            </p:nvSpPr>
            <p:spPr>
              <a:xfrm>
                <a:off x="6951897" y="319931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49" name="Rounded Rectangle 1248"/>
              <p:cNvSpPr/>
              <p:nvPr/>
            </p:nvSpPr>
            <p:spPr>
              <a:xfrm>
                <a:off x="7064925" y="337562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0" name="Rounded Rectangle 1249"/>
              <p:cNvSpPr/>
              <p:nvPr/>
            </p:nvSpPr>
            <p:spPr>
              <a:xfrm>
                <a:off x="7013115" y="332845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1" name="Rounded Rectangle 1250"/>
              <p:cNvSpPr/>
              <p:nvPr/>
            </p:nvSpPr>
            <p:spPr>
              <a:xfrm>
                <a:off x="7634926" y="434225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2" name="Rounded Rectangle 1251"/>
              <p:cNvSpPr/>
              <p:nvPr/>
            </p:nvSpPr>
            <p:spPr>
              <a:xfrm>
                <a:off x="7434932" y="4181641"/>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130579"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3" name="Rounded Rectangle 1252"/>
              <p:cNvSpPr/>
              <p:nvPr/>
            </p:nvSpPr>
            <p:spPr>
              <a:xfrm>
                <a:off x="6907365" y="3133822"/>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4" name="Rounded Rectangle 1253"/>
              <p:cNvSpPr/>
              <p:nvPr/>
            </p:nvSpPr>
            <p:spPr>
              <a:xfrm>
                <a:off x="7396751" y="479620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5" name="Rounded Rectangle 1254"/>
              <p:cNvSpPr/>
              <p:nvPr/>
            </p:nvSpPr>
            <p:spPr>
              <a:xfrm>
                <a:off x="6703512" y="346420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6" name="Rounded Rectangle 1255"/>
              <p:cNvSpPr/>
              <p:nvPr/>
            </p:nvSpPr>
            <p:spPr>
              <a:xfrm>
                <a:off x="6513972" y="344994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65290" bIns="163224"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57" name="Rounded Rectangle 1256"/>
              <p:cNvSpPr/>
              <p:nvPr/>
            </p:nvSpPr>
            <p:spPr>
              <a:xfrm>
                <a:off x="6419593" y="347237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97935"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58" name="Rounded Rectangle 1257"/>
              <p:cNvSpPr/>
              <p:nvPr/>
            </p:nvSpPr>
            <p:spPr>
              <a:xfrm>
                <a:off x="6839468" y="344051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6529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59" name="Rounded Rectangle 1258"/>
              <p:cNvSpPr/>
              <p:nvPr/>
            </p:nvSpPr>
            <p:spPr>
              <a:xfrm>
                <a:off x="6933485" y="3421769"/>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97935"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0" name="Rounded Rectangle 1259"/>
              <p:cNvSpPr/>
              <p:nvPr/>
            </p:nvSpPr>
            <p:spPr>
              <a:xfrm>
                <a:off x="5499005" y="335088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261" name="Rounded Rectangle 1260"/>
              <p:cNvSpPr/>
              <p:nvPr/>
            </p:nvSpPr>
            <p:spPr>
              <a:xfrm>
                <a:off x="5588329" y="5019603"/>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262" name="Rounded Rectangle 1261"/>
              <p:cNvSpPr/>
              <p:nvPr/>
            </p:nvSpPr>
            <p:spPr>
              <a:xfrm>
                <a:off x="7042493" y="516191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3" name="Rounded Rectangle 1262"/>
              <p:cNvSpPr/>
              <p:nvPr/>
            </p:nvSpPr>
            <p:spPr>
              <a:xfrm>
                <a:off x="6961149" y="5103696"/>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4" name="Rounded Rectangle 1263"/>
              <p:cNvSpPr/>
              <p:nvPr/>
            </p:nvSpPr>
            <p:spPr>
              <a:xfrm>
                <a:off x="6846303" y="501628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5" name="Rounded Rectangle 1264"/>
              <p:cNvSpPr/>
              <p:nvPr/>
            </p:nvSpPr>
            <p:spPr>
              <a:xfrm>
                <a:off x="5686125" y="448650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97935"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266" name="Rounded Rectangle 1265"/>
              <p:cNvSpPr/>
              <p:nvPr/>
            </p:nvSpPr>
            <p:spPr>
              <a:xfrm>
                <a:off x="5471705" y="489464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130579" bIns="0" numCol="1" spcCol="0" rtlCol="0" fromWordArt="0" anchor="ctr" anchorCtr="0" forceAA="0" compatLnSpc="1">
                <a:prstTxWarp prst="textNoShape">
                  <a:avLst/>
                </a:prstTxWarp>
                <a:noAutofit/>
              </a:bodyPr>
              <a:lstStyle/>
              <a:p>
                <a:pPr algn="r" defTabSz="829178">
                  <a:defRPr/>
                </a:pPr>
                <a:endParaRPr lang="en-AU" sz="453" kern="0" dirty="0">
                  <a:ln>
                    <a:solidFill>
                      <a:schemeClr val="accent4"/>
                    </a:solidFill>
                  </a:ln>
                  <a:latin typeface="Arial"/>
                </a:endParaRPr>
              </a:p>
            </p:txBody>
          </p:sp>
          <p:sp>
            <p:nvSpPr>
              <p:cNvPr id="12" name="Rounded Rectangle 1179">
                <a:extLst>
                  <a:ext uri="{FF2B5EF4-FFF2-40B4-BE49-F238E27FC236}">
                    <a16:creationId xmlns:a16="http://schemas.microsoft.com/office/drawing/2014/main" id="{F66DAA41-797B-2A14-C4DA-FEDEDCB922BA}"/>
                  </a:ext>
                </a:extLst>
              </p:cNvPr>
              <p:cNvSpPr/>
              <p:nvPr/>
            </p:nvSpPr>
            <p:spPr>
              <a:xfrm>
                <a:off x="3567387" y="369800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5" name="Rounded Rectangle 1180">
                <a:extLst>
                  <a:ext uri="{FF2B5EF4-FFF2-40B4-BE49-F238E27FC236}">
                    <a16:creationId xmlns:a16="http://schemas.microsoft.com/office/drawing/2014/main" id="{4632E9D0-146D-D952-5E7B-8030514E402B}"/>
                  </a:ext>
                </a:extLst>
              </p:cNvPr>
              <p:cNvSpPr/>
              <p:nvPr/>
            </p:nvSpPr>
            <p:spPr>
              <a:xfrm>
                <a:off x="3723859" y="396046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0" tIns="0" rIns="97935" bIns="0" numCol="1" spcCol="0" rtlCol="0" fromWordArt="0" anchor="ctr" anchorCtr="0" forceAA="0" compatLnSpc="1">
                <a:prstTxWarp prst="textNoShape">
                  <a:avLst/>
                </a:prstTxWarp>
                <a:noAutofit/>
              </a:bodyPr>
              <a:lstStyle/>
              <a:p>
                <a:pPr algn="r" defTabSz="829178">
                  <a:defRPr/>
                </a:pPr>
                <a:endParaRPr lang="en-AU" sz="453" kern="0" dirty="0">
                  <a:latin typeface="Arial"/>
                </a:endParaRPr>
              </a:p>
            </p:txBody>
          </p:sp>
          <p:sp>
            <p:nvSpPr>
              <p:cNvPr id="16" name="Rounded Rectangle 1194">
                <a:extLst>
                  <a:ext uri="{FF2B5EF4-FFF2-40B4-BE49-F238E27FC236}">
                    <a16:creationId xmlns:a16="http://schemas.microsoft.com/office/drawing/2014/main" id="{17B238A7-771E-B81A-55F8-35187590FB9A}"/>
                  </a:ext>
                </a:extLst>
              </p:cNvPr>
              <p:cNvSpPr/>
              <p:nvPr/>
            </p:nvSpPr>
            <p:spPr>
              <a:xfrm>
                <a:off x="3760399" y="3902287"/>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97935"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7" name="Rounded Rectangle 1195">
                <a:extLst>
                  <a:ext uri="{FF2B5EF4-FFF2-40B4-BE49-F238E27FC236}">
                    <a16:creationId xmlns:a16="http://schemas.microsoft.com/office/drawing/2014/main" id="{642CDC7F-177F-B1FE-4961-BC60EEA93F70}"/>
                  </a:ext>
                </a:extLst>
              </p:cNvPr>
              <p:cNvSpPr/>
              <p:nvPr/>
            </p:nvSpPr>
            <p:spPr>
              <a:xfrm>
                <a:off x="3929578" y="3976128"/>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8" name="Rounded Rectangle 1197">
                <a:extLst>
                  <a:ext uri="{FF2B5EF4-FFF2-40B4-BE49-F238E27FC236}">
                    <a16:creationId xmlns:a16="http://schemas.microsoft.com/office/drawing/2014/main" id="{C3CE4F09-507A-BF05-CB2E-3E6E562837A0}"/>
                  </a:ext>
                </a:extLst>
              </p:cNvPr>
              <p:cNvSpPr/>
              <p:nvPr/>
            </p:nvSpPr>
            <p:spPr>
              <a:xfrm>
                <a:off x="3814162" y="3653004"/>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6529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sp>
            <p:nvSpPr>
              <p:cNvPr id="19" name="Rounded Rectangle 1216">
                <a:extLst>
                  <a:ext uri="{FF2B5EF4-FFF2-40B4-BE49-F238E27FC236}">
                    <a16:creationId xmlns:a16="http://schemas.microsoft.com/office/drawing/2014/main" id="{D4076EE5-25BE-B25F-CC64-2C27666DA056}"/>
                  </a:ext>
                </a:extLst>
              </p:cNvPr>
              <p:cNvSpPr/>
              <p:nvPr/>
            </p:nvSpPr>
            <p:spPr>
              <a:xfrm>
                <a:off x="3436746" y="3812795"/>
                <a:ext cx="44865" cy="44865"/>
              </a:xfrm>
              <a:prstGeom prst="roundRect">
                <a:avLst/>
              </a:prstGeom>
              <a:solidFill>
                <a:schemeClr val="tx2"/>
              </a:solidFill>
              <a:ln w="6350" cap="flat" cmpd="sng" algn="ctr">
                <a:solidFill>
                  <a:schemeClr val="tx1"/>
                </a:solidFill>
                <a:prstDash val="solid"/>
              </a:ln>
              <a:effectLst/>
            </p:spPr>
            <p:txBody>
              <a:bodyPr rot="0" spcFirstLastPara="0" vertOverflow="overflow" horzOverflow="overflow" vert="horz" wrap="none" lIns="130579" tIns="0" rIns="0" bIns="0" numCol="1" spcCol="0" rtlCol="0" fromWordArt="0" anchor="ctr" anchorCtr="0" forceAA="0" compatLnSpc="1">
                <a:prstTxWarp prst="textNoShape">
                  <a:avLst/>
                </a:prstTxWarp>
                <a:noAutofit/>
              </a:bodyPr>
              <a:lstStyle/>
              <a:p>
                <a:pPr defTabSz="829178">
                  <a:defRPr/>
                </a:pPr>
                <a:endParaRPr lang="en-AU" sz="453" kern="0" dirty="0">
                  <a:latin typeface="Arial"/>
                </a:endParaRPr>
              </a:p>
            </p:txBody>
          </p:sp>
        </p:grpSp>
        <p:sp>
          <p:nvSpPr>
            <p:cNvPr id="496" name="Rectangle 495"/>
            <p:cNvSpPr/>
            <p:nvPr/>
          </p:nvSpPr>
          <p:spPr>
            <a:xfrm>
              <a:off x="7073759" y="2544696"/>
              <a:ext cx="3163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Cooktown</a:t>
              </a:r>
            </a:p>
          </p:txBody>
        </p:sp>
        <p:sp>
          <p:nvSpPr>
            <p:cNvPr id="497" name="Rectangle 496"/>
            <p:cNvSpPr/>
            <p:nvPr/>
          </p:nvSpPr>
          <p:spPr>
            <a:xfrm>
              <a:off x="6187986" y="2695977"/>
              <a:ext cx="2883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Karumba</a:t>
              </a:r>
            </a:p>
          </p:txBody>
        </p:sp>
        <p:sp>
          <p:nvSpPr>
            <p:cNvPr id="498" name="Rectangle 497"/>
            <p:cNvSpPr/>
            <p:nvPr/>
          </p:nvSpPr>
          <p:spPr>
            <a:xfrm>
              <a:off x="6165827" y="2790976"/>
              <a:ext cx="35097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Normanton</a:t>
              </a:r>
            </a:p>
          </p:txBody>
        </p:sp>
        <p:sp>
          <p:nvSpPr>
            <p:cNvPr id="499" name="Rectangle 498"/>
            <p:cNvSpPr/>
            <p:nvPr/>
          </p:nvSpPr>
          <p:spPr>
            <a:xfrm>
              <a:off x="5689388" y="2914960"/>
              <a:ext cx="281766" cy="172158"/>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Tennant </a:t>
              </a:r>
              <a:br>
                <a:rPr lang="en-AU" sz="544" kern="0" dirty="0">
                  <a:effectLst>
                    <a:glow rad="101600">
                      <a:schemeClr val="bg1">
                        <a:alpha val="60000"/>
                      </a:schemeClr>
                    </a:glow>
                  </a:effectLst>
                </a:rPr>
              </a:br>
              <a:r>
                <a:rPr lang="en-AU" sz="544" kern="0" dirty="0">
                  <a:effectLst>
                    <a:glow rad="101600">
                      <a:schemeClr val="bg1">
                        <a:alpha val="60000"/>
                      </a:schemeClr>
                    </a:glow>
                  </a:effectLst>
                </a:rPr>
                <a:t>Creek</a:t>
              </a:r>
            </a:p>
          </p:txBody>
        </p:sp>
        <p:sp>
          <p:nvSpPr>
            <p:cNvPr id="500" name="Rectangle 499"/>
            <p:cNvSpPr/>
            <p:nvPr/>
          </p:nvSpPr>
          <p:spPr>
            <a:xfrm>
              <a:off x="7073594" y="2673296"/>
              <a:ext cx="20597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Cairns</a:t>
              </a:r>
            </a:p>
          </p:txBody>
        </p:sp>
        <p:sp>
          <p:nvSpPr>
            <p:cNvPr id="501" name="Rectangle 500"/>
            <p:cNvSpPr/>
            <p:nvPr/>
          </p:nvSpPr>
          <p:spPr>
            <a:xfrm>
              <a:off x="6731564" y="2211156"/>
              <a:ext cx="20267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Weipa</a:t>
              </a:r>
            </a:p>
          </p:txBody>
        </p:sp>
        <p:sp>
          <p:nvSpPr>
            <p:cNvPr id="502" name="Rectangle 501"/>
            <p:cNvSpPr/>
            <p:nvPr/>
          </p:nvSpPr>
          <p:spPr>
            <a:xfrm>
              <a:off x="6767377" y="1886640"/>
              <a:ext cx="50915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Thursday Island</a:t>
              </a:r>
            </a:p>
          </p:txBody>
        </p:sp>
        <p:sp>
          <p:nvSpPr>
            <p:cNvPr id="503" name="Rectangle 502"/>
            <p:cNvSpPr/>
            <p:nvPr/>
          </p:nvSpPr>
          <p:spPr>
            <a:xfrm>
              <a:off x="6058894" y="2123614"/>
              <a:ext cx="34108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Nhulunbuy</a:t>
              </a:r>
            </a:p>
          </p:txBody>
        </p:sp>
        <p:sp>
          <p:nvSpPr>
            <p:cNvPr id="504" name="Rectangle 503"/>
            <p:cNvSpPr/>
            <p:nvPr/>
          </p:nvSpPr>
          <p:spPr>
            <a:xfrm>
              <a:off x="5333829" y="2121736"/>
              <a:ext cx="280118"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Darwin</a:t>
              </a:r>
            </a:p>
          </p:txBody>
        </p:sp>
        <p:sp>
          <p:nvSpPr>
            <p:cNvPr id="505" name="Rectangle 504"/>
            <p:cNvSpPr/>
            <p:nvPr/>
          </p:nvSpPr>
          <p:spPr>
            <a:xfrm>
              <a:off x="5529829" y="2344870"/>
              <a:ext cx="30483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Katherine</a:t>
              </a:r>
            </a:p>
          </p:txBody>
        </p:sp>
        <p:sp>
          <p:nvSpPr>
            <p:cNvPr id="506" name="Rectangle 505"/>
            <p:cNvSpPr/>
            <p:nvPr/>
          </p:nvSpPr>
          <p:spPr>
            <a:xfrm>
              <a:off x="7093051" y="2775559"/>
              <a:ext cx="26858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Atherton</a:t>
              </a:r>
            </a:p>
          </p:txBody>
        </p:sp>
        <p:sp>
          <p:nvSpPr>
            <p:cNvPr id="507" name="Rectangle 506"/>
            <p:cNvSpPr/>
            <p:nvPr/>
          </p:nvSpPr>
          <p:spPr>
            <a:xfrm>
              <a:off x="6772326" y="2862701"/>
              <a:ext cx="24386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Innisfail</a:t>
              </a:r>
            </a:p>
          </p:txBody>
        </p:sp>
        <p:sp>
          <p:nvSpPr>
            <p:cNvPr id="508" name="Rectangle 507"/>
            <p:cNvSpPr/>
            <p:nvPr/>
          </p:nvSpPr>
          <p:spPr>
            <a:xfrm>
              <a:off x="7112255" y="2908867"/>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Ingham</a:t>
              </a:r>
            </a:p>
          </p:txBody>
        </p:sp>
        <p:sp>
          <p:nvSpPr>
            <p:cNvPr id="509" name="Rectangle 508"/>
            <p:cNvSpPr/>
            <p:nvPr/>
          </p:nvSpPr>
          <p:spPr>
            <a:xfrm>
              <a:off x="6034749" y="3136949"/>
              <a:ext cx="21420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Mt. Isa</a:t>
              </a:r>
            </a:p>
          </p:txBody>
        </p:sp>
        <p:sp>
          <p:nvSpPr>
            <p:cNvPr id="510" name="Rectangle 509"/>
            <p:cNvSpPr/>
            <p:nvPr/>
          </p:nvSpPr>
          <p:spPr>
            <a:xfrm>
              <a:off x="6034624" y="3037454"/>
              <a:ext cx="30483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Cloncurry</a:t>
              </a:r>
            </a:p>
          </p:txBody>
        </p:sp>
        <p:sp>
          <p:nvSpPr>
            <p:cNvPr id="511" name="Rectangle 510"/>
            <p:cNvSpPr/>
            <p:nvPr/>
          </p:nvSpPr>
          <p:spPr>
            <a:xfrm>
              <a:off x="5912627" y="3238793"/>
              <a:ext cx="576694" cy="86079"/>
            </a:xfrm>
            <a:prstGeom prst="rect">
              <a:avLst/>
            </a:prstGeom>
          </p:spPr>
          <p:txBody>
            <a:bodyPr wrap="square" lIns="0" tIns="0" rIns="0" bIns="0">
              <a:spAutoFit/>
            </a:bodyPr>
            <a:lstStyle/>
            <a:p>
              <a:pPr lvl="0" algn="r">
                <a:defRPr/>
              </a:pPr>
              <a:r>
                <a:rPr lang="en-AU" sz="544" kern="0" dirty="0">
                  <a:effectLst>
                    <a:glow rad="101600">
                      <a:schemeClr val="bg1">
                        <a:alpha val="60000"/>
                      </a:schemeClr>
                    </a:glow>
                  </a:effectLst>
                </a:rPr>
                <a:t>Julia  Creek</a:t>
              </a:r>
            </a:p>
          </p:txBody>
        </p:sp>
        <p:sp>
          <p:nvSpPr>
            <p:cNvPr id="512" name="Freeform 511"/>
            <p:cNvSpPr/>
            <p:nvPr/>
          </p:nvSpPr>
          <p:spPr>
            <a:xfrm>
              <a:off x="6378815" y="3082713"/>
              <a:ext cx="60325" cy="73025"/>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13" name="Rectangle 512"/>
            <p:cNvSpPr/>
            <p:nvPr/>
          </p:nvSpPr>
          <p:spPr>
            <a:xfrm>
              <a:off x="6232231" y="2939072"/>
              <a:ext cx="321312"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Richmond</a:t>
              </a:r>
            </a:p>
          </p:txBody>
        </p:sp>
        <p:sp>
          <p:nvSpPr>
            <p:cNvPr id="514" name="Freeform 513"/>
            <p:cNvSpPr/>
            <p:nvPr/>
          </p:nvSpPr>
          <p:spPr>
            <a:xfrm>
              <a:off x="6572491" y="2984289"/>
              <a:ext cx="63500" cy="14605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15" name="Rectangle 514"/>
            <p:cNvSpPr/>
            <p:nvPr/>
          </p:nvSpPr>
          <p:spPr>
            <a:xfrm>
              <a:off x="6402649" y="3310845"/>
              <a:ext cx="367449"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Hughenden</a:t>
              </a:r>
            </a:p>
          </p:txBody>
        </p:sp>
        <p:sp>
          <p:nvSpPr>
            <p:cNvPr id="516" name="Freeform 515"/>
            <p:cNvSpPr/>
            <p:nvPr/>
          </p:nvSpPr>
          <p:spPr>
            <a:xfrm flipV="1">
              <a:off x="6498196" y="3203363"/>
              <a:ext cx="45719" cy="81597"/>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17" name="Rectangle 516"/>
            <p:cNvSpPr/>
            <p:nvPr/>
          </p:nvSpPr>
          <p:spPr>
            <a:xfrm>
              <a:off x="6706308" y="3023642"/>
              <a:ext cx="281766"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Pentland</a:t>
              </a:r>
            </a:p>
          </p:txBody>
        </p:sp>
        <p:sp>
          <p:nvSpPr>
            <p:cNvPr id="518" name="Freeform 517"/>
            <p:cNvSpPr/>
            <p:nvPr/>
          </p:nvSpPr>
          <p:spPr>
            <a:xfrm flipV="1">
              <a:off x="6777596" y="3203362"/>
              <a:ext cx="45719" cy="15758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19" name="Rectangle 518"/>
            <p:cNvSpPr/>
            <p:nvPr/>
          </p:nvSpPr>
          <p:spPr>
            <a:xfrm>
              <a:off x="6906641" y="3213126"/>
              <a:ext cx="250459" cy="86079"/>
            </a:xfrm>
            <a:prstGeom prst="rect">
              <a:avLst/>
            </a:prstGeom>
            <a:solidFill>
              <a:srgbClr val="DDDCDB"/>
            </a:solidFill>
          </p:spPr>
          <p:txBody>
            <a:bodyPr wrap="none" lIns="0" tIns="0" rIns="0" bIns="0">
              <a:spAutoFit/>
            </a:bodyPr>
            <a:lstStyle/>
            <a:p>
              <a:pPr lvl="0" algn="r">
                <a:defRPr/>
              </a:pPr>
              <a:r>
                <a:rPr lang="en-AU" sz="544" kern="0" dirty="0">
                  <a:effectLst>
                    <a:glow rad="101600">
                      <a:schemeClr val="bg1">
                        <a:alpha val="60000"/>
                      </a:schemeClr>
                    </a:glow>
                  </a:effectLst>
                </a:rPr>
                <a:t>Mingela</a:t>
              </a:r>
            </a:p>
          </p:txBody>
        </p:sp>
        <p:cxnSp>
          <p:nvCxnSpPr>
            <p:cNvPr id="520" name="Straight Connector 519"/>
            <p:cNvCxnSpPr/>
            <p:nvPr/>
          </p:nvCxnSpPr>
          <p:spPr>
            <a:xfrm>
              <a:off x="7061061" y="3157657"/>
              <a:ext cx="0" cy="6548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21" name="Rectangle 520"/>
            <p:cNvSpPr/>
            <p:nvPr/>
          </p:nvSpPr>
          <p:spPr>
            <a:xfrm>
              <a:off x="7400061" y="2970587"/>
              <a:ext cx="25045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Lucinda</a:t>
              </a:r>
            </a:p>
          </p:txBody>
        </p:sp>
        <p:cxnSp>
          <p:nvCxnSpPr>
            <p:cNvPr id="522" name="Straight Connector 521"/>
            <p:cNvCxnSpPr/>
            <p:nvPr/>
          </p:nvCxnSpPr>
          <p:spPr>
            <a:xfrm>
              <a:off x="7163306" y="3027609"/>
              <a:ext cx="219887"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23" name="Rectangle 522"/>
            <p:cNvSpPr/>
            <p:nvPr/>
          </p:nvSpPr>
          <p:spPr>
            <a:xfrm>
              <a:off x="7795295" y="3027737"/>
              <a:ext cx="50091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Magnetic Island</a:t>
              </a:r>
            </a:p>
          </p:txBody>
        </p:sp>
        <p:cxnSp>
          <p:nvCxnSpPr>
            <p:cNvPr id="524" name="Straight Connector 523"/>
            <p:cNvCxnSpPr/>
            <p:nvPr/>
          </p:nvCxnSpPr>
          <p:spPr>
            <a:xfrm>
              <a:off x="7220456" y="3077616"/>
              <a:ext cx="550377"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25" name="Rectangle 524"/>
            <p:cNvSpPr/>
            <p:nvPr/>
          </p:nvSpPr>
          <p:spPr>
            <a:xfrm>
              <a:off x="7424293" y="3073903"/>
              <a:ext cx="33614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Townsville</a:t>
              </a:r>
            </a:p>
          </p:txBody>
        </p:sp>
        <p:sp>
          <p:nvSpPr>
            <p:cNvPr id="526" name="Rectangle 525"/>
            <p:cNvSpPr/>
            <p:nvPr/>
          </p:nvSpPr>
          <p:spPr>
            <a:xfrm>
              <a:off x="7281196" y="3115527"/>
              <a:ext cx="10710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Ayr</a:t>
              </a:r>
            </a:p>
          </p:txBody>
        </p:sp>
        <p:cxnSp>
          <p:nvCxnSpPr>
            <p:cNvPr id="527" name="Straight Connector 526"/>
            <p:cNvCxnSpPr/>
            <p:nvPr/>
          </p:nvCxnSpPr>
          <p:spPr>
            <a:xfrm flipV="1">
              <a:off x="7201406" y="3120070"/>
              <a:ext cx="216000" cy="40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28" name="Rectangle 527"/>
            <p:cNvSpPr/>
            <p:nvPr/>
          </p:nvSpPr>
          <p:spPr>
            <a:xfrm>
              <a:off x="7536009" y="3152361"/>
              <a:ext cx="21750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Bowen</a:t>
              </a:r>
            </a:p>
          </p:txBody>
        </p:sp>
        <p:cxnSp>
          <p:nvCxnSpPr>
            <p:cNvPr id="529" name="Straight Connector 528"/>
            <p:cNvCxnSpPr/>
            <p:nvPr/>
          </p:nvCxnSpPr>
          <p:spPr>
            <a:xfrm flipV="1">
              <a:off x="7296656" y="3220083"/>
              <a:ext cx="216000" cy="40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30" name="Rectangle 529"/>
            <p:cNvSpPr/>
            <p:nvPr/>
          </p:nvSpPr>
          <p:spPr>
            <a:xfrm>
              <a:off x="7474096" y="3345242"/>
              <a:ext cx="24716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Mackay</a:t>
              </a:r>
            </a:p>
          </p:txBody>
        </p:sp>
        <p:sp>
          <p:nvSpPr>
            <p:cNvPr id="531" name="Rectangle 530"/>
            <p:cNvSpPr/>
            <p:nvPr/>
          </p:nvSpPr>
          <p:spPr>
            <a:xfrm>
              <a:off x="7367291" y="3244694"/>
              <a:ext cx="34438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Proserpine</a:t>
              </a:r>
            </a:p>
          </p:txBody>
        </p:sp>
        <p:sp>
          <p:nvSpPr>
            <p:cNvPr id="532" name="Rectangle 531"/>
            <p:cNvSpPr/>
            <p:nvPr/>
          </p:nvSpPr>
          <p:spPr>
            <a:xfrm>
              <a:off x="7261371" y="3421442"/>
              <a:ext cx="20597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Dysart</a:t>
              </a:r>
            </a:p>
          </p:txBody>
        </p:sp>
        <p:sp>
          <p:nvSpPr>
            <p:cNvPr id="533" name="Rectangle 532"/>
            <p:cNvSpPr/>
            <p:nvPr/>
          </p:nvSpPr>
          <p:spPr>
            <a:xfrm>
              <a:off x="6453874" y="3446842"/>
              <a:ext cx="222447"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Winton</a:t>
              </a:r>
            </a:p>
          </p:txBody>
        </p:sp>
        <p:sp>
          <p:nvSpPr>
            <p:cNvPr id="534" name="Rectangle 533"/>
            <p:cNvSpPr/>
            <p:nvPr/>
          </p:nvSpPr>
          <p:spPr>
            <a:xfrm>
              <a:off x="6390979" y="3573842"/>
              <a:ext cx="336142"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Longreach</a:t>
              </a:r>
            </a:p>
          </p:txBody>
        </p:sp>
        <p:sp>
          <p:nvSpPr>
            <p:cNvPr id="535" name="Rectangle 534"/>
            <p:cNvSpPr/>
            <p:nvPr/>
          </p:nvSpPr>
          <p:spPr>
            <a:xfrm>
              <a:off x="6608469" y="3653598"/>
              <a:ext cx="337790"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Barcaldine</a:t>
              </a:r>
            </a:p>
          </p:txBody>
        </p:sp>
        <p:sp>
          <p:nvSpPr>
            <p:cNvPr id="536" name="Rectangle 535"/>
            <p:cNvSpPr/>
            <p:nvPr/>
          </p:nvSpPr>
          <p:spPr>
            <a:xfrm>
              <a:off x="6997619" y="3487841"/>
              <a:ext cx="18290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Alpha</a:t>
              </a:r>
            </a:p>
          </p:txBody>
        </p:sp>
        <p:sp>
          <p:nvSpPr>
            <p:cNvPr id="537" name="Rectangle 536"/>
            <p:cNvSpPr/>
            <p:nvPr/>
          </p:nvSpPr>
          <p:spPr>
            <a:xfrm>
              <a:off x="7150009" y="3672265"/>
              <a:ext cx="265289"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Emerald</a:t>
              </a:r>
            </a:p>
          </p:txBody>
        </p:sp>
        <p:sp>
          <p:nvSpPr>
            <p:cNvPr id="538" name="Rectangle 537"/>
            <p:cNvSpPr/>
            <p:nvPr/>
          </p:nvSpPr>
          <p:spPr>
            <a:xfrm>
              <a:off x="7583831" y="3565860"/>
              <a:ext cx="43995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Rockhampton</a:t>
              </a:r>
            </a:p>
          </p:txBody>
        </p:sp>
        <p:sp>
          <p:nvSpPr>
            <p:cNvPr id="539" name="Rectangle 538"/>
            <p:cNvSpPr/>
            <p:nvPr/>
          </p:nvSpPr>
          <p:spPr>
            <a:xfrm>
              <a:off x="7662299" y="3673071"/>
              <a:ext cx="32625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Gladstone</a:t>
              </a:r>
            </a:p>
          </p:txBody>
        </p:sp>
        <p:sp>
          <p:nvSpPr>
            <p:cNvPr id="540" name="Rectangle 539"/>
            <p:cNvSpPr/>
            <p:nvPr/>
          </p:nvSpPr>
          <p:spPr>
            <a:xfrm>
              <a:off x="7762638" y="3809226"/>
              <a:ext cx="3476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Bundaberg</a:t>
              </a:r>
            </a:p>
          </p:txBody>
        </p:sp>
        <p:sp>
          <p:nvSpPr>
            <p:cNvPr id="541" name="Rectangle 540"/>
            <p:cNvSpPr/>
            <p:nvPr/>
          </p:nvSpPr>
          <p:spPr>
            <a:xfrm>
              <a:off x="7322432" y="3811045"/>
              <a:ext cx="19773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Monto</a:t>
              </a:r>
            </a:p>
          </p:txBody>
        </p:sp>
        <p:cxnSp>
          <p:nvCxnSpPr>
            <p:cNvPr id="542" name="Straight Connector 541"/>
            <p:cNvCxnSpPr/>
            <p:nvPr/>
          </p:nvCxnSpPr>
          <p:spPr>
            <a:xfrm>
              <a:off x="6906280" y="3614857"/>
              <a:ext cx="0" cy="3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43" name="Rectangle 542"/>
            <p:cNvSpPr/>
            <p:nvPr/>
          </p:nvSpPr>
          <p:spPr>
            <a:xfrm>
              <a:off x="6529285" y="4051267"/>
              <a:ext cx="224094"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Quilpie</a:t>
              </a:r>
            </a:p>
          </p:txBody>
        </p:sp>
        <p:sp>
          <p:nvSpPr>
            <p:cNvPr id="544" name="Rectangle 543"/>
            <p:cNvSpPr/>
            <p:nvPr/>
          </p:nvSpPr>
          <p:spPr>
            <a:xfrm>
              <a:off x="6650660" y="3949667"/>
              <a:ext cx="334494"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Charleville</a:t>
              </a:r>
            </a:p>
          </p:txBody>
        </p:sp>
        <p:sp>
          <p:nvSpPr>
            <p:cNvPr id="545" name="Rectangle 544"/>
            <p:cNvSpPr/>
            <p:nvPr/>
          </p:nvSpPr>
          <p:spPr>
            <a:xfrm>
              <a:off x="6563248" y="4165567"/>
              <a:ext cx="38063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Cunnamulla</a:t>
              </a:r>
            </a:p>
          </p:txBody>
        </p:sp>
        <p:sp>
          <p:nvSpPr>
            <p:cNvPr id="546" name="Rectangle 545"/>
            <p:cNvSpPr/>
            <p:nvPr/>
          </p:nvSpPr>
          <p:spPr>
            <a:xfrm>
              <a:off x="7117599" y="3982529"/>
              <a:ext cx="189492"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Roma</a:t>
              </a:r>
            </a:p>
          </p:txBody>
        </p:sp>
        <p:sp>
          <p:nvSpPr>
            <p:cNvPr id="547" name="Rectangle 546"/>
            <p:cNvSpPr/>
            <p:nvPr/>
          </p:nvSpPr>
          <p:spPr>
            <a:xfrm>
              <a:off x="7133545" y="4197405"/>
              <a:ext cx="392167"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Toowoomba</a:t>
              </a:r>
            </a:p>
          </p:txBody>
        </p:sp>
        <p:sp>
          <p:nvSpPr>
            <p:cNvPr id="548" name="Rectangle 547"/>
            <p:cNvSpPr/>
            <p:nvPr/>
          </p:nvSpPr>
          <p:spPr>
            <a:xfrm>
              <a:off x="7795558" y="3898013"/>
              <a:ext cx="41853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Maryborough</a:t>
              </a:r>
            </a:p>
          </p:txBody>
        </p:sp>
        <p:sp>
          <p:nvSpPr>
            <p:cNvPr id="549" name="Rectangle 548"/>
            <p:cNvSpPr/>
            <p:nvPr/>
          </p:nvSpPr>
          <p:spPr>
            <a:xfrm>
              <a:off x="7805064" y="3986095"/>
              <a:ext cx="24716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Gympie</a:t>
              </a:r>
            </a:p>
          </p:txBody>
        </p:sp>
        <p:sp>
          <p:nvSpPr>
            <p:cNvPr id="550" name="Rectangle 549"/>
            <p:cNvSpPr/>
            <p:nvPr/>
          </p:nvSpPr>
          <p:spPr>
            <a:xfrm>
              <a:off x="7823869" y="4072139"/>
              <a:ext cx="50421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Sunshine Coast</a:t>
              </a:r>
            </a:p>
          </p:txBody>
        </p:sp>
        <p:sp>
          <p:nvSpPr>
            <p:cNvPr id="551" name="Rectangle 550"/>
            <p:cNvSpPr/>
            <p:nvPr/>
          </p:nvSpPr>
          <p:spPr>
            <a:xfrm>
              <a:off x="7806883" y="4245907"/>
              <a:ext cx="35756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Gold Coast</a:t>
              </a:r>
            </a:p>
          </p:txBody>
        </p:sp>
        <p:sp>
          <p:nvSpPr>
            <p:cNvPr id="552" name="Rectangle 551"/>
            <p:cNvSpPr/>
            <p:nvPr/>
          </p:nvSpPr>
          <p:spPr>
            <a:xfrm>
              <a:off x="7824747" y="4153783"/>
              <a:ext cx="357563"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Brisbane</a:t>
              </a:r>
            </a:p>
          </p:txBody>
        </p:sp>
        <p:sp>
          <p:nvSpPr>
            <p:cNvPr id="553" name="Rectangle 552"/>
            <p:cNvSpPr/>
            <p:nvPr/>
          </p:nvSpPr>
          <p:spPr>
            <a:xfrm>
              <a:off x="7757039" y="4362227"/>
              <a:ext cx="25375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Lismore</a:t>
              </a:r>
            </a:p>
          </p:txBody>
        </p:sp>
        <p:sp>
          <p:nvSpPr>
            <p:cNvPr id="554" name="Rectangle 553"/>
            <p:cNvSpPr/>
            <p:nvPr/>
          </p:nvSpPr>
          <p:spPr>
            <a:xfrm>
              <a:off x="7368931" y="4369218"/>
              <a:ext cx="23068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Inverell</a:t>
              </a:r>
            </a:p>
          </p:txBody>
        </p:sp>
        <p:sp>
          <p:nvSpPr>
            <p:cNvPr id="555" name="Rectangle 554"/>
            <p:cNvSpPr/>
            <p:nvPr/>
          </p:nvSpPr>
          <p:spPr>
            <a:xfrm>
              <a:off x="7149925" y="4442552"/>
              <a:ext cx="20102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Moree</a:t>
              </a:r>
            </a:p>
          </p:txBody>
        </p:sp>
        <p:sp>
          <p:nvSpPr>
            <p:cNvPr id="556" name="Rectangle 555"/>
            <p:cNvSpPr/>
            <p:nvPr/>
          </p:nvSpPr>
          <p:spPr>
            <a:xfrm>
              <a:off x="7715920" y="4484000"/>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Grafton</a:t>
              </a:r>
            </a:p>
          </p:txBody>
        </p:sp>
        <p:sp>
          <p:nvSpPr>
            <p:cNvPr id="557" name="Rectangle 556"/>
            <p:cNvSpPr/>
            <p:nvPr/>
          </p:nvSpPr>
          <p:spPr>
            <a:xfrm>
              <a:off x="7737712" y="4558198"/>
              <a:ext cx="44159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Coffs Harbour</a:t>
              </a:r>
            </a:p>
          </p:txBody>
        </p:sp>
        <p:sp>
          <p:nvSpPr>
            <p:cNvPr id="558" name="Rectangle 557"/>
            <p:cNvSpPr/>
            <p:nvPr/>
          </p:nvSpPr>
          <p:spPr>
            <a:xfrm>
              <a:off x="7696222" y="4646854"/>
              <a:ext cx="48279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Port Macquarie</a:t>
              </a:r>
            </a:p>
          </p:txBody>
        </p:sp>
        <p:sp>
          <p:nvSpPr>
            <p:cNvPr id="559" name="Rectangle 558"/>
            <p:cNvSpPr/>
            <p:nvPr/>
          </p:nvSpPr>
          <p:spPr>
            <a:xfrm>
              <a:off x="8239907" y="4711453"/>
              <a:ext cx="18619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Taree</a:t>
              </a:r>
            </a:p>
          </p:txBody>
        </p:sp>
        <p:cxnSp>
          <p:nvCxnSpPr>
            <p:cNvPr id="560" name="Straight Connector 559"/>
            <p:cNvCxnSpPr/>
            <p:nvPr/>
          </p:nvCxnSpPr>
          <p:spPr>
            <a:xfrm flipV="1">
              <a:off x="7634826" y="4760772"/>
              <a:ext cx="585578"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61" name="Rectangle 560"/>
            <p:cNvSpPr/>
            <p:nvPr/>
          </p:nvSpPr>
          <p:spPr>
            <a:xfrm>
              <a:off x="7592327" y="4787979"/>
              <a:ext cx="32955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Newcastle</a:t>
              </a:r>
            </a:p>
          </p:txBody>
        </p:sp>
        <p:sp>
          <p:nvSpPr>
            <p:cNvPr id="562" name="Rectangle 561"/>
            <p:cNvSpPr/>
            <p:nvPr/>
          </p:nvSpPr>
          <p:spPr>
            <a:xfrm>
              <a:off x="7507894" y="4847498"/>
              <a:ext cx="25375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Gosford</a:t>
              </a:r>
            </a:p>
          </p:txBody>
        </p:sp>
        <p:sp>
          <p:nvSpPr>
            <p:cNvPr id="563" name="Rectangle 562"/>
            <p:cNvSpPr/>
            <p:nvPr/>
          </p:nvSpPr>
          <p:spPr>
            <a:xfrm>
              <a:off x="8298453" y="4842361"/>
              <a:ext cx="296596"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Sydney</a:t>
              </a:r>
            </a:p>
          </p:txBody>
        </p:sp>
        <p:sp>
          <p:nvSpPr>
            <p:cNvPr id="564" name="Rectangle 563"/>
            <p:cNvSpPr/>
            <p:nvPr/>
          </p:nvSpPr>
          <p:spPr>
            <a:xfrm>
              <a:off x="8460720" y="4995135"/>
              <a:ext cx="37733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Wollongong</a:t>
              </a:r>
            </a:p>
          </p:txBody>
        </p:sp>
        <p:sp>
          <p:nvSpPr>
            <p:cNvPr id="565" name="Rectangle 564"/>
            <p:cNvSpPr/>
            <p:nvPr/>
          </p:nvSpPr>
          <p:spPr>
            <a:xfrm>
              <a:off x="7405500" y="5042760"/>
              <a:ext cx="20432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Nowra</a:t>
              </a:r>
            </a:p>
          </p:txBody>
        </p:sp>
        <p:sp>
          <p:nvSpPr>
            <p:cNvPr id="566" name="Rectangle 565"/>
            <p:cNvSpPr/>
            <p:nvPr/>
          </p:nvSpPr>
          <p:spPr>
            <a:xfrm>
              <a:off x="7365018" y="5126104"/>
              <a:ext cx="46466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Batemans Bay</a:t>
              </a:r>
            </a:p>
          </p:txBody>
        </p:sp>
        <p:sp>
          <p:nvSpPr>
            <p:cNvPr id="567" name="Rectangle 566"/>
            <p:cNvSpPr/>
            <p:nvPr/>
          </p:nvSpPr>
          <p:spPr>
            <a:xfrm>
              <a:off x="7315011" y="5238022"/>
              <a:ext cx="16642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Bega</a:t>
              </a:r>
            </a:p>
          </p:txBody>
        </p:sp>
        <p:sp>
          <p:nvSpPr>
            <p:cNvPr id="568" name="Rectangle 567"/>
            <p:cNvSpPr/>
            <p:nvPr/>
          </p:nvSpPr>
          <p:spPr>
            <a:xfrm>
              <a:off x="7899248" y="5195978"/>
              <a:ext cx="22903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Cooma</a:t>
              </a:r>
            </a:p>
          </p:txBody>
        </p:sp>
        <p:sp>
          <p:nvSpPr>
            <p:cNvPr id="569" name="Freeform 568"/>
            <p:cNvSpPr/>
            <p:nvPr/>
          </p:nvSpPr>
          <p:spPr>
            <a:xfrm flipH="1" flipV="1">
              <a:off x="7201140" y="5227094"/>
              <a:ext cx="684000" cy="1800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70" name="Rectangle 569"/>
            <p:cNvSpPr/>
            <p:nvPr/>
          </p:nvSpPr>
          <p:spPr>
            <a:xfrm>
              <a:off x="6740123" y="4442552"/>
              <a:ext cx="22574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Bourke</a:t>
              </a:r>
            </a:p>
          </p:txBody>
        </p:sp>
        <p:sp>
          <p:nvSpPr>
            <p:cNvPr id="571" name="Rectangle 570"/>
            <p:cNvSpPr/>
            <p:nvPr/>
          </p:nvSpPr>
          <p:spPr>
            <a:xfrm>
              <a:off x="6263979" y="4516749"/>
              <a:ext cx="34602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Broken Hill</a:t>
              </a:r>
            </a:p>
          </p:txBody>
        </p:sp>
        <p:sp>
          <p:nvSpPr>
            <p:cNvPr id="572" name="Rectangle 571"/>
            <p:cNvSpPr/>
            <p:nvPr/>
          </p:nvSpPr>
          <p:spPr>
            <a:xfrm>
              <a:off x="6671390" y="4659946"/>
              <a:ext cx="24551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Nyngan</a:t>
              </a:r>
            </a:p>
          </p:txBody>
        </p:sp>
        <p:sp>
          <p:nvSpPr>
            <p:cNvPr id="573" name="Rectangle 572"/>
            <p:cNvSpPr/>
            <p:nvPr/>
          </p:nvSpPr>
          <p:spPr>
            <a:xfrm>
              <a:off x="6714015" y="4590226"/>
              <a:ext cx="36415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Coonamble</a:t>
              </a:r>
            </a:p>
          </p:txBody>
        </p:sp>
        <p:sp>
          <p:nvSpPr>
            <p:cNvPr id="574" name="Rectangle 573"/>
            <p:cNvSpPr/>
            <p:nvPr/>
          </p:nvSpPr>
          <p:spPr>
            <a:xfrm>
              <a:off x="8254483" y="4602543"/>
              <a:ext cx="28176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Armidale</a:t>
              </a:r>
            </a:p>
          </p:txBody>
        </p:sp>
        <p:cxnSp>
          <p:nvCxnSpPr>
            <p:cNvPr id="575" name="Straight Connector 574"/>
            <p:cNvCxnSpPr/>
            <p:nvPr/>
          </p:nvCxnSpPr>
          <p:spPr>
            <a:xfrm flipV="1">
              <a:off x="7587201" y="4649647"/>
              <a:ext cx="64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76" name="Rectangle 575"/>
            <p:cNvSpPr/>
            <p:nvPr/>
          </p:nvSpPr>
          <p:spPr>
            <a:xfrm>
              <a:off x="7169077" y="4514195"/>
              <a:ext cx="3163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Tamworth</a:t>
              </a:r>
            </a:p>
          </p:txBody>
        </p:sp>
        <p:sp>
          <p:nvSpPr>
            <p:cNvPr id="577" name="Rectangle 576"/>
            <p:cNvSpPr/>
            <p:nvPr/>
          </p:nvSpPr>
          <p:spPr>
            <a:xfrm>
              <a:off x="6684961" y="4323661"/>
              <a:ext cx="49267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Coonabarabran</a:t>
              </a:r>
            </a:p>
          </p:txBody>
        </p:sp>
        <p:sp>
          <p:nvSpPr>
            <p:cNvPr id="578" name="Freeform 577"/>
            <p:cNvSpPr/>
            <p:nvPr/>
          </p:nvSpPr>
          <p:spPr>
            <a:xfrm flipH="1" flipV="1">
              <a:off x="7140078" y="4422838"/>
              <a:ext cx="36000" cy="290268"/>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79" name="Rectangle 578"/>
            <p:cNvSpPr/>
            <p:nvPr/>
          </p:nvSpPr>
          <p:spPr>
            <a:xfrm>
              <a:off x="8001448" y="4766631"/>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Orange</a:t>
              </a:r>
            </a:p>
          </p:txBody>
        </p:sp>
        <p:cxnSp>
          <p:nvCxnSpPr>
            <p:cNvPr id="580" name="Straight Connector 579"/>
            <p:cNvCxnSpPr/>
            <p:nvPr/>
          </p:nvCxnSpPr>
          <p:spPr>
            <a:xfrm flipV="1">
              <a:off x="7544339" y="4798872"/>
              <a:ext cx="43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81" name="Rectangle 580"/>
            <p:cNvSpPr/>
            <p:nvPr/>
          </p:nvSpPr>
          <p:spPr>
            <a:xfrm>
              <a:off x="6905219" y="4714606"/>
              <a:ext cx="20926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Dubbo</a:t>
              </a:r>
            </a:p>
          </p:txBody>
        </p:sp>
        <p:sp>
          <p:nvSpPr>
            <p:cNvPr id="582" name="Rectangle 581"/>
            <p:cNvSpPr/>
            <p:nvPr/>
          </p:nvSpPr>
          <p:spPr>
            <a:xfrm>
              <a:off x="6669769" y="4764586"/>
              <a:ext cx="33119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Narromine</a:t>
              </a:r>
            </a:p>
          </p:txBody>
        </p:sp>
        <p:sp>
          <p:nvSpPr>
            <p:cNvPr id="583" name="Rectangle 582"/>
            <p:cNvSpPr/>
            <p:nvPr/>
          </p:nvSpPr>
          <p:spPr>
            <a:xfrm>
              <a:off x="7150279" y="4585970"/>
              <a:ext cx="25704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Mudgee</a:t>
              </a:r>
            </a:p>
          </p:txBody>
        </p:sp>
        <p:cxnSp>
          <p:nvCxnSpPr>
            <p:cNvPr id="584" name="Straight Connector 583"/>
            <p:cNvCxnSpPr/>
            <p:nvPr/>
          </p:nvCxnSpPr>
          <p:spPr>
            <a:xfrm>
              <a:off x="7461111" y="4605457"/>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p:cNvCxnSpPr/>
            <p:nvPr/>
          </p:nvCxnSpPr>
          <p:spPr>
            <a:xfrm>
              <a:off x="7311092" y="4688801"/>
              <a:ext cx="0" cy="9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86" name="Rectangle 585"/>
            <p:cNvSpPr/>
            <p:nvPr/>
          </p:nvSpPr>
          <p:spPr>
            <a:xfrm>
              <a:off x="7824589" y="4873307"/>
              <a:ext cx="26528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Bathurst</a:t>
              </a:r>
            </a:p>
          </p:txBody>
        </p:sp>
        <p:cxnSp>
          <p:nvCxnSpPr>
            <p:cNvPr id="587" name="Straight Connector 586"/>
            <p:cNvCxnSpPr/>
            <p:nvPr/>
          </p:nvCxnSpPr>
          <p:spPr>
            <a:xfrm flipV="1">
              <a:off x="7339550" y="4929842"/>
              <a:ext cx="46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88" name="Rectangle 587"/>
            <p:cNvSpPr/>
            <p:nvPr/>
          </p:nvSpPr>
          <p:spPr>
            <a:xfrm>
              <a:off x="6957944" y="4921372"/>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Orange</a:t>
              </a:r>
            </a:p>
          </p:txBody>
        </p:sp>
        <p:sp>
          <p:nvSpPr>
            <p:cNvPr id="589" name="Rectangle 588"/>
            <p:cNvSpPr/>
            <p:nvPr/>
          </p:nvSpPr>
          <p:spPr>
            <a:xfrm>
              <a:off x="6895988" y="4819354"/>
              <a:ext cx="22244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Parkes</a:t>
              </a:r>
            </a:p>
          </p:txBody>
        </p:sp>
        <p:sp>
          <p:nvSpPr>
            <p:cNvPr id="590" name="Rectangle 589"/>
            <p:cNvSpPr/>
            <p:nvPr/>
          </p:nvSpPr>
          <p:spPr>
            <a:xfrm>
              <a:off x="6884081" y="4874123"/>
              <a:ext cx="22244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Forbes</a:t>
              </a:r>
            </a:p>
          </p:txBody>
        </p:sp>
        <p:sp>
          <p:nvSpPr>
            <p:cNvPr id="591" name="Rectangle 590"/>
            <p:cNvSpPr/>
            <p:nvPr/>
          </p:nvSpPr>
          <p:spPr>
            <a:xfrm>
              <a:off x="8598171" y="4937260"/>
              <a:ext cx="20432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Cowra</a:t>
              </a:r>
            </a:p>
          </p:txBody>
        </p:sp>
        <p:cxnSp>
          <p:nvCxnSpPr>
            <p:cNvPr id="592" name="Straight Connector 591"/>
            <p:cNvCxnSpPr/>
            <p:nvPr/>
          </p:nvCxnSpPr>
          <p:spPr>
            <a:xfrm flipV="1">
              <a:off x="7367291" y="4998898"/>
              <a:ext cx="1202623"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p:cNvCxnSpPr/>
            <p:nvPr/>
          </p:nvCxnSpPr>
          <p:spPr>
            <a:xfrm flipV="1">
              <a:off x="7415750" y="5025092"/>
              <a:ext cx="100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94" name="Rectangle 593"/>
            <p:cNvSpPr/>
            <p:nvPr/>
          </p:nvSpPr>
          <p:spPr>
            <a:xfrm>
              <a:off x="8106900" y="5011582"/>
              <a:ext cx="29330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Goulburn</a:t>
              </a:r>
            </a:p>
          </p:txBody>
        </p:sp>
        <p:cxnSp>
          <p:nvCxnSpPr>
            <p:cNvPr id="595" name="Straight Connector 594"/>
            <p:cNvCxnSpPr/>
            <p:nvPr/>
          </p:nvCxnSpPr>
          <p:spPr>
            <a:xfrm flipV="1">
              <a:off x="7270494" y="5041761"/>
              <a:ext cx="82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96" name="Rectangle 595"/>
            <p:cNvSpPr/>
            <p:nvPr/>
          </p:nvSpPr>
          <p:spPr>
            <a:xfrm>
              <a:off x="6763246" y="5598854"/>
              <a:ext cx="421825"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Melbourne</a:t>
              </a:r>
            </a:p>
          </p:txBody>
        </p:sp>
        <p:sp>
          <p:nvSpPr>
            <p:cNvPr id="597" name="Freeform 596"/>
            <p:cNvSpPr/>
            <p:nvPr/>
          </p:nvSpPr>
          <p:spPr>
            <a:xfrm>
              <a:off x="6773868" y="5389191"/>
              <a:ext cx="18000" cy="21600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598" name="Rectangle 597"/>
            <p:cNvSpPr/>
            <p:nvPr/>
          </p:nvSpPr>
          <p:spPr>
            <a:xfrm>
              <a:off x="6868899" y="5482197"/>
              <a:ext cx="16642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Bega</a:t>
              </a:r>
            </a:p>
          </p:txBody>
        </p:sp>
        <p:sp>
          <p:nvSpPr>
            <p:cNvPr id="599" name="Rectangle 598"/>
            <p:cNvSpPr/>
            <p:nvPr/>
          </p:nvSpPr>
          <p:spPr>
            <a:xfrm>
              <a:off x="7023820" y="5405874"/>
              <a:ext cx="33779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Bairnsdale</a:t>
              </a:r>
            </a:p>
          </p:txBody>
        </p:sp>
        <p:sp>
          <p:nvSpPr>
            <p:cNvPr id="600" name="Rectangle 599"/>
            <p:cNvSpPr/>
            <p:nvPr/>
          </p:nvSpPr>
          <p:spPr>
            <a:xfrm>
              <a:off x="7435613" y="5375099"/>
              <a:ext cx="2883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Warragul</a:t>
              </a:r>
            </a:p>
          </p:txBody>
        </p:sp>
        <p:cxnSp>
          <p:nvCxnSpPr>
            <p:cNvPr id="601" name="Straight Connector 600"/>
            <p:cNvCxnSpPr/>
            <p:nvPr/>
          </p:nvCxnSpPr>
          <p:spPr>
            <a:xfrm flipV="1">
              <a:off x="6844250" y="5413235"/>
              <a:ext cx="576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02" name="Rectangle 601"/>
            <p:cNvSpPr/>
            <p:nvPr/>
          </p:nvSpPr>
          <p:spPr>
            <a:xfrm>
              <a:off x="6862565" y="5269075"/>
              <a:ext cx="28506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Seymour</a:t>
              </a:r>
            </a:p>
          </p:txBody>
        </p:sp>
        <p:sp>
          <p:nvSpPr>
            <p:cNvPr id="603" name="Rectangle 602"/>
            <p:cNvSpPr/>
            <p:nvPr/>
          </p:nvSpPr>
          <p:spPr>
            <a:xfrm>
              <a:off x="6888806" y="5196190"/>
              <a:ext cx="23892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Benalla</a:t>
              </a:r>
            </a:p>
          </p:txBody>
        </p:sp>
        <p:sp>
          <p:nvSpPr>
            <p:cNvPr id="604" name="Rectangle 603"/>
            <p:cNvSpPr/>
            <p:nvPr/>
          </p:nvSpPr>
          <p:spPr>
            <a:xfrm>
              <a:off x="5670443" y="5173020"/>
              <a:ext cx="36744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Shepparton</a:t>
              </a:r>
            </a:p>
          </p:txBody>
        </p:sp>
        <p:sp>
          <p:nvSpPr>
            <p:cNvPr id="605" name="Rectangle 604"/>
            <p:cNvSpPr/>
            <p:nvPr/>
          </p:nvSpPr>
          <p:spPr>
            <a:xfrm>
              <a:off x="6430378" y="5552364"/>
              <a:ext cx="27023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Geelong</a:t>
              </a:r>
            </a:p>
          </p:txBody>
        </p:sp>
        <p:cxnSp>
          <p:nvCxnSpPr>
            <p:cNvPr id="606" name="Straight Connector 605"/>
            <p:cNvCxnSpPr/>
            <p:nvPr/>
          </p:nvCxnSpPr>
          <p:spPr>
            <a:xfrm>
              <a:off x="6687170" y="5462364"/>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07" name="Rectangle 606"/>
            <p:cNvSpPr/>
            <p:nvPr/>
          </p:nvSpPr>
          <p:spPr>
            <a:xfrm>
              <a:off x="6022091" y="5406848"/>
              <a:ext cx="4267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Warrnambool</a:t>
              </a:r>
            </a:p>
          </p:txBody>
        </p:sp>
        <p:sp>
          <p:nvSpPr>
            <p:cNvPr id="608" name="Rectangle 607"/>
            <p:cNvSpPr/>
            <p:nvPr/>
          </p:nvSpPr>
          <p:spPr>
            <a:xfrm>
              <a:off x="5759055" y="5368093"/>
              <a:ext cx="18290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Colac</a:t>
              </a:r>
            </a:p>
          </p:txBody>
        </p:sp>
        <p:cxnSp>
          <p:nvCxnSpPr>
            <p:cNvPr id="609" name="Straight Connector 608"/>
            <p:cNvCxnSpPr/>
            <p:nvPr/>
          </p:nvCxnSpPr>
          <p:spPr>
            <a:xfrm>
              <a:off x="6006817" y="5408624"/>
              <a:ext cx="54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0" name="Straight Connector 609"/>
            <p:cNvCxnSpPr/>
            <p:nvPr/>
          </p:nvCxnSpPr>
          <p:spPr>
            <a:xfrm>
              <a:off x="5725535" y="5359075"/>
              <a:ext cx="72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11" name="Rectangle 610"/>
            <p:cNvSpPr/>
            <p:nvPr/>
          </p:nvSpPr>
          <p:spPr>
            <a:xfrm>
              <a:off x="5414533" y="5313541"/>
              <a:ext cx="28176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Hamilton</a:t>
              </a:r>
            </a:p>
          </p:txBody>
        </p:sp>
        <p:sp>
          <p:nvSpPr>
            <p:cNvPr id="612" name="Rectangle 611"/>
            <p:cNvSpPr/>
            <p:nvPr/>
          </p:nvSpPr>
          <p:spPr>
            <a:xfrm>
              <a:off x="5754067" y="5267834"/>
              <a:ext cx="49103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Mount Gambier</a:t>
              </a:r>
            </a:p>
          </p:txBody>
        </p:sp>
        <p:sp>
          <p:nvSpPr>
            <p:cNvPr id="613" name="Freeform 612"/>
            <p:cNvSpPr/>
            <p:nvPr/>
          </p:nvSpPr>
          <p:spPr>
            <a:xfrm flipV="1">
              <a:off x="6439872" y="5383037"/>
              <a:ext cx="192391" cy="165725"/>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614" name="Rectangle 613"/>
            <p:cNvSpPr/>
            <p:nvPr/>
          </p:nvSpPr>
          <p:spPr>
            <a:xfrm>
              <a:off x="6107160" y="5505059"/>
              <a:ext cx="24222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Ballarat</a:t>
              </a:r>
            </a:p>
          </p:txBody>
        </p:sp>
        <p:sp>
          <p:nvSpPr>
            <p:cNvPr id="615" name="Rectangle 614"/>
            <p:cNvSpPr/>
            <p:nvPr/>
          </p:nvSpPr>
          <p:spPr>
            <a:xfrm>
              <a:off x="6370383" y="5223160"/>
              <a:ext cx="26199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Bendigo</a:t>
              </a:r>
            </a:p>
          </p:txBody>
        </p:sp>
        <p:cxnSp>
          <p:nvCxnSpPr>
            <p:cNvPr id="616" name="Straight Connector 615"/>
            <p:cNvCxnSpPr/>
            <p:nvPr/>
          </p:nvCxnSpPr>
          <p:spPr>
            <a:xfrm flipV="1">
              <a:off x="6096701" y="5223262"/>
              <a:ext cx="64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17" name="Rectangle 616"/>
            <p:cNvSpPr/>
            <p:nvPr/>
          </p:nvSpPr>
          <p:spPr>
            <a:xfrm>
              <a:off x="5245962" y="5227094"/>
              <a:ext cx="35097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Naracoorte</a:t>
              </a:r>
            </a:p>
          </p:txBody>
        </p:sp>
        <p:cxnSp>
          <p:nvCxnSpPr>
            <p:cNvPr id="618" name="Straight Connector 617"/>
            <p:cNvCxnSpPr/>
            <p:nvPr/>
          </p:nvCxnSpPr>
          <p:spPr>
            <a:xfrm flipV="1">
              <a:off x="5643921" y="5266208"/>
              <a:ext cx="64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19" name="Rectangle 618"/>
            <p:cNvSpPr/>
            <p:nvPr/>
          </p:nvSpPr>
          <p:spPr>
            <a:xfrm>
              <a:off x="5246693" y="5145048"/>
              <a:ext cx="2883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Horsham</a:t>
              </a:r>
            </a:p>
          </p:txBody>
        </p:sp>
        <p:cxnSp>
          <p:nvCxnSpPr>
            <p:cNvPr id="620" name="Straight Connector 619"/>
            <p:cNvCxnSpPr/>
            <p:nvPr/>
          </p:nvCxnSpPr>
          <p:spPr>
            <a:xfrm flipV="1">
              <a:off x="5572824" y="5192305"/>
              <a:ext cx="90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21" name="Rectangle 620"/>
            <p:cNvSpPr/>
            <p:nvPr/>
          </p:nvSpPr>
          <p:spPr>
            <a:xfrm>
              <a:off x="6625043" y="5129101"/>
              <a:ext cx="21091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Griffith</a:t>
              </a:r>
            </a:p>
          </p:txBody>
        </p:sp>
        <p:sp>
          <p:nvSpPr>
            <p:cNvPr id="622" name="Rectangle 621"/>
            <p:cNvSpPr/>
            <p:nvPr/>
          </p:nvSpPr>
          <p:spPr>
            <a:xfrm>
              <a:off x="4907011" y="5102575"/>
              <a:ext cx="240573" cy="172158"/>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Murray </a:t>
              </a:r>
              <a:br>
                <a:rPr lang="en-AU" sz="544" kern="0" dirty="0">
                  <a:effectLst>
                    <a:glow rad="101600">
                      <a:schemeClr val="bg1">
                        <a:alpha val="60000"/>
                      </a:schemeClr>
                    </a:glow>
                  </a:effectLst>
                </a:rPr>
              </a:br>
              <a:r>
                <a:rPr lang="en-AU" sz="544" kern="0" dirty="0">
                  <a:effectLst>
                    <a:glow rad="101600">
                      <a:schemeClr val="bg1">
                        <a:alpha val="60000"/>
                      </a:schemeClr>
                    </a:glow>
                  </a:effectLst>
                </a:rPr>
                <a:t>Bridge</a:t>
              </a:r>
            </a:p>
          </p:txBody>
        </p:sp>
        <p:cxnSp>
          <p:nvCxnSpPr>
            <p:cNvPr id="623" name="Straight Connector 622"/>
            <p:cNvCxnSpPr/>
            <p:nvPr/>
          </p:nvCxnSpPr>
          <p:spPr>
            <a:xfrm flipV="1">
              <a:off x="5134674" y="5144681"/>
              <a:ext cx="115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24" name="Rectangle 623"/>
            <p:cNvSpPr/>
            <p:nvPr/>
          </p:nvSpPr>
          <p:spPr>
            <a:xfrm>
              <a:off x="6486398" y="5076775"/>
              <a:ext cx="12687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Hay</a:t>
              </a:r>
            </a:p>
          </p:txBody>
        </p:sp>
        <p:cxnSp>
          <p:nvCxnSpPr>
            <p:cNvPr id="625" name="Straight Connector 624"/>
            <p:cNvCxnSpPr/>
            <p:nvPr/>
          </p:nvCxnSpPr>
          <p:spPr>
            <a:xfrm flipV="1">
              <a:off x="6637884" y="5123042"/>
              <a:ext cx="144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26" name="Rectangle 625"/>
            <p:cNvSpPr/>
            <p:nvPr/>
          </p:nvSpPr>
          <p:spPr>
            <a:xfrm>
              <a:off x="7008036" y="5144097"/>
              <a:ext cx="20267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Albury</a:t>
              </a:r>
            </a:p>
          </p:txBody>
        </p:sp>
        <p:sp>
          <p:nvSpPr>
            <p:cNvPr id="627" name="Rectangle 626"/>
            <p:cNvSpPr/>
            <p:nvPr/>
          </p:nvSpPr>
          <p:spPr>
            <a:xfrm>
              <a:off x="7956222" y="5091583"/>
              <a:ext cx="47125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Wagga Wagga</a:t>
              </a:r>
            </a:p>
          </p:txBody>
        </p:sp>
        <p:cxnSp>
          <p:nvCxnSpPr>
            <p:cNvPr id="628" name="Straight Connector 627"/>
            <p:cNvCxnSpPr/>
            <p:nvPr/>
          </p:nvCxnSpPr>
          <p:spPr>
            <a:xfrm flipV="1">
              <a:off x="6979983" y="5127486"/>
              <a:ext cx="97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29" name="Rectangle 628"/>
            <p:cNvSpPr/>
            <p:nvPr/>
          </p:nvSpPr>
          <p:spPr>
            <a:xfrm>
              <a:off x="6851067" y="5010605"/>
              <a:ext cx="21750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Leeton</a:t>
              </a:r>
            </a:p>
          </p:txBody>
        </p:sp>
        <p:sp>
          <p:nvSpPr>
            <p:cNvPr id="630" name="Rectangle 629"/>
            <p:cNvSpPr/>
            <p:nvPr/>
          </p:nvSpPr>
          <p:spPr>
            <a:xfrm>
              <a:off x="6508599" y="4829264"/>
              <a:ext cx="31472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Deniliquin</a:t>
              </a:r>
            </a:p>
          </p:txBody>
        </p:sp>
        <p:cxnSp>
          <p:nvCxnSpPr>
            <p:cNvPr id="631" name="Straight Connector 630"/>
            <p:cNvCxnSpPr/>
            <p:nvPr/>
          </p:nvCxnSpPr>
          <p:spPr>
            <a:xfrm>
              <a:off x="6756165" y="4936247"/>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32" name="Rectangle 631"/>
            <p:cNvSpPr/>
            <p:nvPr/>
          </p:nvSpPr>
          <p:spPr>
            <a:xfrm>
              <a:off x="5402086" y="5059289"/>
              <a:ext cx="51904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Kangaroo Island</a:t>
              </a:r>
            </a:p>
          </p:txBody>
        </p:sp>
        <p:sp>
          <p:nvSpPr>
            <p:cNvPr id="633" name="Rectangle 632"/>
            <p:cNvSpPr/>
            <p:nvPr/>
          </p:nvSpPr>
          <p:spPr>
            <a:xfrm>
              <a:off x="4870971" y="5014265"/>
              <a:ext cx="4267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Mount Barker</a:t>
              </a:r>
            </a:p>
          </p:txBody>
        </p:sp>
        <p:sp>
          <p:nvSpPr>
            <p:cNvPr id="634" name="Rectangle 633"/>
            <p:cNvSpPr/>
            <p:nvPr/>
          </p:nvSpPr>
          <p:spPr>
            <a:xfrm>
              <a:off x="5741601" y="4987938"/>
              <a:ext cx="347676" cy="100447"/>
            </a:xfrm>
            <a:prstGeom prst="rect">
              <a:avLst/>
            </a:prstGeom>
          </p:spPr>
          <p:txBody>
            <a:bodyPr wrap="none" lIns="0" tIns="0" rIns="0" bIns="0">
              <a:spAutoFit/>
            </a:bodyPr>
            <a:lstStyle/>
            <a:p>
              <a:pPr lvl="0" algn="r">
                <a:defRPr/>
              </a:pPr>
              <a:r>
                <a:rPr lang="en-AU" sz="635" b="1" kern="0" dirty="0">
                  <a:effectLst>
                    <a:glow rad="101600">
                      <a:schemeClr val="bg1">
                        <a:alpha val="60000"/>
                      </a:schemeClr>
                    </a:glow>
                  </a:effectLst>
                </a:rPr>
                <a:t>Adelaide</a:t>
              </a:r>
            </a:p>
          </p:txBody>
        </p:sp>
        <p:cxnSp>
          <p:nvCxnSpPr>
            <p:cNvPr id="635" name="Straight Connector 634"/>
            <p:cNvCxnSpPr/>
            <p:nvPr/>
          </p:nvCxnSpPr>
          <p:spPr>
            <a:xfrm flipV="1">
              <a:off x="5335647" y="5079343"/>
              <a:ext cx="90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36" name="Rectangle 635"/>
            <p:cNvSpPr/>
            <p:nvPr/>
          </p:nvSpPr>
          <p:spPr>
            <a:xfrm>
              <a:off x="6310505" y="5014948"/>
              <a:ext cx="29824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Swan Hill</a:t>
              </a:r>
            </a:p>
          </p:txBody>
        </p:sp>
        <p:sp>
          <p:nvSpPr>
            <p:cNvPr id="637" name="Rectangle 636"/>
            <p:cNvSpPr/>
            <p:nvPr/>
          </p:nvSpPr>
          <p:spPr>
            <a:xfrm>
              <a:off x="6136290" y="4289738"/>
              <a:ext cx="36085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Jamestown</a:t>
              </a:r>
            </a:p>
          </p:txBody>
        </p:sp>
        <p:sp>
          <p:nvSpPr>
            <p:cNvPr id="638" name="Rectangle 637"/>
            <p:cNvSpPr/>
            <p:nvPr/>
          </p:nvSpPr>
          <p:spPr>
            <a:xfrm>
              <a:off x="6340666" y="4941078"/>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Waikerie</a:t>
              </a:r>
            </a:p>
          </p:txBody>
        </p:sp>
        <p:sp>
          <p:nvSpPr>
            <p:cNvPr id="639" name="Rectangle 638"/>
            <p:cNvSpPr/>
            <p:nvPr/>
          </p:nvSpPr>
          <p:spPr>
            <a:xfrm>
              <a:off x="6276673" y="4401874"/>
              <a:ext cx="22574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Gawler</a:t>
              </a:r>
            </a:p>
          </p:txBody>
        </p:sp>
        <p:sp>
          <p:nvSpPr>
            <p:cNvPr id="640" name="Freeform 639"/>
            <p:cNvSpPr/>
            <p:nvPr/>
          </p:nvSpPr>
          <p:spPr>
            <a:xfrm flipH="1">
              <a:off x="6213828" y="4450969"/>
              <a:ext cx="54626" cy="498603"/>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641" name="Rectangle 640"/>
            <p:cNvSpPr/>
            <p:nvPr/>
          </p:nvSpPr>
          <p:spPr>
            <a:xfrm>
              <a:off x="6226709" y="4770569"/>
              <a:ext cx="16971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Clare</a:t>
              </a:r>
            </a:p>
          </p:txBody>
        </p:sp>
        <p:sp>
          <p:nvSpPr>
            <p:cNvPr id="642" name="Rectangle 641"/>
            <p:cNvSpPr/>
            <p:nvPr/>
          </p:nvSpPr>
          <p:spPr>
            <a:xfrm>
              <a:off x="6386350" y="4707695"/>
              <a:ext cx="23398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Mildura</a:t>
              </a:r>
            </a:p>
          </p:txBody>
        </p:sp>
        <p:cxnSp>
          <p:nvCxnSpPr>
            <p:cNvPr id="643" name="Straight Connector 642"/>
            <p:cNvCxnSpPr/>
            <p:nvPr/>
          </p:nvCxnSpPr>
          <p:spPr>
            <a:xfrm>
              <a:off x="6494402" y="4793380"/>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Straight Connector 643"/>
            <p:cNvCxnSpPr/>
            <p:nvPr/>
          </p:nvCxnSpPr>
          <p:spPr>
            <a:xfrm>
              <a:off x="6181686" y="4387449"/>
              <a:ext cx="0" cy="36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45" name="Rectangle 644"/>
            <p:cNvSpPr/>
            <p:nvPr/>
          </p:nvSpPr>
          <p:spPr>
            <a:xfrm>
              <a:off x="6312700" y="4843625"/>
              <a:ext cx="14994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Berri</a:t>
              </a:r>
            </a:p>
          </p:txBody>
        </p:sp>
        <p:sp>
          <p:nvSpPr>
            <p:cNvPr id="646" name="Rectangle 645"/>
            <p:cNvSpPr/>
            <p:nvPr/>
          </p:nvSpPr>
          <p:spPr>
            <a:xfrm>
              <a:off x="7661651" y="5021243"/>
              <a:ext cx="367449"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Canberra</a:t>
              </a:r>
            </a:p>
          </p:txBody>
        </p:sp>
        <p:cxnSp>
          <p:nvCxnSpPr>
            <p:cNvPr id="647" name="Straight Connector 646"/>
            <p:cNvCxnSpPr/>
            <p:nvPr/>
          </p:nvCxnSpPr>
          <p:spPr>
            <a:xfrm flipV="1">
              <a:off x="7210313" y="5076006"/>
              <a:ext cx="468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48" name="Freeform 647"/>
            <p:cNvSpPr/>
            <p:nvPr/>
          </p:nvSpPr>
          <p:spPr>
            <a:xfrm flipV="1">
              <a:off x="7466679" y="4939831"/>
              <a:ext cx="1008000" cy="1800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649" name="Rectangle 648"/>
            <p:cNvSpPr/>
            <p:nvPr/>
          </p:nvSpPr>
          <p:spPr>
            <a:xfrm>
              <a:off x="5059723" y="2532943"/>
              <a:ext cx="32131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Wyndham</a:t>
              </a:r>
            </a:p>
          </p:txBody>
        </p:sp>
        <p:sp>
          <p:nvSpPr>
            <p:cNvPr id="650" name="Rectangle 649"/>
            <p:cNvSpPr/>
            <p:nvPr/>
          </p:nvSpPr>
          <p:spPr>
            <a:xfrm>
              <a:off x="5043550" y="2683136"/>
              <a:ext cx="316579" cy="82278"/>
            </a:xfrm>
            <a:prstGeom prst="rect">
              <a:avLst/>
            </a:prstGeom>
          </p:spPr>
          <p:txBody>
            <a:bodyPr wrap="none" lIns="0" tIns="0" rIns="0" bIns="0">
              <a:spAutoFit/>
            </a:bodyPr>
            <a:lstStyle/>
            <a:p>
              <a:pPr lvl="0">
                <a:defRPr/>
              </a:pPr>
              <a:r>
                <a:rPr lang="en-AU" sz="544" kern="0">
                  <a:effectLst>
                    <a:glow rad="101600">
                      <a:schemeClr val="bg1">
                        <a:alpha val="60000"/>
                      </a:schemeClr>
                    </a:glow>
                  </a:effectLst>
                </a:rPr>
                <a:t>Kununurra</a:t>
              </a:r>
              <a:endParaRPr lang="en-AU" sz="544" kern="0" dirty="0">
                <a:effectLst>
                  <a:glow rad="101600">
                    <a:schemeClr val="bg1">
                      <a:alpha val="60000"/>
                    </a:schemeClr>
                  </a:glow>
                </a:effectLst>
              </a:endParaRPr>
            </a:p>
          </p:txBody>
        </p:sp>
        <p:sp>
          <p:nvSpPr>
            <p:cNvPr id="651" name="Rectangle 650"/>
            <p:cNvSpPr/>
            <p:nvPr/>
          </p:nvSpPr>
          <p:spPr>
            <a:xfrm>
              <a:off x="4960561" y="2823645"/>
              <a:ext cx="36909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Halls Creek</a:t>
              </a:r>
            </a:p>
          </p:txBody>
        </p:sp>
        <p:sp>
          <p:nvSpPr>
            <p:cNvPr id="652" name="Rectangle 651"/>
            <p:cNvSpPr/>
            <p:nvPr/>
          </p:nvSpPr>
          <p:spPr>
            <a:xfrm>
              <a:off x="4665268" y="2924420"/>
              <a:ext cx="627198" cy="86079"/>
            </a:xfrm>
            <a:prstGeom prst="rect">
              <a:avLst/>
            </a:prstGeom>
          </p:spPr>
          <p:txBody>
            <a:bodyPr wrap="square" lIns="0" tIns="0" rIns="0" bIns="0">
              <a:spAutoFit/>
            </a:bodyPr>
            <a:lstStyle/>
            <a:p>
              <a:pPr lvl="0">
                <a:defRPr/>
              </a:pPr>
              <a:r>
                <a:rPr lang="en-AU" sz="544" kern="0" dirty="0">
                  <a:effectLst>
                    <a:glow rad="101600">
                      <a:schemeClr val="bg1">
                        <a:alpha val="60000"/>
                      </a:schemeClr>
                    </a:glow>
                  </a:effectLst>
                </a:rPr>
                <a:t>Fitzroy Crossing</a:t>
              </a:r>
            </a:p>
          </p:txBody>
        </p:sp>
        <p:sp>
          <p:nvSpPr>
            <p:cNvPr id="653" name="Rectangle 652"/>
            <p:cNvSpPr/>
            <p:nvPr/>
          </p:nvSpPr>
          <p:spPr>
            <a:xfrm>
              <a:off x="4487294" y="2788310"/>
              <a:ext cx="18949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Derby</a:t>
              </a:r>
            </a:p>
          </p:txBody>
        </p:sp>
        <p:sp>
          <p:nvSpPr>
            <p:cNvPr id="654" name="Rectangle 653"/>
            <p:cNvSpPr/>
            <p:nvPr/>
          </p:nvSpPr>
          <p:spPr>
            <a:xfrm>
              <a:off x="4284322" y="3014726"/>
              <a:ext cx="24881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Broome</a:t>
              </a:r>
            </a:p>
          </p:txBody>
        </p:sp>
        <p:sp>
          <p:nvSpPr>
            <p:cNvPr id="655" name="Rectangle 654"/>
            <p:cNvSpPr/>
            <p:nvPr/>
          </p:nvSpPr>
          <p:spPr>
            <a:xfrm>
              <a:off x="5723453" y="3571626"/>
              <a:ext cx="483949" cy="86079"/>
            </a:xfrm>
            <a:prstGeom prst="rect">
              <a:avLst/>
            </a:prstGeom>
          </p:spPr>
          <p:txBody>
            <a:bodyPr wrap="square" lIns="0" tIns="0" rIns="0" bIns="0">
              <a:spAutoFit/>
            </a:bodyPr>
            <a:lstStyle/>
            <a:p>
              <a:pPr lvl="0">
                <a:defRPr/>
              </a:pPr>
              <a:r>
                <a:rPr lang="en-AU" sz="544" kern="0" dirty="0">
                  <a:effectLst>
                    <a:glow rad="101600">
                      <a:schemeClr val="bg1">
                        <a:alpha val="60000"/>
                      </a:schemeClr>
                    </a:glow>
                  </a:effectLst>
                </a:rPr>
                <a:t>Alice Springs</a:t>
              </a:r>
            </a:p>
          </p:txBody>
        </p:sp>
        <p:sp>
          <p:nvSpPr>
            <p:cNvPr id="656" name="Rectangle 655"/>
            <p:cNvSpPr/>
            <p:nvPr/>
          </p:nvSpPr>
          <p:spPr>
            <a:xfrm>
              <a:off x="5871757" y="4146641"/>
              <a:ext cx="483949" cy="86079"/>
            </a:xfrm>
            <a:prstGeom prst="rect">
              <a:avLst/>
            </a:prstGeom>
          </p:spPr>
          <p:txBody>
            <a:bodyPr wrap="square" lIns="0" tIns="0" rIns="0" bIns="0">
              <a:spAutoFit/>
            </a:bodyPr>
            <a:lstStyle/>
            <a:p>
              <a:pPr lvl="0">
                <a:defRPr/>
              </a:pPr>
              <a:r>
                <a:rPr lang="en-AU" sz="544" kern="0" dirty="0">
                  <a:effectLst>
                    <a:glow rad="101600">
                      <a:schemeClr val="bg1">
                        <a:alpha val="60000"/>
                      </a:schemeClr>
                    </a:glow>
                  </a:effectLst>
                </a:rPr>
                <a:t>Coober Pedy</a:t>
              </a:r>
            </a:p>
          </p:txBody>
        </p:sp>
        <p:sp>
          <p:nvSpPr>
            <p:cNvPr id="657" name="Rectangle 656"/>
            <p:cNvSpPr/>
            <p:nvPr/>
          </p:nvSpPr>
          <p:spPr>
            <a:xfrm>
              <a:off x="5388200" y="4960378"/>
              <a:ext cx="27023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Minlaton</a:t>
              </a:r>
            </a:p>
          </p:txBody>
        </p:sp>
        <p:cxnSp>
          <p:nvCxnSpPr>
            <p:cNvPr id="658" name="Straight Connector 657"/>
            <p:cNvCxnSpPr/>
            <p:nvPr/>
          </p:nvCxnSpPr>
          <p:spPr>
            <a:xfrm flipV="1">
              <a:off x="5690208" y="4993648"/>
              <a:ext cx="324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59" name="Rectangle 658"/>
            <p:cNvSpPr/>
            <p:nvPr/>
          </p:nvSpPr>
          <p:spPr>
            <a:xfrm>
              <a:off x="5417207" y="4886755"/>
              <a:ext cx="37733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Port Lincoln</a:t>
              </a:r>
            </a:p>
          </p:txBody>
        </p:sp>
        <p:sp>
          <p:nvSpPr>
            <p:cNvPr id="660" name="Rectangle 659"/>
            <p:cNvSpPr/>
            <p:nvPr/>
          </p:nvSpPr>
          <p:spPr>
            <a:xfrm>
              <a:off x="5527068" y="4817611"/>
              <a:ext cx="23233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Elliston</a:t>
              </a:r>
            </a:p>
          </p:txBody>
        </p:sp>
        <p:sp>
          <p:nvSpPr>
            <p:cNvPr id="661" name="Rectangle 660"/>
            <p:cNvSpPr/>
            <p:nvPr/>
          </p:nvSpPr>
          <p:spPr>
            <a:xfrm>
              <a:off x="5860646" y="4441445"/>
              <a:ext cx="313075"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Bowmans</a:t>
              </a:r>
            </a:p>
          </p:txBody>
        </p:sp>
        <p:cxnSp>
          <p:nvCxnSpPr>
            <p:cNvPr id="662" name="Straight Connector 661"/>
            <p:cNvCxnSpPr/>
            <p:nvPr/>
          </p:nvCxnSpPr>
          <p:spPr>
            <a:xfrm>
              <a:off x="6143586" y="4546589"/>
              <a:ext cx="0" cy="29611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63" name="Rectangle 662"/>
            <p:cNvSpPr/>
            <p:nvPr/>
          </p:nvSpPr>
          <p:spPr>
            <a:xfrm>
              <a:off x="5705779" y="4746110"/>
              <a:ext cx="25540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Whyalla</a:t>
              </a:r>
            </a:p>
          </p:txBody>
        </p:sp>
        <p:sp>
          <p:nvSpPr>
            <p:cNvPr id="664" name="Rectangle 663"/>
            <p:cNvSpPr/>
            <p:nvPr/>
          </p:nvSpPr>
          <p:spPr>
            <a:xfrm>
              <a:off x="5276121" y="4682157"/>
              <a:ext cx="38557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Streaky Bay</a:t>
              </a:r>
            </a:p>
          </p:txBody>
        </p:sp>
        <p:sp>
          <p:nvSpPr>
            <p:cNvPr id="665" name="Rectangle 664"/>
            <p:cNvSpPr/>
            <p:nvPr/>
          </p:nvSpPr>
          <p:spPr>
            <a:xfrm>
              <a:off x="5834444" y="4524834"/>
              <a:ext cx="293301"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Port Pirie</a:t>
              </a:r>
            </a:p>
          </p:txBody>
        </p:sp>
        <p:cxnSp>
          <p:nvCxnSpPr>
            <p:cNvPr id="666" name="Straight Connector 665"/>
            <p:cNvCxnSpPr/>
            <p:nvPr/>
          </p:nvCxnSpPr>
          <p:spPr>
            <a:xfrm>
              <a:off x="6113731" y="4613257"/>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67" name="Rectangle 666"/>
            <p:cNvSpPr/>
            <p:nvPr/>
          </p:nvSpPr>
          <p:spPr>
            <a:xfrm>
              <a:off x="5592092" y="4613779"/>
              <a:ext cx="41193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Port Augusta</a:t>
              </a:r>
            </a:p>
          </p:txBody>
        </p:sp>
        <p:sp>
          <p:nvSpPr>
            <p:cNvPr id="668" name="Rectangle 667"/>
            <p:cNvSpPr/>
            <p:nvPr/>
          </p:nvSpPr>
          <p:spPr>
            <a:xfrm>
              <a:off x="5365312" y="4481872"/>
              <a:ext cx="24881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Ceduna</a:t>
              </a:r>
            </a:p>
          </p:txBody>
        </p:sp>
        <p:sp>
          <p:nvSpPr>
            <p:cNvPr id="669" name="Rectangle 668"/>
            <p:cNvSpPr/>
            <p:nvPr/>
          </p:nvSpPr>
          <p:spPr>
            <a:xfrm>
              <a:off x="3918290" y="3198527"/>
              <a:ext cx="41523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Port Hedland</a:t>
              </a:r>
            </a:p>
          </p:txBody>
        </p:sp>
        <p:sp>
          <p:nvSpPr>
            <p:cNvPr id="670" name="Rectangle 669"/>
            <p:cNvSpPr/>
            <p:nvPr/>
          </p:nvSpPr>
          <p:spPr>
            <a:xfrm>
              <a:off x="3976635" y="3287519"/>
              <a:ext cx="29824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Nullagine</a:t>
              </a:r>
            </a:p>
          </p:txBody>
        </p:sp>
        <p:sp>
          <p:nvSpPr>
            <p:cNvPr id="671" name="Rectangle 670"/>
            <p:cNvSpPr/>
            <p:nvPr/>
          </p:nvSpPr>
          <p:spPr>
            <a:xfrm>
              <a:off x="3325035" y="3281211"/>
              <a:ext cx="3476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Marble Bar</a:t>
              </a:r>
            </a:p>
          </p:txBody>
        </p:sp>
        <p:sp>
          <p:nvSpPr>
            <p:cNvPr id="672" name="Rectangle 671"/>
            <p:cNvSpPr/>
            <p:nvPr/>
          </p:nvSpPr>
          <p:spPr>
            <a:xfrm>
              <a:off x="3248235" y="3379852"/>
              <a:ext cx="27188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Karratha</a:t>
              </a:r>
            </a:p>
          </p:txBody>
        </p:sp>
        <p:sp>
          <p:nvSpPr>
            <p:cNvPr id="673" name="Rectangle 672"/>
            <p:cNvSpPr/>
            <p:nvPr/>
          </p:nvSpPr>
          <p:spPr>
            <a:xfrm>
              <a:off x="3602154" y="3469341"/>
              <a:ext cx="42841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Pannawonica</a:t>
              </a:r>
            </a:p>
          </p:txBody>
        </p:sp>
        <p:sp>
          <p:nvSpPr>
            <p:cNvPr id="674" name="Rectangle 673"/>
            <p:cNvSpPr/>
            <p:nvPr/>
          </p:nvSpPr>
          <p:spPr>
            <a:xfrm>
              <a:off x="3187138" y="3459298"/>
              <a:ext cx="23892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Onslow</a:t>
              </a:r>
            </a:p>
          </p:txBody>
        </p:sp>
        <p:sp>
          <p:nvSpPr>
            <p:cNvPr id="675" name="Rectangle 674"/>
            <p:cNvSpPr/>
            <p:nvPr/>
          </p:nvSpPr>
          <p:spPr>
            <a:xfrm>
              <a:off x="3052585" y="3545173"/>
              <a:ext cx="28176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Exmouth</a:t>
              </a:r>
            </a:p>
          </p:txBody>
        </p:sp>
        <p:sp>
          <p:nvSpPr>
            <p:cNvPr id="676" name="Rectangle 675"/>
            <p:cNvSpPr/>
            <p:nvPr/>
          </p:nvSpPr>
          <p:spPr>
            <a:xfrm>
              <a:off x="3919771" y="3556349"/>
              <a:ext cx="32625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Tom Price</a:t>
              </a:r>
            </a:p>
          </p:txBody>
        </p:sp>
        <p:sp>
          <p:nvSpPr>
            <p:cNvPr id="677" name="Rectangle 676"/>
            <p:cNvSpPr/>
            <p:nvPr/>
          </p:nvSpPr>
          <p:spPr>
            <a:xfrm>
              <a:off x="3401188" y="3621772"/>
              <a:ext cx="37074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Paraburdoo</a:t>
              </a:r>
            </a:p>
          </p:txBody>
        </p:sp>
        <p:sp>
          <p:nvSpPr>
            <p:cNvPr id="678" name="Rectangle 677"/>
            <p:cNvSpPr/>
            <p:nvPr/>
          </p:nvSpPr>
          <p:spPr>
            <a:xfrm>
              <a:off x="4094395" y="3635621"/>
              <a:ext cx="28011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Newman</a:t>
              </a:r>
            </a:p>
          </p:txBody>
        </p:sp>
        <p:sp>
          <p:nvSpPr>
            <p:cNvPr id="679" name="Rectangle 678"/>
            <p:cNvSpPr/>
            <p:nvPr/>
          </p:nvSpPr>
          <p:spPr>
            <a:xfrm>
              <a:off x="3081214" y="3867104"/>
              <a:ext cx="33119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Carnarvon</a:t>
              </a:r>
            </a:p>
          </p:txBody>
        </p:sp>
        <p:sp>
          <p:nvSpPr>
            <p:cNvPr id="680" name="Rectangle 679"/>
            <p:cNvSpPr/>
            <p:nvPr/>
          </p:nvSpPr>
          <p:spPr>
            <a:xfrm>
              <a:off x="4011362" y="3915741"/>
              <a:ext cx="21915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Wiluna</a:t>
              </a:r>
            </a:p>
          </p:txBody>
        </p:sp>
        <p:sp>
          <p:nvSpPr>
            <p:cNvPr id="681" name="Rectangle 680"/>
            <p:cNvSpPr/>
            <p:nvPr/>
          </p:nvSpPr>
          <p:spPr>
            <a:xfrm>
              <a:off x="3584335" y="3813231"/>
              <a:ext cx="3987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Meekatharra</a:t>
              </a:r>
            </a:p>
          </p:txBody>
        </p:sp>
        <p:cxnSp>
          <p:nvCxnSpPr>
            <p:cNvPr id="682" name="Straight Connector 681"/>
            <p:cNvCxnSpPr/>
            <p:nvPr/>
          </p:nvCxnSpPr>
          <p:spPr>
            <a:xfrm>
              <a:off x="3866938" y="3898873"/>
              <a:ext cx="0" cy="10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83" name="Rectangle 682"/>
            <p:cNvSpPr/>
            <p:nvPr/>
          </p:nvSpPr>
          <p:spPr>
            <a:xfrm>
              <a:off x="3846558" y="4074622"/>
              <a:ext cx="13017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Cue</a:t>
              </a:r>
            </a:p>
          </p:txBody>
        </p:sp>
        <p:sp>
          <p:nvSpPr>
            <p:cNvPr id="684" name="Rectangle 683"/>
            <p:cNvSpPr/>
            <p:nvPr/>
          </p:nvSpPr>
          <p:spPr>
            <a:xfrm>
              <a:off x="3093974" y="3968401"/>
              <a:ext cx="26858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Denham</a:t>
              </a:r>
            </a:p>
          </p:txBody>
        </p:sp>
        <p:sp>
          <p:nvSpPr>
            <p:cNvPr id="685" name="Rectangle 684"/>
            <p:cNvSpPr/>
            <p:nvPr/>
          </p:nvSpPr>
          <p:spPr>
            <a:xfrm>
              <a:off x="3332049" y="4120418"/>
              <a:ext cx="18290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Binnu</a:t>
              </a:r>
            </a:p>
          </p:txBody>
        </p:sp>
        <p:sp>
          <p:nvSpPr>
            <p:cNvPr id="686" name="Rectangle 685"/>
            <p:cNvSpPr/>
            <p:nvPr/>
          </p:nvSpPr>
          <p:spPr>
            <a:xfrm>
              <a:off x="3205193" y="4197405"/>
              <a:ext cx="24551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Kalbarri</a:t>
              </a:r>
            </a:p>
          </p:txBody>
        </p:sp>
        <p:sp>
          <p:nvSpPr>
            <p:cNvPr id="687" name="Rectangle 686"/>
            <p:cNvSpPr/>
            <p:nvPr/>
          </p:nvSpPr>
          <p:spPr>
            <a:xfrm>
              <a:off x="3196216" y="4270408"/>
              <a:ext cx="31307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Geraldton</a:t>
              </a:r>
            </a:p>
          </p:txBody>
        </p:sp>
        <p:sp>
          <p:nvSpPr>
            <p:cNvPr id="688" name="Rectangle 687"/>
            <p:cNvSpPr/>
            <p:nvPr/>
          </p:nvSpPr>
          <p:spPr>
            <a:xfrm>
              <a:off x="3865706" y="4170377"/>
              <a:ext cx="45478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Mount Magnet</a:t>
              </a:r>
            </a:p>
          </p:txBody>
        </p:sp>
        <p:sp>
          <p:nvSpPr>
            <p:cNvPr id="689" name="Rectangle 688"/>
            <p:cNvSpPr/>
            <p:nvPr/>
          </p:nvSpPr>
          <p:spPr>
            <a:xfrm>
              <a:off x="3738177" y="4252426"/>
              <a:ext cx="26199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Mullewa</a:t>
              </a:r>
            </a:p>
          </p:txBody>
        </p:sp>
        <p:sp>
          <p:nvSpPr>
            <p:cNvPr id="690" name="Rectangle 689"/>
            <p:cNvSpPr/>
            <p:nvPr/>
          </p:nvSpPr>
          <p:spPr>
            <a:xfrm>
              <a:off x="4484049" y="4205290"/>
              <a:ext cx="253754"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Leinster</a:t>
              </a:r>
            </a:p>
          </p:txBody>
        </p:sp>
        <p:sp>
          <p:nvSpPr>
            <p:cNvPr id="691" name="Rectangle 690"/>
            <p:cNvSpPr/>
            <p:nvPr/>
          </p:nvSpPr>
          <p:spPr>
            <a:xfrm>
              <a:off x="4655692" y="4293715"/>
              <a:ext cx="27682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Laverton</a:t>
              </a:r>
            </a:p>
          </p:txBody>
        </p:sp>
        <p:sp>
          <p:nvSpPr>
            <p:cNvPr id="692" name="Rectangle 691"/>
            <p:cNvSpPr/>
            <p:nvPr/>
          </p:nvSpPr>
          <p:spPr>
            <a:xfrm>
              <a:off x="3282950" y="4343387"/>
              <a:ext cx="28506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Eneabba</a:t>
              </a:r>
            </a:p>
          </p:txBody>
        </p:sp>
        <p:sp>
          <p:nvSpPr>
            <p:cNvPr id="693" name="Rectangle 692"/>
            <p:cNvSpPr/>
            <p:nvPr/>
          </p:nvSpPr>
          <p:spPr>
            <a:xfrm>
              <a:off x="3010575" y="4377783"/>
              <a:ext cx="33119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Carnamah</a:t>
              </a:r>
            </a:p>
          </p:txBody>
        </p:sp>
        <p:sp>
          <p:nvSpPr>
            <p:cNvPr id="694" name="Rectangle 693"/>
            <p:cNvSpPr/>
            <p:nvPr/>
          </p:nvSpPr>
          <p:spPr>
            <a:xfrm>
              <a:off x="3752615" y="4318055"/>
              <a:ext cx="25210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Morawa</a:t>
              </a:r>
            </a:p>
          </p:txBody>
        </p:sp>
        <p:cxnSp>
          <p:nvCxnSpPr>
            <p:cNvPr id="695" name="Straight Connector 694"/>
            <p:cNvCxnSpPr/>
            <p:nvPr/>
          </p:nvCxnSpPr>
          <p:spPr>
            <a:xfrm flipV="1">
              <a:off x="3328794" y="4428533"/>
              <a:ext cx="318343"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96" name="Rectangle 695"/>
            <p:cNvSpPr/>
            <p:nvPr/>
          </p:nvSpPr>
          <p:spPr>
            <a:xfrm>
              <a:off x="3708138" y="4410159"/>
              <a:ext cx="24386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Coorow</a:t>
              </a:r>
            </a:p>
          </p:txBody>
        </p:sp>
        <p:sp>
          <p:nvSpPr>
            <p:cNvPr id="697" name="Rectangle 696"/>
            <p:cNvSpPr/>
            <p:nvPr/>
          </p:nvSpPr>
          <p:spPr>
            <a:xfrm>
              <a:off x="3274155" y="4424919"/>
              <a:ext cx="324608"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Cervantes</a:t>
              </a:r>
            </a:p>
          </p:txBody>
        </p:sp>
        <p:sp>
          <p:nvSpPr>
            <p:cNvPr id="698" name="Rectangle 697"/>
            <p:cNvSpPr/>
            <p:nvPr/>
          </p:nvSpPr>
          <p:spPr>
            <a:xfrm>
              <a:off x="3274985" y="4507402"/>
              <a:ext cx="387222" cy="86079"/>
            </a:xfrm>
            <a:prstGeom prst="rect">
              <a:avLst/>
            </a:prstGeom>
          </p:spPr>
          <p:txBody>
            <a:bodyPr wrap="none" lIns="0" tIns="0" rIns="0" bIns="0">
              <a:spAutoFit/>
            </a:bodyPr>
            <a:lstStyle/>
            <a:p>
              <a:pPr lvl="0" algn="r">
                <a:defRPr/>
              </a:pPr>
              <a:r>
                <a:rPr lang="en-AU" sz="544" kern="0" dirty="0">
                  <a:effectLst>
                    <a:glow rad="101600">
                      <a:schemeClr val="bg1">
                        <a:alpha val="60000"/>
                      </a:schemeClr>
                    </a:glow>
                  </a:effectLst>
                </a:rPr>
                <a:t>Badgingarra</a:t>
              </a:r>
            </a:p>
          </p:txBody>
        </p:sp>
        <p:sp>
          <p:nvSpPr>
            <p:cNvPr id="699" name="Rectangle 698"/>
            <p:cNvSpPr/>
            <p:nvPr/>
          </p:nvSpPr>
          <p:spPr>
            <a:xfrm>
              <a:off x="4057162" y="4378752"/>
              <a:ext cx="33779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Bencubbin</a:t>
              </a:r>
            </a:p>
          </p:txBody>
        </p:sp>
        <p:sp>
          <p:nvSpPr>
            <p:cNvPr id="700" name="Rectangle 699"/>
            <p:cNvSpPr/>
            <p:nvPr/>
          </p:nvSpPr>
          <p:spPr>
            <a:xfrm>
              <a:off x="4500839" y="4363244"/>
              <a:ext cx="26034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Leonora</a:t>
              </a:r>
            </a:p>
          </p:txBody>
        </p:sp>
        <p:sp>
          <p:nvSpPr>
            <p:cNvPr id="701" name="Rectangle 700"/>
            <p:cNvSpPr/>
            <p:nvPr/>
          </p:nvSpPr>
          <p:spPr>
            <a:xfrm>
              <a:off x="4500839" y="4441166"/>
              <a:ext cx="26693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Menzies</a:t>
              </a:r>
            </a:p>
          </p:txBody>
        </p:sp>
        <p:sp>
          <p:nvSpPr>
            <p:cNvPr id="702" name="Rectangle 701"/>
            <p:cNvSpPr/>
            <p:nvPr/>
          </p:nvSpPr>
          <p:spPr>
            <a:xfrm>
              <a:off x="4497633" y="4533427"/>
              <a:ext cx="303979" cy="82278"/>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Kalgoorlie</a:t>
              </a:r>
            </a:p>
          </p:txBody>
        </p:sp>
        <p:sp>
          <p:nvSpPr>
            <p:cNvPr id="703" name="Rectangle 702"/>
            <p:cNvSpPr/>
            <p:nvPr/>
          </p:nvSpPr>
          <p:spPr>
            <a:xfrm>
              <a:off x="3850971" y="4470582"/>
              <a:ext cx="237276"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Latham</a:t>
              </a:r>
            </a:p>
          </p:txBody>
        </p:sp>
        <p:sp>
          <p:nvSpPr>
            <p:cNvPr id="704" name="Rectangle 703"/>
            <p:cNvSpPr/>
            <p:nvPr/>
          </p:nvSpPr>
          <p:spPr>
            <a:xfrm>
              <a:off x="4016777" y="4545411"/>
              <a:ext cx="25869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Calingiri</a:t>
              </a:r>
            </a:p>
          </p:txBody>
        </p:sp>
        <p:sp>
          <p:nvSpPr>
            <p:cNvPr id="705" name="Freeform 704"/>
            <p:cNvSpPr/>
            <p:nvPr/>
          </p:nvSpPr>
          <p:spPr>
            <a:xfrm flipH="1">
              <a:off x="3864069" y="4584631"/>
              <a:ext cx="130231" cy="28800"/>
            </a:xfrm>
            <a:custGeom>
              <a:avLst/>
              <a:gdLst>
                <a:gd name="connsiteX0" fmla="*/ 60325 w 60325"/>
                <a:gd name="connsiteY0" fmla="*/ 73025 h 73025"/>
                <a:gd name="connsiteX1" fmla="*/ 60325 w 60325"/>
                <a:gd name="connsiteY1" fmla="*/ 0 h 73025"/>
                <a:gd name="connsiteX2" fmla="*/ 0 w 60325"/>
                <a:gd name="connsiteY2" fmla="*/ 0 h 73025"/>
              </a:gdLst>
              <a:ahLst/>
              <a:cxnLst>
                <a:cxn ang="0">
                  <a:pos x="connsiteX0" y="connsiteY0"/>
                </a:cxn>
                <a:cxn ang="0">
                  <a:pos x="connsiteX1" y="connsiteY1"/>
                </a:cxn>
                <a:cxn ang="0">
                  <a:pos x="connsiteX2" y="connsiteY2"/>
                </a:cxn>
              </a:cxnLst>
              <a:rect l="l" t="t" r="r" b="b"/>
              <a:pathLst>
                <a:path w="60325" h="73025">
                  <a:moveTo>
                    <a:pt x="60325" y="73025"/>
                  </a:moveTo>
                  <a:lnTo>
                    <a:pt x="60325" y="0"/>
                  </a:lnTo>
                  <a:lnTo>
                    <a:pt x="0" y="0"/>
                  </a:lnTo>
                </a:path>
              </a:pathLst>
            </a:custGeom>
            <a:noFill/>
            <a:ln w="6350">
              <a:solidFill>
                <a:schemeClr val="tx1"/>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32">
                <a:solidFill>
                  <a:schemeClr val="tx1"/>
                </a:solidFill>
              </a:endParaRPr>
            </a:p>
          </p:txBody>
        </p:sp>
        <p:sp>
          <p:nvSpPr>
            <p:cNvPr id="706" name="Rectangle 705"/>
            <p:cNvSpPr/>
            <p:nvPr/>
          </p:nvSpPr>
          <p:spPr>
            <a:xfrm>
              <a:off x="4105511" y="4612006"/>
              <a:ext cx="25540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Bodallin</a:t>
              </a:r>
            </a:p>
          </p:txBody>
        </p:sp>
        <p:sp>
          <p:nvSpPr>
            <p:cNvPr id="707" name="Rectangle 706"/>
            <p:cNvSpPr/>
            <p:nvPr/>
          </p:nvSpPr>
          <p:spPr>
            <a:xfrm>
              <a:off x="4409871" y="4650391"/>
              <a:ext cx="32955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Meckering</a:t>
              </a:r>
            </a:p>
          </p:txBody>
        </p:sp>
        <p:cxnSp>
          <p:nvCxnSpPr>
            <p:cNvPr id="708" name="Straight Connector 707"/>
            <p:cNvCxnSpPr/>
            <p:nvPr/>
          </p:nvCxnSpPr>
          <p:spPr>
            <a:xfrm flipV="1">
              <a:off x="4027463" y="4711108"/>
              <a:ext cx="360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09" name="Rectangle 708"/>
            <p:cNvSpPr/>
            <p:nvPr/>
          </p:nvSpPr>
          <p:spPr>
            <a:xfrm>
              <a:off x="3939571" y="4717098"/>
              <a:ext cx="27188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Northam</a:t>
              </a:r>
            </a:p>
          </p:txBody>
        </p:sp>
        <p:sp>
          <p:nvSpPr>
            <p:cNvPr id="710" name="Rectangle 709"/>
            <p:cNvSpPr/>
            <p:nvPr/>
          </p:nvSpPr>
          <p:spPr>
            <a:xfrm>
              <a:off x="3959503" y="5349191"/>
              <a:ext cx="28835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Denmark</a:t>
              </a:r>
            </a:p>
          </p:txBody>
        </p:sp>
        <p:cxnSp>
          <p:nvCxnSpPr>
            <p:cNvPr id="711" name="Straight Connector 710"/>
            <p:cNvCxnSpPr/>
            <p:nvPr/>
          </p:nvCxnSpPr>
          <p:spPr>
            <a:xfrm>
              <a:off x="3981738" y="5098425"/>
              <a:ext cx="0" cy="25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12" name="Rectangle 711"/>
            <p:cNvSpPr/>
            <p:nvPr/>
          </p:nvSpPr>
          <p:spPr>
            <a:xfrm>
              <a:off x="4089251" y="5073498"/>
              <a:ext cx="21915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Albany</a:t>
              </a:r>
            </a:p>
          </p:txBody>
        </p:sp>
        <p:sp>
          <p:nvSpPr>
            <p:cNvPr id="713" name="Rectangle 712"/>
            <p:cNvSpPr/>
            <p:nvPr/>
          </p:nvSpPr>
          <p:spPr>
            <a:xfrm>
              <a:off x="3996599" y="5248357"/>
              <a:ext cx="42676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Mount Barker</a:t>
              </a:r>
            </a:p>
          </p:txBody>
        </p:sp>
        <p:sp>
          <p:nvSpPr>
            <p:cNvPr id="714" name="Rectangle 713"/>
            <p:cNvSpPr/>
            <p:nvPr/>
          </p:nvSpPr>
          <p:spPr>
            <a:xfrm>
              <a:off x="4086717" y="4991773"/>
              <a:ext cx="496216" cy="86079"/>
            </a:xfrm>
            <a:prstGeom prst="rect">
              <a:avLst/>
            </a:prstGeom>
          </p:spPr>
          <p:txBody>
            <a:bodyPr wrap="square" lIns="0" tIns="0" rIns="0" bIns="0">
              <a:spAutoFit/>
            </a:bodyPr>
            <a:lstStyle/>
            <a:p>
              <a:pPr lvl="0">
                <a:defRPr/>
              </a:pPr>
              <a:r>
                <a:rPr lang="en-AU" sz="544" kern="0" dirty="0">
                  <a:effectLst>
                    <a:glow rad="101600">
                      <a:schemeClr val="bg1">
                        <a:alpha val="60000"/>
                      </a:schemeClr>
                    </a:glow>
                  </a:effectLst>
                </a:rPr>
                <a:t>Boxwood Hill</a:t>
              </a:r>
            </a:p>
          </p:txBody>
        </p:sp>
        <p:sp>
          <p:nvSpPr>
            <p:cNvPr id="715" name="Rectangle 714"/>
            <p:cNvSpPr/>
            <p:nvPr/>
          </p:nvSpPr>
          <p:spPr>
            <a:xfrm>
              <a:off x="4206592" y="4905526"/>
              <a:ext cx="37568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Bremer Bay</a:t>
              </a:r>
            </a:p>
          </p:txBody>
        </p:sp>
        <p:sp>
          <p:nvSpPr>
            <p:cNvPr id="716" name="Rectangle 715"/>
            <p:cNvSpPr/>
            <p:nvPr/>
          </p:nvSpPr>
          <p:spPr>
            <a:xfrm>
              <a:off x="4568140" y="4819354"/>
              <a:ext cx="34108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Esperance</a:t>
              </a:r>
            </a:p>
          </p:txBody>
        </p:sp>
        <p:sp>
          <p:nvSpPr>
            <p:cNvPr id="717" name="Rectangle 716"/>
            <p:cNvSpPr/>
            <p:nvPr/>
          </p:nvSpPr>
          <p:spPr>
            <a:xfrm>
              <a:off x="4136615" y="4783866"/>
              <a:ext cx="22903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Borden</a:t>
              </a:r>
            </a:p>
          </p:txBody>
        </p:sp>
        <p:sp>
          <p:nvSpPr>
            <p:cNvPr id="718" name="Rectangle 717"/>
            <p:cNvSpPr/>
            <p:nvPr/>
          </p:nvSpPr>
          <p:spPr>
            <a:xfrm>
              <a:off x="3901601" y="5424859"/>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Beverley</a:t>
              </a:r>
            </a:p>
          </p:txBody>
        </p:sp>
        <p:cxnSp>
          <p:nvCxnSpPr>
            <p:cNvPr id="719" name="Straight Connector 718"/>
            <p:cNvCxnSpPr/>
            <p:nvPr/>
          </p:nvCxnSpPr>
          <p:spPr>
            <a:xfrm>
              <a:off x="3926057" y="4878922"/>
              <a:ext cx="0" cy="540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0" name="Straight Connector 719"/>
            <p:cNvCxnSpPr/>
            <p:nvPr/>
          </p:nvCxnSpPr>
          <p:spPr>
            <a:xfrm>
              <a:off x="4016663" y="5031750"/>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21" name="Rectangle 720"/>
            <p:cNvSpPr/>
            <p:nvPr/>
          </p:nvSpPr>
          <p:spPr>
            <a:xfrm>
              <a:off x="3854457" y="5538671"/>
              <a:ext cx="36085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Boddington</a:t>
              </a:r>
            </a:p>
          </p:txBody>
        </p:sp>
        <p:cxnSp>
          <p:nvCxnSpPr>
            <p:cNvPr id="722" name="Straight Connector 721"/>
            <p:cNvCxnSpPr/>
            <p:nvPr/>
          </p:nvCxnSpPr>
          <p:spPr>
            <a:xfrm>
              <a:off x="3875257" y="4917530"/>
              <a:ext cx="0" cy="61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23" name="Rectangle 722"/>
            <p:cNvSpPr/>
            <p:nvPr/>
          </p:nvSpPr>
          <p:spPr>
            <a:xfrm>
              <a:off x="3568049" y="5335587"/>
              <a:ext cx="26199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Augusta</a:t>
              </a:r>
            </a:p>
          </p:txBody>
        </p:sp>
        <p:sp>
          <p:nvSpPr>
            <p:cNvPr id="724" name="Rectangle 723"/>
            <p:cNvSpPr/>
            <p:nvPr/>
          </p:nvSpPr>
          <p:spPr>
            <a:xfrm>
              <a:off x="3509766" y="5227480"/>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Balingup</a:t>
              </a:r>
            </a:p>
          </p:txBody>
        </p:sp>
        <p:cxnSp>
          <p:nvCxnSpPr>
            <p:cNvPr id="725" name="Straight Connector 724"/>
            <p:cNvCxnSpPr/>
            <p:nvPr/>
          </p:nvCxnSpPr>
          <p:spPr>
            <a:xfrm>
              <a:off x="3833982" y="5092155"/>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6" name="Straight Connector 725"/>
            <p:cNvCxnSpPr/>
            <p:nvPr/>
          </p:nvCxnSpPr>
          <p:spPr>
            <a:xfrm>
              <a:off x="3795882" y="5028655"/>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27" name="Rectangle 726"/>
            <p:cNvSpPr/>
            <p:nvPr/>
          </p:nvSpPr>
          <p:spPr>
            <a:xfrm>
              <a:off x="3255452" y="5041301"/>
              <a:ext cx="46961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Margaret River</a:t>
              </a:r>
            </a:p>
          </p:txBody>
        </p:sp>
        <p:sp>
          <p:nvSpPr>
            <p:cNvPr id="728" name="Rectangle 727"/>
            <p:cNvSpPr/>
            <p:nvPr/>
          </p:nvSpPr>
          <p:spPr>
            <a:xfrm>
              <a:off x="3379143" y="4933405"/>
              <a:ext cx="31472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Busselton</a:t>
              </a:r>
            </a:p>
          </p:txBody>
        </p:sp>
        <p:sp>
          <p:nvSpPr>
            <p:cNvPr id="729" name="Rectangle 728"/>
            <p:cNvSpPr/>
            <p:nvPr/>
          </p:nvSpPr>
          <p:spPr>
            <a:xfrm>
              <a:off x="3101198" y="4875981"/>
              <a:ext cx="265289"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Bunbury</a:t>
              </a:r>
            </a:p>
          </p:txBody>
        </p:sp>
        <p:cxnSp>
          <p:nvCxnSpPr>
            <p:cNvPr id="730" name="Straight Connector 729"/>
            <p:cNvCxnSpPr/>
            <p:nvPr/>
          </p:nvCxnSpPr>
          <p:spPr>
            <a:xfrm flipV="1">
              <a:off x="3344729" y="4930183"/>
              <a:ext cx="43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31" name="Rectangle 730"/>
            <p:cNvSpPr/>
            <p:nvPr/>
          </p:nvSpPr>
          <p:spPr>
            <a:xfrm>
              <a:off x="3407187" y="4831748"/>
              <a:ext cx="31966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Mandurah</a:t>
              </a:r>
            </a:p>
          </p:txBody>
        </p:sp>
        <p:sp>
          <p:nvSpPr>
            <p:cNvPr id="732" name="Rectangle 731"/>
            <p:cNvSpPr/>
            <p:nvPr/>
          </p:nvSpPr>
          <p:spPr>
            <a:xfrm>
              <a:off x="3105780" y="4777239"/>
              <a:ext cx="321312"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Fremantle</a:t>
              </a:r>
            </a:p>
          </p:txBody>
        </p:sp>
        <p:cxnSp>
          <p:nvCxnSpPr>
            <p:cNvPr id="733" name="Straight Connector 732"/>
            <p:cNvCxnSpPr/>
            <p:nvPr/>
          </p:nvCxnSpPr>
          <p:spPr>
            <a:xfrm flipV="1">
              <a:off x="3412574" y="4831748"/>
              <a:ext cx="353715"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070" name="Rectangle 1069"/>
            <p:cNvSpPr/>
            <p:nvPr/>
          </p:nvSpPr>
          <p:spPr>
            <a:xfrm>
              <a:off x="3395547" y="4691719"/>
              <a:ext cx="214208"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Perth</a:t>
              </a:r>
            </a:p>
          </p:txBody>
        </p:sp>
        <p:sp>
          <p:nvSpPr>
            <p:cNvPr id="1097" name="Rectangle 1096"/>
            <p:cNvSpPr/>
            <p:nvPr/>
          </p:nvSpPr>
          <p:spPr>
            <a:xfrm>
              <a:off x="6284647" y="5642364"/>
              <a:ext cx="35426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King Island</a:t>
              </a:r>
            </a:p>
          </p:txBody>
        </p:sp>
        <p:sp>
          <p:nvSpPr>
            <p:cNvPr id="1098" name="Rectangle 1097"/>
            <p:cNvSpPr/>
            <p:nvPr/>
          </p:nvSpPr>
          <p:spPr>
            <a:xfrm>
              <a:off x="6553542" y="5728560"/>
              <a:ext cx="20597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Burnie</a:t>
              </a:r>
            </a:p>
          </p:txBody>
        </p:sp>
        <p:sp>
          <p:nvSpPr>
            <p:cNvPr id="1099" name="Rectangle 1098"/>
            <p:cNvSpPr/>
            <p:nvPr/>
          </p:nvSpPr>
          <p:spPr>
            <a:xfrm>
              <a:off x="6454241" y="5831256"/>
              <a:ext cx="327903"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Devonport</a:t>
              </a:r>
            </a:p>
          </p:txBody>
        </p:sp>
        <p:sp>
          <p:nvSpPr>
            <p:cNvPr id="1100" name="Rectangle 1099"/>
            <p:cNvSpPr/>
            <p:nvPr/>
          </p:nvSpPr>
          <p:spPr>
            <a:xfrm>
              <a:off x="6914108" y="5740270"/>
              <a:ext cx="36909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Launceston</a:t>
              </a:r>
            </a:p>
          </p:txBody>
        </p:sp>
        <p:sp>
          <p:nvSpPr>
            <p:cNvPr id="1101" name="Rectangle 1100"/>
            <p:cNvSpPr/>
            <p:nvPr/>
          </p:nvSpPr>
          <p:spPr>
            <a:xfrm>
              <a:off x="7061061" y="5822515"/>
              <a:ext cx="30977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St Helens</a:t>
              </a:r>
            </a:p>
          </p:txBody>
        </p:sp>
        <p:sp>
          <p:nvSpPr>
            <p:cNvPr id="1102" name="Rectangle 1101"/>
            <p:cNvSpPr/>
            <p:nvPr/>
          </p:nvSpPr>
          <p:spPr>
            <a:xfrm>
              <a:off x="7425922" y="5859805"/>
              <a:ext cx="286710"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Midlands</a:t>
              </a:r>
            </a:p>
          </p:txBody>
        </p:sp>
        <p:cxnSp>
          <p:nvCxnSpPr>
            <p:cNvPr id="1104" name="Straight Connector 1103"/>
            <p:cNvCxnSpPr/>
            <p:nvPr/>
          </p:nvCxnSpPr>
          <p:spPr>
            <a:xfrm flipV="1">
              <a:off x="6975218" y="5918060"/>
              <a:ext cx="432000" cy="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05" name="Rectangle 1104"/>
            <p:cNvSpPr/>
            <p:nvPr/>
          </p:nvSpPr>
          <p:spPr>
            <a:xfrm>
              <a:off x="7023279" y="5913889"/>
              <a:ext cx="163128"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Ross</a:t>
              </a:r>
            </a:p>
          </p:txBody>
        </p:sp>
        <p:sp>
          <p:nvSpPr>
            <p:cNvPr id="1106" name="Rectangle 1105"/>
            <p:cNvSpPr/>
            <p:nvPr/>
          </p:nvSpPr>
          <p:spPr>
            <a:xfrm>
              <a:off x="6675860" y="5933988"/>
              <a:ext cx="186197"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Boyer</a:t>
              </a:r>
            </a:p>
          </p:txBody>
        </p:sp>
        <p:sp>
          <p:nvSpPr>
            <p:cNvPr id="1107" name="Rectangle 1106"/>
            <p:cNvSpPr/>
            <p:nvPr/>
          </p:nvSpPr>
          <p:spPr>
            <a:xfrm>
              <a:off x="7023279" y="5985307"/>
              <a:ext cx="278471"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Dunalley</a:t>
              </a:r>
            </a:p>
          </p:txBody>
        </p:sp>
        <p:sp>
          <p:nvSpPr>
            <p:cNvPr id="1108" name="Rectangle 1107"/>
            <p:cNvSpPr/>
            <p:nvPr/>
          </p:nvSpPr>
          <p:spPr>
            <a:xfrm>
              <a:off x="7046947" y="6075833"/>
              <a:ext cx="270231" cy="100447"/>
            </a:xfrm>
            <a:prstGeom prst="rect">
              <a:avLst/>
            </a:prstGeom>
          </p:spPr>
          <p:txBody>
            <a:bodyPr wrap="none" lIns="0" tIns="0" rIns="0" bIns="0">
              <a:spAutoFit/>
            </a:bodyPr>
            <a:lstStyle/>
            <a:p>
              <a:pPr lvl="0">
                <a:defRPr/>
              </a:pPr>
              <a:r>
                <a:rPr lang="en-AU" sz="635" b="1" kern="0" dirty="0">
                  <a:effectLst>
                    <a:glow rad="101600">
                      <a:schemeClr val="bg1">
                        <a:alpha val="60000"/>
                      </a:schemeClr>
                    </a:glow>
                  </a:effectLst>
                </a:rPr>
                <a:t>Hobart</a:t>
              </a:r>
            </a:p>
          </p:txBody>
        </p:sp>
        <p:sp>
          <p:nvSpPr>
            <p:cNvPr id="1109" name="Rectangle 1108"/>
            <p:cNvSpPr/>
            <p:nvPr/>
          </p:nvSpPr>
          <p:spPr>
            <a:xfrm>
              <a:off x="6630575" y="6026724"/>
              <a:ext cx="194435" cy="86079"/>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Grove</a:t>
              </a:r>
            </a:p>
          </p:txBody>
        </p:sp>
      </p:grpSp>
      <p:grpSp>
        <p:nvGrpSpPr>
          <p:cNvPr id="14" name="Group 13">
            <a:extLst>
              <a:ext uri="{FF2B5EF4-FFF2-40B4-BE49-F238E27FC236}">
                <a16:creationId xmlns:a16="http://schemas.microsoft.com/office/drawing/2014/main" id="{E94BD70F-63F9-EAD0-F85B-9D4110FCD912}"/>
              </a:ext>
            </a:extLst>
          </p:cNvPr>
          <p:cNvGrpSpPr/>
          <p:nvPr/>
        </p:nvGrpSpPr>
        <p:grpSpPr>
          <a:xfrm>
            <a:off x="458016" y="1061428"/>
            <a:ext cx="6095158" cy="492443"/>
            <a:chOff x="437385" y="1138443"/>
            <a:chExt cx="6095158" cy="492443"/>
          </a:xfrm>
        </p:grpSpPr>
        <p:sp>
          <p:nvSpPr>
            <p:cNvPr id="11" name="TextBox 10">
              <a:extLst>
                <a:ext uri="{FF2B5EF4-FFF2-40B4-BE49-F238E27FC236}">
                  <a16:creationId xmlns:a16="http://schemas.microsoft.com/office/drawing/2014/main" id="{42E5B311-4F02-277C-22D2-2541C0B4146F}"/>
                </a:ext>
              </a:extLst>
            </p:cNvPr>
            <p:cNvSpPr txBox="1"/>
            <p:nvPr/>
          </p:nvSpPr>
          <p:spPr>
            <a:xfrm>
              <a:off x="437385" y="1138443"/>
              <a:ext cx="6095158" cy="492443"/>
            </a:xfrm>
            <a:prstGeom prst="rect">
              <a:avLst/>
            </a:prstGeom>
            <a:noFill/>
          </p:spPr>
          <p:txBody>
            <a:bodyPr wrap="square">
              <a:spAutoFit/>
            </a:bodyPr>
            <a:lstStyle/>
            <a:p>
              <a:r>
                <a:rPr lang="en-US" sz="2600" b="1" dirty="0">
                  <a:latin typeface="Franklin Gothic Demi" panose="020B0703020102020204" pitchFamily="34" charset="0"/>
                  <a:ea typeface="LF_Kai" panose="03000509000000000000" pitchFamily="65" charset="-120"/>
                </a:rPr>
                <a:t>Australia</a:t>
              </a:r>
              <a:endParaRPr lang="en-US" sz="2600" b="1" dirty="0">
                <a:solidFill>
                  <a:schemeClr val="tx1"/>
                </a:solidFill>
                <a:latin typeface="Franklin Gothic Demi" panose="020B0703020102020204" pitchFamily="34" charset="0"/>
                <a:ea typeface="LF_Kai" panose="03000509000000000000" pitchFamily="65" charset="-120"/>
              </a:endParaRPr>
            </a:p>
          </p:txBody>
        </p:sp>
        <p:cxnSp>
          <p:nvCxnSpPr>
            <p:cNvPr id="13" name="Straight Connector 12">
              <a:extLst>
                <a:ext uri="{FF2B5EF4-FFF2-40B4-BE49-F238E27FC236}">
                  <a16:creationId xmlns:a16="http://schemas.microsoft.com/office/drawing/2014/main" id="{8BD089CC-DA26-88CD-E6EC-D2733582002C}"/>
                </a:ext>
              </a:extLst>
            </p:cNvPr>
            <p:cNvCxnSpPr>
              <a:cxnSpLocks/>
            </p:cNvCxnSpPr>
            <p:nvPr/>
          </p:nvCxnSpPr>
          <p:spPr>
            <a:xfrm>
              <a:off x="547560" y="1615730"/>
              <a:ext cx="317830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4A602F83-93C8-3C52-50A1-38B2CF7A5D1B}"/>
              </a:ext>
            </a:extLst>
          </p:cNvPr>
          <p:cNvGrpSpPr/>
          <p:nvPr/>
        </p:nvGrpSpPr>
        <p:grpSpPr>
          <a:xfrm>
            <a:off x="591231" y="1834227"/>
            <a:ext cx="3273636" cy="1652555"/>
            <a:chOff x="711881" y="1834227"/>
            <a:chExt cx="3273636" cy="1652555"/>
          </a:xfrm>
        </p:grpSpPr>
        <p:grpSp>
          <p:nvGrpSpPr>
            <p:cNvPr id="8" name="Group 7">
              <a:extLst>
                <a:ext uri="{FF2B5EF4-FFF2-40B4-BE49-F238E27FC236}">
                  <a16:creationId xmlns:a16="http://schemas.microsoft.com/office/drawing/2014/main" id="{5378F8FF-A533-E8D9-0490-4EE8889D0EBF}"/>
                </a:ext>
              </a:extLst>
            </p:cNvPr>
            <p:cNvGrpSpPr/>
            <p:nvPr/>
          </p:nvGrpSpPr>
          <p:grpSpPr>
            <a:xfrm>
              <a:off x="943650" y="2723917"/>
              <a:ext cx="2323119" cy="279179"/>
              <a:chOff x="943650" y="2755667"/>
              <a:chExt cx="2323119" cy="279179"/>
            </a:xfrm>
          </p:grpSpPr>
          <p:sp>
            <p:nvSpPr>
              <p:cNvPr id="407" name="TextBox 406"/>
              <p:cNvSpPr txBox="1"/>
              <p:nvPr/>
            </p:nvSpPr>
            <p:spPr>
              <a:xfrm>
                <a:off x="1235254" y="2755667"/>
                <a:ext cx="2031515" cy="279179"/>
              </a:xfrm>
              <a:prstGeom prst="rect">
                <a:avLst/>
              </a:prstGeom>
              <a:noFill/>
            </p:spPr>
            <p:txBody>
              <a:bodyPr vert="horz" wrap="square" lIns="82918" tIns="0" rIns="82918" bIns="0" rtlCol="0" anchor="t">
                <a:spAutoFit/>
              </a:bodyPr>
              <a:lstStyle/>
              <a:p>
                <a:pPr marL="0" lvl="1">
                  <a:spcBef>
                    <a:spcPts val="1904"/>
                  </a:spcBef>
                  <a:spcAft>
                    <a:spcPct val="0"/>
                  </a:spcAft>
                  <a:buClr>
                    <a:schemeClr val="bg2"/>
                  </a:buClr>
                  <a:buSzPct val="92000"/>
                </a:pPr>
                <a:r>
                  <a:rPr lang="en-AU" sz="907" b="1" dirty="0">
                    <a:solidFill>
                      <a:schemeClr val="accent1"/>
                    </a:solidFill>
                    <a:latin typeface="Century Gothic" panose="020B0502020202020204" pitchFamily="34" charset="0"/>
                  </a:rPr>
                  <a:t>Highest frequency of any rail freight forwarder in Australia</a:t>
                </a:r>
              </a:p>
            </p:txBody>
          </p:sp>
          <p:pic>
            <p:nvPicPr>
              <p:cNvPr id="2" name="Picture 1" descr="Icon&#10;&#10;Description automatically generated">
                <a:extLst>
                  <a:ext uri="{FF2B5EF4-FFF2-40B4-BE49-F238E27FC236}">
                    <a16:creationId xmlns:a16="http://schemas.microsoft.com/office/drawing/2014/main" id="{BF92B72C-F8EF-6E4F-F6B2-80FDAEC89FDB}"/>
                  </a:ext>
                </a:extLst>
              </p:cNvPr>
              <p:cNvPicPr>
                <a:picLocks noChangeAspect="1"/>
              </p:cNvPicPr>
              <p:nvPr/>
            </p:nvPicPr>
            <p:blipFill rotWithShape="1">
              <a:blip r:embed="rId13">
                <a:extLst>
                  <a:ext uri="{28A0092B-C50C-407E-A947-70E740481C1C}">
                    <a14:useLocalDpi xmlns:a14="http://schemas.microsoft.com/office/drawing/2010/main" val="0"/>
                  </a:ext>
                </a:extLst>
              </a:blip>
              <a:srcRect l="26931" t="26224" r="27400" b="25283"/>
              <a:stretch/>
            </p:blipFill>
            <p:spPr>
              <a:xfrm>
                <a:off x="943650" y="2773297"/>
                <a:ext cx="239048" cy="253834"/>
              </a:xfrm>
              <a:prstGeom prst="rect">
                <a:avLst/>
              </a:prstGeom>
            </p:spPr>
          </p:pic>
        </p:grpSp>
        <p:sp>
          <p:nvSpPr>
            <p:cNvPr id="425" name="TextBox 424"/>
            <p:cNvSpPr txBox="1"/>
            <p:nvPr/>
          </p:nvSpPr>
          <p:spPr>
            <a:xfrm>
              <a:off x="1235255" y="1834227"/>
              <a:ext cx="2750262" cy="279179"/>
            </a:xfrm>
            <a:prstGeom prst="rect">
              <a:avLst/>
            </a:prstGeom>
            <a:noFill/>
          </p:spPr>
          <p:txBody>
            <a:bodyPr vert="horz" wrap="square" lIns="82918" tIns="0" rIns="82918" bIns="0" rtlCol="0" anchor="t">
              <a:spAutoFit/>
            </a:bodyPr>
            <a:lstStyle/>
            <a:p>
              <a:pPr marL="0" lvl="1">
                <a:spcBef>
                  <a:spcPts val="1904"/>
                </a:spcBef>
                <a:spcAft>
                  <a:spcPct val="0"/>
                </a:spcAft>
                <a:buClr>
                  <a:schemeClr val="bg2"/>
                </a:buClr>
                <a:buSzPct val="92000"/>
              </a:pPr>
              <a:r>
                <a:rPr lang="en-AU" sz="907" b="1" dirty="0">
                  <a:latin typeface="Century Gothic" panose="020B0502020202020204" pitchFamily="34" charset="0"/>
                </a:rPr>
                <a:t>Operator of the only independent air cargo network outside of commercial airlines</a:t>
              </a:r>
            </a:p>
          </p:txBody>
        </p:sp>
        <p:pic>
          <p:nvPicPr>
            <p:cNvPr id="3" name="Picture 2" descr="A picture containing logo&#10;&#10;Description automatically generated">
              <a:extLst>
                <a:ext uri="{FF2B5EF4-FFF2-40B4-BE49-F238E27FC236}">
                  <a16:creationId xmlns:a16="http://schemas.microsoft.com/office/drawing/2014/main" id="{DDB8973A-200D-DA50-1A0F-C24597A08F24}"/>
                </a:ext>
              </a:extLst>
            </p:cNvPr>
            <p:cNvPicPr>
              <a:picLocks noChangeAspect="1"/>
            </p:cNvPicPr>
            <p:nvPr/>
          </p:nvPicPr>
          <p:blipFill rotWithShape="1">
            <a:blip r:embed="rId14">
              <a:extLst>
                <a:ext uri="{28A0092B-C50C-407E-A947-70E740481C1C}">
                  <a14:useLocalDpi xmlns:a14="http://schemas.microsoft.com/office/drawing/2010/main" val="0"/>
                </a:ext>
              </a:extLst>
            </a:blip>
            <a:srcRect l="24388" t="31638" r="23400" b="32816"/>
            <a:stretch/>
          </p:blipFill>
          <p:spPr>
            <a:xfrm>
              <a:off x="853292" y="1870508"/>
              <a:ext cx="338591" cy="230511"/>
            </a:xfrm>
            <a:prstGeom prst="rect">
              <a:avLst/>
            </a:prstGeom>
          </p:spPr>
        </p:pic>
        <p:sp>
          <p:nvSpPr>
            <p:cNvPr id="401" name="TextBox 400"/>
            <p:cNvSpPr txBox="1"/>
            <p:nvPr/>
          </p:nvSpPr>
          <p:spPr>
            <a:xfrm>
              <a:off x="1235254" y="2244226"/>
              <a:ext cx="2713164" cy="279179"/>
            </a:xfrm>
            <a:prstGeom prst="rect">
              <a:avLst/>
            </a:prstGeom>
            <a:noFill/>
          </p:spPr>
          <p:txBody>
            <a:bodyPr vert="horz" wrap="square" lIns="82918" tIns="0" rIns="82918" bIns="0" rtlCol="0" anchor="t">
              <a:spAutoFit/>
            </a:bodyPr>
            <a:lstStyle/>
            <a:p>
              <a:pPr marL="0" lvl="1">
                <a:spcBef>
                  <a:spcPts val="1904"/>
                </a:spcBef>
                <a:spcAft>
                  <a:spcPct val="0"/>
                </a:spcAft>
                <a:buClr>
                  <a:schemeClr val="bg2"/>
                </a:buClr>
                <a:buSzPct val="92000"/>
              </a:pPr>
              <a:r>
                <a:rPr lang="en-AU" sz="907" b="1" dirty="0">
                  <a:solidFill>
                    <a:schemeClr val="accent4"/>
                  </a:solidFill>
                  <a:latin typeface="Century Gothic" panose="020B0502020202020204" pitchFamily="34" charset="0"/>
                </a:rPr>
                <a:t>Largest and most far reaching road network supported by strategically located depots</a:t>
              </a:r>
            </a:p>
          </p:txBody>
        </p:sp>
        <p:sp>
          <p:nvSpPr>
            <p:cNvPr id="414" name="TextBox 413"/>
            <p:cNvSpPr txBox="1"/>
            <p:nvPr/>
          </p:nvSpPr>
          <p:spPr>
            <a:xfrm>
              <a:off x="1235253" y="3203765"/>
              <a:ext cx="1924743" cy="279179"/>
            </a:xfrm>
            <a:prstGeom prst="rect">
              <a:avLst/>
            </a:prstGeom>
            <a:noFill/>
          </p:spPr>
          <p:txBody>
            <a:bodyPr vert="horz" wrap="square" lIns="82918" tIns="0" rIns="82918" bIns="0" rtlCol="0" anchor="t">
              <a:spAutoFit/>
            </a:bodyPr>
            <a:lstStyle/>
            <a:p>
              <a:pPr marL="0" lvl="1">
                <a:spcBef>
                  <a:spcPts val="1904"/>
                </a:spcBef>
                <a:spcAft>
                  <a:spcPct val="0"/>
                </a:spcAft>
                <a:buClr>
                  <a:schemeClr val="bg2"/>
                </a:buClr>
                <a:buSzPct val="92000"/>
              </a:pPr>
              <a:r>
                <a:rPr lang="en-AU" sz="907" b="1" dirty="0">
                  <a:solidFill>
                    <a:schemeClr val="accent6"/>
                  </a:solidFill>
                  <a:latin typeface="Century Gothic" panose="020B0502020202020204" pitchFamily="34" charset="0"/>
                </a:rPr>
                <a:t>Leading position in key strategic shipping lanes</a:t>
              </a:r>
              <a:endParaRPr lang="en-AU" sz="907" dirty="0">
                <a:solidFill>
                  <a:schemeClr val="accent6"/>
                </a:solidFill>
                <a:latin typeface="Century Gothic" panose="020B0502020202020204" pitchFamily="34" charset="0"/>
              </a:endParaRPr>
            </a:p>
          </p:txBody>
        </p:sp>
        <p:pic>
          <p:nvPicPr>
            <p:cNvPr id="5" name="Picture 4" descr="Company name&#10;&#10;Description automatically generated with medium confidence">
              <a:extLst>
                <a:ext uri="{FF2B5EF4-FFF2-40B4-BE49-F238E27FC236}">
                  <a16:creationId xmlns:a16="http://schemas.microsoft.com/office/drawing/2014/main" id="{321548A2-D392-8CBB-E28F-3A423BA23C89}"/>
                </a:ext>
              </a:extLst>
            </p:cNvPr>
            <p:cNvPicPr>
              <a:picLocks noChangeAspect="1"/>
            </p:cNvPicPr>
            <p:nvPr/>
          </p:nvPicPr>
          <p:blipFill rotWithShape="1">
            <a:blip r:embed="rId15">
              <a:extLst>
                <a:ext uri="{28A0092B-C50C-407E-A947-70E740481C1C}">
                  <a14:useLocalDpi xmlns:a14="http://schemas.microsoft.com/office/drawing/2010/main" val="0"/>
                </a:ext>
              </a:extLst>
            </a:blip>
            <a:srcRect l="26459" t="26130" r="23400" b="26083"/>
            <a:stretch/>
          </p:blipFill>
          <p:spPr>
            <a:xfrm>
              <a:off x="896434" y="3195295"/>
              <a:ext cx="305846" cy="291487"/>
            </a:xfrm>
            <a:prstGeom prst="rect">
              <a:avLst/>
            </a:prstGeom>
          </p:spPr>
        </p:pic>
        <p:pic>
          <p:nvPicPr>
            <p:cNvPr id="24" name="Picture 23" descr="A picture containing icon&#10;&#10;Description automatically generated">
              <a:extLst>
                <a:ext uri="{FF2B5EF4-FFF2-40B4-BE49-F238E27FC236}">
                  <a16:creationId xmlns:a16="http://schemas.microsoft.com/office/drawing/2014/main" id="{CB5404D9-7047-7C6C-8AD8-9CC874BB017D}"/>
                </a:ext>
              </a:extLst>
            </p:cNvPr>
            <p:cNvPicPr>
              <a:picLocks noChangeAspect="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1881" y="2119518"/>
              <a:ext cx="535656" cy="535656"/>
            </a:xfrm>
            <a:prstGeom prst="rect">
              <a:avLst/>
            </a:prstGeom>
          </p:spPr>
        </p:pic>
      </p:grpSp>
    </p:spTree>
    <p:custDataLst>
      <p:tags r:id="rId1"/>
    </p:custDataLst>
    <p:extLst>
      <p:ext uri="{BB962C8B-B14F-4D97-AF65-F5344CB8AC3E}">
        <p14:creationId xmlns:p14="http://schemas.microsoft.com/office/powerpoint/2010/main" val="2766369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394">
            <a:extLst>
              <a:ext uri="{FF2B5EF4-FFF2-40B4-BE49-F238E27FC236}">
                <a16:creationId xmlns:a16="http://schemas.microsoft.com/office/drawing/2014/main" id="{9045A072-97E3-47D7-9350-A6599FA1A6E9}"/>
              </a:ext>
            </a:extLst>
          </p:cNvPr>
          <p:cNvSpPr/>
          <p:nvPr>
            <p:custDataLst>
              <p:tags r:id="rId1"/>
            </p:custDataLst>
          </p:nvPr>
        </p:nvSpPr>
        <p:spPr bwMode="auto">
          <a:xfrm>
            <a:off x="7336109" y="1180878"/>
            <a:ext cx="2138510" cy="3001116"/>
          </a:xfrm>
          <a:custGeom>
            <a:avLst/>
            <a:gdLst>
              <a:gd name="connsiteX0" fmla="*/ 176212 w 1990725"/>
              <a:gd name="connsiteY0" fmla="*/ 876300 h 2956153"/>
              <a:gd name="connsiteX1" fmla="*/ 214312 w 1990725"/>
              <a:gd name="connsiteY1" fmla="*/ 942975 h 2956153"/>
              <a:gd name="connsiteX2" fmla="*/ 309562 w 1990725"/>
              <a:gd name="connsiteY2" fmla="*/ 995362 h 2956153"/>
              <a:gd name="connsiteX3" fmla="*/ 328612 w 1990725"/>
              <a:gd name="connsiteY3" fmla="*/ 1014412 h 2956153"/>
              <a:gd name="connsiteX4" fmla="*/ 442912 w 1990725"/>
              <a:gd name="connsiteY4" fmla="*/ 981075 h 2956153"/>
              <a:gd name="connsiteX5" fmla="*/ 447675 w 1990725"/>
              <a:gd name="connsiteY5" fmla="*/ 919162 h 2956153"/>
              <a:gd name="connsiteX6" fmla="*/ 528637 w 1990725"/>
              <a:gd name="connsiteY6" fmla="*/ 795337 h 2956153"/>
              <a:gd name="connsiteX7" fmla="*/ 533400 w 1990725"/>
              <a:gd name="connsiteY7" fmla="*/ 704850 h 2956153"/>
              <a:gd name="connsiteX8" fmla="*/ 581025 w 1990725"/>
              <a:gd name="connsiteY8" fmla="*/ 638175 h 2956153"/>
              <a:gd name="connsiteX9" fmla="*/ 561975 w 1990725"/>
              <a:gd name="connsiteY9" fmla="*/ 552450 h 2956153"/>
              <a:gd name="connsiteX10" fmla="*/ 585787 w 1990725"/>
              <a:gd name="connsiteY10" fmla="*/ 500062 h 2956153"/>
              <a:gd name="connsiteX11" fmla="*/ 552450 w 1990725"/>
              <a:gd name="connsiteY11" fmla="*/ 461962 h 2956153"/>
              <a:gd name="connsiteX12" fmla="*/ 552450 w 1990725"/>
              <a:gd name="connsiteY12" fmla="*/ 428625 h 2956153"/>
              <a:gd name="connsiteX13" fmla="*/ 595312 w 1990725"/>
              <a:gd name="connsiteY13" fmla="*/ 376237 h 2956153"/>
              <a:gd name="connsiteX14" fmla="*/ 595312 w 1990725"/>
              <a:gd name="connsiteY14" fmla="*/ 304800 h 2956153"/>
              <a:gd name="connsiteX15" fmla="*/ 628650 w 1990725"/>
              <a:gd name="connsiteY15" fmla="*/ 276225 h 2956153"/>
              <a:gd name="connsiteX16" fmla="*/ 585787 w 1990725"/>
              <a:gd name="connsiteY16" fmla="*/ 252412 h 2956153"/>
              <a:gd name="connsiteX17" fmla="*/ 633412 w 1990725"/>
              <a:gd name="connsiteY17" fmla="*/ 209550 h 2956153"/>
              <a:gd name="connsiteX18" fmla="*/ 676275 w 1990725"/>
              <a:gd name="connsiteY18" fmla="*/ 80962 h 2956153"/>
              <a:gd name="connsiteX19" fmla="*/ 676275 w 1990725"/>
              <a:gd name="connsiteY19" fmla="*/ 28575 h 2956153"/>
              <a:gd name="connsiteX20" fmla="*/ 747712 w 1990725"/>
              <a:gd name="connsiteY20" fmla="*/ 0 h 2956153"/>
              <a:gd name="connsiteX21" fmla="*/ 757237 w 1990725"/>
              <a:gd name="connsiteY21" fmla="*/ 42862 h 2956153"/>
              <a:gd name="connsiteX22" fmla="*/ 785812 w 1990725"/>
              <a:gd name="connsiteY22" fmla="*/ 66675 h 2956153"/>
              <a:gd name="connsiteX23" fmla="*/ 781050 w 1990725"/>
              <a:gd name="connsiteY23" fmla="*/ 166687 h 2956153"/>
              <a:gd name="connsiteX24" fmla="*/ 823912 w 1990725"/>
              <a:gd name="connsiteY24" fmla="*/ 214312 h 2956153"/>
              <a:gd name="connsiteX25" fmla="*/ 847725 w 1990725"/>
              <a:gd name="connsiteY25" fmla="*/ 171450 h 2956153"/>
              <a:gd name="connsiteX26" fmla="*/ 809625 w 1990725"/>
              <a:gd name="connsiteY26" fmla="*/ 257175 h 2956153"/>
              <a:gd name="connsiteX27" fmla="*/ 823912 w 1990725"/>
              <a:gd name="connsiteY27" fmla="*/ 271462 h 2956153"/>
              <a:gd name="connsiteX28" fmla="*/ 852487 w 1990725"/>
              <a:gd name="connsiteY28" fmla="*/ 242887 h 2956153"/>
              <a:gd name="connsiteX29" fmla="*/ 833437 w 1990725"/>
              <a:gd name="connsiteY29" fmla="*/ 323850 h 2956153"/>
              <a:gd name="connsiteX30" fmla="*/ 862012 w 1990725"/>
              <a:gd name="connsiteY30" fmla="*/ 338137 h 2956153"/>
              <a:gd name="connsiteX31" fmla="*/ 862012 w 1990725"/>
              <a:gd name="connsiteY31" fmla="*/ 495300 h 2956153"/>
              <a:gd name="connsiteX32" fmla="*/ 890587 w 1990725"/>
              <a:gd name="connsiteY32" fmla="*/ 523875 h 2956153"/>
              <a:gd name="connsiteX33" fmla="*/ 890587 w 1990725"/>
              <a:gd name="connsiteY33" fmla="*/ 581025 h 2956153"/>
              <a:gd name="connsiteX34" fmla="*/ 971550 w 1990725"/>
              <a:gd name="connsiteY34" fmla="*/ 552450 h 2956153"/>
              <a:gd name="connsiteX35" fmla="*/ 1028700 w 1990725"/>
              <a:gd name="connsiteY35" fmla="*/ 542925 h 2956153"/>
              <a:gd name="connsiteX36" fmla="*/ 995362 w 1990725"/>
              <a:gd name="connsiteY36" fmla="*/ 571500 h 2956153"/>
              <a:gd name="connsiteX37" fmla="*/ 1023937 w 1990725"/>
              <a:gd name="connsiteY37" fmla="*/ 614362 h 2956153"/>
              <a:gd name="connsiteX38" fmla="*/ 1090612 w 1990725"/>
              <a:gd name="connsiteY38" fmla="*/ 657225 h 2956153"/>
              <a:gd name="connsiteX39" fmla="*/ 1066800 w 1990725"/>
              <a:gd name="connsiteY39" fmla="*/ 700087 h 2956153"/>
              <a:gd name="connsiteX40" fmla="*/ 1090612 w 1990725"/>
              <a:gd name="connsiteY40" fmla="*/ 800100 h 2956153"/>
              <a:gd name="connsiteX41" fmla="*/ 1081087 w 1990725"/>
              <a:gd name="connsiteY41" fmla="*/ 933450 h 2956153"/>
              <a:gd name="connsiteX42" fmla="*/ 1147762 w 1990725"/>
              <a:gd name="connsiteY42" fmla="*/ 957262 h 2956153"/>
              <a:gd name="connsiteX43" fmla="*/ 1152525 w 1990725"/>
              <a:gd name="connsiteY43" fmla="*/ 1047750 h 2956153"/>
              <a:gd name="connsiteX44" fmla="*/ 1143000 w 1990725"/>
              <a:gd name="connsiteY44" fmla="*/ 1152525 h 2956153"/>
              <a:gd name="connsiteX45" fmla="*/ 1190625 w 1990725"/>
              <a:gd name="connsiteY45" fmla="*/ 1185862 h 2956153"/>
              <a:gd name="connsiteX46" fmla="*/ 1171575 w 1990725"/>
              <a:gd name="connsiteY46" fmla="*/ 1233487 h 2956153"/>
              <a:gd name="connsiteX47" fmla="*/ 1171575 w 1990725"/>
              <a:gd name="connsiteY47" fmla="*/ 1281112 h 2956153"/>
              <a:gd name="connsiteX48" fmla="*/ 1219200 w 1990725"/>
              <a:gd name="connsiteY48" fmla="*/ 1285875 h 2956153"/>
              <a:gd name="connsiteX49" fmla="*/ 1281112 w 1990725"/>
              <a:gd name="connsiteY49" fmla="*/ 1357312 h 2956153"/>
              <a:gd name="connsiteX50" fmla="*/ 1328737 w 1990725"/>
              <a:gd name="connsiteY50" fmla="*/ 1343025 h 2956153"/>
              <a:gd name="connsiteX51" fmla="*/ 1338262 w 1990725"/>
              <a:gd name="connsiteY51" fmla="*/ 1390650 h 2956153"/>
              <a:gd name="connsiteX52" fmla="*/ 1371600 w 1990725"/>
              <a:gd name="connsiteY52" fmla="*/ 1395412 h 2956153"/>
              <a:gd name="connsiteX53" fmla="*/ 1433512 w 1990725"/>
              <a:gd name="connsiteY53" fmla="*/ 1457325 h 2956153"/>
              <a:gd name="connsiteX54" fmla="*/ 1500187 w 1990725"/>
              <a:gd name="connsiteY54" fmla="*/ 1485900 h 2956153"/>
              <a:gd name="connsiteX55" fmla="*/ 1519237 w 1990725"/>
              <a:gd name="connsiteY55" fmla="*/ 1476375 h 2956153"/>
              <a:gd name="connsiteX56" fmla="*/ 1514475 w 1990725"/>
              <a:gd name="connsiteY56" fmla="*/ 1519237 h 2956153"/>
              <a:gd name="connsiteX57" fmla="*/ 1462087 w 1990725"/>
              <a:gd name="connsiteY57" fmla="*/ 1528762 h 2956153"/>
              <a:gd name="connsiteX58" fmla="*/ 1462087 w 1990725"/>
              <a:gd name="connsiteY58" fmla="*/ 1557337 h 2956153"/>
              <a:gd name="connsiteX59" fmla="*/ 1543050 w 1990725"/>
              <a:gd name="connsiteY59" fmla="*/ 1614487 h 2956153"/>
              <a:gd name="connsiteX60" fmla="*/ 1543050 w 1990725"/>
              <a:gd name="connsiteY60" fmla="*/ 1676400 h 2956153"/>
              <a:gd name="connsiteX61" fmla="*/ 1576387 w 1990725"/>
              <a:gd name="connsiteY61" fmla="*/ 1695450 h 2956153"/>
              <a:gd name="connsiteX62" fmla="*/ 1552575 w 1990725"/>
              <a:gd name="connsiteY62" fmla="*/ 1771650 h 2956153"/>
              <a:gd name="connsiteX63" fmla="*/ 1590675 w 1990725"/>
              <a:gd name="connsiteY63" fmla="*/ 1843087 h 2956153"/>
              <a:gd name="connsiteX64" fmla="*/ 1624012 w 1990725"/>
              <a:gd name="connsiteY64" fmla="*/ 1857375 h 2956153"/>
              <a:gd name="connsiteX65" fmla="*/ 1624012 w 1990725"/>
              <a:gd name="connsiteY65" fmla="*/ 1747837 h 2956153"/>
              <a:gd name="connsiteX66" fmla="*/ 1671637 w 1990725"/>
              <a:gd name="connsiteY66" fmla="*/ 1828800 h 2956153"/>
              <a:gd name="connsiteX67" fmla="*/ 1685925 w 1990725"/>
              <a:gd name="connsiteY67" fmla="*/ 1795462 h 2956153"/>
              <a:gd name="connsiteX68" fmla="*/ 1714500 w 1990725"/>
              <a:gd name="connsiteY68" fmla="*/ 1885950 h 2956153"/>
              <a:gd name="connsiteX69" fmla="*/ 1676400 w 1990725"/>
              <a:gd name="connsiteY69" fmla="*/ 1947862 h 2956153"/>
              <a:gd name="connsiteX70" fmla="*/ 1738312 w 1990725"/>
              <a:gd name="connsiteY70" fmla="*/ 2000250 h 2956153"/>
              <a:gd name="connsiteX71" fmla="*/ 1762125 w 1990725"/>
              <a:gd name="connsiteY71" fmla="*/ 2052637 h 2956153"/>
              <a:gd name="connsiteX72" fmla="*/ 1833562 w 1990725"/>
              <a:gd name="connsiteY72" fmla="*/ 2095500 h 2956153"/>
              <a:gd name="connsiteX73" fmla="*/ 1833562 w 1990725"/>
              <a:gd name="connsiteY73" fmla="*/ 2157412 h 2956153"/>
              <a:gd name="connsiteX74" fmla="*/ 1890712 w 1990725"/>
              <a:gd name="connsiteY74" fmla="*/ 2219325 h 2956153"/>
              <a:gd name="connsiteX75" fmla="*/ 1895475 w 1990725"/>
              <a:gd name="connsiteY75" fmla="*/ 2266950 h 2956153"/>
              <a:gd name="connsiteX76" fmla="*/ 1966912 w 1990725"/>
              <a:gd name="connsiteY76" fmla="*/ 2238375 h 2956153"/>
              <a:gd name="connsiteX77" fmla="*/ 1990725 w 1990725"/>
              <a:gd name="connsiteY77" fmla="*/ 2190750 h 2956153"/>
              <a:gd name="connsiteX78" fmla="*/ 1990725 w 1990725"/>
              <a:gd name="connsiteY78" fmla="*/ 2252662 h 2956153"/>
              <a:gd name="connsiteX79" fmla="*/ 1928812 w 1990725"/>
              <a:gd name="connsiteY79" fmla="*/ 2314575 h 2956153"/>
              <a:gd name="connsiteX80" fmla="*/ 1952625 w 1990725"/>
              <a:gd name="connsiteY80" fmla="*/ 2376487 h 2956153"/>
              <a:gd name="connsiteX81" fmla="*/ 1919287 w 1990725"/>
              <a:gd name="connsiteY81" fmla="*/ 2428875 h 2956153"/>
              <a:gd name="connsiteX82" fmla="*/ 1919287 w 1990725"/>
              <a:gd name="connsiteY82" fmla="*/ 2543175 h 2956153"/>
              <a:gd name="connsiteX83" fmla="*/ 1900237 w 1990725"/>
              <a:gd name="connsiteY83" fmla="*/ 2581275 h 2956153"/>
              <a:gd name="connsiteX84" fmla="*/ 1938337 w 1990725"/>
              <a:gd name="connsiteY84" fmla="*/ 2638425 h 2956153"/>
              <a:gd name="connsiteX85" fmla="*/ 1933575 w 1990725"/>
              <a:gd name="connsiteY85" fmla="*/ 2705100 h 2956153"/>
              <a:gd name="connsiteX86" fmla="*/ 1847850 w 1990725"/>
              <a:gd name="connsiteY86" fmla="*/ 2700337 h 2956153"/>
              <a:gd name="connsiteX87" fmla="*/ 1795462 w 1990725"/>
              <a:gd name="connsiteY87" fmla="*/ 2676525 h 2956153"/>
              <a:gd name="connsiteX88" fmla="*/ 1733550 w 1990725"/>
              <a:gd name="connsiteY88" fmla="*/ 2728912 h 2956153"/>
              <a:gd name="connsiteX89" fmla="*/ 1728787 w 1990725"/>
              <a:gd name="connsiteY89" fmla="*/ 2757487 h 2956153"/>
              <a:gd name="connsiteX90" fmla="*/ 1681162 w 1990725"/>
              <a:gd name="connsiteY90" fmla="*/ 2747962 h 2956153"/>
              <a:gd name="connsiteX91" fmla="*/ 1657350 w 1990725"/>
              <a:gd name="connsiteY91" fmla="*/ 2781300 h 2956153"/>
              <a:gd name="connsiteX92" fmla="*/ 1600200 w 1990725"/>
              <a:gd name="connsiteY92" fmla="*/ 2705100 h 2956153"/>
              <a:gd name="connsiteX93" fmla="*/ 1543050 w 1990725"/>
              <a:gd name="connsiteY93" fmla="*/ 2724150 h 2956153"/>
              <a:gd name="connsiteX94" fmla="*/ 1504950 w 1990725"/>
              <a:gd name="connsiteY94" fmla="*/ 2676525 h 2956153"/>
              <a:gd name="connsiteX95" fmla="*/ 1452562 w 1990725"/>
              <a:gd name="connsiteY95" fmla="*/ 2695575 h 2956153"/>
              <a:gd name="connsiteX96" fmla="*/ 1423987 w 1990725"/>
              <a:gd name="connsiteY96" fmla="*/ 2662237 h 2956153"/>
              <a:gd name="connsiteX97" fmla="*/ 1357312 w 1990725"/>
              <a:gd name="connsiteY97" fmla="*/ 2724150 h 2956153"/>
              <a:gd name="connsiteX98" fmla="*/ 352425 w 1990725"/>
              <a:gd name="connsiteY98" fmla="*/ 2619375 h 2956153"/>
              <a:gd name="connsiteX99" fmla="*/ 390525 w 1990725"/>
              <a:gd name="connsiteY99" fmla="*/ 2209800 h 2956153"/>
              <a:gd name="connsiteX100" fmla="*/ 0 w 1990725"/>
              <a:gd name="connsiteY100" fmla="*/ 2181225 h 2956153"/>
              <a:gd name="connsiteX101" fmla="*/ 42862 w 1990725"/>
              <a:gd name="connsiteY101" fmla="*/ 838200 h 2956153"/>
              <a:gd name="connsiteX102" fmla="*/ 123825 w 1990725"/>
              <a:gd name="connsiteY102" fmla="*/ 862012 h 2956153"/>
              <a:gd name="connsiteX103" fmla="*/ 176212 w 1990725"/>
              <a:gd name="connsiteY103" fmla="*/ 876300 h 2956153"/>
              <a:gd name="connsiteX0" fmla="*/ 176212 w 1990725"/>
              <a:gd name="connsiteY0" fmla="*/ 876300 h 2781300"/>
              <a:gd name="connsiteX1" fmla="*/ 214312 w 1990725"/>
              <a:gd name="connsiteY1" fmla="*/ 942975 h 2781300"/>
              <a:gd name="connsiteX2" fmla="*/ 309562 w 1990725"/>
              <a:gd name="connsiteY2" fmla="*/ 995362 h 2781300"/>
              <a:gd name="connsiteX3" fmla="*/ 328612 w 1990725"/>
              <a:gd name="connsiteY3" fmla="*/ 1014412 h 2781300"/>
              <a:gd name="connsiteX4" fmla="*/ 442912 w 1990725"/>
              <a:gd name="connsiteY4" fmla="*/ 981075 h 2781300"/>
              <a:gd name="connsiteX5" fmla="*/ 447675 w 1990725"/>
              <a:gd name="connsiteY5" fmla="*/ 919162 h 2781300"/>
              <a:gd name="connsiteX6" fmla="*/ 528637 w 1990725"/>
              <a:gd name="connsiteY6" fmla="*/ 795337 h 2781300"/>
              <a:gd name="connsiteX7" fmla="*/ 533400 w 1990725"/>
              <a:gd name="connsiteY7" fmla="*/ 704850 h 2781300"/>
              <a:gd name="connsiteX8" fmla="*/ 581025 w 1990725"/>
              <a:gd name="connsiteY8" fmla="*/ 638175 h 2781300"/>
              <a:gd name="connsiteX9" fmla="*/ 561975 w 1990725"/>
              <a:gd name="connsiteY9" fmla="*/ 552450 h 2781300"/>
              <a:gd name="connsiteX10" fmla="*/ 585787 w 1990725"/>
              <a:gd name="connsiteY10" fmla="*/ 500062 h 2781300"/>
              <a:gd name="connsiteX11" fmla="*/ 552450 w 1990725"/>
              <a:gd name="connsiteY11" fmla="*/ 461962 h 2781300"/>
              <a:gd name="connsiteX12" fmla="*/ 552450 w 1990725"/>
              <a:gd name="connsiteY12" fmla="*/ 428625 h 2781300"/>
              <a:gd name="connsiteX13" fmla="*/ 595312 w 1990725"/>
              <a:gd name="connsiteY13" fmla="*/ 376237 h 2781300"/>
              <a:gd name="connsiteX14" fmla="*/ 595312 w 1990725"/>
              <a:gd name="connsiteY14" fmla="*/ 304800 h 2781300"/>
              <a:gd name="connsiteX15" fmla="*/ 628650 w 1990725"/>
              <a:gd name="connsiteY15" fmla="*/ 276225 h 2781300"/>
              <a:gd name="connsiteX16" fmla="*/ 585787 w 1990725"/>
              <a:gd name="connsiteY16" fmla="*/ 252412 h 2781300"/>
              <a:gd name="connsiteX17" fmla="*/ 633412 w 1990725"/>
              <a:gd name="connsiteY17" fmla="*/ 209550 h 2781300"/>
              <a:gd name="connsiteX18" fmla="*/ 676275 w 1990725"/>
              <a:gd name="connsiteY18" fmla="*/ 80962 h 2781300"/>
              <a:gd name="connsiteX19" fmla="*/ 676275 w 1990725"/>
              <a:gd name="connsiteY19" fmla="*/ 28575 h 2781300"/>
              <a:gd name="connsiteX20" fmla="*/ 747712 w 1990725"/>
              <a:gd name="connsiteY20" fmla="*/ 0 h 2781300"/>
              <a:gd name="connsiteX21" fmla="*/ 757237 w 1990725"/>
              <a:gd name="connsiteY21" fmla="*/ 42862 h 2781300"/>
              <a:gd name="connsiteX22" fmla="*/ 785812 w 1990725"/>
              <a:gd name="connsiteY22" fmla="*/ 66675 h 2781300"/>
              <a:gd name="connsiteX23" fmla="*/ 781050 w 1990725"/>
              <a:gd name="connsiteY23" fmla="*/ 166687 h 2781300"/>
              <a:gd name="connsiteX24" fmla="*/ 823912 w 1990725"/>
              <a:gd name="connsiteY24" fmla="*/ 214312 h 2781300"/>
              <a:gd name="connsiteX25" fmla="*/ 847725 w 1990725"/>
              <a:gd name="connsiteY25" fmla="*/ 171450 h 2781300"/>
              <a:gd name="connsiteX26" fmla="*/ 809625 w 1990725"/>
              <a:gd name="connsiteY26" fmla="*/ 257175 h 2781300"/>
              <a:gd name="connsiteX27" fmla="*/ 823912 w 1990725"/>
              <a:gd name="connsiteY27" fmla="*/ 271462 h 2781300"/>
              <a:gd name="connsiteX28" fmla="*/ 852487 w 1990725"/>
              <a:gd name="connsiteY28" fmla="*/ 242887 h 2781300"/>
              <a:gd name="connsiteX29" fmla="*/ 833437 w 1990725"/>
              <a:gd name="connsiteY29" fmla="*/ 323850 h 2781300"/>
              <a:gd name="connsiteX30" fmla="*/ 862012 w 1990725"/>
              <a:gd name="connsiteY30" fmla="*/ 338137 h 2781300"/>
              <a:gd name="connsiteX31" fmla="*/ 862012 w 1990725"/>
              <a:gd name="connsiteY31" fmla="*/ 495300 h 2781300"/>
              <a:gd name="connsiteX32" fmla="*/ 890587 w 1990725"/>
              <a:gd name="connsiteY32" fmla="*/ 523875 h 2781300"/>
              <a:gd name="connsiteX33" fmla="*/ 890587 w 1990725"/>
              <a:gd name="connsiteY33" fmla="*/ 581025 h 2781300"/>
              <a:gd name="connsiteX34" fmla="*/ 971550 w 1990725"/>
              <a:gd name="connsiteY34" fmla="*/ 552450 h 2781300"/>
              <a:gd name="connsiteX35" fmla="*/ 1028700 w 1990725"/>
              <a:gd name="connsiteY35" fmla="*/ 542925 h 2781300"/>
              <a:gd name="connsiteX36" fmla="*/ 995362 w 1990725"/>
              <a:gd name="connsiteY36" fmla="*/ 571500 h 2781300"/>
              <a:gd name="connsiteX37" fmla="*/ 1023937 w 1990725"/>
              <a:gd name="connsiteY37" fmla="*/ 614362 h 2781300"/>
              <a:gd name="connsiteX38" fmla="*/ 1090612 w 1990725"/>
              <a:gd name="connsiteY38" fmla="*/ 657225 h 2781300"/>
              <a:gd name="connsiteX39" fmla="*/ 1066800 w 1990725"/>
              <a:gd name="connsiteY39" fmla="*/ 700087 h 2781300"/>
              <a:gd name="connsiteX40" fmla="*/ 1090612 w 1990725"/>
              <a:gd name="connsiteY40" fmla="*/ 800100 h 2781300"/>
              <a:gd name="connsiteX41" fmla="*/ 1081087 w 1990725"/>
              <a:gd name="connsiteY41" fmla="*/ 933450 h 2781300"/>
              <a:gd name="connsiteX42" fmla="*/ 1147762 w 1990725"/>
              <a:gd name="connsiteY42" fmla="*/ 957262 h 2781300"/>
              <a:gd name="connsiteX43" fmla="*/ 1152525 w 1990725"/>
              <a:gd name="connsiteY43" fmla="*/ 1047750 h 2781300"/>
              <a:gd name="connsiteX44" fmla="*/ 1143000 w 1990725"/>
              <a:gd name="connsiteY44" fmla="*/ 1152525 h 2781300"/>
              <a:gd name="connsiteX45" fmla="*/ 1190625 w 1990725"/>
              <a:gd name="connsiteY45" fmla="*/ 1185862 h 2781300"/>
              <a:gd name="connsiteX46" fmla="*/ 1171575 w 1990725"/>
              <a:gd name="connsiteY46" fmla="*/ 1233487 h 2781300"/>
              <a:gd name="connsiteX47" fmla="*/ 1171575 w 1990725"/>
              <a:gd name="connsiteY47" fmla="*/ 1281112 h 2781300"/>
              <a:gd name="connsiteX48" fmla="*/ 1219200 w 1990725"/>
              <a:gd name="connsiteY48" fmla="*/ 1285875 h 2781300"/>
              <a:gd name="connsiteX49" fmla="*/ 1281112 w 1990725"/>
              <a:gd name="connsiteY49" fmla="*/ 1357312 h 2781300"/>
              <a:gd name="connsiteX50" fmla="*/ 1328737 w 1990725"/>
              <a:gd name="connsiteY50" fmla="*/ 1343025 h 2781300"/>
              <a:gd name="connsiteX51" fmla="*/ 1338262 w 1990725"/>
              <a:gd name="connsiteY51" fmla="*/ 1390650 h 2781300"/>
              <a:gd name="connsiteX52" fmla="*/ 1371600 w 1990725"/>
              <a:gd name="connsiteY52" fmla="*/ 1395412 h 2781300"/>
              <a:gd name="connsiteX53" fmla="*/ 1433512 w 1990725"/>
              <a:gd name="connsiteY53" fmla="*/ 1457325 h 2781300"/>
              <a:gd name="connsiteX54" fmla="*/ 1500187 w 1990725"/>
              <a:gd name="connsiteY54" fmla="*/ 1485900 h 2781300"/>
              <a:gd name="connsiteX55" fmla="*/ 1519237 w 1990725"/>
              <a:gd name="connsiteY55" fmla="*/ 1476375 h 2781300"/>
              <a:gd name="connsiteX56" fmla="*/ 1514475 w 1990725"/>
              <a:gd name="connsiteY56" fmla="*/ 1519237 h 2781300"/>
              <a:gd name="connsiteX57" fmla="*/ 1462087 w 1990725"/>
              <a:gd name="connsiteY57" fmla="*/ 1528762 h 2781300"/>
              <a:gd name="connsiteX58" fmla="*/ 1462087 w 1990725"/>
              <a:gd name="connsiteY58" fmla="*/ 1557337 h 2781300"/>
              <a:gd name="connsiteX59" fmla="*/ 1543050 w 1990725"/>
              <a:gd name="connsiteY59" fmla="*/ 1614487 h 2781300"/>
              <a:gd name="connsiteX60" fmla="*/ 1543050 w 1990725"/>
              <a:gd name="connsiteY60" fmla="*/ 1676400 h 2781300"/>
              <a:gd name="connsiteX61" fmla="*/ 1576387 w 1990725"/>
              <a:gd name="connsiteY61" fmla="*/ 1695450 h 2781300"/>
              <a:gd name="connsiteX62" fmla="*/ 1552575 w 1990725"/>
              <a:gd name="connsiteY62" fmla="*/ 1771650 h 2781300"/>
              <a:gd name="connsiteX63" fmla="*/ 1590675 w 1990725"/>
              <a:gd name="connsiteY63" fmla="*/ 1843087 h 2781300"/>
              <a:gd name="connsiteX64" fmla="*/ 1624012 w 1990725"/>
              <a:gd name="connsiteY64" fmla="*/ 1857375 h 2781300"/>
              <a:gd name="connsiteX65" fmla="*/ 1624012 w 1990725"/>
              <a:gd name="connsiteY65" fmla="*/ 1747837 h 2781300"/>
              <a:gd name="connsiteX66" fmla="*/ 1671637 w 1990725"/>
              <a:gd name="connsiteY66" fmla="*/ 1828800 h 2781300"/>
              <a:gd name="connsiteX67" fmla="*/ 1685925 w 1990725"/>
              <a:gd name="connsiteY67" fmla="*/ 1795462 h 2781300"/>
              <a:gd name="connsiteX68" fmla="*/ 1714500 w 1990725"/>
              <a:gd name="connsiteY68" fmla="*/ 1885950 h 2781300"/>
              <a:gd name="connsiteX69" fmla="*/ 1676400 w 1990725"/>
              <a:gd name="connsiteY69" fmla="*/ 1947862 h 2781300"/>
              <a:gd name="connsiteX70" fmla="*/ 1738312 w 1990725"/>
              <a:gd name="connsiteY70" fmla="*/ 2000250 h 2781300"/>
              <a:gd name="connsiteX71" fmla="*/ 1762125 w 1990725"/>
              <a:gd name="connsiteY71" fmla="*/ 2052637 h 2781300"/>
              <a:gd name="connsiteX72" fmla="*/ 1833562 w 1990725"/>
              <a:gd name="connsiteY72" fmla="*/ 2095500 h 2781300"/>
              <a:gd name="connsiteX73" fmla="*/ 1833562 w 1990725"/>
              <a:gd name="connsiteY73" fmla="*/ 2157412 h 2781300"/>
              <a:gd name="connsiteX74" fmla="*/ 1890712 w 1990725"/>
              <a:gd name="connsiteY74" fmla="*/ 2219325 h 2781300"/>
              <a:gd name="connsiteX75" fmla="*/ 1895475 w 1990725"/>
              <a:gd name="connsiteY75" fmla="*/ 2266950 h 2781300"/>
              <a:gd name="connsiteX76" fmla="*/ 1966912 w 1990725"/>
              <a:gd name="connsiteY76" fmla="*/ 2238375 h 2781300"/>
              <a:gd name="connsiteX77" fmla="*/ 1990725 w 1990725"/>
              <a:gd name="connsiteY77" fmla="*/ 2190750 h 2781300"/>
              <a:gd name="connsiteX78" fmla="*/ 1990725 w 1990725"/>
              <a:gd name="connsiteY78" fmla="*/ 2252662 h 2781300"/>
              <a:gd name="connsiteX79" fmla="*/ 1928812 w 1990725"/>
              <a:gd name="connsiteY79" fmla="*/ 2314575 h 2781300"/>
              <a:gd name="connsiteX80" fmla="*/ 1952625 w 1990725"/>
              <a:gd name="connsiteY80" fmla="*/ 2376487 h 2781300"/>
              <a:gd name="connsiteX81" fmla="*/ 1919287 w 1990725"/>
              <a:gd name="connsiteY81" fmla="*/ 2428875 h 2781300"/>
              <a:gd name="connsiteX82" fmla="*/ 1919287 w 1990725"/>
              <a:gd name="connsiteY82" fmla="*/ 2543175 h 2781300"/>
              <a:gd name="connsiteX83" fmla="*/ 1900237 w 1990725"/>
              <a:gd name="connsiteY83" fmla="*/ 2581275 h 2781300"/>
              <a:gd name="connsiteX84" fmla="*/ 1938337 w 1990725"/>
              <a:gd name="connsiteY84" fmla="*/ 2638425 h 2781300"/>
              <a:gd name="connsiteX85" fmla="*/ 1933575 w 1990725"/>
              <a:gd name="connsiteY85" fmla="*/ 2705100 h 2781300"/>
              <a:gd name="connsiteX86" fmla="*/ 1847850 w 1990725"/>
              <a:gd name="connsiteY86" fmla="*/ 2700337 h 2781300"/>
              <a:gd name="connsiteX87" fmla="*/ 1795462 w 1990725"/>
              <a:gd name="connsiteY87" fmla="*/ 2676525 h 2781300"/>
              <a:gd name="connsiteX88" fmla="*/ 1733550 w 1990725"/>
              <a:gd name="connsiteY88" fmla="*/ 2728912 h 2781300"/>
              <a:gd name="connsiteX89" fmla="*/ 1728787 w 1990725"/>
              <a:gd name="connsiteY89" fmla="*/ 2757487 h 2781300"/>
              <a:gd name="connsiteX90" fmla="*/ 1681162 w 1990725"/>
              <a:gd name="connsiteY90" fmla="*/ 2747962 h 2781300"/>
              <a:gd name="connsiteX91" fmla="*/ 1657350 w 1990725"/>
              <a:gd name="connsiteY91" fmla="*/ 2781300 h 2781300"/>
              <a:gd name="connsiteX92" fmla="*/ 1600200 w 1990725"/>
              <a:gd name="connsiteY92" fmla="*/ 2705100 h 2781300"/>
              <a:gd name="connsiteX93" fmla="*/ 1543050 w 1990725"/>
              <a:gd name="connsiteY93" fmla="*/ 2724150 h 2781300"/>
              <a:gd name="connsiteX94" fmla="*/ 1504950 w 1990725"/>
              <a:gd name="connsiteY94" fmla="*/ 2676525 h 2781300"/>
              <a:gd name="connsiteX95" fmla="*/ 1452562 w 1990725"/>
              <a:gd name="connsiteY95" fmla="*/ 2695575 h 2781300"/>
              <a:gd name="connsiteX96" fmla="*/ 1423987 w 1990725"/>
              <a:gd name="connsiteY96" fmla="*/ 2662237 h 2781300"/>
              <a:gd name="connsiteX97" fmla="*/ 1357312 w 1990725"/>
              <a:gd name="connsiteY97" fmla="*/ 2724150 h 2781300"/>
              <a:gd name="connsiteX98" fmla="*/ 352425 w 1990725"/>
              <a:gd name="connsiteY98" fmla="*/ 2619375 h 2781300"/>
              <a:gd name="connsiteX99" fmla="*/ 390525 w 1990725"/>
              <a:gd name="connsiteY99" fmla="*/ 2209800 h 2781300"/>
              <a:gd name="connsiteX100" fmla="*/ 0 w 1990725"/>
              <a:gd name="connsiteY100" fmla="*/ 2181225 h 2781300"/>
              <a:gd name="connsiteX101" fmla="*/ 42862 w 1990725"/>
              <a:gd name="connsiteY101" fmla="*/ 838200 h 2781300"/>
              <a:gd name="connsiteX102" fmla="*/ 123825 w 1990725"/>
              <a:gd name="connsiteY102" fmla="*/ 862012 h 2781300"/>
              <a:gd name="connsiteX103" fmla="*/ 176212 w 1990725"/>
              <a:gd name="connsiteY103" fmla="*/ 876300 h 2781300"/>
              <a:gd name="connsiteX0" fmla="*/ 176212 w 1990725"/>
              <a:gd name="connsiteY0" fmla="*/ 876300 h 2781300"/>
              <a:gd name="connsiteX1" fmla="*/ 214312 w 1990725"/>
              <a:gd name="connsiteY1" fmla="*/ 942975 h 2781300"/>
              <a:gd name="connsiteX2" fmla="*/ 309562 w 1990725"/>
              <a:gd name="connsiteY2" fmla="*/ 995362 h 2781300"/>
              <a:gd name="connsiteX3" fmla="*/ 328612 w 1990725"/>
              <a:gd name="connsiteY3" fmla="*/ 1014412 h 2781300"/>
              <a:gd name="connsiteX4" fmla="*/ 442912 w 1990725"/>
              <a:gd name="connsiteY4" fmla="*/ 981075 h 2781300"/>
              <a:gd name="connsiteX5" fmla="*/ 447675 w 1990725"/>
              <a:gd name="connsiteY5" fmla="*/ 919162 h 2781300"/>
              <a:gd name="connsiteX6" fmla="*/ 528637 w 1990725"/>
              <a:gd name="connsiteY6" fmla="*/ 795337 h 2781300"/>
              <a:gd name="connsiteX7" fmla="*/ 533400 w 1990725"/>
              <a:gd name="connsiteY7" fmla="*/ 704850 h 2781300"/>
              <a:gd name="connsiteX8" fmla="*/ 581025 w 1990725"/>
              <a:gd name="connsiteY8" fmla="*/ 638175 h 2781300"/>
              <a:gd name="connsiteX9" fmla="*/ 561975 w 1990725"/>
              <a:gd name="connsiteY9" fmla="*/ 552450 h 2781300"/>
              <a:gd name="connsiteX10" fmla="*/ 585787 w 1990725"/>
              <a:gd name="connsiteY10" fmla="*/ 500062 h 2781300"/>
              <a:gd name="connsiteX11" fmla="*/ 552450 w 1990725"/>
              <a:gd name="connsiteY11" fmla="*/ 461962 h 2781300"/>
              <a:gd name="connsiteX12" fmla="*/ 552450 w 1990725"/>
              <a:gd name="connsiteY12" fmla="*/ 428625 h 2781300"/>
              <a:gd name="connsiteX13" fmla="*/ 595312 w 1990725"/>
              <a:gd name="connsiteY13" fmla="*/ 376237 h 2781300"/>
              <a:gd name="connsiteX14" fmla="*/ 595312 w 1990725"/>
              <a:gd name="connsiteY14" fmla="*/ 304800 h 2781300"/>
              <a:gd name="connsiteX15" fmla="*/ 628650 w 1990725"/>
              <a:gd name="connsiteY15" fmla="*/ 276225 h 2781300"/>
              <a:gd name="connsiteX16" fmla="*/ 585787 w 1990725"/>
              <a:gd name="connsiteY16" fmla="*/ 252412 h 2781300"/>
              <a:gd name="connsiteX17" fmla="*/ 633412 w 1990725"/>
              <a:gd name="connsiteY17" fmla="*/ 209550 h 2781300"/>
              <a:gd name="connsiteX18" fmla="*/ 676275 w 1990725"/>
              <a:gd name="connsiteY18" fmla="*/ 80962 h 2781300"/>
              <a:gd name="connsiteX19" fmla="*/ 676275 w 1990725"/>
              <a:gd name="connsiteY19" fmla="*/ 28575 h 2781300"/>
              <a:gd name="connsiteX20" fmla="*/ 747712 w 1990725"/>
              <a:gd name="connsiteY20" fmla="*/ 0 h 2781300"/>
              <a:gd name="connsiteX21" fmla="*/ 757237 w 1990725"/>
              <a:gd name="connsiteY21" fmla="*/ 42862 h 2781300"/>
              <a:gd name="connsiteX22" fmla="*/ 785812 w 1990725"/>
              <a:gd name="connsiteY22" fmla="*/ 66675 h 2781300"/>
              <a:gd name="connsiteX23" fmla="*/ 781050 w 1990725"/>
              <a:gd name="connsiteY23" fmla="*/ 166687 h 2781300"/>
              <a:gd name="connsiteX24" fmla="*/ 823912 w 1990725"/>
              <a:gd name="connsiteY24" fmla="*/ 214312 h 2781300"/>
              <a:gd name="connsiteX25" fmla="*/ 847725 w 1990725"/>
              <a:gd name="connsiteY25" fmla="*/ 171450 h 2781300"/>
              <a:gd name="connsiteX26" fmla="*/ 809625 w 1990725"/>
              <a:gd name="connsiteY26" fmla="*/ 257175 h 2781300"/>
              <a:gd name="connsiteX27" fmla="*/ 823912 w 1990725"/>
              <a:gd name="connsiteY27" fmla="*/ 271462 h 2781300"/>
              <a:gd name="connsiteX28" fmla="*/ 852487 w 1990725"/>
              <a:gd name="connsiteY28" fmla="*/ 242887 h 2781300"/>
              <a:gd name="connsiteX29" fmla="*/ 833437 w 1990725"/>
              <a:gd name="connsiteY29" fmla="*/ 323850 h 2781300"/>
              <a:gd name="connsiteX30" fmla="*/ 862012 w 1990725"/>
              <a:gd name="connsiteY30" fmla="*/ 338137 h 2781300"/>
              <a:gd name="connsiteX31" fmla="*/ 862012 w 1990725"/>
              <a:gd name="connsiteY31" fmla="*/ 495300 h 2781300"/>
              <a:gd name="connsiteX32" fmla="*/ 890587 w 1990725"/>
              <a:gd name="connsiteY32" fmla="*/ 523875 h 2781300"/>
              <a:gd name="connsiteX33" fmla="*/ 890587 w 1990725"/>
              <a:gd name="connsiteY33" fmla="*/ 581025 h 2781300"/>
              <a:gd name="connsiteX34" fmla="*/ 971550 w 1990725"/>
              <a:gd name="connsiteY34" fmla="*/ 552450 h 2781300"/>
              <a:gd name="connsiteX35" fmla="*/ 1028700 w 1990725"/>
              <a:gd name="connsiteY35" fmla="*/ 542925 h 2781300"/>
              <a:gd name="connsiteX36" fmla="*/ 995362 w 1990725"/>
              <a:gd name="connsiteY36" fmla="*/ 571500 h 2781300"/>
              <a:gd name="connsiteX37" fmla="*/ 1023937 w 1990725"/>
              <a:gd name="connsiteY37" fmla="*/ 614362 h 2781300"/>
              <a:gd name="connsiteX38" fmla="*/ 1090612 w 1990725"/>
              <a:gd name="connsiteY38" fmla="*/ 657225 h 2781300"/>
              <a:gd name="connsiteX39" fmla="*/ 1066800 w 1990725"/>
              <a:gd name="connsiteY39" fmla="*/ 700087 h 2781300"/>
              <a:gd name="connsiteX40" fmla="*/ 1090612 w 1990725"/>
              <a:gd name="connsiteY40" fmla="*/ 800100 h 2781300"/>
              <a:gd name="connsiteX41" fmla="*/ 1081087 w 1990725"/>
              <a:gd name="connsiteY41" fmla="*/ 933450 h 2781300"/>
              <a:gd name="connsiteX42" fmla="*/ 1147762 w 1990725"/>
              <a:gd name="connsiteY42" fmla="*/ 957262 h 2781300"/>
              <a:gd name="connsiteX43" fmla="*/ 1152525 w 1990725"/>
              <a:gd name="connsiteY43" fmla="*/ 1047750 h 2781300"/>
              <a:gd name="connsiteX44" fmla="*/ 1143000 w 1990725"/>
              <a:gd name="connsiteY44" fmla="*/ 1152525 h 2781300"/>
              <a:gd name="connsiteX45" fmla="*/ 1190625 w 1990725"/>
              <a:gd name="connsiteY45" fmla="*/ 1185862 h 2781300"/>
              <a:gd name="connsiteX46" fmla="*/ 1171575 w 1990725"/>
              <a:gd name="connsiteY46" fmla="*/ 1233487 h 2781300"/>
              <a:gd name="connsiteX47" fmla="*/ 1171575 w 1990725"/>
              <a:gd name="connsiteY47" fmla="*/ 1281112 h 2781300"/>
              <a:gd name="connsiteX48" fmla="*/ 1219200 w 1990725"/>
              <a:gd name="connsiteY48" fmla="*/ 1285875 h 2781300"/>
              <a:gd name="connsiteX49" fmla="*/ 1281112 w 1990725"/>
              <a:gd name="connsiteY49" fmla="*/ 1357312 h 2781300"/>
              <a:gd name="connsiteX50" fmla="*/ 1328737 w 1990725"/>
              <a:gd name="connsiteY50" fmla="*/ 1343025 h 2781300"/>
              <a:gd name="connsiteX51" fmla="*/ 1338262 w 1990725"/>
              <a:gd name="connsiteY51" fmla="*/ 1390650 h 2781300"/>
              <a:gd name="connsiteX52" fmla="*/ 1371600 w 1990725"/>
              <a:gd name="connsiteY52" fmla="*/ 1395412 h 2781300"/>
              <a:gd name="connsiteX53" fmla="*/ 1433512 w 1990725"/>
              <a:gd name="connsiteY53" fmla="*/ 1457325 h 2781300"/>
              <a:gd name="connsiteX54" fmla="*/ 1500187 w 1990725"/>
              <a:gd name="connsiteY54" fmla="*/ 1485900 h 2781300"/>
              <a:gd name="connsiteX55" fmla="*/ 1519237 w 1990725"/>
              <a:gd name="connsiteY55" fmla="*/ 1476375 h 2781300"/>
              <a:gd name="connsiteX56" fmla="*/ 1514475 w 1990725"/>
              <a:gd name="connsiteY56" fmla="*/ 1519237 h 2781300"/>
              <a:gd name="connsiteX57" fmla="*/ 1462087 w 1990725"/>
              <a:gd name="connsiteY57" fmla="*/ 1528762 h 2781300"/>
              <a:gd name="connsiteX58" fmla="*/ 1462087 w 1990725"/>
              <a:gd name="connsiteY58" fmla="*/ 1557337 h 2781300"/>
              <a:gd name="connsiteX59" fmla="*/ 1543050 w 1990725"/>
              <a:gd name="connsiteY59" fmla="*/ 1614487 h 2781300"/>
              <a:gd name="connsiteX60" fmla="*/ 1543050 w 1990725"/>
              <a:gd name="connsiteY60" fmla="*/ 1676400 h 2781300"/>
              <a:gd name="connsiteX61" fmla="*/ 1576387 w 1990725"/>
              <a:gd name="connsiteY61" fmla="*/ 1695450 h 2781300"/>
              <a:gd name="connsiteX62" fmla="*/ 1552575 w 1990725"/>
              <a:gd name="connsiteY62" fmla="*/ 1771650 h 2781300"/>
              <a:gd name="connsiteX63" fmla="*/ 1590675 w 1990725"/>
              <a:gd name="connsiteY63" fmla="*/ 1843087 h 2781300"/>
              <a:gd name="connsiteX64" fmla="*/ 1624012 w 1990725"/>
              <a:gd name="connsiteY64" fmla="*/ 1857375 h 2781300"/>
              <a:gd name="connsiteX65" fmla="*/ 1624012 w 1990725"/>
              <a:gd name="connsiteY65" fmla="*/ 1747837 h 2781300"/>
              <a:gd name="connsiteX66" fmla="*/ 1671637 w 1990725"/>
              <a:gd name="connsiteY66" fmla="*/ 1828800 h 2781300"/>
              <a:gd name="connsiteX67" fmla="*/ 1685925 w 1990725"/>
              <a:gd name="connsiteY67" fmla="*/ 1795462 h 2781300"/>
              <a:gd name="connsiteX68" fmla="*/ 1714500 w 1990725"/>
              <a:gd name="connsiteY68" fmla="*/ 1885950 h 2781300"/>
              <a:gd name="connsiteX69" fmla="*/ 1676400 w 1990725"/>
              <a:gd name="connsiteY69" fmla="*/ 1947862 h 2781300"/>
              <a:gd name="connsiteX70" fmla="*/ 1738312 w 1990725"/>
              <a:gd name="connsiteY70" fmla="*/ 2000250 h 2781300"/>
              <a:gd name="connsiteX71" fmla="*/ 1762125 w 1990725"/>
              <a:gd name="connsiteY71" fmla="*/ 2052637 h 2781300"/>
              <a:gd name="connsiteX72" fmla="*/ 1833562 w 1990725"/>
              <a:gd name="connsiteY72" fmla="*/ 2095500 h 2781300"/>
              <a:gd name="connsiteX73" fmla="*/ 1833562 w 1990725"/>
              <a:gd name="connsiteY73" fmla="*/ 2157412 h 2781300"/>
              <a:gd name="connsiteX74" fmla="*/ 1890712 w 1990725"/>
              <a:gd name="connsiteY74" fmla="*/ 2219325 h 2781300"/>
              <a:gd name="connsiteX75" fmla="*/ 1895475 w 1990725"/>
              <a:gd name="connsiteY75" fmla="*/ 2266950 h 2781300"/>
              <a:gd name="connsiteX76" fmla="*/ 1966912 w 1990725"/>
              <a:gd name="connsiteY76" fmla="*/ 2238375 h 2781300"/>
              <a:gd name="connsiteX77" fmla="*/ 1990725 w 1990725"/>
              <a:gd name="connsiteY77" fmla="*/ 2190750 h 2781300"/>
              <a:gd name="connsiteX78" fmla="*/ 1990725 w 1990725"/>
              <a:gd name="connsiteY78" fmla="*/ 2252662 h 2781300"/>
              <a:gd name="connsiteX79" fmla="*/ 1928812 w 1990725"/>
              <a:gd name="connsiteY79" fmla="*/ 2314575 h 2781300"/>
              <a:gd name="connsiteX80" fmla="*/ 1952625 w 1990725"/>
              <a:gd name="connsiteY80" fmla="*/ 2376487 h 2781300"/>
              <a:gd name="connsiteX81" fmla="*/ 1919287 w 1990725"/>
              <a:gd name="connsiteY81" fmla="*/ 2428875 h 2781300"/>
              <a:gd name="connsiteX82" fmla="*/ 1919287 w 1990725"/>
              <a:gd name="connsiteY82" fmla="*/ 2543175 h 2781300"/>
              <a:gd name="connsiteX83" fmla="*/ 1900237 w 1990725"/>
              <a:gd name="connsiteY83" fmla="*/ 2581275 h 2781300"/>
              <a:gd name="connsiteX84" fmla="*/ 1938337 w 1990725"/>
              <a:gd name="connsiteY84" fmla="*/ 2638425 h 2781300"/>
              <a:gd name="connsiteX85" fmla="*/ 1933575 w 1990725"/>
              <a:gd name="connsiteY85" fmla="*/ 2705100 h 2781300"/>
              <a:gd name="connsiteX86" fmla="*/ 1847850 w 1990725"/>
              <a:gd name="connsiteY86" fmla="*/ 2700337 h 2781300"/>
              <a:gd name="connsiteX87" fmla="*/ 1795462 w 1990725"/>
              <a:gd name="connsiteY87" fmla="*/ 2676525 h 2781300"/>
              <a:gd name="connsiteX88" fmla="*/ 1733550 w 1990725"/>
              <a:gd name="connsiteY88" fmla="*/ 2728912 h 2781300"/>
              <a:gd name="connsiteX89" fmla="*/ 1728787 w 1990725"/>
              <a:gd name="connsiteY89" fmla="*/ 2757487 h 2781300"/>
              <a:gd name="connsiteX90" fmla="*/ 1681162 w 1990725"/>
              <a:gd name="connsiteY90" fmla="*/ 2747962 h 2781300"/>
              <a:gd name="connsiteX91" fmla="*/ 1657350 w 1990725"/>
              <a:gd name="connsiteY91" fmla="*/ 2781300 h 2781300"/>
              <a:gd name="connsiteX92" fmla="*/ 1600200 w 1990725"/>
              <a:gd name="connsiteY92" fmla="*/ 2705100 h 2781300"/>
              <a:gd name="connsiteX93" fmla="*/ 1543050 w 1990725"/>
              <a:gd name="connsiteY93" fmla="*/ 2724150 h 2781300"/>
              <a:gd name="connsiteX94" fmla="*/ 1504950 w 1990725"/>
              <a:gd name="connsiteY94" fmla="*/ 2676525 h 2781300"/>
              <a:gd name="connsiteX95" fmla="*/ 1452562 w 1990725"/>
              <a:gd name="connsiteY95" fmla="*/ 2695575 h 2781300"/>
              <a:gd name="connsiteX96" fmla="*/ 1427149 w 1990725"/>
              <a:gd name="connsiteY96" fmla="*/ 2668587 h 2781300"/>
              <a:gd name="connsiteX97" fmla="*/ 1357312 w 1990725"/>
              <a:gd name="connsiteY97" fmla="*/ 2724150 h 2781300"/>
              <a:gd name="connsiteX98" fmla="*/ 352425 w 1990725"/>
              <a:gd name="connsiteY98" fmla="*/ 2619375 h 2781300"/>
              <a:gd name="connsiteX99" fmla="*/ 390525 w 1990725"/>
              <a:gd name="connsiteY99" fmla="*/ 2209800 h 2781300"/>
              <a:gd name="connsiteX100" fmla="*/ 0 w 1990725"/>
              <a:gd name="connsiteY100" fmla="*/ 2181225 h 2781300"/>
              <a:gd name="connsiteX101" fmla="*/ 42862 w 1990725"/>
              <a:gd name="connsiteY101" fmla="*/ 838200 h 2781300"/>
              <a:gd name="connsiteX102" fmla="*/ 123825 w 1990725"/>
              <a:gd name="connsiteY102" fmla="*/ 862012 h 2781300"/>
              <a:gd name="connsiteX103" fmla="*/ 176212 w 1990725"/>
              <a:gd name="connsiteY103" fmla="*/ 876300 h 278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1990725" h="2781300">
                <a:moveTo>
                  <a:pt x="176212" y="876300"/>
                </a:moveTo>
                <a:lnTo>
                  <a:pt x="214312" y="942975"/>
                </a:lnTo>
                <a:lnTo>
                  <a:pt x="309562" y="995362"/>
                </a:lnTo>
                <a:lnTo>
                  <a:pt x="328612" y="1014412"/>
                </a:lnTo>
                <a:lnTo>
                  <a:pt x="442912" y="981075"/>
                </a:lnTo>
                <a:lnTo>
                  <a:pt x="447675" y="919162"/>
                </a:lnTo>
                <a:cubicBezTo>
                  <a:pt x="530472" y="802271"/>
                  <a:pt x="528637" y="851552"/>
                  <a:pt x="528637" y="795337"/>
                </a:cubicBezTo>
                <a:lnTo>
                  <a:pt x="533400" y="704850"/>
                </a:lnTo>
                <a:lnTo>
                  <a:pt x="581025" y="638175"/>
                </a:lnTo>
                <a:cubicBezTo>
                  <a:pt x="556153" y="558587"/>
                  <a:pt x="545310" y="585776"/>
                  <a:pt x="561975" y="552450"/>
                </a:cubicBezTo>
                <a:cubicBezTo>
                  <a:pt x="586497" y="503405"/>
                  <a:pt x="585787" y="522574"/>
                  <a:pt x="585787" y="500062"/>
                </a:cubicBezTo>
                <a:cubicBezTo>
                  <a:pt x="551327" y="465602"/>
                  <a:pt x="552450" y="482440"/>
                  <a:pt x="552450" y="461962"/>
                </a:cubicBezTo>
                <a:lnTo>
                  <a:pt x="552450" y="428625"/>
                </a:lnTo>
                <a:cubicBezTo>
                  <a:pt x="596374" y="379820"/>
                  <a:pt x="595312" y="402358"/>
                  <a:pt x="595312" y="376237"/>
                </a:cubicBezTo>
                <a:lnTo>
                  <a:pt x="595312" y="304800"/>
                </a:lnTo>
                <a:cubicBezTo>
                  <a:pt x="631407" y="284175"/>
                  <a:pt x="628650" y="298549"/>
                  <a:pt x="628650" y="276225"/>
                </a:cubicBezTo>
                <a:lnTo>
                  <a:pt x="585787" y="252412"/>
                </a:lnTo>
                <a:lnTo>
                  <a:pt x="633412" y="209550"/>
                </a:lnTo>
                <a:cubicBezTo>
                  <a:pt x="676794" y="84225"/>
                  <a:pt x="676275" y="129403"/>
                  <a:pt x="676275" y="80962"/>
                </a:cubicBezTo>
                <a:lnTo>
                  <a:pt x="676275" y="28575"/>
                </a:lnTo>
                <a:lnTo>
                  <a:pt x="747712" y="0"/>
                </a:lnTo>
                <a:lnTo>
                  <a:pt x="757237" y="42862"/>
                </a:lnTo>
                <a:lnTo>
                  <a:pt x="785812" y="66675"/>
                </a:lnTo>
                <a:lnTo>
                  <a:pt x="781050" y="166687"/>
                </a:lnTo>
                <a:lnTo>
                  <a:pt x="823912" y="214312"/>
                </a:lnTo>
                <a:lnTo>
                  <a:pt x="847725" y="171450"/>
                </a:lnTo>
                <a:lnTo>
                  <a:pt x="809625" y="257175"/>
                </a:lnTo>
                <a:lnTo>
                  <a:pt x="823912" y="271462"/>
                </a:lnTo>
                <a:lnTo>
                  <a:pt x="852487" y="242887"/>
                </a:lnTo>
                <a:lnTo>
                  <a:pt x="833437" y="323850"/>
                </a:lnTo>
                <a:lnTo>
                  <a:pt x="862012" y="338137"/>
                </a:lnTo>
                <a:lnTo>
                  <a:pt x="862012" y="495300"/>
                </a:lnTo>
                <a:lnTo>
                  <a:pt x="890587" y="523875"/>
                </a:lnTo>
                <a:lnTo>
                  <a:pt x="890587" y="581025"/>
                </a:lnTo>
                <a:lnTo>
                  <a:pt x="971550" y="552450"/>
                </a:lnTo>
                <a:lnTo>
                  <a:pt x="1028700" y="542925"/>
                </a:lnTo>
                <a:lnTo>
                  <a:pt x="995362" y="571500"/>
                </a:lnTo>
                <a:lnTo>
                  <a:pt x="1023937" y="614362"/>
                </a:lnTo>
                <a:lnTo>
                  <a:pt x="1090612" y="657225"/>
                </a:lnTo>
                <a:lnTo>
                  <a:pt x="1066800" y="700087"/>
                </a:lnTo>
                <a:lnTo>
                  <a:pt x="1090612" y="800100"/>
                </a:lnTo>
                <a:lnTo>
                  <a:pt x="1081087" y="933450"/>
                </a:lnTo>
                <a:lnTo>
                  <a:pt x="1147762" y="957262"/>
                </a:lnTo>
                <a:lnTo>
                  <a:pt x="1152525" y="1047750"/>
                </a:lnTo>
                <a:lnTo>
                  <a:pt x="1143000" y="1152525"/>
                </a:lnTo>
                <a:lnTo>
                  <a:pt x="1190625" y="1185862"/>
                </a:lnTo>
                <a:lnTo>
                  <a:pt x="1171575" y="1233487"/>
                </a:lnTo>
                <a:lnTo>
                  <a:pt x="1171575" y="1281112"/>
                </a:lnTo>
                <a:lnTo>
                  <a:pt x="1219200" y="1285875"/>
                </a:lnTo>
                <a:lnTo>
                  <a:pt x="1281112" y="1357312"/>
                </a:lnTo>
                <a:lnTo>
                  <a:pt x="1328737" y="1343025"/>
                </a:lnTo>
                <a:lnTo>
                  <a:pt x="1338262" y="1390650"/>
                </a:lnTo>
                <a:lnTo>
                  <a:pt x="1371600" y="1395412"/>
                </a:lnTo>
                <a:lnTo>
                  <a:pt x="1433512" y="1457325"/>
                </a:lnTo>
                <a:lnTo>
                  <a:pt x="1500187" y="1485900"/>
                </a:lnTo>
                <a:lnTo>
                  <a:pt x="1519237" y="1476375"/>
                </a:lnTo>
                <a:lnTo>
                  <a:pt x="1514475" y="1519237"/>
                </a:lnTo>
                <a:lnTo>
                  <a:pt x="1462087" y="1528762"/>
                </a:lnTo>
                <a:lnTo>
                  <a:pt x="1462087" y="1557337"/>
                </a:lnTo>
                <a:lnTo>
                  <a:pt x="1543050" y="1614487"/>
                </a:lnTo>
                <a:lnTo>
                  <a:pt x="1543050" y="1676400"/>
                </a:lnTo>
                <a:lnTo>
                  <a:pt x="1576387" y="1695450"/>
                </a:lnTo>
                <a:lnTo>
                  <a:pt x="1552575" y="1771650"/>
                </a:lnTo>
                <a:lnTo>
                  <a:pt x="1590675" y="1843087"/>
                </a:lnTo>
                <a:cubicBezTo>
                  <a:pt x="1620670" y="1858085"/>
                  <a:pt x="1608601" y="1857375"/>
                  <a:pt x="1624012" y="1857375"/>
                </a:cubicBezTo>
                <a:lnTo>
                  <a:pt x="1624012" y="1747837"/>
                </a:lnTo>
                <a:cubicBezTo>
                  <a:pt x="1672408" y="1834950"/>
                  <a:pt x="1671637" y="1866251"/>
                  <a:pt x="1671637" y="1828800"/>
                </a:cubicBezTo>
                <a:lnTo>
                  <a:pt x="1685925" y="1795462"/>
                </a:lnTo>
                <a:lnTo>
                  <a:pt x="1714500" y="1885950"/>
                </a:lnTo>
                <a:lnTo>
                  <a:pt x="1676400" y="1947862"/>
                </a:lnTo>
                <a:lnTo>
                  <a:pt x="1738312" y="2000250"/>
                </a:lnTo>
                <a:lnTo>
                  <a:pt x="1762125" y="2052637"/>
                </a:lnTo>
                <a:lnTo>
                  <a:pt x="1833562" y="2095500"/>
                </a:lnTo>
                <a:lnTo>
                  <a:pt x="1833562" y="2157412"/>
                </a:lnTo>
                <a:lnTo>
                  <a:pt x="1890712" y="2219325"/>
                </a:lnTo>
                <a:lnTo>
                  <a:pt x="1895475" y="2266950"/>
                </a:lnTo>
                <a:lnTo>
                  <a:pt x="1966912" y="2238375"/>
                </a:lnTo>
                <a:lnTo>
                  <a:pt x="1990725" y="2190750"/>
                </a:lnTo>
                <a:lnTo>
                  <a:pt x="1990725" y="2252662"/>
                </a:lnTo>
                <a:lnTo>
                  <a:pt x="1928812" y="2314575"/>
                </a:lnTo>
                <a:lnTo>
                  <a:pt x="1952625" y="2376487"/>
                </a:lnTo>
                <a:lnTo>
                  <a:pt x="1919287" y="2428875"/>
                </a:lnTo>
                <a:lnTo>
                  <a:pt x="1919287" y="2543175"/>
                </a:lnTo>
                <a:lnTo>
                  <a:pt x="1900237" y="2581275"/>
                </a:lnTo>
                <a:lnTo>
                  <a:pt x="1938337" y="2638425"/>
                </a:lnTo>
                <a:lnTo>
                  <a:pt x="1933575" y="2705100"/>
                </a:lnTo>
                <a:lnTo>
                  <a:pt x="1847850" y="2700337"/>
                </a:lnTo>
                <a:lnTo>
                  <a:pt x="1795462" y="2676525"/>
                </a:lnTo>
                <a:lnTo>
                  <a:pt x="1733550" y="2728912"/>
                </a:lnTo>
                <a:lnTo>
                  <a:pt x="1728787" y="2757487"/>
                </a:lnTo>
                <a:lnTo>
                  <a:pt x="1681162" y="2747962"/>
                </a:lnTo>
                <a:lnTo>
                  <a:pt x="1657350" y="2781300"/>
                </a:lnTo>
                <a:lnTo>
                  <a:pt x="1600200" y="2705100"/>
                </a:lnTo>
                <a:lnTo>
                  <a:pt x="1543050" y="2724150"/>
                </a:lnTo>
                <a:lnTo>
                  <a:pt x="1504950" y="2676525"/>
                </a:lnTo>
                <a:lnTo>
                  <a:pt x="1452562" y="2695575"/>
                </a:lnTo>
                <a:cubicBezTo>
                  <a:pt x="1431937" y="2659480"/>
                  <a:pt x="1449473" y="2668587"/>
                  <a:pt x="1427149" y="2668587"/>
                </a:cubicBezTo>
                <a:cubicBezTo>
                  <a:pt x="1359352" y="2736384"/>
                  <a:pt x="1357312" y="2760343"/>
                  <a:pt x="1357312" y="2724150"/>
                </a:cubicBezTo>
                <a:lnTo>
                  <a:pt x="352425" y="2619375"/>
                </a:lnTo>
                <a:lnTo>
                  <a:pt x="390525" y="2209800"/>
                </a:lnTo>
                <a:lnTo>
                  <a:pt x="0" y="2181225"/>
                </a:lnTo>
                <a:lnTo>
                  <a:pt x="42862" y="838200"/>
                </a:lnTo>
                <a:lnTo>
                  <a:pt x="123825" y="862012"/>
                </a:lnTo>
                <a:lnTo>
                  <a:pt x="176212" y="876300"/>
                </a:ln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36" name="Freeform 30">
            <a:extLst>
              <a:ext uri="{FF2B5EF4-FFF2-40B4-BE49-F238E27FC236}">
                <a16:creationId xmlns:a16="http://schemas.microsoft.com/office/drawing/2014/main" id="{4A102549-E698-41F9-B605-38A224FD7CA3}"/>
              </a:ext>
            </a:extLst>
          </p:cNvPr>
          <p:cNvSpPr/>
          <p:nvPr/>
        </p:nvSpPr>
        <p:spPr>
          <a:xfrm>
            <a:off x="8465469" y="2162500"/>
            <a:ext cx="928161" cy="1794097"/>
          </a:xfrm>
          <a:custGeom>
            <a:avLst/>
            <a:gdLst>
              <a:gd name="connsiteX0" fmla="*/ 0 w 1136650"/>
              <a:gd name="connsiteY0" fmla="*/ 0 h 2197100"/>
              <a:gd name="connsiteX1" fmla="*/ 19050 w 1136650"/>
              <a:gd name="connsiteY1" fmla="*/ 31750 h 2197100"/>
              <a:gd name="connsiteX2" fmla="*/ 31750 w 1136650"/>
              <a:gd name="connsiteY2" fmla="*/ 76200 h 2197100"/>
              <a:gd name="connsiteX3" fmla="*/ 44450 w 1136650"/>
              <a:gd name="connsiteY3" fmla="*/ 95250 h 2197100"/>
              <a:gd name="connsiteX4" fmla="*/ 69850 w 1136650"/>
              <a:gd name="connsiteY4" fmla="*/ 152400 h 2197100"/>
              <a:gd name="connsiteX5" fmla="*/ 76200 w 1136650"/>
              <a:gd name="connsiteY5" fmla="*/ 292100 h 2197100"/>
              <a:gd name="connsiteX6" fmla="*/ 82550 w 1136650"/>
              <a:gd name="connsiteY6" fmla="*/ 323850 h 2197100"/>
              <a:gd name="connsiteX7" fmla="*/ 95250 w 1136650"/>
              <a:gd name="connsiteY7" fmla="*/ 342900 h 2197100"/>
              <a:gd name="connsiteX8" fmla="*/ 101600 w 1136650"/>
              <a:gd name="connsiteY8" fmla="*/ 361950 h 2197100"/>
              <a:gd name="connsiteX9" fmla="*/ 120650 w 1136650"/>
              <a:gd name="connsiteY9" fmla="*/ 374650 h 2197100"/>
              <a:gd name="connsiteX10" fmla="*/ 133350 w 1136650"/>
              <a:gd name="connsiteY10" fmla="*/ 393700 h 2197100"/>
              <a:gd name="connsiteX11" fmla="*/ 146050 w 1136650"/>
              <a:gd name="connsiteY11" fmla="*/ 520700 h 2197100"/>
              <a:gd name="connsiteX12" fmla="*/ 177800 w 1136650"/>
              <a:gd name="connsiteY12" fmla="*/ 577850 h 2197100"/>
              <a:gd name="connsiteX13" fmla="*/ 203200 w 1136650"/>
              <a:gd name="connsiteY13" fmla="*/ 596900 h 2197100"/>
              <a:gd name="connsiteX14" fmla="*/ 234950 w 1136650"/>
              <a:gd name="connsiteY14" fmla="*/ 622300 h 2197100"/>
              <a:gd name="connsiteX15" fmla="*/ 254000 w 1136650"/>
              <a:gd name="connsiteY15" fmla="*/ 641350 h 2197100"/>
              <a:gd name="connsiteX16" fmla="*/ 273050 w 1136650"/>
              <a:gd name="connsiteY16" fmla="*/ 647700 h 2197100"/>
              <a:gd name="connsiteX17" fmla="*/ 292100 w 1136650"/>
              <a:gd name="connsiteY17" fmla="*/ 660400 h 2197100"/>
              <a:gd name="connsiteX18" fmla="*/ 336550 w 1136650"/>
              <a:gd name="connsiteY18" fmla="*/ 711200 h 2197100"/>
              <a:gd name="connsiteX19" fmla="*/ 349250 w 1136650"/>
              <a:gd name="connsiteY19" fmla="*/ 736600 h 2197100"/>
              <a:gd name="connsiteX20" fmla="*/ 387350 w 1136650"/>
              <a:gd name="connsiteY20" fmla="*/ 762000 h 2197100"/>
              <a:gd name="connsiteX21" fmla="*/ 419100 w 1136650"/>
              <a:gd name="connsiteY21" fmla="*/ 819150 h 2197100"/>
              <a:gd name="connsiteX22" fmla="*/ 457200 w 1136650"/>
              <a:gd name="connsiteY22" fmla="*/ 844550 h 2197100"/>
              <a:gd name="connsiteX23" fmla="*/ 476250 w 1136650"/>
              <a:gd name="connsiteY23" fmla="*/ 882650 h 2197100"/>
              <a:gd name="connsiteX24" fmla="*/ 495300 w 1136650"/>
              <a:gd name="connsiteY24" fmla="*/ 889000 h 2197100"/>
              <a:gd name="connsiteX25" fmla="*/ 558800 w 1136650"/>
              <a:gd name="connsiteY25" fmla="*/ 927100 h 2197100"/>
              <a:gd name="connsiteX26" fmla="*/ 571500 w 1136650"/>
              <a:gd name="connsiteY26" fmla="*/ 971550 h 2197100"/>
              <a:gd name="connsiteX27" fmla="*/ 584200 w 1136650"/>
              <a:gd name="connsiteY27" fmla="*/ 1009650 h 2197100"/>
              <a:gd name="connsiteX28" fmla="*/ 590550 w 1136650"/>
              <a:gd name="connsiteY28" fmla="*/ 1047750 h 2197100"/>
              <a:gd name="connsiteX29" fmla="*/ 609600 w 1136650"/>
              <a:gd name="connsiteY29" fmla="*/ 1111250 h 2197100"/>
              <a:gd name="connsiteX30" fmla="*/ 615950 w 1136650"/>
              <a:gd name="connsiteY30" fmla="*/ 1149350 h 2197100"/>
              <a:gd name="connsiteX31" fmla="*/ 622300 w 1136650"/>
              <a:gd name="connsiteY31" fmla="*/ 1168400 h 2197100"/>
              <a:gd name="connsiteX32" fmla="*/ 635000 w 1136650"/>
              <a:gd name="connsiteY32" fmla="*/ 1219200 h 2197100"/>
              <a:gd name="connsiteX33" fmla="*/ 685800 w 1136650"/>
              <a:gd name="connsiteY33" fmla="*/ 1276350 h 2197100"/>
              <a:gd name="connsiteX34" fmla="*/ 717550 w 1136650"/>
              <a:gd name="connsiteY34" fmla="*/ 1308100 h 2197100"/>
              <a:gd name="connsiteX35" fmla="*/ 742950 w 1136650"/>
              <a:gd name="connsiteY35" fmla="*/ 1346200 h 2197100"/>
              <a:gd name="connsiteX36" fmla="*/ 755650 w 1136650"/>
              <a:gd name="connsiteY36" fmla="*/ 1365250 h 2197100"/>
              <a:gd name="connsiteX37" fmla="*/ 812800 w 1136650"/>
              <a:gd name="connsiteY37" fmla="*/ 1397000 h 2197100"/>
              <a:gd name="connsiteX38" fmla="*/ 838200 w 1136650"/>
              <a:gd name="connsiteY38" fmla="*/ 1435100 h 2197100"/>
              <a:gd name="connsiteX39" fmla="*/ 850900 w 1136650"/>
              <a:gd name="connsiteY39" fmla="*/ 1454150 h 2197100"/>
              <a:gd name="connsiteX40" fmla="*/ 863600 w 1136650"/>
              <a:gd name="connsiteY40" fmla="*/ 1498600 h 2197100"/>
              <a:gd name="connsiteX41" fmla="*/ 869950 w 1136650"/>
              <a:gd name="connsiteY41" fmla="*/ 1517650 h 2197100"/>
              <a:gd name="connsiteX42" fmla="*/ 889000 w 1136650"/>
              <a:gd name="connsiteY42" fmla="*/ 1530350 h 2197100"/>
              <a:gd name="connsiteX43" fmla="*/ 901700 w 1136650"/>
              <a:gd name="connsiteY43" fmla="*/ 1549400 h 2197100"/>
              <a:gd name="connsiteX44" fmla="*/ 908050 w 1136650"/>
              <a:gd name="connsiteY44" fmla="*/ 1568450 h 2197100"/>
              <a:gd name="connsiteX45" fmla="*/ 933450 w 1136650"/>
              <a:gd name="connsiteY45" fmla="*/ 1606550 h 2197100"/>
              <a:gd name="connsiteX46" fmla="*/ 965200 w 1136650"/>
              <a:gd name="connsiteY46" fmla="*/ 1682750 h 2197100"/>
              <a:gd name="connsiteX47" fmla="*/ 971550 w 1136650"/>
              <a:gd name="connsiteY47" fmla="*/ 1701800 h 2197100"/>
              <a:gd name="connsiteX48" fmla="*/ 1003300 w 1136650"/>
              <a:gd name="connsiteY48" fmla="*/ 1752600 h 2197100"/>
              <a:gd name="connsiteX49" fmla="*/ 1035050 w 1136650"/>
              <a:gd name="connsiteY49" fmla="*/ 1822450 h 2197100"/>
              <a:gd name="connsiteX50" fmla="*/ 1054100 w 1136650"/>
              <a:gd name="connsiteY50" fmla="*/ 1828800 h 2197100"/>
              <a:gd name="connsiteX51" fmla="*/ 1060450 w 1136650"/>
              <a:gd name="connsiteY51" fmla="*/ 1854200 h 2197100"/>
              <a:gd name="connsiteX52" fmla="*/ 1073150 w 1136650"/>
              <a:gd name="connsiteY52" fmla="*/ 1873250 h 2197100"/>
              <a:gd name="connsiteX53" fmla="*/ 1085850 w 1136650"/>
              <a:gd name="connsiteY53" fmla="*/ 1924050 h 2197100"/>
              <a:gd name="connsiteX54" fmla="*/ 1098550 w 1136650"/>
              <a:gd name="connsiteY54" fmla="*/ 2063750 h 2197100"/>
              <a:gd name="connsiteX55" fmla="*/ 1111250 w 1136650"/>
              <a:gd name="connsiteY55" fmla="*/ 2101850 h 2197100"/>
              <a:gd name="connsiteX56" fmla="*/ 1123950 w 1136650"/>
              <a:gd name="connsiteY56" fmla="*/ 2178050 h 2197100"/>
              <a:gd name="connsiteX57" fmla="*/ 1136650 w 1136650"/>
              <a:gd name="connsiteY57" fmla="*/ 2197100 h 219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136650" h="2197100">
                <a:moveTo>
                  <a:pt x="0" y="0"/>
                </a:moveTo>
                <a:cubicBezTo>
                  <a:pt x="6350" y="10583"/>
                  <a:pt x="13530" y="20711"/>
                  <a:pt x="19050" y="31750"/>
                </a:cubicBezTo>
                <a:cubicBezTo>
                  <a:pt x="31407" y="56464"/>
                  <a:pt x="19543" y="47716"/>
                  <a:pt x="31750" y="76200"/>
                </a:cubicBezTo>
                <a:cubicBezTo>
                  <a:pt x="34756" y="83215"/>
                  <a:pt x="41350" y="88276"/>
                  <a:pt x="44450" y="95250"/>
                </a:cubicBezTo>
                <a:cubicBezTo>
                  <a:pt x="74677" y="163260"/>
                  <a:pt x="41108" y="109287"/>
                  <a:pt x="69850" y="152400"/>
                </a:cubicBezTo>
                <a:cubicBezTo>
                  <a:pt x="71967" y="198967"/>
                  <a:pt x="72756" y="245613"/>
                  <a:pt x="76200" y="292100"/>
                </a:cubicBezTo>
                <a:cubicBezTo>
                  <a:pt x="76997" y="302863"/>
                  <a:pt x="78760" y="313744"/>
                  <a:pt x="82550" y="323850"/>
                </a:cubicBezTo>
                <a:cubicBezTo>
                  <a:pt x="85230" y="330996"/>
                  <a:pt x="91837" y="336074"/>
                  <a:pt x="95250" y="342900"/>
                </a:cubicBezTo>
                <a:cubicBezTo>
                  <a:pt x="98243" y="348887"/>
                  <a:pt x="97419" y="356723"/>
                  <a:pt x="101600" y="361950"/>
                </a:cubicBezTo>
                <a:cubicBezTo>
                  <a:pt x="106368" y="367909"/>
                  <a:pt x="114300" y="370417"/>
                  <a:pt x="120650" y="374650"/>
                </a:cubicBezTo>
                <a:cubicBezTo>
                  <a:pt x="124883" y="381000"/>
                  <a:pt x="129937" y="386874"/>
                  <a:pt x="133350" y="393700"/>
                </a:cubicBezTo>
                <a:cubicBezTo>
                  <a:pt x="149976" y="426951"/>
                  <a:pt x="145354" y="513742"/>
                  <a:pt x="146050" y="520700"/>
                </a:cubicBezTo>
                <a:cubicBezTo>
                  <a:pt x="148022" y="540424"/>
                  <a:pt x="169676" y="565664"/>
                  <a:pt x="177800" y="577850"/>
                </a:cubicBezTo>
                <a:cubicBezTo>
                  <a:pt x="183671" y="586656"/>
                  <a:pt x="195716" y="589416"/>
                  <a:pt x="203200" y="596900"/>
                </a:cubicBezTo>
                <a:cubicBezTo>
                  <a:pt x="231923" y="625623"/>
                  <a:pt x="197864" y="609938"/>
                  <a:pt x="234950" y="622300"/>
                </a:cubicBezTo>
                <a:cubicBezTo>
                  <a:pt x="241300" y="628650"/>
                  <a:pt x="246528" y="636369"/>
                  <a:pt x="254000" y="641350"/>
                </a:cubicBezTo>
                <a:cubicBezTo>
                  <a:pt x="259569" y="645063"/>
                  <a:pt x="267063" y="644707"/>
                  <a:pt x="273050" y="647700"/>
                </a:cubicBezTo>
                <a:cubicBezTo>
                  <a:pt x="279876" y="651113"/>
                  <a:pt x="285750" y="656167"/>
                  <a:pt x="292100" y="660400"/>
                </a:cubicBezTo>
                <a:cubicBezTo>
                  <a:pt x="321733" y="704850"/>
                  <a:pt x="304800" y="690033"/>
                  <a:pt x="336550" y="711200"/>
                </a:cubicBezTo>
                <a:cubicBezTo>
                  <a:pt x="340783" y="719667"/>
                  <a:pt x="342557" y="729907"/>
                  <a:pt x="349250" y="736600"/>
                </a:cubicBezTo>
                <a:cubicBezTo>
                  <a:pt x="360043" y="747393"/>
                  <a:pt x="387350" y="762000"/>
                  <a:pt x="387350" y="762000"/>
                </a:cubicBezTo>
                <a:cubicBezTo>
                  <a:pt x="398639" y="795867"/>
                  <a:pt x="393436" y="799189"/>
                  <a:pt x="419100" y="819150"/>
                </a:cubicBezTo>
                <a:cubicBezTo>
                  <a:pt x="431148" y="828521"/>
                  <a:pt x="457200" y="844550"/>
                  <a:pt x="457200" y="844550"/>
                </a:cubicBezTo>
                <a:cubicBezTo>
                  <a:pt x="461383" y="857099"/>
                  <a:pt x="465059" y="873698"/>
                  <a:pt x="476250" y="882650"/>
                </a:cubicBezTo>
                <a:cubicBezTo>
                  <a:pt x="481477" y="886831"/>
                  <a:pt x="488950" y="886883"/>
                  <a:pt x="495300" y="889000"/>
                </a:cubicBezTo>
                <a:cubicBezTo>
                  <a:pt x="541276" y="919651"/>
                  <a:pt x="519748" y="907574"/>
                  <a:pt x="558800" y="927100"/>
                </a:cubicBezTo>
                <a:cubicBezTo>
                  <a:pt x="580140" y="991121"/>
                  <a:pt x="547580" y="891816"/>
                  <a:pt x="571500" y="971550"/>
                </a:cubicBezTo>
                <a:cubicBezTo>
                  <a:pt x="575347" y="984372"/>
                  <a:pt x="581999" y="996445"/>
                  <a:pt x="584200" y="1009650"/>
                </a:cubicBezTo>
                <a:cubicBezTo>
                  <a:pt x="586317" y="1022350"/>
                  <a:pt x="587427" y="1035259"/>
                  <a:pt x="590550" y="1047750"/>
                </a:cubicBezTo>
                <a:cubicBezTo>
                  <a:pt x="606749" y="1112545"/>
                  <a:pt x="599521" y="1060857"/>
                  <a:pt x="609600" y="1111250"/>
                </a:cubicBezTo>
                <a:cubicBezTo>
                  <a:pt x="612125" y="1123875"/>
                  <a:pt x="613157" y="1136781"/>
                  <a:pt x="615950" y="1149350"/>
                </a:cubicBezTo>
                <a:cubicBezTo>
                  <a:pt x="617402" y="1155884"/>
                  <a:pt x="620677" y="1161906"/>
                  <a:pt x="622300" y="1168400"/>
                </a:cubicBezTo>
                <a:cubicBezTo>
                  <a:pt x="625923" y="1182891"/>
                  <a:pt x="627742" y="1204685"/>
                  <a:pt x="635000" y="1219200"/>
                </a:cubicBezTo>
                <a:cubicBezTo>
                  <a:pt x="653482" y="1256165"/>
                  <a:pt x="652141" y="1225862"/>
                  <a:pt x="685800" y="1276350"/>
                </a:cubicBezTo>
                <a:cubicBezTo>
                  <a:pt x="702733" y="1301750"/>
                  <a:pt x="692150" y="1291167"/>
                  <a:pt x="717550" y="1308100"/>
                </a:cubicBezTo>
                <a:lnTo>
                  <a:pt x="742950" y="1346200"/>
                </a:lnTo>
                <a:cubicBezTo>
                  <a:pt x="747183" y="1352550"/>
                  <a:pt x="749300" y="1361017"/>
                  <a:pt x="755650" y="1365250"/>
                </a:cubicBezTo>
                <a:cubicBezTo>
                  <a:pt x="799319" y="1394363"/>
                  <a:pt x="779270" y="1385823"/>
                  <a:pt x="812800" y="1397000"/>
                </a:cubicBezTo>
                <a:cubicBezTo>
                  <a:pt x="848912" y="1433112"/>
                  <a:pt x="819820" y="1398341"/>
                  <a:pt x="838200" y="1435100"/>
                </a:cubicBezTo>
                <a:cubicBezTo>
                  <a:pt x="841613" y="1441926"/>
                  <a:pt x="847487" y="1447324"/>
                  <a:pt x="850900" y="1454150"/>
                </a:cubicBezTo>
                <a:cubicBezTo>
                  <a:pt x="855975" y="1464300"/>
                  <a:pt x="860887" y="1489105"/>
                  <a:pt x="863600" y="1498600"/>
                </a:cubicBezTo>
                <a:cubicBezTo>
                  <a:pt x="865439" y="1505036"/>
                  <a:pt x="865769" y="1512423"/>
                  <a:pt x="869950" y="1517650"/>
                </a:cubicBezTo>
                <a:cubicBezTo>
                  <a:pt x="874718" y="1523609"/>
                  <a:pt x="882650" y="1526117"/>
                  <a:pt x="889000" y="1530350"/>
                </a:cubicBezTo>
                <a:cubicBezTo>
                  <a:pt x="893233" y="1536700"/>
                  <a:pt x="898287" y="1542574"/>
                  <a:pt x="901700" y="1549400"/>
                </a:cubicBezTo>
                <a:cubicBezTo>
                  <a:pt x="904693" y="1555387"/>
                  <a:pt x="904799" y="1562599"/>
                  <a:pt x="908050" y="1568450"/>
                </a:cubicBezTo>
                <a:cubicBezTo>
                  <a:pt x="915463" y="1581793"/>
                  <a:pt x="928623" y="1592070"/>
                  <a:pt x="933450" y="1606550"/>
                </a:cubicBezTo>
                <a:cubicBezTo>
                  <a:pt x="958508" y="1681725"/>
                  <a:pt x="931818" y="1607639"/>
                  <a:pt x="965200" y="1682750"/>
                </a:cubicBezTo>
                <a:cubicBezTo>
                  <a:pt x="967918" y="1688867"/>
                  <a:pt x="968557" y="1695813"/>
                  <a:pt x="971550" y="1701800"/>
                </a:cubicBezTo>
                <a:cubicBezTo>
                  <a:pt x="979209" y="1717118"/>
                  <a:pt x="993225" y="1737488"/>
                  <a:pt x="1003300" y="1752600"/>
                </a:cubicBezTo>
                <a:cubicBezTo>
                  <a:pt x="1012643" y="1799317"/>
                  <a:pt x="1003663" y="1775370"/>
                  <a:pt x="1035050" y="1822450"/>
                </a:cubicBezTo>
                <a:cubicBezTo>
                  <a:pt x="1038763" y="1828019"/>
                  <a:pt x="1047750" y="1826683"/>
                  <a:pt x="1054100" y="1828800"/>
                </a:cubicBezTo>
                <a:cubicBezTo>
                  <a:pt x="1056217" y="1837267"/>
                  <a:pt x="1057012" y="1846178"/>
                  <a:pt x="1060450" y="1854200"/>
                </a:cubicBezTo>
                <a:cubicBezTo>
                  <a:pt x="1063456" y="1861215"/>
                  <a:pt x="1070542" y="1866078"/>
                  <a:pt x="1073150" y="1873250"/>
                </a:cubicBezTo>
                <a:cubicBezTo>
                  <a:pt x="1079115" y="1889654"/>
                  <a:pt x="1085850" y="1924050"/>
                  <a:pt x="1085850" y="1924050"/>
                </a:cubicBezTo>
                <a:cubicBezTo>
                  <a:pt x="1087429" y="1947730"/>
                  <a:pt x="1090412" y="2028487"/>
                  <a:pt x="1098550" y="2063750"/>
                </a:cubicBezTo>
                <a:cubicBezTo>
                  <a:pt x="1101560" y="2076794"/>
                  <a:pt x="1107017" y="2089150"/>
                  <a:pt x="1111250" y="2101850"/>
                </a:cubicBezTo>
                <a:cubicBezTo>
                  <a:pt x="1119393" y="2126279"/>
                  <a:pt x="1119717" y="2152650"/>
                  <a:pt x="1123950" y="2178050"/>
                </a:cubicBezTo>
                <a:cubicBezTo>
                  <a:pt x="1125205" y="2185578"/>
                  <a:pt x="1136650" y="2197100"/>
                  <a:pt x="1136650" y="2197100"/>
                </a:cubicBezTo>
              </a:path>
            </a:pathLst>
          </a:custGeom>
          <a:solidFill>
            <a:srgbClr val="DDDCDB"/>
          </a:solidFill>
          <a:ln w="19050" cap="flat" cmpd="sng" algn="ctr">
            <a:solidFill>
              <a:schemeClr val="accent1"/>
            </a:solidFill>
            <a:prstDash val="dash"/>
          </a:ln>
          <a:effectLst/>
        </p:spPr>
        <p:txBody>
          <a:bodyPr rtlCol="0" anchor="ctr"/>
          <a:lstStyle/>
          <a:p>
            <a:pPr algn="ctr" defTabSz="914400">
              <a:defRPr/>
            </a:pPr>
            <a:endParaRPr lang="en-AU" kern="0">
              <a:solidFill>
                <a:srgbClr val="008A82"/>
              </a:solidFill>
              <a:latin typeface="Arial" panose="020B0604020202020204"/>
            </a:endParaRPr>
          </a:p>
        </p:txBody>
      </p:sp>
      <p:sp>
        <p:nvSpPr>
          <p:cNvPr id="49" name="Oval 48">
            <a:extLst>
              <a:ext uri="{FF2B5EF4-FFF2-40B4-BE49-F238E27FC236}">
                <a16:creationId xmlns:a16="http://schemas.microsoft.com/office/drawing/2014/main" id="{CA3E3010-813F-41E6-AA15-B9A8935BD7F5}"/>
              </a:ext>
            </a:extLst>
          </p:cNvPr>
          <p:cNvSpPr/>
          <p:nvPr/>
        </p:nvSpPr>
        <p:spPr>
          <a:xfrm>
            <a:off x="8918886" y="2892905"/>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360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r>
              <a:rPr lang="en-AU" sz="500" kern="0" dirty="0">
                <a:cs typeface="Arial" pitchFamily="34" charset="0"/>
              </a:rPr>
              <a:t>Mackay</a:t>
            </a:r>
          </a:p>
        </p:txBody>
      </p:sp>
      <p:sp>
        <p:nvSpPr>
          <p:cNvPr id="51" name="Oval 50">
            <a:extLst>
              <a:ext uri="{FF2B5EF4-FFF2-40B4-BE49-F238E27FC236}">
                <a16:creationId xmlns:a16="http://schemas.microsoft.com/office/drawing/2014/main" id="{6C0D5EC0-39B7-4B0F-9292-0E23EA5CB598}"/>
              </a:ext>
            </a:extLst>
          </p:cNvPr>
          <p:cNvSpPr/>
          <p:nvPr/>
        </p:nvSpPr>
        <p:spPr>
          <a:xfrm>
            <a:off x="9065251" y="3219465"/>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36000" rIns="504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r>
              <a:rPr lang="en-AU" sz="500" kern="0" dirty="0">
                <a:cs typeface="Arial" pitchFamily="34" charset="0"/>
              </a:rPr>
              <a:t>Rockhampton</a:t>
            </a:r>
          </a:p>
        </p:txBody>
      </p:sp>
      <p:sp>
        <p:nvSpPr>
          <p:cNvPr id="53" name="Oval 52">
            <a:extLst>
              <a:ext uri="{FF2B5EF4-FFF2-40B4-BE49-F238E27FC236}">
                <a16:creationId xmlns:a16="http://schemas.microsoft.com/office/drawing/2014/main" id="{2DA1731C-7F56-4F2B-8F19-12DB02128E50}"/>
              </a:ext>
            </a:extLst>
          </p:cNvPr>
          <p:cNvSpPr/>
          <p:nvPr/>
        </p:nvSpPr>
        <p:spPr>
          <a:xfrm>
            <a:off x="8435942" y="2123827"/>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324000" bIns="7200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r>
              <a:rPr lang="en-AU" sz="500" kern="0" dirty="0">
                <a:cs typeface="Arial" pitchFamily="34" charset="0"/>
              </a:rPr>
              <a:t>Cairns</a:t>
            </a:r>
          </a:p>
        </p:txBody>
      </p:sp>
      <p:sp>
        <p:nvSpPr>
          <p:cNvPr id="61" name="Oval 60">
            <a:extLst>
              <a:ext uri="{FF2B5EF4-FFF2-40B4-BE49-F238E27FC236}">
                <a16:creationId xmlns:a16="http://schemas.microsoft.com/office/drawing/2014/main" id="{99AA4C44-5117-4670-8F8A-D2A37E528292}"/>
              </a:ext>
            </a:extLst>
          </p:cNvPr>
          <p:cNvSpPr/>
          <p:nvPr/>
        </p:nvSpPr>
        <p:spPr>
          <a:xfrm>
            <a:off x="9341090" y="3911959"/>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16000" tIns="0" rIns="71120" bIns="7112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r>
              <a:rPr lang="en-AU" sz="600" b="1" kern="0" dirty="0">
                <a:cs typeface="Arial" pitchFamily="34" charset="0"/>
              </a:rPr>
              <a:t>Brisbane</a:t>
            </a:r>
          </a:p>
        </p:txBody>
      </p:sp>
      <p:sp>
        <p:nvSpPr>
          <p:cNvPr id="65" name="Oval 64">
            <a:extLst>
              <a:ext uri="{FF2B5EF4-FFF2-40B4-BE49-F238E27FC236}">
                <a16:creationId xmlns:a16="http://schemas.microsoft.com/office/drawing/2014/main" id="{A726E765-5066-4620-8481-2A2C3E56E35F}"/>
              </a:ext>
            </a:extLst>
          </p:cNvPr>
          <p:cNvSpPr/>
          <p:nvPr/>
        </p:nvSpPr>
        <p:spPr>
          <a:xfrm>
            <a:off x="8607901" y="2575467"/>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108000" rIns="360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endParaRPr lang="en-AU" sz="500" kern="0" dirty="0">
              <a:cs typeface="Arial" pitchFamily="34" charset="0"/>
            </a:endParaRPr>
          </a:p>
        </p:txBody>
      </p:sp>
      <p:sp>
        <p:nvSpPr>
          <p:cNvPr id="124" name="Oval 123">
            <a:extLst>
              <a:ext uri="{FF2B5EF4-FFF2-40B4-BE49-F238E27FC236}">
                <a16:creationId xmlns:a16="http://schemas.microsoft.com/office/drawing/2014/main" id="{BA2DBE7E-FBE9-418C-9B5C-83B02A022550}"/>
              </a:ext>
            </a:extLst>
          </p:cNvPr>
          <p:cNvSpPr/>
          <p:nvPr/>
        </p:nvSpPr>
        <p:spPr>
          <a:xfrm>
            <a:off x="8487776" y="2253022"/>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108000" rIns="360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endParaRPr lang="en-AU" sz="500" kern="0" dirty="0">
              <a:cs typeface="Arial" pitchFamily="34" charset="0"/>
            </a:endParaRPr>
          </a:p>
        </p:txBody>
      </p:sp>
      <p:sp>
        <p:nvSpPr>
          <p:cNvPr id="125" name="Oval 124">
            <a:extLst>
              <a:ext uri="{FF2B5EF4-FFF2-40B4-BE49-F238E27FC236}">
                <a16:creationId xmlns:a16="http://schemas.microsoft.com/office/drawing/2014/main" id="{23D69516-1C82-4CE1-B45F-14EEE62CB68F}"/>
              </a:ext>
            </a:extLst>
          </p:cNvPr>
          <p:cNvSpPr/>
          <p:nvPr/>
        </p:nvSpPr>
        <p:spPr>
          <a:xfrm>
            <a:off x="8786121" y="2798070"/>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360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r>
              <a:rPr lang="en-AU" sz="500" kern="0" dirty="0">
                <a:cs typeface="Arial" pitchFamily="34" charset="0"/>
              </a:rPr>
              <a:t>Bowen</a:t>
            </a:r>
          </a:p>
        </p:txBody>
      </p:sp>
      <p:sp>
        <p:nvSpPr>
          <p:cNvPr id="9" name="Freeform 401">
            <a:extLst>
              <a:ext uri="{FF2B5EF4-FFF2-40B4-BE49-F238E27FC236}">
                <a16:creationId xmlns:a16="http://schemas.microsoft.com/office/drawing/2014/main" id="{D8A91F3E-9419-42C2-BADB-B1E878359A8B}"/>
              </a:ext>
            </a:extLst>
          </p:cNvPr>
          <p:cNvSpPr/>
          <p:nvPr>
            <p:custDataLst>
              <p:tags r:id="rId2"/>
            </p:custDataLst>
          </p:nvPr>
        </p:nvSpPr>
        <p:spPr bwMode="auto">
          <a:xfrm>
            <a:off x="6077561" y="3527643"/>
            <a:ext cx="1671243" cy="1915095"/>
          </a:xfrm>
          <a:custGeom>
            <a:avLst/>
            <a:gdLst>
              <a:gd name="connsiteX0" fmla="*/ 0 w 1555750"/>
              <a:gd name="connsiteY0" fmla="*/ 3175 h 1774825"/>
              <a:gd name="connsiteX1" fmla="*/ 1171575 w 1555750"/>
              <a:gd name="connsiteY1" fmla="*/ 0 h 1774825"/>
              <a:gd name="connsiteX2" fmla="*/ 1555750 w 1555750"/>
              <a:gd name="connsiteY2" fmla="*/ 28575 h 1774825"/>
              <a:gd name="connsiteX3" fmla="*/ 1438275 w 1555750"/>
              <a:gd name="connsiteY3" fmla="*/ 1774825 h 1774825"/>
              <a:gd name="connsiteX4" fmla="*/ 1368425 w 1555750"/>
              <a:gd name="connsiteY4" fmla="*/ 1720850 h 1774825"/>
              <a:gd name="connsiteX5" fmla="*/ 1358900 w 1555750"/>
              <a:gd name="connsiteY5" fmla="*/ 1682750 h 1774825"/>
              <a:gd name="connsiteX6" fmla="*/ 1311275 w 1555750"/>
              <a:gd name="connsiteY6" fmla="*/ 1635125 h 1774825"/>
              <a:gd name="connsiteX7" fmla="*/ 1308100 w 1555750"/>
              <a:gd name="connsiteY7" fmla="*/ 1590675 h 1774825"/>
              <a:gd name="connsiteX8" fmla="*/ 1327150 w 1555750"/>
              <a:gd name="connsiteY8" fmla="*/ 1520825 h 1774825"/>
              <a:gd name="connsiteX9" fmla="*/ 1285875 w 1555750"/>
              <a:gd name="connsiteY9" fmla="*/ 1425575 h 1774825"/>
              <a:gd name="connsiteX10" fmla="*/ 1209675 w 1555750"/>
              <a:gd name="connsiteY10" fmla="*/ 1381125 h 1774825"/>
              <a:gd name="connsiteX11" fmla="*/ 1171575 w 1555750"/>
              <a:gd name="connsiteY11" fmla="*/ 1403350 h 1774825"/>
              <a:gd name="connsiteX12" fmla="*/ 1136650 w 1555750"/>
              <a:gd name="connsiteY12" fmla="*/ 1384300 h 1774825"/>
              <a:gd name="connsiteX13" fmla="*/ 1177925 w 1555750"/>
              <a:gd name="connsiteY13" fmla="*/ 1320800 h 1774825"/>
              <a:gd name="connsiteX14" fmla="*/ 1187450 w 1555750"/>
              <a:gd name="connsiteY14" fmla="*/ 1254125 h 1774825"/>
              <a:gd name="connsiteX15" fmla="*/ 1152525 w 1555750"/>
              <a:gd name="connsiteY15" fmla="*/ 1222375 h 1774825"/>
              <a:gd name="connsiteX16" fmla="*/ 1143000 w 1555750"/>
              <a:gd name="connsiteY16" fmla="*/ 1181100 h 1774825"/>
              <a:gd name="connsiteX17" fmla="*/ 1133475 w 1555750"/>
              <a:gd name="connsiteY17" fmla="*/ 1168400 h 1774825"/>
              <a:gd name="connsiteX18" fmla="*/ 1111250 w 1555750"/>
              <a:gd name="connsiteY18" fmla="*/ 1190625 h 1774825"/>
              <a:gd name="connsiteX19" fmla="*/ 1120775 w 1555750"/>
              <a:gd name="connsiteY19" fmla="*/ 1209675 h 1774825"/>
              <a:gd name="connsiteX20" fmla="*/ 1089025 w 1555750"/>
              <a:gd name="connsiteY20" fmla="*/ 1241425 h 1774825"/>
              <a:gd name="connsiteX21" fmla="*/ 1104900 w 1555750"/>
              <a:gd name="connsiteY21" fmla="*/ 1276350 h 1774825"/>
              <a:gd name="connsiteX22" fmla="*/ 1082675 w 1555750"/>
              <a:gd name="connsiteY22" fmla="*/ 1295400 h 1774825"/>
              <a:gd name="connsiteX23" fmla="*/ 1085850 w 1555750"/>
              <a:gd name="connsiteY23" fmla="*/ 1330325 h 1774825"/>
              <a:gd name="connsiteX24" fmla="*/ 1047750 w 1555750"/>
              <a:gd name="connsiteY24" fmla="*/ 1349375 h 1774825"/>
              <a:gd name="connsiteX25" fmla="*/ 1016000 w 1555750"/>
              <a:gd name="connsiteY25" fmla="*/ 1349375 h 1774825"/>
              <a:gd name="connsiteX26" fmla="*/ 984250 w 1555750"/>
              <a:gd name="connsiteY26" fmla="*/ 1301750 h 1774825"/>
              <a:gd name="connsiteX27" fmla="*/ 1009650 w 1555750"/>
              <a:gd name="connsiteY27" fmla="*/ 1282700 h 1774825"/>
              <a:gd name="connsiteX28" fmla="*/ 1031875 w 1555750"/>
              <a:gd name="connsiteY28" fmla="*/ 1292225 h 1774825"/>
              <a:gd name="connsiteX29" fmla="*/ 1060450 w 1555750"/>
              <a:gd name="connsiteY29" fmla="*/ 1247775 h 1774825"/>
              <a:gd name="connsiteX30" fmla="*/ 1063625 w 1555750"/>
              <a:gd name="connsiteY30" fmla="*/ 1155700 h 1774825"/>
              <a:gd name="connsiteX31" fmla="*/ 1114425 w 1555750"/>
              <a:gd name="connsiteY31" fmla="*/ 1095375 h 1774825"/>
              <a:gd name="connsiteX32" fmla="*/ 1117600 w 1555750"/>
              <a:gd name="connsiteY32" fmla="*/ 1028700 h 1774825"/>
              <a:gd name="connsiteX33" fmla="*/ 1127125 w 1555750"/>
              <a:gd name="connsiteY33" fmla="*/ 1016000 h 1774825"/>
              <a:gd name="connsiteX34" fmla="*/ 1104900 w 1555750"/>
              <a:gd name="connsiteY34" fmla="*/ 942975 h 1774825"/>
              <a:gd name="connsiteX35" fmla="*/ 1085850 w 1555750"/>
              <a:gd name="connsiteY35" fmla="*/ 1000125 h 1774825"/>
              <a:gd name="connsiteX36" fmla="*/ 1057275 w 1555750"/>
              <a:gd name="connsiteY36" fmla="*/ 1028700 h 1774825"/>
              <a:gd name="connsiteX37" fmla="*/ 1038225 w 1555750"/>
              <a:gd name="connsiteY37" fmla="*/ 1098550 h 1774825"/>
              <a:gd name="connsiteX38" fmla="*/ 993775 w 1555750"/>
              <a:gd name="connsiteY38" fmla="*/ 1111250 h 1774825"/>
              <a:gd name="connsiteX39" fmla="*/ 984250 w 1555750"/>
              <a:gd name="connsiteY39" fmla="*/ 1136650 h 1774825"/>
              <a:gd name="connsiteX40" fmla="*/ 952500 w 1555750"/>
              <a:gd name="connsiteY40" fmla="*/ 1133475 h 1774825"/>
              <a:gd name="connsiteX41" fmla="*/ 873125 w 1555750"/>
              <a:gd name="connsiteY41" fmla="*/ 1222375 h 1774825"/>
              <a:gd name="connsiteX42" fmla="*/ 876300 w 1555750"/>
              <a:gd name="connsiteY42" fmla="*/ 1282700 h 1774825"/>
              <a:gd name="connsiteX43" fmla="*/ 835025 w 1555750"/>
              <a:gd name="connsiteY43" fmla="*/ 1282700 h 1774825"/>
              <a:gd name="connsiteX44" fmla="*/ 806450 w 1555750"/>
              <a:gd name="connsiteY44" fmla="*/ 1238250 h 1774825"/>
              <a:gd name="connsiteX45" fmla="*/ 803275 w 1555750"/>
              <a:gd name="connsiteY45" fmla="*/ 1162050 h 1774825"/>
              <a:gd name="connsiteX46" fmla="*/ 777875 w 1555750"/>
              <a:gd name="connsiteY46" fmla="*/ 1136650 h 1774825"/>
              <a:gd name="connsiteX47" fmla="*/ 781050 w 1555750"/>
              <a:gd name="connsiteY47" fmla="*/ 1114425 h 1774825"/>
              <a:gd name="connsiteX48" fmla="*/ 739775 w 1555750"/>
              <a:gd name="connsiteY48" fmla="*/ 1085850 h 1774825"/>
              <a:gd name="connsiteX49" fmla="*/ 736600 w 1555750"/>
              <a:gd name="connsiteY49" fmla="*/ 1041400 h 1774825"/>
              <a:gd name="connsiteX50" fmla="*/ 676275 w 1555750"/>
              <a:gd name="connsiteY50" fmla="*/ 1022350 h 1774825"/>
              <a:gd name="connsiteX51" fmla="*/ 657225 w 1555750"/>
              <a:gd name="connsiteY51" fmla="*/ 971550 h 1774825"/>
              <a:gd name="connsiteX52" fmla="*/ 682625 w 1555750"/>
              <a:gd name="connsiteY52" fmla="*/ 949325 h 1774825"/>
              <a:gd name="connsiteX53" fmla="*/ 657225 w 1555750"/>
              <a:gd name="connsiteY53" fmla="*/ 920750 h 1774825"/>
              <a:gd name="connsiteX54" fmla="*/ 625475 w 1555750"/>
              <a:gd name="connsiteY54" fmla="*/ 923925 h 1774825"/>
              <a:gd name="connsiteX55" fmla="*/ 606425 w 1555750"/>
              <a:gd name="connsiteY55" fmla="*/ 889000 h 1774825"/>
              <a:gd name="connsiteX56" fmla="*/ 568325 w 1555750"/>
              <a:gd name="connsiteY56" fmla="*/ 901700 h 1774825"/>
              <a:gd name="connsiteX57" fmla="*/ 485775 w 1555750"/>
              <a:gd name="connsiteY57" fmla="*/ 844550 h 1774825"/>
              <a:gd name="connsiteX58" fmla="*/ 425450 w 1555750"/>
              <a:gd name="connsiteY58" fmla="*/ 857250 h 1774825"/>
              <a:gd name="connsiteX59" fmla="*/ 333375 w 1555750"/>
              <a:gd name="connsiteY59" fmla="*/ 793750 h 1774825"/>
              <a:gd name="connsiteX60" fmla="*/ 273050 w 1555750"/>
              <a:gd name="connsiteY60" fmla="*/ 793750 h 1774825"/>
              <a:gd name="connsiteX61" fmla="*/ 117475 w 1555750"/>
              <a:gd name="connsiteY61" fmla="*/ 800100 h 1774825"/>
              <a:gd name="connsiteX62" fmla="*/ 95250 w 1555750"/>
              <a:gd name="connsiteY62" fmla="*/ 819150 h 1774825"/>
              <a:gd name="connsiteX63" fmla="*/ 31750 w 1555750"/>
              <a:gd name="connsiteY63" fmla="*/ 809625 h 1774825"/>
              <a:gd name="connsiteX64" fmla="*/ 0 w 1555750"/>
              <a:gd name="connsiteY64" fmla="*/ 3175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55750" h="1774825">
                <a:moveTo>
                  <a:pt x="0" y="3175"/>
                </a:moveTo>
                <a:lnTo>
                  <a:pt x="1171575" y="0"/>
                </a:lnTo>
                <a:lnTo>
                  <a:pt x="1555750" y="28575"/>
                </a:lnTo>
                <a:lnTo>
                  <a:pt x="1438275" y="1774825"/>
                </a:lnTo>
                <a:lnTo>
                  <a:pt x="1368425" y="1720850"/>
                </a:lnTo>
                <a:lnTo>
                  <a:pt x="1358900" y="1682750"/>
                </a:lnTo>
                <a:lnTo>
                  <a:pt x="1311275" y="1635125"/>
                </a:lnTo>
                <a:lnTo>
                  <a:pt x="1308100" y="1590675"/>
                </a:lnTo>
                <a:lnTo>
                  <a:pt x="1327150" y="1520825"/>
                </a:lnTo>
                <a:cubicBezTo>
                  <a:pt x="1284984" y="1430005"/>
                  <a:pt x="1285875" y="1464596"/>
                  <a:pt x="1285875" y="1425575"/>
                </a:cubicBezTo>
                <a:lnTo>
                  <a:pt x="1209675" y="1381125"/>
                </a:lnTo>
                <a:lnTo>
                  <a:pt x="1171575" y="1403350"/>
                </a:lnTo>
                <a:lnTo>
                  <a:pt x="1136650" y="1384300"/>
                </a:lnTo>
                <a:cubicBezTo>
                  <a:pt x="1178523" y="1323102"/>
                  <a:pt x="1177925" y="1348340"/>
                  <a:pt x="1177925" y="1320800"/>
                </a:cubicBezTo>
                <a:cubicBezTo>
                  <a:pt x="1187607" y="1256253"/>
                  <a:pt x="1187450" y="1278703"/>
                  <a:pt x="1187450" y="1254125"/>
                </a:cubicBezTo>
                <a:lnTo>
                  <a:pt x="1152525" y="1222375"/>
                </a:lnTo>
                <a:lnTo>
                  <a:pt x="1143000" y="1181100"/>
                </a:lnTo>
                <a:lnTo>
                  <a:pt x="1133475" y="1168400"/>
                </a:lnTo>
                <a:lnTo>
                  <a:pt x="1111250" y="1190625"/>
                </a:lnTo>
                <a:lnTo>
                  <a:pt x="1120775" y="1209675"/>
                </a:lnTo>
                <a:lnTo>
                  <a:pt x="1089025" y="1241425"/>
                </a:lnTo>
                <a:lnTo>
                  <a:pt x="1104900" y="1276350"/>
                </a:lnTo>
                <a:lnTo>
                  <a:pt x="1082675" y="1295400"/>
                </a:lnTo>
                <a:lnTo>
                  <a:pt x="1085850" y="1330325"/>
                </a:lnTo>
                <a:lnTo>
                  <a:pt x="1047750" y="1349375"/>
                </a:lnTo>
                <a:lnTo>
                  <a:pt x="1016000" y="1349375"/>
                </a:lnTo>
                <a:lnTo>
                  <a:pt x="984250" y="1301750"/>
                </a:lnTo>
                <a:cubicBezTo>
                  <a:pt x="1004797" y="1281203"/>
                  <a:pt x="994320" y="1282700"/>
                  <a:pt x="1009650" y="1282700"/>
                </a:cubicBezTo>
                <a:lnTo>
                  <a:pt x="1031875" y="1292225"/>
                </a:lnTo>
                <a:cubicBezTo>
                  <a:pt x="1061052" y="1250080"/>
                  <a:pt x="1060450" y="1267684"/>
                  <a:pt x="1060450" y="1247775"/>
                </a:cubicBezTo>
                <a:lnTo>
                  <a:pt x="1063625" y="1155700"/>
                </a:lnTo>
                <a:cubicBezTo>
                  <a:pt x="1115128" y="1097759"/>
                  <a:pt x="1114425" y="1124038"/>
                  <a:pt x="1114425" y="1095375"/>
                </a:cubicBezTo>
                <a:lnTo>
                  <a:pt x="1117600" y="1028700"/>
                </a:lnTo>
                <a:lnTo>
                  <a:pt x="1127125" y="1016000"/>
                </a:lnTo>
                <a:lnTo>
                  <a:pt x="1104900" y="942975"/>
                </a:lnTo>
                <a:lnTo>
                  <a:pt x="1085850" y="1000125"/>
                </a:lnTo>
                <a:lnTo>
                  <a:pt x="1057275" y="1028700"/>
                </a:lnTo>
                <a:lnTo>
                  <a:pt x="1038225" y="1098550"/>
                </a:lnTo>
                <a:lnTo>
                  <a:pt x="993775" y="1111250"/>
                </a:lnTo>
                <a:lnTo>
                  <a:pt x="984250" y="1136650"/>
                </a:lnTo>
                <a:lnTo>
                  <a:pt x="952500" y="1133475"/>
                </a:lnTo>
                <a:lnTo>
                  <a:pt x="873125" y="1222375"/>
                </a:lnTo>
                <a:cubicBezTo>
                  <a:pt x="879586" y="1283753"/>
                  <a:pt x="899694" y="1282700"/>
                  <a:pt x="876300" y="1282700"/>
                </a:cubicBezTo>
                <a:cubicBezTo>
                  <a:pt x="836708" y="1285999"/>
                  <a:pt x="847211" y="1294886"/>
                  <a:pt x="835025" y="1282700"/>
                </a:cubicBezTo>
                <a:lnTo>
                  <a:pt x="806450" y="1238250"/>
                </a:lnTo>
                <a:lnTo>
                  <a:pt x="803275" y="1162050"/>
                </a:lnTo>
                <a:lnTo>
                  <a:pt x="777875" y="1136650"/>
                </a:lnTo>
                <a:cubicBezTo>
                  <a:pt x="781465" y="1118699"/>
                  <a:pt x="781050" y="1126171"/>
                  <a:pt x="781050" y="1114425"/>
                </a:cubicBezTo>
                <a:lnTo>
                  <a:pt x="739775" y="1085850"/>
                </a:lnTo>
                <a:lnTo>
                  <a:pt x="736600" y="1041400"/>
                </a:lnTo>
                <a:lnTo>
                  <a:pt x="676275" y="1022350"/>
                </a:lnTo>
                <a:cubicBezTo>
                  <a:pt x="656832" y="973742"/>
                  <a:pt x="657225" y="991823"/>
                  <a:pt x="657225" y="971550"/>
                </a:cubicBezTo>
                <a:lnTo>
                  <a:pt x="682625" y="949325"/>
                </a:lnTo>
                <a:lnTo>
                  <a:pt x="657225" y="920750"/>
                </a:lnTo>
                <a:lnTo>
                  <a:pt x="625475" y="923925"/>
                </a:lnTo>
                <a:lnTo>
                  <a:pt x="606425" y="889000"/>
                </a:lnTo>
                <a:lnTo>
                  <a:pt x="568325" y="901700"/>
                </a:lnTo>
                <a:cubicBezTo>
                  <a:pt x="490432" y="843280"/>
                  <a:pt x="523875" y="844550"/>
                  <a:pt x="485775" y="844550"/>
                </a:cubicBezTo>
                <a:lnTo>
                  <a:pt x="425450" y="857250"/>
                </a:lnTo>
                <a:lnTo>
                  <a:pt x="333375" y="793750"/>
                </a:lnTo>
                <a:lnTo>
                  <a:pt x="273050" y="793750"/>
                </a:lnTo>
                <a:lnTo>
                  <a:pt x="117475" y="800100"/>
                </a:lnTo>
                <a:lnTo>
                  <a:pt x="95250" y="819150"/>
                </a:lnTo>
                <a:lnTo>
                  <a:pt x="31750" y="809625"/>
                </a:lnTo>
                <a:lnTo>
                  <a:pt x="0" y="3175"/>
                </a:ln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0" name="Freeform 402">
            <a:extLst>
              <a:ext uri="{FF2B5EF4-FFF2-40B4-BE49-F238E27FC236}">
                <a16:creationId xmlns:a16="http://schemas.microsoft.com/office/drawing/2014/main" id="{6663A743-3BAF-4550-91DD-7415E3ACD304}"/>
              </a:ext>
            </a:extLst>
          </p:cNvPr>
          <p:cNvSpPr/>
          <p:nvPr>
            <p:custDataLst>
              <p:tags r:id="rId3"/>
            </p:custDataLst>
          </p:nvPr>
        </p:nvSpPr>
        <p:spPr bwMode="auto">
          <a:xfrm>
            <a:off x="3852079" y="1643381"/>
            <a:ext cx="2266410" cy="3427645"/>
          </a:xfrm>
          <a:custGeom>
            <a:avLst/>
            <a:gdLst>
              <a:gd name="connsiteX0" fmla="*/ 33338 w 2109788"/>
              <a:gd name="connsiteY0" fmla="*/ 1728788 h 3176588"/>
              <a:gd name="connsiteX1" fmla="*/ 28575 w 2109788"/>
              <a:gd name="connsiteY1" fmla="*/ 1628775 h 3176588"/>
              <a:gd name="connsiteX2" fmla="*/ 61913 w 2109788"/>
              <a:gd name="connsiteY2" fmla="*/ 1585913 h 3176588"/>
              <a:gd name="connsiteX3" fmla="*/ 47625 w 2109788"/>
              <a:gd name="connsiteY3" fmla="*/ 1533525 h 3176588"/>
              <a:gd name="connsiteX4" fmla="*/ 47625 w 2109788"/>
              <a:gd name="connsiteY4" fmla="*/ 1500188 h 3176588"/>
              <a:gd name="connsiteX5" fmla="*/ 14288 w 2109788"/>
              <a:gd name="connsiteY5" fmla="*/ 1457325 h 3176588"/>
              <a:gd name="connsiteX6" fmla="*/ 42863 w 2109788"/>
              <a:gd name="connsiteY6" fmla="*/ 1414463 h 3176588"/>
              <a:gd name="connsiteX7" fmla="*/ 47625 w 2109788"/>
              <a:gd name="connsiteY7" fmla="*/ 1347788 h 3176588"/>
              <a:gd name="connsiteX8" fmla="*/ 100013 w 2109788"/>
              <a:gd name="connsiteY8" fmla="*/ 1443038 h 3176588"/>
              <a:gd name="connsiteX9" fmla="*/ 123825 w 2109788"/>
              <a:gd name="connsiteY9" fmla="*/ 1395413 h 3176588"/>
              <a:gd name="connsiteX10" fmla="*/ 123825 w 2109788"/>
              <a:gd name="connsiteY10" fmla="*/ 1347788 h 3176588"/>
              <a:gd name="connsiteX11" fmla="*/ 242888 w 2109788"/>
              <a:gd name="connsiteY11" fmla="*/ 1266825 h 3176588"/>
              <a:gd name="connsiteX12" fmla="*/ 309563 w 2109788"/>
              <a:gd name="connsiteY12" fmla="*/ 1195388 h 3176588"/>
              <a:gd name="connsiteX13" fmla="*/ 347663 w 2109788"/>
              <a:gd name="connsiteY13" fmla="*/ 1152525 h 3176588"/>
              <a:gd name="connsiteX14" fmla="*/ 361950 w 2109788"/>
              <a:gd name="connsiteY14" fmla="*/ 1109663 h 3176588"/>
              <a:gd name="connsiteX15" fmla="*/ 390525 w 2109788"/>
              <a:gd name="connsiteY15" fmla="*/ 1095375 h 3176588"/>
              <a:gd name="connsiteX16" fmla="*/ 414338 w 2109788"/>
              <a:gd name="connsiteY16" fmla="*/ 1128713 h 3176588"/>
              <a:gd name="connsiteX17" fmla="*/ 481013 w 2109788"/>
              <a:gd name="connsiteY17" fmla="*/ 1128713 h 3176588"/>
              <a:gd name="connsiteX18" fmla="*/ 576263 w 2109788"/>
              <a:gd name="connsiteY18" fmla="*/ 1057275 h 3176588"/>
              <a:gd name="connsiteX19" fmla="*/ 623888 w 2109788"/>
              <a:gd name="connsiteY19" fmla="*/ 1057275 h 3176588"/>
              <a:gd name="connsiteX20" fmla="*/ 728663 w 2109788"/>
              <a:gd name="connsiteY20" fmla="*/ 962025 h 3176588"/>
              <a:gd name="connsiteX21" fmla="*/ 747713 w 2109788"/>
              <a:gd name="connsiteY21" fmla="*/ 1009650 h 3176588"/>
              <a:gd name="connsiteX22" fmla="*/ 890588 w 2109788"/>
              <a:gd name="connsiteY22" fmla="*/ 952500 h 3176588"/>
              <a:gd name="connsiteX23" fmla="*/ 923925 w 2109788"/>
              <a:gd name="connsiteY23" fmla="*/ 914400 h 3176588"/>
              <a:gd name="connsiteX24" fmla="*/ 952500 w 2109788"/>
              <a:gd name="connsiteY24" fmla="*/ 914400 h 3176588"/>
              <a:gd name="connsiteX25" fmla="*/ 1009650 w 2109788"/>
              <a:gd name="connsiteY25" fmla="*/ 842963 h 3176588"/>
              <a:gd name="connsiteX26" fmla="*/ 1047750 w 2109788"/>
              <a:gd name="connsiteY26" fmla="*/ 728663 h 3176588"/>
              <a:gd name="connsiteX27" fmla="*/ 1095375 w 2109788"/>
              <a:gd name="connsiteY27" fmla="*/ 700088 h 3176588"/>
              <a:gd name="connsiteX28" fmla="*/ 1109663 w 2109788"/>
              <a:gd name="connsiteY28" fmla="*/ 666750 h 3176588"/>
              <a:gd name="connsiteX29" fmla="*/ 1071563 w 2109788"/>
              <a:gd name="connsiteY29" fmla="*/ 600075 h 3176588"/>
              <a:gd name="connsiteX30" fmla="*/ 1081088 w 2109788"/>
              <a:gd name="connsiteY30" fmla="*/ 528638 h 3176588"/>
              <a:gd name="connsiteX31" fmla="*/ 1143000 w 2109788"/>
              <a:gd name="connsiteY31" fmla="*/ 490538 h 3176588"/>
              <a:gd name="connsiteX32" fmla="*/ 1162050 w 2109788"/>
              <a:gd name="connsiteY32" fmla="*/ 461963 h 3176588"/>
              <a:gd name="connsiteX33" fmla="*/ 1176338 w 2109788"/>
              <a:gd name="connsiteY33" fmla="*/ 423863 h 3176588"/>
              <a:gd name="connsiteX34" fmla="*/ 1204913 w 2109788"/>
              <a:gd name="connsiteY34" fmla="*/ 485775 h 3176588"/>
              <a:gd name="connsiteX35" fmla="*/ 1266825 w 2109788"/>
              <a:gd name="connsiteY35" fmla="*/ 576263 h 3176588"/>
              <a:gd name="connsiteX36" fmla="*/ 1266825 w 2109788"/>
              <a:gd name="connsiteY36" fmla="*/ 504825 h 3176588"/>
              <a:gd name="connsiteX37" fmla="*/ 1319213 w 2109788"/>
              <a:gd name="connsiteY37" fmla="*/ 509588 h 3176588"/>
              <a:gd name="connsiteX38" fmla="*/ 1247775 w 2109788"/>
              <a:gd name="connsiteY38" fmla="*/ 438150 h 3176588"/>
              <a:gd name="connsiteX39" fmla="*/ 1271588 w 2109788"/>
              <a:gd name="connsiteY39" fmla="*/ 414338 h 3176588"/>
              <a:gd name="connsiteX40" fmla="*/ 1266825 w 2109788"/>
              <a:gd name="connsiteY40" fmla="*/ 381000 h 3176588"/>
              <a:gd name="connsiteX41" fmla="*/ 1285875 w 2109788"/>
              <a:gd name="connsiteY41" fmla="*/ 381000 h 3176588"/>
              <a:gd name="connsiteX42" fmla="*/ 1300163 w 2109788"/>
              <a:gd name="connsiteY42" fmla="*/ 423863 h 3176588"/>
              <a:gd name="connsiteX43" fmla="*/ 1323975 w 2109788"/>
              <a:gd name="connsiteY43" fmla="*/ 390525 h 3176588"/>
              <a:gd name="connsiteX44" fmla="*/ 1357313 w 2109788"/>
              <a:gd name="connsiteY44" fmla="*/ 414338 h 3176588"/>
              <a:gd name="connsiteX45" fmla="*/ 1433513 w 2109788"/>
              <a:gd name="connsiteY45" fmla="*/ 404813 h 3176588"/>
              <a:gd name="connsiteX46" fmla="*/ 1366838 w 2109788"/>
              <a:gd name="connsiteY46" fmla="*/ 381000 h 3176588"/>
              <a:gd name="connsiteX47" fmla="*/ 1409700 w 2109788"/>
              <a:gd name="connsiteY47" fmla="*/ 347663 h 3176588"/>
              <a:gd name="connsiteX48" fmla="*/ 1376363 w 2109788"/>
              <a:gd name="connsiteY48" fmla="*/ 319088 h 3176588"/>
              <a:gd name="connsiteX49" fmla="*/ 1376363 w 2109788"/>
              <a:gd name="connsiteY49" fmla="*/ 257175 h 3176588"/>
              <a:gd name="connsiteX50" fmla="*/ 1347788 w 2109788"/>
              <a:gd name="connsiteY50" fmla="*/ 233363 h 3176588"/>
              <a:gd name="connsiteX51" fmla="*/ 1395413 w 2109788"/>
              <a:gd name="connsiteY51" fmla="*/ 257175 h 3176588"/>
              <a:gd name="connsiteX52" fmla="*/ 1433513 w 2109788"/>
              <a:gd name="connsiteY52" fmla="*/ 238125 h 3176588"/>
              <a:gd name="connsiteX53" fmla="*/ 1466850 w 2109788"/>
              <a:gd name="connsiteY53" fmla="*/ 285750 h 3176588"/>
              <a:gd name="connsiteX54" fmla="*/ 1481138 w 2109788"/>
              <a:gd name="connsiteY54" fmla="*/ 257175 h 3176588"/>
              <a:gd name="connsiteX55" fmla="*/ 1423988 w 2109788"/>
              <a:gd name="connsiteY55" fmla="*/ 190500 h 3176588"/>
              <a:gd name="connsiteX56" fmla="*/ 1500188 w 2109788"/>
              <a:gd name="connsiteY56" fmla="*/ 190500 h 3176588"/>
              <a:gd name="connsiteX57" fmla="*/ 1462088 w 2109788"/>
              <a:gd name="connsiteY57" fmla="*/ 104775 h 3176588"/>
              <a:gd name="connsiteX58" fmla="*/ 1528763 w 2109788"/>
              <a:gd name="connsiteY58" fmla="*/ 123825 h 3176588"/>
              <a:gd name="connsiteX59" fmla="*/ 1538288 w 2109788"/>
              <a:gd name="connsiteY59" fmla="*/ 57150 h 3176588"/>
              <a:gd name="connsiteX60" fmla="*/ 1576388 w 2109788"/>
              <a:gd name="connsiteY60" fmla="*/ 128588 h 3176588"/>
              <a:gd name="connsiteX61" fmla="*/ 1609725 w 2109788"/>
              <a:gd name="connsiteY61" fmla="*/ 71438 h 3176588"/>
              <a:gd name="connsiteX62" fmla="*/ 1566863 w 2109788"/>
              <a:gd name="connsiteY62" fmla="*/ 23813 h 3176588"/>
              <a:gd name="connsiteX63" fmla="*/ 1595438 w 2109788"/>
              <a:gd name="connsiteY63" fmla="*/ 19050 h 3176588"/>
              <a:gd name="connsiteX64" fmla="*/ 1624013 w 2109788"/>
              <a:gd name="connsiteY64" fmla="*/ 57150 h 3176588"/>
              <a:gd name="connsiteX65" fmla="*/ 1647825 w 2109788"/>
              <a:gd name="connsiteY65" fmla="*/ 19050 h 3176588"/>
              <a:gd name="connsiteX66" fmla="*/ 1690688 w 2109788"/>
              <a:gd name="connsiteY66" fmla="*/ 52388 h 3176588"/>
              <a:gd name="connsiteX67" fmla="*/ 1704975 w 2109788"/>
              <a:gd name="connsiteY67" fmla="*/ 0 h 3176588"/>
              <a:gd name="connsiteX68" fmla="*/ 1771650 w 2109788"/>
              <a:gd name="connsiteY68" fmla="*/ 23813 h 3176588"/>
              <a:gd name="connsiteX69" fmla="*/ 1900238 w 2109788"/>
              <a:gd name="connsiteY69" fmla="*/ 142875 h 3176588"/>
              <a:gd name="connsiteX70" fmla="*/ 1895475 w 2109788"/>
              <a:gd name="connsiteY70" fmla="*/ 233363 h 3176588"/>
              <a:gd name="connsiteX71" fmla="*/ 1909763 w 2109788"/>
              <a:gd name="connsiteY71" fmla="*/ 252413 h 3176588"/>
              <a:gd name="connsiteX72" fmla="*/ 1928813 w 2109788"/>
              <a:gd name="connsiteY72" fmla="*/ 214313 h 3176588"/>
              <a:gd name="connsiteX73" fmla="*/ 1924050 w 2109788"/>
              <a:gd name="connsiteY73" fmla="*/ 166688 h 3176588"/>
              <a:gd name="connsiteX74" fmla="*/ 1938338 w 2109788"/>
              <a:gd name="connsiteY74" fmla="*/ 171450 h 3176588"/>
              <a:gd name="connsiteX75" fmla="*/ 1957388 w 2109788"/>
              <a:gd name="connsiteY75" fmla="*/ 133350 h 3176588"/>
              <a:gd name="connsiteX76" fmla="*/ 2014538 w 2109788"/>
              <a:gd name="connsiteY76" fmla="*/ 157163 h 3176588"/>
              <a:gd name="connsiteX77" fmla="*/ 2109788 w 2109788"/>
              <a:gd name="connsiteY77" fmla="*/ 2562225 h 3176588"/>
              <a:gd name="connsiteX78" fmla="*/ 1895475 w 2109788"/>
              <a:gd name="connsiteY78" fmla="*/ 2657475 h 3176588"/>
              <a:gd name="connsiteX79" fmla="*/ 1852613 w 2109788"/>
              <a:gd name="connsiteY79" fmla="*/ 2671763 h 3176588"/>
              <a:gd name="connsiteX80" fmla="*/ 1733550 w 2109788"/>
              <a:gd name="connsiteY80" fmla="*/ 2657475 h 3176588"/>
              <a:gd name="connsiteX81" fmla="*/ 1671638 w 2109788"/>
              <a:gd name="connsiteY81" fmla="*/ 2728913 h 3176588"/>
              <a:gd name="connsiteX82" fmla="*/ 1519238 w 2109788"/>
              <a:gd name="connsiteY82" fmla="*/ 2786063 h 3176588"/>
              <a:gd name="connsiteX83" fmla="*/ 1514475 w 2109788"/>
              <a:gd name="connsiteY83" fmla="*/ 2876550 h 3176588"/>
              <a:gd name="connsiteX84" fmla="*/ 1457325 w 2109788"/>
              <a:gd name="connsiteY84" fmla="*/ 2933700 h 3176588"/>
              <a:gd name="connsiteX85" fmla="*/ 1419225 w 2109788"/>
              <a:gd name="connsiteY85" fmla="*/ 2943225 h 3176588"/>
              <a:gd name="connsiteX86" fmla="*/ 1366838 w 2109788"/>
              <a:gd name="connsiteY86" fmla="*/ 2919413 h 3176588"/>
              <a:gd name="connsiteX87" fmla="*/ 1295400 w 2109788"/>
              <a:gd name="connsiteY87" fmla="*/ 2962275 h 3176588"/>
              <a:gd name="connsiteX88" fmla="*/ 1223963 w 2109788"/>
              <a:gd name="connsiteY88" fmla="*/ 2933700 h 3176588"/>
              <a:gd name="connsiteX89" fmla="*/ 1109663 w 2109788"/>
              <a:gd name="connsiteY89" fmla="*/ 2952750 h 3176588"/>
              <a:gd name="connsiteX90" fmla="*/ 1095375 w 2109788"/>
              <a:gd name="connsiteY90" fmla="*/ 2976563 h 3176588"/>
              <a:gd name="connsiteX91" fmla="*/ 1033463 w 2109788"/>
              <a:gd name="connsiteY91" fmla="*/ 2957513 h 3176588"/>
              <a:gd name="connsiteX92" fmla="*/ 976313 w 2109788"/>
              <a:gd name="connsiteY92" fmla="*/ 3014663 h 3176588"/>
              <a:gd name="connsiteX93" fmla="*/ 985838 w 2109788"/>
              <a:gd name="connsiteY93" fmla="*/ 3043238 h 3176588"/>
              <a:gd name="connsiteX94" fmla="*/ 914400 w 2109788"/>
              <a:gd name="connsiteY94" fmla="*/ 3052763 h 3176588"/>
              <a:gd name="connsiteX95" fmla="*/ 838200 w 2109788"/>
              <a:gd name="connsiteY95" fmla="*/ 3157538 h 3176588"/>
              <a:gd name="connsiteX96" fmla="*/ 762000 w 2109788"/>
              <a:gd name="connsiteY96" fmla="*/ 3167063 h 3176588"/>
              <a:gd name="connsiteX97" fmla="*/ 681038 w 2109788"/>
              <a:gd name="connsiteY97" fmla="*/ 3157538 h 3176588"/>
              <a:gd name="connsiteX98" fmla="*/ 638175 w 2109788"/>
              <a:gd name="connsiteY98" fmla="*/ 3176588 h 3176588"/>
              <a:gd name="connsiteX99" fmla="*/ 619125 w 2109788"/>
              <a:gd name="connsiteY99" fmla="*/ 3138488 h 3176588"/>
              <a:gd name="connsiteX100" fmla="*/ 581025 w 2109788"/>
              <a:gd name="connsiteY100" fmla="*/ 3157538 h 3176588"/>
              <a:gd name="connsiteX101" fmla="*/ 523875 w 2109788"/>
              <a:gd name="connsiteY101" fmla="*/ 3090863 h 3176588"/>
              <a:gd name="connsiteX102" fmla="*/ 452438 w 2109788"/>
              <a:gd name="connsiteY102" fmla="*/ 3105150 h 3176588"/>
              <a:gd name="connsiteX103" fmla="*/ 428625 w 2109788"/>
              <a:gd name="connsiteY103" fmla="*/ 2971800 h 3176588"/>
              <a:gd name="connsiteX104" fmla="*/ 466725 w 2109788"/>
              <a:gd name="connsiteY104" fmla="*/ 3009900 h 3176588"/>
              <a:gd name="connsiteX105" fmla="*/ 509588 w 2109788"/>
              <a:gd name="connsiteY105" fmla="*/ 2967038 h 3176588"/>
              <a:gd name="connsiteX106" fmla="*/ 500063 w 2109788"/>
              <a:gd name="connsiteY106" fmla="*/ 2886075 h 3176588"/>
              <a:gd name="connsiteX107" fmla="*/ 495300 w 2109788"/>
              <a:gd name="connsiteY107" fmla="*/ 2805113 h 3176588"/>
              <a:gd name="connsiteX108" fmla="*/ 471488 w 2109788"/>
              <a:gd name="connsiteY108" fmla="*/ 2762250 h 3176588"/>
              <a:gd name="connsiteX109" fmla="*/ 495300 w 2109788"/>
              <a:gd name="connsiteY109" fmla="*/ 2733675 h 3176588"/>
              <a:gd name="connsiteX110" fmla="*/ 433388 w 2109788"/>
              <a:gd name="connsiteY110" fmla="*/ 2662238 h 3176588"/>
              <a:gd name="connsiteX111" fmla="*/ 414338 w 2109788"/>
              <a:gd name="connsiteY111" fmla="*/ 2614613 h 3176588"/>
              <a:gd name="connsiteX112" fmla="*/ 366713 w 2109788"/>
              <a:gd name="connsiteY112" fmla="*/ 2576513 h 3176588"/>
              <a:gd name="connsiteX113" fmla="*/ 342900 w 2109788"/>
              <a:gd name="connsiteY113" fmla="*/ 2505075 h 3176588"/>
              <a:gd name="connsiteX114" fmla="*/ 338138 w 2109788"/>
              <a:gd name="connsiteY114" fmla="*/ 2386013 h 3176588"/>
              <a:gd name="connsiteX115" fmla="*/ 276225 w 2109788"/>
              <a:gd name="connsiteY115" fmla="*/ 2309813 h 3176588"/>
              <a:gd name="connsiteX116" fmla="*/ 200025 w 2109788"/>
              <a:gd name="connsiteY116" fmla="*/ 2200275 h 3176588"/>
              <a:gd name="connsiteX117" fmla="*/ 190500 w 2109788"/>
              <a:gd name="connsiteY117" fmla="*/ 2143125 h 3176588"/>
              <a:gd name="connsiteX118" fmla="*/ 9525 w 2109788"/>
              <a:gd name="connsiteY118" fmla="*/ 1938338 h 3176588"/>
              <a:gd name="connsiteX119" fmla="*/ 0 w 2109788"/>
              <a:gd name="connsiteY119" fmla="*/ 1895475 h 3176588"/>
              <a:gd name="connsiteX120" fmla="*/ 38100 w 2109788"/>
              <a:gd name="connsiteY120" fmla="*/ 1957388 h 3176588"/>
              <a:gd name="connsiteX121" fmla="*/ 104775 w 2109788"/>
              <a:gd name="connsiteY121" fmla="*/ 2014538 h 3176588"/>
              <a:gd name="connsiteX122" fmla="*/ 123825 w 2109788"/>
              <a:gd name="connsiteY122" fmla="*/ 2038350 h 3176588"/>
              <a:gd name="connsiteX123" fmla="*/ 142875 w 2109788"/>
              <a:gd name="connsiteY123" fmla="*/ 1995488 h 3176588"/>
              <a:gd name="connsiteX124" fmla="*/ 85725 w 2109788"/>
              <a:gd name="connsiteY124" fmla="*/ 1933575 h 3176588"/>
              <a:gd name="connsiteX125" fmla="*/ 76200 w 2109788"/>
              <a:gd name="connsiteY125" fmla="*/ 1881188 h 3176588"/>
              <a:gd name="connsiteX126" fmla="*/ 128588 w 2109788"/>
              <a:gd name="connsiteY126" fmla="*/ 1938338 h 3176588"/>
              <a:gd name="connsiteX127" fmla="*/ 157163 w 2109788"/>
              <a:gd name="connsiteY127" fmla="*/ 1985963 h 3176588"/>
              <a:gd name="connsiteX128" fmla="*/ 176213 w 2109788"/>
              <a:gd name="connsiteY128" fmla="*/ 1933575 h 3176588"/>
              <a:gd name="connsiteX129" fmla="*/ 157163 w 2109788"/>
              <a:gd name="connsiteY129" fmla="*/ 1895475 h 3176588"/>
              <a:gd name="connsiteX130" fmla="*/ 123825 w 2109788"/>
              <a:gd name="connsiteY130" fmla="*/ 1852613 h 3176588"/>
              <a:gd name="connsiteX131" fmla="*/ 71438 w 2109788"/>
              <a:gd name="connsiteY131" fmla="*/ 1800225 h 3176588"/>
              <a:gd name="connsiteX132" fmla="*/ 33338 w 2109788"/>
              <a:gd name="connsiteY132" fmla="*/ 1728788 h 3176588"/>
              <a:gd name="connsiteX0" fmla="*/ 33338 w 2109788"/>
              <a:gd name="connsiteY0" fmla="*/ 1728788 h 3176588"/>
              <a:gd name="connsiteX1" fmla="*/ 28575 w 2109788"/>
              <a:gd name="connsiteY1" fmla="*/ 1628775 h 3176588"/>
              <a:gd name="connsiteX2" fmla="*/ 61913 w 2109788"/>
              <a:gd name="connsiteY2" fmla="*/ 1585913 h 3176588"/>
              <a:gd name="connsiteX3" fmla="*/ 47625 w 2109788"/>
              <a:gd name="connsiteY3" fmla="*/ 1533525 h 3176588"/>
              <a:gd name="connsiteX4" fmla="*/ 47625 w 2109788"/>
              <a:gd name="connsiteY4" fmla="*/ 1500188 h 3176588"/>
              <a:gd name="connsiteX5" fmla="*/ 14288 w 2109788"/>
              <a:gd name="connsiteY5" fmla="*/ 1457325 h 3176588"/>
              <a:gd name="connsiteX6" fmla="*/ 42863 w 2109788"/>
              <a:gd name="connsiteY6" fmla="*/ 1414463 h 3176588"/>
              <a:gd name="connsiteX7" fmla="*/ 47625 w 2109788"/>
              <a:gd name="connsiteY7" fmla="*/ 1347788 h 3176588"/>
              <a:gd name="connsiteX8" fmla="*/ 100013 w 2109788"/>
              <a:gd name="connsiteY8" fmla="*/ 1443038 h 3176588"/>
              <a:gd name="connsiteX9" fmla="*/ 123825 w 2109788"/>
              <a:gd name="connsiteY9" fmla="*/ 1395413 h 3176588"/>
              <a:gd name="connsiteX10" fmla="*/ 123825 w 2109788"/>
              <a:gd name="connsiteY10" fmla="*/ 1347788 h 3176588"/>
              <a:gd name="connsiteX11" fmla="*/ 242888 w 2109788"/>
              <a:gd name="connsiteY11" fmla="*/ 1266825 h 3176588"/>
              <a:gd name="connsiteX12" fmla="*/ 309563 w 2109788"/>
              <a:gd name="connsiteY12" fmla="*/ 1195388 h 3176588"/>
              <a:gd name="connsiteX13" fmla="*/ 347663 w 2109788"/>
              <a:gd name="connsiteY13" fmla="*/ 1152525 h 3176588"/>
              <a:gd name="connsiteX14" fmla="*/ 361950 w 2109788"/>
              <a:gd name="connsiteY14" fmla="*/ 1109663 h 3176588"/>
              <a:gd name="connsiteX15" fmla="*/ 390525 w 2109788"/>
              <a:gd name="connsiteY15" fmla="*/ 1095375 h 3176588"/>
              <a:gd name="connsiteX16" fmla="*/ 414338 w 2109788"/>
              <a:gd name="connsiteY16" fmla="*/ 1128713 h 3176588"/>
              <a:gd name="connsiteX17" fmla="*/ 481013 w 2109788"/>
              <a:gd name="connsiteY17" fmla="*/ 1128713 h 3176588"/>
              <a:gd name="connsiteX18" fmla="*/ 576263 w 2109788"/>
              <a:gd name="connsiteY18" fmla="*/ 1057275 h 3176588"/>
              <a:gd name="connsiteX19" fmla="*/ 623888 w 2109788"/>
              <a:gd name="connsiteY19" fmla="*/ 1057275 h 3176588"/>
              <a:gd name="connsiteX20" fmla="*/ 728663 w 2109788"/>
              <a:gd name="connsiteY20" fmla="*/ 962025 h 3176588"/>
              <a:gd name="connsiteX21" fmla="*/ 747713 w 2109788"/>
              <a:gd name="connsiteY21" fmla="*/ 1009650 h 3176588"/>
              <a:gd name="connsiteX22" fmla="*/ 890588 w 2109788"/>
              <a:gd name="connsiteY22" fmla="*/ 952500 h 3176588"/>
              <a:gd name="connsiteX23" fmla="*/ 923925 w 2109788"/>
              <a:gd name="connsiteY23" fmla="*/ 914400 h 3176588"/>
              <a:gd name="connsiteX24" fmla="*/ 952500 w 2109788"/>
              <a:gd name="connsiteY24" fmla="*/ 914400 h 3176588"/>
              <a:gd name="connsiteX25" fmla="*/ 1009650 w 2109788"/>
              <a:gd name="connsiteY25" fmla="*/ 842963 h 3176588"/>
              <a:gd name="connsiteX26" fmla="*/ 1047750 w 2109788"/>
              <a:gd name="connsiteY26" fmla="*/ 728663 h 3176588"/>
              <a:gd name="connsiteX27" fmla="*/ 1095375 w 2109788"/>
              <a:gd name="connsiteY27" fmla="*/ 700088 h 3176588"/>
              <a:gd name="connsiteX28" fmla="*/ 1109663 w 2109788"/>
              <a:gd name="connsiteY28" fmla="*/ 666750 h 3176588"/>
              <a:gd name="connsiteX29" fmla="*/ 1071563 w 2109788"/>
              <a:gd name="connsiteY29" fmla="*/ 600075 h 3176588"/>
              <a:gd name="connsiteX30" fmla="*/ 1081088 w 2109788"/>
              <a:gd name="connsiteY30" fmla="*/ 528638 h 3176588"/>
              <a:gd name="connsiteX31" fmla="*/ 1143000 w 2109788"/>
              <a:gd name="connsiteY31" fmla="*/ 490538 h 3176588"/>
              <a:gd name="connsiteX32" fmla="*/ 1162050 w 2109788"/>
              <a:gd name="connsiteY32" fmla="*/ 461963 h 3176588"/>
              <a:gd name="connsiteX33" fmla="*/ 1176338 w 2109788"/>
              <a:gd name="connsiteY33" fmla="*/ 423863 h 3176588"/>
              <a:gd name="connsiteX34" fmla="*/ 1204913 w 2109788"/>
              <a:gd name="connsiteY34" fmla="*/ 485775 h 3176588"/>
              <a:gd name="connsiteX35" fmla="*/ 1266825 w 2109788"/>
              <a:gd name="connsiteY35" fmla="*/ 576263 h 3176588"/>
              <a:gd name="connsiteX36" fmla="*/ 1266825 w 2109788"/>
              <a:gd name="connsiteY36" fmla="*/ 504825 h 3176588"/>
              <a:gd name="connsiteX37" fmla="*/ 1319213 w 2109788"/>
              <a:gd name="connsiteY37" fmla="*/ 509588 h 3176588"/>
              <a:gd name="connsiteX38" fmla="*/ 1247775 w 2109788"/>
              <a:gd name="connsiteY38" fmla="*/ 438150 h 3176588"/>
              <a:gd name="connsiteX39" fmla="*/ 1271588 w 2109788"/>
              <a:gd name="connsiteY39" fmla="*/ 414338 h 3176588"/>
              <a:gd name="connsiteX40" fmla="*/ 1266825 w 2109788"/>
              <a:gd name="connsiteY40" fmla="*/ 381000 h 3176588"/>
              <a:gd name="connsiteX41" fmla="*/ 1285875 w 2109788"/>
              <a:gd name="connsiteY41" fmla="*/ 381000 h 3176588"/>
              <a:gd name="connsiteX42" fmla="*/ 1300163 w 2109788"/>
              <a:gd name="connsiteY42" fmla="*/ 423863 h 3176588"/>
              <a:gd name="connsiteX43" fmla="*/ 1323975 w 2109788"/>
              <a:gd name="connsiteY43" fmla="*/ 390525 h 3176588"/>
              <a:gd name="connsiteX44" fmla="*/ 1357313 w 2109788"/>
              <a:gd name="connsiteY44" fmla="*/ 414338 h 3176588"/>
              <a:gd name="connsiteX45" fmla="*/ 1433513 w 2109788"/>
              <a:gd name="connsiteY45" fmla="*/ 404813 h 3176588"/>
              <a:gd name="connsiteX46" fmla="*/ 1366838 w 2109788"/>
              <a:gd name="connsiteY46" fmla="*/ 381000 h 3176588"/>
              <a:gd name="connsiteX47" fmla="*/ 1409700 w 2109788"/>
              <a:gd name="connsiteY47" fmla="*/ 347663 h 3176588"/>
              <a:gd name="connsiteX48" fmla="*/ 1376363 w 2109788"/>
              <a:gd name="connsiteY48" fmla="*/ 319088 h 3176588"/>
              <a:gd name="connsiteX49" fmla="*/ 1376363 w 2109788"/>
              <a:gd name="connsiteY49" fmla="*/ 257175 h 3176588"/>
              <a:gd name="connsiteX50" fmla="*/ 1347788 w 2109788"/>
              <a:gd name="connsiteY50" fmla="*/ 233363 h 3176588"/>
              <a:gd name="connsiteX51" fmla="*/ 1395413 w 2109788"/>
              <a:gd name="connsiteY51" fmla="*/ 257175 h 3176588"/>
              <a:gd name="connsiteX52" fmla="*/ 1433513 w 2109788"/>
              <a:gd name="connsiteY52" fmla="*/ 238125 h 3176588"/>
              <a:gd name="connsiteX53" fmla="*/ 1466850 w 2109788"/>
              <a:gd name="connsiteY53" fmla="*/ 285750 h 3176588"/>
              <a:gd name="connsiteX54" fmla="*/ 1481138 w 2109788"/>
              <a:gd name="connsiteY54" fmla="*/ 257175 h 3176588"/>
              <a:gd name="connsiteX55" fmla="*/ 1423988 w 2109788"/>
              <a:gd name="connsiteY55" fmla="*/ 190500 h 3176588"/>
              <a:gd name="connsiteX56" fmla="*/ 1500188 w 2109788"/>
              <a:gd name="connsiteY56" fmla="*/ 190500 h 3176588"/>
              <a:gd name="connsiteX57" fmla="*/ 1462088 w 2109788"/>
              <a:gd name="connsiteY57" fmla="*/ 104775 h 3176588"/>
              <a:gd name="connsiteX58" fmla="*/ 1528763 w 2109788"/>
              <a:gd name="connsiteY58" fmla="*/ 123825 h 3176588"/>
              <a:gd name="connsiteX59" fmla="*/ 1538288 w 2109788"/>
              <a:gd name="connsiteY59" fmla="*/ 57150 h 3176588"/>
              <a:gd name="connsiteX60" fmla="*/ 1576388 w 2109788"/>
              <a:gd name="connsiteY60" fmla="*/ 128588 h 3176588"/>
              <a:gd name="connsiteX61" fmla="*/ 1609725 w 2109788"/>
              <a:gd name="connsiteY61" fmla="*/ 71438 h 3176588"/>
              <a:gd name="connsiteX62" fmla="*/ 1566863 w 2109788"/>
              <a:gd name="connsiteY62" fmla="*/ 23813 h 3176588"/>
              <a:gd name="connsiteX63" fmla="*/ 1595438 w 2109788"/>
              <a:gd name="connsiteY63" fmla="*/ 19050 h 3176588"/>
              <a:gd name="connsiteX64" fmla="*/ 1624013 w 2109788"/>
              <a:gd name="connsiteY64" fmla="*/ 57150 h 3176588"/>
              <a:gd name="connsiteX65" fmla="*/ 1647825 w 2109788"/>
              <a:gd name="connsiteY65" fmla="*/ 19050 h 3176588"/>
              <a:gd name="connsiteX66" fmla="*/ 1690688 w 2109788"/>
              <a:gd name="connsiteY66" fmla="*/ 52388 h 3176588"/>
              <a:gd name="connsiteX67" fmla="*/ 1704975 w 2109788"/>
              <a:gd name="connsiteY67" fmla="*/ 0 h 3176588"/>
              <a:gd name="connsiteX68" fmla="*/ 1771650 w 2109788"/>
              <a:gd name="connsiteY68" fmla="*/ 23813 h 3176588"/>
              <a:gd name="connsiteX69" fmla="*/ 1900238 w 2109788"/>
              <a:gd name="connsiteY69" fmla="*/ 142875 h 3176588"/>
              <a:gd name="connsiteX70" fmla="*/ 1895475 w 2109788"/>
              <a:gd name="connsiteY70" fmla="*/ 233363 h 3176588"/>
              <a:gd name="connsiteX71" fmla="*/ 1909763 w 2109788"/>
              <a:gd name="connsiteY71" fmla="*/ 252413 h 3176588"/>
              <a:gd name="connsiteX72" fmla="*/ 1928813 w 2109788"/>
              <a:gd name="connsiteY72" fmla="*/ 214313 h 3176588"/>
              <a:gd name="connsiteX73" fmla="*/ 1924050 w 2109788"/>
              <a:gd name="connsiteY73" fmla="*/ 166688 h 3176588"/>
              <a:gd name="connsiteX74" fmla="*/ 1938338 w 2109788"/>
              <a:gd name="connsiteY74" fmla="*/ 171450 h 3176588"/>
              <a:gd name="connsiteX75" fmla="*/ 1957388 w 2109788"/>
              <a:gd name="connsiteY75" fmla="*/ 133350 h 3176588"/>
              <a:gd name="connsiteX76" fmla="*/ 2024063 w 2109788"/>
              <a:gd name="connsiteY76" fmla="*/ 158759 h 3176588"/>
              <a:gd name="connsiteX77" fmla="*/ 2109788 w 2109788"/>
              <a:gd name="connsiteY77" fmla="*/ 2562225 h 3176588"/>
              <a:gd name="connsiteX78" fmla="*/ 1895475 w 2109788"/>
              <a:gd name="connsiteY78" fmla="*/ 2657475 h 3176588"/>
              <a:gd name="connsiteX79" fmla="*/ 1852613 w 2109788"/>
              <a:gd name="connsiteY79" fmla="*/ 2671763 h 3176588"/>
              <a:gd name="connsiteX80" fmla="*/ 1733550 w 2109788"/>
              <a:gd name="connsiteY80" fmla="*/ 2657475 h 3176588"/>
              <a:gd name="connsiteX81" fmla="*/ 1671638 w 2109788"/>
              <a:gd name="connsiteY81" fmla="*/ 2728913 h 3176588"/>
              <a:gd name="connsiteX82" fmla="*/ 1519238 w 2109788"/>
              <a:gd name="connsiteY82" fmla="*/ 2786063 h 3176588"/>
              <a:gd name="connsiteX83" fmla="*/ 1514475 w 2109788"/>
              <a:gd name="connsiteY83" fmla="*/ 2876550 h 3176588"/>
              <a:gd name="connsiteX84" fmla="*/ 1457325 w 2109788"/>
              <a:gd name="connsiteY84" fmla="*/ 2933700 h 3176588"/>
              <a:gd name="connsiteX85" fmla="*/ 1419225 w 2109788"/>
              <a:gd name="connsiteY85" fmla="*/ 2943225 h 3176588"/>
              <a:gd name="connsiteX86" fmla="*/ 1366838 w 2109788"/>
              <a:gd name="connsiteY86" fmla="*/ 2919413 h 3176588"/>
              <a:gd name="connsiteX87" fmla="*/ 1295400 w 2109788"/>
              <a:gd name="connsiteY87" fmla="*/ 2962275 h 3176588"/>
              <a:gd name="connsiteX88" fmla="*/ 1223963 w 2109788"/>
              <a:gd name="connsiteY88" fmla="*/ 2933700 h 3176588"/>
              <a:gd name="connsiteX89" fmla="*/ 1109663 w 2109788"/>
              <a:gd name="connsiteY89" fmla="*/ 2952750 h 3176588"/>
              <a:gd name="connsiteX90" fmla="*/ 1095375 w 2109788"/>
              <a:gd name="connsiteY90" fmla="*/ 2976563 h 3176588"/>
              <a:gd name="connsiteX91" fmla="*/ 1033463 w 2109788"/>
              <a:gd name="connsiteY91" fmla="*/ 2957513 h 3176588"/>
              <a:gd name="connsiteX92" fmla="*/ 976313 w 2109788"/>
              <a:gd name="connsiteY92" fmla="*/ 3014663 h 3176588"/>
              <a:gd name="connsiteX93" fmla="*/ 985838 w 2109788"/>
              <a:gd name="connsiteY93" fmla="*/ 3043238 h 3176588"/>
              <a:gd name="connsiteX94" fmla="*/ 914400 w 2109788"/>
              <a:gd name="connsiteY94" fmla="*/ 3052763 h 3176588"/>
              <a:gd name="connsiteX95" fmla="*/ 838200 w 2109788"/>
              <a:gd name="connsiteY95" fmla="*/ 3157538 h 3176588"/>
              <a:gd name="connsiteX96" fmla="*/ 762000 w 2109788"/>
              <a:gd name="connsiteY96" fmla="*/ 3167063 h 3176588"/>
              <a:gd name="connsiteX97" fmla="*/ 681038 w 2109788"/>
              <a:gd name="connsiteY97" fmla="*/ 3157538 h 3176588"/>
              <a:gd name="connsiteX98" fmla="*/ 638175 w 2109788"/>
              <a:gd name="connsiteY98" fmla="*/ 3176588 h 3176588"/>
              <a:gd name="connsiteX99" fmla="*/ 619125 w 2109788"/>
              <a:gd name="connsiteY99" fmla="*/ 3138488 h 3176588"/>
              <a:gd name="connsiteX100" fmla="*/ 581025 w 2109788"/>
              <a:gd name="connsiteY100" fmla="*/ 3157538 h 3176588"/>
              <a:gd name="connsiteX101" fmla="*/ 523875 w 2109788"/>
              <a:gd name="connsiteY101" fmla="*/ 3090863 h 3176588"/>
              <a:gd name="connsiteX102" fmla="*/ 452438 w 2109788"/>
              <a:gd name="connsiteY102" fmla="*/ 3105150 h 3176588"/>
              <a:gd name="connsiteX103" fmla="*/ 428625 w 2109788"/>
              <a:gd name="connsiteY103" fmla="*/ 2971800 h 3176588"/>
              <a:gd name="connsiteX104" fmla="*/ 466725 w 2109788"/>
              <a:gd name="connsiteY104" fmla="*/ 3009900 h 3176588"/>
              <a:gd name="connsiteX105" fmla="*/ 509588 w 2109788"/>
              <a:gd name="connsiteY105" fmla="*/ 2967038 h 3176588"/>
              <a:gd name="connsiteX106" fmla="*/ 500063 w 2109788"/>
              <a:gd name="connsiteY106" fmla="*/ 2886075 h 3176588"/>
              <a:gd name="connsiteX107" fmla="*/ 495300 w 2109788"/>
              <a:gd name="connsiteY107" fmla="*/ 2805113 h 3176588"/>
              <a:gd name="connsiteX108" fmla="*/ 471488 w 2109788"/>
              <a:gd name="connsiteY108" fmla="*/ 2762250 h 3176588"/>
              <a:gd name="connsiteX109" fmla="*/ 495300 w 2109788"/>
              <a:gd name="connsiteY109" fmla="*/ 2733675 h 3176588"/>
              <a:gd name="connsiteX110" fmla="*/ 433388 w 2109788"/>
              <a:gd name="connsiteY110" fmla="*/ 2662238 h 3176588"/>
              <a:gd name="connsiteX111" fmla="*/ 414338 w 2109788"/>
              <a:gd name="connsiteY111" fmla="*/ 2614613 h 3176588"/>
              <a:gd name="connsiteX112" fmla="*/ 366713 w 2109788"/>
              <a:gd name="connsiteY112" fmla="*/ 2576513 h 3176588"/>
              <a:gd name="connsiteX113" fmla="*/ 342900 w 2109788"/>
              <a:gd name="connsiteY113" fmla="*/ 2505075 h 3176588"/>
              <a:gd name="connsiteX114" fmla="*/ 338138 w 2109788"/>
              <a:gd name="connsiteY114" fmla="*/ 2386013 h 3176588"/>
              <a:gd name="connsiteX115" fmla="*/ 276225 w 2109788"/>
              <a:gd name="connsiteY115" fmla="*/ 2309813 h 3176588"/>
              <a:gd name="connsiteX116" fmla="*/ 200025 w 2109788"/>
              <a:gd name="connsiteY116" fmla="*/ 2200275 h 3176588"/>
              <a:gd name="connsiteX117" fmla="*/ 190500 w 2109788"/>
              <a:gd name="connsiteY117" fmla="*/ 2143125 h 3176588"/>
              <a:gd name="connsiteX118" fmla="*/ 9525 w 2109788"/>
              <a:gd name="connsiteY118" fmla="*/ 1938338 h 3176588"/>
              <a:gd name="connsiteX119" fmla="*/ 0 w 2109788"/>
              <a:gd name="connsiteY119" fmla="*/ 1895475 h 3176588"/>
              <a:gd name="connsiteX120" fmla="*/ 38100 w 2109788"/>
              <a:gd name="connsiteY120" fmla="*/ 1957388 h 3176588"/>
              <a:gd name="connsiteX121" fmla="*/ 104775 w 2109788"/>
              <a:gd name="connsiteY121" fmla="*/ 2014538 h 3176588"/>
              <a:gd name="connsiteX122" fmla="*/ 123825 w 2109788"/>
              <a:gd name="connsiteY122" fmla="*/ 2038350 h 3176588"/>
              <a:gd name="connsiteX123" fmla="*/ 142875 w 2109788"/>
              <a:gd name="connsiteY123" fmla="*/ 1995488 h 3176588"/>
              <a:gd name="connsiteX124" fmla="*/ 85725 w 2109788"/>
              <a:gd name="connsiteY124" fmla="*/ 1933575 h 3176588"/>
              <a:gd name="connsiteX125" fmla="*/ 76200 w 2109788"/>
              <a:gd name="connsiteY125" fmla="*/ 1881188 h 3176588"/>
              <a:gd name="connsiteX126" fmla="*/ 128588 w 2109788"/>
              <a:gd name="connsiteY126" fmla="*/ 1938338 h 3176588"/>
              <a:gd name="connsiteX127" fmla="*/ 157163 w 2109788"/>
              <a:gd name="connsiteY127" fmla="*/ 1985963 h 3176588"/>
              <a:gd name="connsiteX128" fmla="*/ 176213 w 2109788"/>
              <a:gd name="connsiteY128" fmla="*/ 1933575 h 3176588"/>
              <a:gd name="connsiteX129" fmla="*/ 157163 w 2109788"/>
              <a:gd name="connsiteY129" fmla="*/ 1895475 h 3176588"/>
              <a:gd name="connsiteX130" fmla="*/ 123825 w 2109788"/>
              <a:gd name="connsiteY130" fmla="*/ 1852613 h 3176588"/>
              <a:gd name="connsiteX131" fmla="*/ 71438 w 2109788"/>
              <a:gd name="connsiteY131" fmla="*/ 1800225 h 3176588"/>
              <a:gd name="connsiteX132" fmla="*/ 33338 w 2109788"/>
              <a:gd name="connsiteY132" fmla="*/ 1728788 h 317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2109788" h="3176588">
                <a:moveTo>
                  <a:pt x="33338" y="1728788"/>
                </a:moveTo>
                <a:lnTo>
                  <a:pt x="28575" y="1628775"/>
                </a:lnTo>
                <a:lnTo>
                  <a:pt x="61913" y="1585913"/>
                </a:lnTo>
                <a:cubicBezTo>
                  <a:pt x="47169" y="1536767"/>
                  <a:pt x="47625" y="1554862"/>
                  <a:pt x="47625" y="1533525"/>
                </a:cubicBezTo>
                <a:cubicBezTo>
                  <a:pt x="58022" y="1497135"/>
                  <a:pt x="68707" y="1500188"/>
                  <a:pt x="47625" y="1500188"/>
                </a:cubicBezTo>
                <a:lnTo>
                  <a:pt x="14288" y="1457325"/>
                </a:lnTo>
                <a:lnTo>
                  <a:pt x="42863" y="1414463"/>
                </a:lnTo>
                <a:lnTo>
                  <a:pt x="47625" y="1347788"/>
                </a:lnTo>
                <a:lnTo>
                  <a:pt x="100013" y="1443038"/>
                </a:lnTo>
                <a:cubicBezTo>
                  <a:pt x="124596" y="1398787"/>
                  <a:pt x="123825" y="1416519"/>
                  <a:pt x="123825" y="1395413"/>
                </a:cubicBezTo>
                <a:lnTo>
                  <a:pt x="123825" y="1347788"/>
                </a:lnTo>
                <a:lnTo>
                  <a:pt x="242888" y="1266825"/>
                </a:lnTo>
                <a:lnTo>
                  <a:pt x="309563" y="1195388"/>
                </a:lnTo>
                <a:lnTo>
                  <a:pt x="347663" y="1152525"/>
                </a:lnTo>
                <a:lnTo>
                  <a:pt x="361950" y="1109663"/>
                </a:lnTo>
                <a:lnTo>
                  <a:pt x="390525" y="1095375"/>
                </a:lnTo>
                <a:lnTo>
                  <a:pt x="414338" y="1128713"/>
                </a:lnTo>
                <a:lnTo>
                  <a:pt x="481013" y="1128713"/>
                </a:lnTo>
                <a:lnTo>
                  <a:pt x="576263" y="1057275"/>
                </a:lnTo>
                <a:lnTo>
                  <a:pt x="623888" y="1057275"/>
                </a:lnTo>
                <a:lnTo>
                  <a:pt x="728663" y="962025"/>
                </a:lnTo>
                <a:lnTo>
                  <a:pt x="747713" y="1009650"/>
                </a:lnTo>
                <a:lnTo>
                  <a:pt x="890588" y="952500"/>
                </a:lnTo>
                <a:lnTo>
                  <a:pt x="923925" y="914400"/>
                </a:lnTo>
                <a:cubicBezTo>
                  <a:pt x="955512" y="924929"/>
                  <a:pt x="952500" y="933965"/>
                  <a:pt x="952500" y="914400"/>
                </a:cubicBezTo>
                <a:cubicBezTo>
                  <a:pt x="1010683" y="846520"/>
                  <a:pt x="1009650" y="876997"/>
                  <a:pt x="1009650" y="842963"/>
                </a:cubicBezTo>
                <a:lnTo>
                  <a:pt x="1047750" y="728663"/>
                </a:lnTo>
                <a:cubicBezTo>
                  <a:pt x="1096795" y="704140"/>
                  <a:pt x="1095375" y="722599"/>
                  <a:pt x="1095375" y="700088"/>
                </a:cubicBezTo>
                <a:lnTo>
                  <a:pt x="1109663" y="666750"/>
                </a:lnTo>
                <a:lnTo>
                  <a:pt x="1071563" y="600075"/>
                </a:lnTo>
                <a:lnTo>
                  <a:pt x="1081088" y="528638"/>
                </a:lnTo>
                <a:lnTo>
                  <a:pt x="1143000" y="490538"/>
                </a:lnTo>
                <a:cubicBezTo>
                  <a:pt x="1163042" y="465485"/>
                  <a:pt x="1162050" y="476890"/>
                  <a:pt x="1162050" y="461963"/>
                </a:cubicBezTo>
                <a:lnTo>
                  <a:pt x="1176338" y="423863"/>
                </a:lnTo>
                <a:lnTo>
                  <a:pt x="1204913" y="485775"/>
                </a:lnTo>
                <a:lnTo>
                  <a:pt x="1266825" y="576263"/>
                </a:lnTo>
                <a:lnTo>
                  <a:pt x="1266825" y="504825"/>
                </a:lnTo>
                <a:cubicBezTo>
                  <a:pt x="1325557" y="509720"/>
                  <a:pt x="1343091" y="509588"/>
                  <a:pt x="1319213" y="509588"/>
                </a:cubicBezTo>
                <a:lnTo>
                  <a:pt x="1247775" y="438150"/>
                </a:lnTo>
                <a:lnTo>
                  <a:pt x="1271588" y="414338"/>
                </a:lnTo>
                <a:lnTo>
                  <a:pt x="1266825" y="381000"/>
                </a:lnTo>
                <a:lnTo>
                  <a:pt x="1285875" y="381000"/>
                </a:lnTo>
                <a:lnTo>
                  <a:pt x="1300163" y="423863"/>
                </a:lnTo>
                <a:cubicBezTo>
                  <a:pt x="1324816" y="384417"/>
                  <a:pt x="1323975" y="370787"/>
                  <a:pt x="1323975" y="390525"/>
                </a:cubicBezTo>
                <a:cubicBezTo>
                  <a:pt x="1358518" y="420133"/>
                  <a:pt x="1357313" y="433736"/>
                  <a:pt x="1357313" y="414338"/>
                </a:cubicBezTo>
                <a:cubicBezTo>
                  <a:pt x="1439851" y="404628"/>
                  <a:pt x="1465448" y="404813"/>
                  <a:pt x="1433513" y="404813"/>
                </a:cubicBezTo>
                <a:lnTo>
                  <a:pt x="1366838" y="381000"/>
                </a:lnTo>
                <a:lnTo>
                  <a:pt x="1409700" y="347663"/>
                </a:lnTo>
                <a:lnTo>
                  <a:pt x="1376363" y="319088"/>
                </a:lnTo>
                <a:lnTo>
                  <a:pt x="1376363" y="257175"/>
                </a:lnTo>
                <a:lnTo>
                  <a:pt x="1347788" y="233363"/>
                </a:lnTo>
                <a:lnTo>
                  <a:pt x="1395413" y="257175"/>
                </a:lnTo>
                <a:lnTo>
                  <a:pt x="1433513" y="238125"/>
                </a:lnTo>
                <a:lnTo>
                  <a:pt x="1466850" y="285750"/>
                </a:lnTo>
                <a:lnTo>
                  <a:pt x="1481138" y="257175"/>
                </a:lnTo>
                <a:lnTo>
                  <a:pt x="1423988" y="190500"/>
                </a:lnTo>
                <a:cubicBezTo>
                  <a:pt x="1508475" y="200440"/>
                  <a:pt x="1517101" y="224330"/>
                  <a:pt x="1500188" y="190500"/>
                </a:cubicBezTo>
                <a:lnTo>
                  <a:pt x="1462088" y="104775"/>
                </a:lnTo>
                <a:cubicBezTo>
                  <a:pt x="1531681" y="134601"/>
                  <a:pt x="1528763" y="157530"/>
                  <a:pt x="1528763" y="123825"/>
                </a:cubicBezTo>
                <a:lnTo>
                  <a:pt x="1538288" y="57150"/>
                </a:lnTo>
                <a:lnTo>
                  <a:pt x="1576388" y="128588"/>
                </a:lnTo>
                <a:lnTo>
                  <a:pt x="1609725" y="71438"/>
                </a:lnTo>
                <a:lnTo>
                  <a:pt x="1566863" y="23813"/>
                </a:lnTo>
                <a:lnTo>
                  <a:pt x="1595438" y="19050"/>
                </a:lnTo>
                <a:lnTo>
                  <a:pt x="1624013" y="57150"/>
                </a:lnTo>
                <a:lnTo>
                  <a:pt x="1647825" y="19050"/>
                </a:lnTo>
                <a:lnTo>
                  <a:pt x="1690688" y="52388"/>
                </a:lnTo>
                <a:lnTo>
                  <a:pt x="1704975" y="0"/>
                </a:lnTo>
                <a:lnTo>
                  <a:pt x="1771650" y="23813"/>
                </a:lnTo>
                <a:lnTo>
                  <a:pt x="1900238" y="142875"/>
                </a:lnTo>
                <a:lnTo>
                  <a:pt x="1895475" y="233363"/>
                </a:lnTo>
                <a:lnTo>
                  <a:pt x="1909763" y="252413"/>
                </a:lnTo>
                <a:lnTo>
                  <a:pt x="1928813" y="214313"/>
                </a:lnTo>
                <a:lnTo>
                  <a:pt x="1924050" y="166688"/>
                </a:lnTo>
                <a:lnTo>
                  <a:pt x="1938338" y="171450"/>
                </a:lnTo>
                <a:cubicBezTo>
                  <a:pt x="1953182" y="131863"/>
                  <a:pt x="1939061" y="133350"/>
                  <a:pt x="1957388" y="133350"/>
                </a:cubicBezTo>
                <a:lnTo>
                  <a:pt x="2024063" y="158759"/>
                </a:lnTo>
                <a:lnTo>
                  <a:pt x="2109788" y="2562225"/>
                </a:lnTo>
                <a:lnTo>
                  <a:pt x="1895475" y="2657475"/>
                </a:lnTo>
                <a:lnTo>
                  <a:pt x="1852613" y="2671763"/>
                </a:lnTo>
                <a:lnTo>
                  <a:pt x="1733550" y="2657475"/>
                </a:lnTo>
                <a:lnTo>
                  <a:pt x="1671638" y="2728913"/>
                </a:lnTo>
                <a:lnTo>
                  <a:pt x="1519238" y="2786063"/>
                </a:lnTo>
                <a:lnTo>
                  <a:pt x="1514475" y="2876550"/>
                </a:lnTo>
                <a:lnTo>
                  <a:pt x="1457325" y="2933700"/>
                </a:lnTo>
                <a:lnTo>
                  <a:pt x="1419225" y="2943225"/>
                </a:lnTo>
                <a:lnTo>
                  <a:pt x="1366838" y="2919413"/>
                </a:lnTo>
                <a:lnTo>
                  <a:pt x="1295400" y="2962275"/>
                </a:lnTo>
                <a:lnTo>
                  <a:pt x="1223963" y="2933700"/>
                </a:lnTo>
                <a:lnTo>
                  <a:pt x="1109663" y="2952750"/>
                </a:lnTo>
                <a:lnTo>
                  <a:pt x="1095375" y="2976563"/>
                </a:lnTo>
                <a:lnTo>
                  <a:pt x="1033463" y="2957513"/>
                </a:lnTo>
                <a:lnTo>
                  <a:pt x="976313" y="3014663"/>
                </a:lnTo>
                <a:lnTo>
                  <a:pt x="985838" y="3043238"/>
                </a:lnTo>
                <a:lnTo>
                  <a:pt x="914400" y="3052763"/>
                </a:lnTo>
                <a:lnTo>
                  <a:pt x="838200" y="3157538"/>
                </a:lnTo>
                <a:lnTo>
                  <a:pt x="762000" y="3167063"/>
                </a:lnTo>
                <a:lnTo>
                  <a:pt x="681038" y="3157538"/>
                </a:lnTo>
                <a:lnTo>
                  <a:pt x="638175" y="3176588"/>
                </a:lnTo>
                <a:lnTo>
                  <a:pt x="619125" y="3138488"/>
                </a:lnTo>
                <a:lnTo>
                  <a:pt x="581025" y="3157538"/>
                </a:lnTo>
                <a:lnTo>
                  <a:pt x="523875" y="3090863"/>
                </a:lnTo>
                <a:lnTo>
                  <a:pt x="452438" y="3105150"/>
                </a:lnTo>
                <a:lnTo>
                  <a:pt x="428625" y="2971800"/>
                </a:lnTo>
                <a:cubicBezTo>
                  <a:pt x="463008" y="3011095"/>
                  <a:pt x="445088" y="3009900"/>
                  <a:pt x="466725" y="3009900"/>
                </a:cubicBezTo>
                <a:lnTo>
                  <a:pt x="509588" y="2967038"/>
                </a:lnTo>
                <a:lnTo>
                  <a:pt x="500063" y="2886075"/>
                </a:lnTo>
                <a:lnTo>
                  <a:pt x="495300" y="2805113"/>
                </a:lnTo>
                <a:lnTo>
                  <a:pt x="471488" y="2762250"/>
                </a:lnTo>
                <a:lnTo>
                  <a:pt x="495300" y="2733675"/>
                </a:lnTo>
                <a:cubicBezTo>
                  <a:pt x="436689" y="2665296"/>
                  <a:pt x="458848" y="2687698"/>
                  <a:pt x="433388" y="2662238"/>
                </a:cubicBezTo>
                <a:lnTo>
                  <a:pt x="414338" y="2614613"/>
                </a:lnTo>
                <a:lnTo>
                  <a:pt x="366713" y="2576513"/>
                </a:lnTo>
                <a:lnTo>
                  <a:pt x="342900" y="2505075"/>
                </a:lnTo>
                <a:lnTo>
                  <a:pt x="338138" y="2386013"/>
                </a:lnTo>
                <a:cubicBezTo>
                  <a:pt x="280035" y="2308543"/>
                  <a:pt x="312738" y="2309813"/>
                  <a:pt x="276225" y="2309813"/>
                </a:cubicBezTo>
                <a:lnTo>
                  <a:pt x="200025" y="2200275"/>
                </a:lnTo>
                <a:cubicBezTo>
                  <a:pt x="195060" y="2145652"/>
                  <a:pt x="207662" y="2160287"/>
                  <a:pt x="190500" y="2143125"/>
                </a:cubicBezTo>
                <a:cubicBezTo>
                  <a:pt x="130282" y="2074769"/>
                  <a:pt x="73948" y="2002747"/>
                  <a:pt x="9525" y="1938338"/>
                </a:cubicBezTo>
                <a:lnTo>
                  <a:pt x="0" y="1895475"/>
                </a:lnTo>
                <a:lnTo>
                  <a:pt x="38100" y="1957388"/>
                </a:lnTo>
                <a:lnTo>
                  <a:pt x="104775" y="2014538"/>
                </a:lnTo>
                <a:lnTo>
                  <a:pt x="123825" y="2038350"/>
                </a:lnTo>
                <a:lnTo>
                  <a:pt x="142875" y="1995488"/>
                </a:lnTo>
                <a:lnTo>
                  <a:pt x="85725" y="1933575"/>
                </a:lnTo>
                <a:cubicBezTo>
                  <a:pt x="75889" y="1884393"/>
                  <a:pt x="76200" y="1902139"/>
                  <a:pt x="76200" y="1881188"/>
                </a:cubicBezTo>
                <a:lnTo>
                  <a:pt x="128588" y="1938338"/>
                </a:lnTo>
                <a:lnTo>
                  <a:pt x="157163" y="1985963"/>
                </a:lnTo>
                <a:lnTo>
                  <a:pt x="176213" y="1933575"/>
                </a:lnTo>
                <a:lnTo>
                  <a:pt x="157163" y="1895475"/>
                </a:lnTo>
                <a:lnTo>
                  <a:pt x="123825" y="1852613"/>
                </a:lnTo>
                <a:lnTo>
                  <a:pt x="71438" y="1800225"/>
                </a:lnTo>
                <a:lnTo>
                  <a:pt x="33338" y="1728788"/>
                </a:ln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2" name="Freeform 395">
            <a:extLst>
              <a:ext uri="{FF2B5EF4-FFF2-40B4-BE49-F238E27FC236}">
                <a16:creationId xmlns:a16="http://schemas.microsoft.com/office/drawing/2014/main" id="{A7B259E6-01BA-43BD-8379-0DF846C3EF5E}"/>
              </a:ext>
            </a:extLst>
          </p:cNvPr>
          <p:cNvSpPr/>
          <p:nvPr>
            <p:custDataLst>
              <p:tags r:id="rId4"/>
            </p:custDataLst>
          </p:nvPr>
        </p:nvSpPr>
        <p:spPr bwMode="auto">
          <a:xfrm>
            <a:off x="6016168" y="1174027"/>
            <a:ext cx="1364280" cy="2363892"/>
          </a:xfrm>
          <a:custGeom>
            <a:avLst/>
            <a:gdLst>
              <a:gd name="connsiteX0" fmla="*/ 104775 w 1270000"/>
              <a:gd name="connsiteY0" fmla="*/ 381000 h 2639728"/>
              <a:gd name="connsiteX1" fmla="*/ 155575 w 1270000"/>
              <a:gd name="connsiteY1" fmla="*/ 371475 h 2639728"/>
              <a:gd name="connsiteX2" fmla="*/ 171450 w 1270000"/>
              <a:gd name="connsiteY2" fmla="*/ 342900 h 2639728"/>
              <a:gd name="connsiteX3" fmla="*/ 168275 w 1270000"/>
              <a:gd name="connsiteY3" fmla="*/ 339725 h 2639728"/>
              <a:gd name="connsiteX4" fmla="*/ 152400 w 1270000"/>
              <a:gd name="connsiteY4" fmla="*/ 292100 h 2639728"/>
              <a:gd name="connsiteX5" fmla="*/ 171450 w 1270000"/>
              <a:gd name="connsiteY5" fmla="*/ 285750 h 2639728"/>
              <a:gd name="connsiteX6" fmla="*/ 193675 w 1270000"/>
              <a:gd name="connsiteY6" fmla="*/ 250825 h 2639728"/>
              <a:gd name="connsiteX7" fmla="*/ 219075 w 1270000"/>
              <a:gd name="connsiteY7" fmla="*/ 257175 h 2639728"/>
              <a:gd name="connsiteX8" fmla="*/ 222250 w 1270000"/>
              <a:gd name="connsiteY8" fmla="*/ 209550 h 2639728"/>
              <a:gd name="connsiteX9" fmla="*/ 266700 w 1270000"/>
              <a:gd name="connsiteY9" fmla="*/ 219075 h 2639728"/>
              <a:gd name="connsiteX10" fmla="*/ 288925 w 1270000"/>
              <a:gd name="connsiteY10" fmla="*/ 168275 h 2639728"/>
              <a:gd name="connsiteX11" fmla="*/ 339725 w 1270000"/>
              <a:gd name="connsiteY11" fmla="*/ 196850 h 2639728"/>
              <a:gd name="connsiteX12" fmla="*/ 431800 w 1270000"/>
              <a:gd name="connsiteY12" fmla="*/ 200025 h 2639728"/>
              <a:gd name="connsiteX13" fmla="*/ 463550 w 1270000"/>
              <a:gd name="connsiteY13" fmla="*/ 177800 h 2639728"/>
              <a:gd name="connsiteX14" fmla="*/ 495300 w 1270000"/>
              <a:gd name="connsiteY14" fmla="*/ 206375 h 2639728"/>
              <a:gd name="connsiteX15" fmla="*/ 495300 w 1270000"/>
              <a:gd name="connsiteY15" fmla="*/ 161925 h 2639728"/>
              <a:gd name="connsiteX16" fmla="*/ 514350 w 1270000"/>
              <a:gd name="connsiteY16" fmla="*/ 171450 h 2639728"/>
              <a:gd name="connsiteX17" fmla="*/ 514350 w 1270000"/>
              <a:gd name="connsiteY17" fmla="*/ 130175 h 2639728"/>
              <a:gd name="connsiteX18" fmla="*/ 501650 w 1270000"/>
              <a:gd name="connsiteY18" fmla="*/ 120650 h 2639728"/>
              <a:gd name="connsiteX19" fmla="*/ 495300 w 1270000"/>
              <a:gd name="connsiteY19" fmla="*/ 88900 h 2639728"/>
              <a:gd name="connsiteX20" fmla="*/ 476250 w 1270000"/>
              <a:gd name="connsiteY20" fmla="*/ 66675 h 2639728"/>
              <a:gd name="connsiteX21" fmla="*/ 431800 w 1270000"/>
              <a:gd name="connsiteY21" fmla="*/ 79375 h 2639728"/>
              <a:gd name="connsiteX22" fmla="*/ 384175 w 1270000"/>
              <a:gd name="connsiteY22" fmla="*/ 47625 h 2639728"/>
              <a:gd name="connsiteX23" fmla="*/ 428625 w 1270000"/>
              <a:gd name="connsiteY23" fmla="*/ 22225 h 2639728"/>
              <a:gd name="connsiteX24" fmla="*/ 444500 w 1270000"/>
              <a:gd name="connsiteY24" fmla="*/ 41275 h 2639728"/>
              <a:gd name="connsiteX25" fmla="*/ 479425 w 1270000"/>
              <a:gd name="connsiteY25" fmla="*/ 34925 h 2639728"/>
              <a:gd name="connsiteX26" fmla="*/ 498475 w 1270000"/>
              <a:gd name="connsiteY26" fmla="*/ 0 h 2639728"/>
              <a:gd name="connsiteX27" fmla="*/ 517525 w 1270000"/>
              <a:gd name="connsiteY27" fmla="*/ 41275 h 2639728"/>
              <a:gd name="connsiteX28" fmla="*/ 514350 w 1270000"/>
              <a:gd name="connsiteY28" fmla="*/ 66675 h 2639728"/>
              <a:gd name="connsiteX29" fmla="*/ 527050 w 1270000"/>
              <a:gd name="connsiteY29" fmla="*/ 76200 h 2639728"/>
              <a:gd name="connsiteX30" fmla="*/ 555625 w 1270000"/>
              <a:gd name="connsiteY30" fmla="*/ 53975 h 2639728"/>
              <a:gd name="connsiteX31" fmla="*/ 574675 w 1270000"/>
              <a:gd name="connsiteY31" fmla="*/ 76200 h 2639728"/>
              <a:gd name="connsiteX32" fmla="*/ 574675 w 1270000"/>
              <a:gd name="connsiteY32" fmla="*/ 107950 h 2639728"/>
              <a:gd name="connsiteX33" fmla="*/ 625475 w 1270000"/>
              <a:gd name="connsiteY33" fmla="*/ 111125 h 2639728"/>
              <a:gd name="connsiteX34" fmla="*/ 631825 w 1270000"/>
              <a:gd name="connsiteY34" fmla="*/ 79375 h 2639728"/>
              <a:gd name="connsiteX35" fmla="*/ 641350 w 1270000"/>
              <a:gd name="connsiteY35" fmla="*/ 130175 h 2639728"/>
              <a:gd name="connsiteX36" fmla="*/ 682625 w 1270000"/>
              <a:gd name="connsiteY36" fmla="*/ 111125 h 2639728"/>
              <a:gd name="connsiteX37" fmla="*/ 708025 w 1270000"/>
              <a:gd name="connsiteY37" fmla="*/ 142875 h 2639728"/>
              <a:gd name="connsiteX38" fmla="*/ 739775 w 1270000"/>
              <a:gd name="connsiteY38" fmla="*/ 142875 h 2639728"/>
              <a:gd name="connsiteX39" fmla="*/ 752475 w 1270000"/>
              <a:gd name="connsiteY39" fmla="*/ 165100 h 2639728"/>
              <a:gd name="connsiteX40" fmla="*/ 825500 w 1270000"/>
              <a:gd name="connsiteY40" fmla="*/ 142875 h 2639728"/>
              <a:gd name="connsiteX41" fmla="*/ 882650 w 1270000"/>
              <a:gd name="connsiteY41" fmla="*/ 212725 h 2639728"/>
              <a:gd name="connsiteX42" fmla="*/ 914400 w 1270000"/>
              <a:gd name="connsiteY42" fmla="*/ 200025 h 2639728"/>
              <a:gd name="connsiteX43" fmla="*/ 917575 w 1270000"/>
              <a:gd name="connsiteY43" fmla="*/ 165100 h 2639728"/>
              <a:gd name="connsiteX44" fmla="*/ 968375 w 1270000"/>
              <a:gd name="connsiteY44" fmla="*/ 146050 h 2639728"/>
              <a:gd name="connsiteX45" fmla="*/ 981075 w 1270000"/>
              <a:gd name="connsiteY45" fmla="*/ 161925 h 2639728"/>
              <a:gd name="connsiteX46" fmla="*/ 962025 w 1270000"/>
              <a:gd name="connsiteY46" fmla="*/ 193675 h 2639728"/>
              <a:gd name="connsiteX47" fmla="*/ 993775 w 1270000"/>
              <a:gd name="connsiteY47" fmla="*/ 187325 h 2639728"/>
              <a:gd name="connsiteX48" fmla="*/ 1028700 w 1270000"/>
              <a:gd name="connsiteY48" fmla="*/ 234950 h 2639728"/>
              <a:gd name="connsiteX49" fmla="*/ 1057275 w 1270000"/>
              <a:gd name="connsiteY49" fmla="*/ 206375 h 2639728"/>
              <a:gd name="connsiteX50" fmla="*/ 1025525 w 1270000"/>
              <a:gd name="connsiteY50" fmla="*/ 174625 h 2639728"/>
              <a:gd name="connsiteX51" fmla="*/ 1060450 w 1270000"/>
              <a:gd name="connsiteY51" fmla="*/ 149225 h 2639728"/>
              <a:gd name="connsiteX52" fmla="*/ 1082675 w 1270000"/>
              <a:gd name="connsiteY52" fmla="*/ 114300 h 2639728"/>
              <a:gd name="connsiteX53" fmla="*/ 1085850 w 1270000"/>
              <a:gd name="connsiteY53" fmla="*/ 174625 h 2639728"/>
              <a:gd name="connsiteX54" fmla="*/ 1101725 w 1270000"/>
              <a:gd name="connsiteY54" fmla="*/ 203200 h 2639728"/>
              <a:gd name="connsiteX55" fmla="*/ 1120775 w 1270000"/>
              <a:gd name="connsiteY55" fmla="*/ 184150 h 2639728"/>
              <a:gd name="connsiteX56" fmla="*/ 1139825 w 1270000"/>
              <a:gd name="connsiteY56" fmla="*/ 187325 h 2639728"/>
              <a:gd name="connsiteX57" fmla="*/ 1149350 w 1270000"/>
              <a:gd name="connsiteY57" fmla="*/ 222250 h 2639728"/>
              <a:gd name="connsiteX58" fmla="*/ 1114425 w 1270000"/>
              <a:gd name="connsiteY58" fmla="*/ 234950 h 2639728"/>
              <a:gd name="connsiteX59" fmla="*/ 1076325 w 1270000"/>
              <a:gd name="connsiteY59" fmla="*/ 282575 h 2639728"/>
              <a:gd name="connsiteX60" fmla="*/ 1079500 w 1270000"/>
              <a:gd name="connsiteY60" fmla="*/ 320675 h 2639728"/>
              <a:gd name="connsiteX61" fmla="*/ 1057275 w 1270000"/>
              <a:gd name="connsiteY61" fmla="*/ 336550 h 2639728"/>
              <a:gd name="connsiteX62" fmla="*/ 1022350 w 1270000"/>
              <a:gd name="connsiteY62" fmla="*/ 327025 h 2639728"/>
              <a:gd name="connsiteX63" fmla="*/ 1006475 w 1270000"/>
              <a:gd name="connsiteY63" fmla="*/ 336550 h 2639728"/>
              <a:gd name="connsiteX64" fmla="*/ 1016000 w 1270000"/>
              <a:gd name="connsiteY64" fmla="*/ 368300 h 2639728"/>
              <a:gd name="connsiteX65" fmla="*/ 984250 w 1270000"/>
              <a:gd name="connsiteY65" fmla="*/ 355600 h 2639728"/>
              <a:gd name="connsiteX66" fmla="*/ 965200 w 1270000"/>
              <a:gd name="connsiteY66" fmla="*/ 377825 h 2639728"/>
              <a:gd name="connsiteX67" fmla="*/ 990600 w 1270000"/>
              <a:gd name="connsiteY67" fmla="*/ 412750 h 2639728"/>
              <a:gd name="connsiteX68" fmla="*/ 1050925 w 1270000"/>
              <a:gd name="connsiteY68" fmla="*/ 431800 h 2639728"/>
              <a:gd name="connsiteX69" fmla="*/ 1082675 w 1270000"/>
              <a:gd name="connsiteY69" fmla="*/ 406400 h 2639728"/>
              <a:gd name="connsiteX70" fmla="*/ 1120775 w 1270000"/>
              <a:gd name="connsiteY70" fmla="*/ 419100 h 2639728"/>
              <a:gd name="connsiteX71" fmla="*/ 1123950 w 1270000"/>
              <a:gd name="connsiteY71" fmla="*/ 447675 h 2639728"/>
              <a:gd name="connsiteX72" fmla="*/ 1111250 w 1270000"/>
              <a:gd name="connsiteY72" fmla="*/ 463550 h 2639728"/>
              <a:gd name="connsiteX73" fmla="*/ 1149350 w 1270000"/>
              <a:gd name="connsiteY73" fmla="*/ 485775 h 2639728"/>
              <a:gd name="connsiteX74" fmla="*/ 1123950 w 1270000"/>
              <a:gd name="connsiteY74" fmla="*/ 504825 h 2639728"/>
              <a:gd name="connsiteX75" fmla="*/ 1089025 w 1270000"/>
              <a:gd name="connsiteY75" fmla="*/ 495300 h 2639728"/>
              <a:gd name="connsiteX76" fmla="*/ 1054100 w 1270000"/>
              <a:gd name="connsiteY76" fmla="*/ 488950 h 2639728"/>
              <a:gd name="connsiteX77" fmla="*/ 1044575 w 1270000"/>
              <a:gd name="connsiteY77" fmla="*/ 438150 h 2639728"/>
              <a:gd name="connsiteX78" fmla="*/ 987425 w 1270000"/>
              <a:gd name="connsiteY78" fmla="*/ 422275 h 2639728"/>
              <a:gd name="connsiteX79" fmla="*/ 984250 w 1270000"/>
              <a:gd name="connsiteY79" fmla="*/ 473075 h 2639728"/>
              <a:gd name="connsiteX80" fmla="*/ 920750 w 1270000"/>
              <a:gd name="connsiteY80" fmla="*/ 527050 h 2639728"/>
              <a:gd name="connsiteX81" fmla="*/ 923925 w 1270000"/>
              <a:gd name="connsiteY81" fmla="*/ 546100 h 2639728"/>
              <a:gd name="connsiteX82" fmla="*/ 898525 w 1270000"/>
              <a:gd name="connsiteY82" fmla="*/ 565150 h 2639728"/>
              <a:gd name="connsiteX83" fmla="*/ 914400 w 1270000"/>
              <a:gd name="connsiteY83" fmla="*/ 590550 h 2639728"/>
              <a:gd name="connsiteX84" fmla="*/ 942975 w 1270000"/>
              <a:gd name="connsiteY84" fmla="*/ 600075 h 2639728"/>
              <a:gd name="connsiteX85" fmla="*/ 971550 w 1270000"/>
              <a:gd name="connsiteY85" fmla="*/ 635000 h 2639728"/>
              <a:gd name="connsiteX86" fmla="*/ 1000125 w 1270000"/>
              <a:gd name="connsiteY86" fmla="*/ 628650 h 2639728"/>
              <a:gd name="connsiteX87" fmla="*/ 1025525 w 1270000"/>
              <a:gd name="connsiteY87" fmla="*/ 673100 h 2639728"/>
              <a:gd name="connsiteX88" fmla="*/ 1060450 w 1270000"/>
              <a:gd name="connsiteY88" fmla="*/ 688975 h 2639728"/>
              <a:gd name="connsiteX89" fmla="*/ 1082675 w 1270000"/>
              <a:gd name="connsiteY89" fmla="*/ 727075 h 2639728"/>
              <a:gd name="connsiteX90" fmla="*/ 1104900 w 1270000"/>
              <a:gd name="connsiteY90" fmla="*/ 746125 h 2639728"/>
              <a:gd name="connsiteX91" fmla="*/ 1155700 w 1270000"/>
              <a:gd name="connsiteY91" fmla="*/ 736600 h 2639728"/>
              <a:gd name="connsiteX92" fmla="*/ 1193800 w 1270000"/>
              <a:gd name="connsiteY92" fmla="*/ 774700 h 2639728"/>
              <a:gd name="connsiteX93" fmla="*/ 1228725 w 1270000"/>
              <a:gd name="connsiteY93" fmla="*/ 777875 h 2639728"/>
              <a:gd name="connsiteX94" fmla="*/ 1270000 w 1270000"/>
              <a:gd name="connsiteY94" fmla="*/ 844550 h 2639728"/>
              <a:gd name="connsiteX95" fmla="*/ 1225550 w 1270000"/>
              <a:gd name="connsiteY95" fmla="*/ 2190750 h 2639728"/>
              <a:gd name="connsiteX96" fmla="*/ 60325 w 1270000"/>
              <a:gd name="connsiteY96" fmla="*/ 2187575 h 2639728"/>
              <a:gd name="connsiteX97" fmla="*/ 0 w 1270000"/>
              <a:gd name="connsiteY97" fmla="*/ 587375 h 2639728"/>
              <a:gd name="connsiteX98" fmla="*/ 28575 w 1270000"/>
              <a:gd name="connsiteY98" fmla="*/ 600075 h 2639728"/>
              <a:gd name="connsiteX99" fmla="*/ 34925 w 1270000"/>
              <a:gd name="connsiteY99" fmla="*/ 622300 h 2639728"/>
              <a:gd name="connsiteX100" fmla="*/ 53975 w 1270000"/>
              <a:gd name="connsiteY100" fmla="*/ 577850 h 2639728"/>
              <a:gd name="connsiteX101" fmla="*/ 82550 w 1270000"/>
              <a:gd name="connsiteY101" fmla="*/ 609600 h 2639728"/>
              <a:gd name="connsiteX102" fmla="*/ 95250 w 1270000"/>
              <a:gd name="connsiteY102" fmla="*/ 631825 h 2639728"/>
              <a:gd name="connsiteX103" fmla="*/ 85725 w 1270000"/>
              <a:gd name="connsiteY103" fmla="*/ 584200 h 2639728"/>
              <a:gd name="connsiteX104" fmla="*/ 107950 w 1270000"/>
              <a:gd name="connsiteY104" fmla="*/ 558800 h 2639728"/>
              <a:gd name="connsiteX105" fmla="*/ 44450 w 1270000"/>
              <a:gd name="connsiteY105" fmla="*/ 501650 h 2639728"/>
              <a:gd name="connsiteX106" fmla="*/ 47625 w 1270000"/>
              <a:gd name="connsiteY106" fmla="*/ 476250 h 2639728"/>
              <a:gd name="connsiteX107" fmla="*/ 92075 w 1270000"/>
              <a:gd name="connsiteY107" fmla="*/ 463550 h 2639728"/>
              <a:gd name="connsiteX108" fmla="*/ 104775 w 1270000"/>
              <a:gd name="connsiteY108" fmla="*/ 381000 h 2639728"/>
              <a:gd name="connsiteX0" fmla="*/ 104775 w 1419886"/>
              <a:gd name="connsiteY0" fmla="*/ 381000 h 2471473"/>
              <a:gd name="connsiteX1" fmla="*/ 155575 w 1419886"/>
              <a:gd name="connsiteY1" fmla="*/ 371475 h 2471473"/>
              <a:gd name="connsiteX2" fmla="*/ 171450 w 1419886"/>
              <a:gd name="connsiteY2" fmla="*/ 342900 h 2471473"/>
              <a:gd name="connsiteX3" fmla="*/ 168275 w 1419886"/>
              <a:gd name="connsiteY3" fmla="*/ 339725 h 2471473"/>
              <a:gd name="connsiteX4" fmla="*/ 152400 w 1419886"/>
              <a:gd name="connsiteY4" fmla="*/ 292100 h 2471473"/>
              <a:gd name="connsiteX5" fmla="*/ 171450 w 1419886"/>
              <a:gd name="connsiteY5" fmla="*/ 285750 h 2471473"/>
              <a:gd name="connsiteX6" fmla="*/ 193675 w 1419886"/>
              <a:gd name="connsiteY6" fmla="*/ 250825 h 2471473"/>
              <a:gd name="connsiteX7" fmla="*/ 219075 w 1419886"/>
              <a:gd name="connsiteY7" fmla="*/ 257175 h 2471473"/>
              <a:gd name="connsiteX8" fmla="*/ 222250 w 1419886"/>
              <a:gd name="connsiteY8" fmla="*/ 209550 h 2471473"/>
              <a:gd name="connsiteX9" fmla="*/ 266700 w 1419886"/>
              <a:gd name="connsiteY9" fmla="*/ 219075 h 2471473"/>
              <a:gd name="connsiteX10" fmla="*/ 288925 w 1419886"/>
              <a:gd name="connsiteY10" fmla="*/ 168275 h 2471473"/>
              <a:gd name="connsiteX11" fmla="*/ 339725 w 1419886"/>
              <a:gd name="connsiteY11" fmla="*/ 196850 h 2471473"/>
              <a:gd name="connsiteX12" fmla="*/ 431800 w 1419886"/>
              <a:gd name="connsiteY12" fmla="*/ 200025 h 2471473"/>
              <a:gd name="connsiteX13" fmla="*/ 463550 w 1419886"/>
              <a:gd name="connsiteY13" fmla="*/ 177800 h 2471473"/>
              <a:gd name="connsiteX14" fmla="*/ 495300 w 1419886"/>
              <a:gd name="connsiteY14" fmla="*/ 206375 h 2471473"/>
              <a:gd name="connsiteX15" fmla="*/ 495300 w 1419886"/>
              <a:gd name="connsiteY15" fmla="*/ 161925 h 2471473"/>
              <a:gd name="connsiteX16" fmla="*/ 514350 w 1419886"/>
              <a:gd name="connsiteY16" fmla="*/ 171450 h 2471473"/>
              <a:gd name="connsiteX17" fmla="*/ 514350 w 1419886"/>
              <a:gd name="connsiteY17" fmla="*/ 130175 h 2471473"/>
              <a:gd name="connsiteX18" fmla="*/ 501650 w 1419886"/>
              <a:gd name="connsiteY18" fmla="*/ 120650 h 2471473"/>
              <a:gd name="connsiteX19" fmla="*/ 495300 w 1419886"/>
              <a:gd name="connsiteY19" fmla="*/ 88900 h 2471473"/>
              <a:gd name="connsiteX20" fmla="*/ 476250 w 1419886"/>
              <a:gd name="connsiteY20" fmla="*/ 66675 h 2471473"/>
              <a:gd name="connsiteX21" fmla="*/ 431800 w 1419886"/>
              <a:gd name="connsiteY21" fmla="*/ 79375 h 2471473"/>
              <a:gd name="connsiteX22" fmla="*/ 384175 w 1419886"/>
              <a:gd name="connsiteY22" fmla="*/ 47625 h 2471473"/>
              <a:gd name="connsiteX23" fmla="*/ 428625 w 1419886"/>
              <a:gd name="connsiteY23" fmla="*/ 22225 h 2471473"/>
              <a:gd name="connsiteX24" fmla="*/ 444500 w 1419886"/>
              <a:gd name="connsiteY24" fmla="*/ 41275 h 2471473"/>
              <a:gd name="connsiteX25" fmla="*/ 479425 w 1419886"/>
              <a:gd name="connsiteY25" fmla="*/ 34925 h 2471473"/>
              <a:gd name="connsiteX26" fmla="*/ 498475 w 1419886"/>
              <a:gd name="connsiteY26" fmla="*/ 0 h 2471473"/>
              <a:gd name="connsiteX27" fmla="*/ 517525 w 1419886"/>
              <a:gd name="connsiteY27" fmla="*/ 41275 h 2471473"/>
              <a:gd name="connsiteX28" fmla="*/ 514350 w 1419886"/>
              <a:gd name="connsiteY28" fmla="*/ 66675 h 2471473"/>
              <a:gd name="connsiteX29" fmla="*/ 527050 w 1419886"/>
              <a:gd name="connsiteY29" fmla="*/ 76200 h 2471473"/>
              <a:gd name="connsiteX30" fmla="*/ 555625 w 1419886"/>
              <a:gd name="connsiteY30" fmla="*/ 53975 h 2471473"/>
              <a:gd name="connsiteX31" fmla="*/ 574675 w 1419886"/>
              <a:gd name="connsiteY31" fmla="*/ 76200 h 2471473"/>
              <a:gd name="connsiteX32" fmla="*/ 574675 w 1419886"/>
              <a:gd name="connsiteY32" fmla="*/ 107950 h 2471473"/>
              <a:gd name="connsiteX33" fmla="*/ 625475 w 1419886"/>
              <a:gd name="connsiteY33" fmla="*/ 111125 h 2471473"/>
              <a:gd name="connsiteX34" fmla="*/ 631825 w 1419886"/>
              <a:gd name="connsiteY34" fmla="*/ 79375 h 2471473"/>
              <a:gd name="connsiteX35" fmla="*/ 641350 w 1419886"/>
              <a:gd name="connsiteY35" fmla="*/ 130175 h 2471473"/>
              <a:gd name="connsiteX36" fmla="*/ 682625 w 1419886"/>
              <a:gd name="connsiteY36" fmla="*/ 111125 h 2471473"/>
              <a:gd name="connsiteX37" fmla="*/ 708025 w 1419886"/>
              <a:gd name="connsiteY37" fmla="*/ 142875 h 2471473"/>
              <a:gd name="connsiteX38" fmla="*/ 739775 w 1419886"/>
              <a:gd name="connsiteY38" fmla="*/ 142875 h 2471473"/>
              <a:gd name="connsiteX39" fmla="*/ 752475 w 1419886"/>
              <a:gd name="connsiteY39" fmla="*/ 165100 h 2471473"/>
              <a:gd name="connsiteX40" fmla="*/ 825500 w 1419886"/>
              <a:gd name="connsiteY40" fmla="*/ 142875 h 2471473"/>
              <a:gd name="connsiteX41" fmla="*/ 882650 w 1419886"/>
              <a:gd name="connsiteY41" fmla="*/ 212725 h 2471473"/>
              <a:gd name="connsiteX42" fmla="*/ 914400 w 1419886"/>
              <a:gd name="connsiteY42" fmla="*/ 200025 h 2471473"/>
              <a:gd name="connsiteX43" fmla="*/ 917575 w 1419886"/>
              <a:gd name="connsiteY43" fmla="*/ 165100 h 2471473"/>
              <a:gd name="connsiteX44" fmla="*/ 968375 w 1419886"/>
              <a:gd name="connsiteY44" fmla="*/ 146050 h 2471473"/>
              <a:gd name="connsiteX45" fmla="*/ 981075 w 1419886"/>
              <a:gd name="connsiteY45" fmla="*/ 161925 h 2471473"/>
              <a:gd name="connsiteX46" fmla="*/ 962025 w 1419886"/>
              <a:gd name="connsiteY46" fmla="*/ 193675 h 2471473"/>
              <a:gd name="connsiteX47" fmla="*/ 993775 w 1419886"/>
              <a:gd name="connsiteY47" fmla="*/ 187325 h 2471473"/>
              <a:gd name="connsiteX48" fmla="*/ 1028700 w 1419886"/>
              <a:gd name="connsiteY48" fmla="*/ 234950 h 2471473"/>
              <a:gd name="connsiteX49" fmla="*/ 1057275 w 1419886"/>
              <a:gd name="connsiteY49" fmla="*/ 206375 h 2471473"/>
              <a:gd name="connsiteX50" fmla="*/ 1025525 w 1419886"/>
              <a:gd name="connsiteY50" fmla="*/ 174625 h 2471473"/>
              <a:gd name="connsiteX51" fmla="*/ 1060450 w 1419886"/>
              <a:gd name="connsiteY51" fmla="*/ 149225 h 2471473"/>
              <a:gd name="connsiteX52" fmla="*/ 1082675 w 1419886"/>
              <a:gd name="connsiteY52" fmla="*/ 114300 h 2471473"/>
              <a:gd name="connsiteX53" fmla="*/ 1085850 w 1419886"/>
              <a:gd name="connsiteY53" fmla="*/ 174625 h 2471473"/>
              <a:gd name="connsiteX54" fmla="*/ 1101725 w 1419886"/>
              <a:gd name="connsiteY54" fmla="*/ 203200 h 2471473"/>
              <a:gd name="connsiteX55" fmla="*/ 1120775 w 1419886"/>
              <a:gd name="connsiteY55" fmla="*/ 184150 h 2471473"/>
              <a:gd name="connsiteX56" fmla="*/ 1139825 w 1419886"/>
              <a:gd name="connsiteY56" fmla="*/ 187325 h 2471473"/>
              <a:gd name="connsiteX57" fmla="*/ 1149350 w 1419886"/>
              <a:gd name="connsiteY57" fmla="*/ 222250 h 2471473"/>
              <a:gd name="connsiteX58" fmla="*/ 1114425 w 1419886"/>
              <a:gd name="connsiteY58" fmla="*/ 234950 h 2471473"/>
              <a:gd name="connsiteX59" fmla="*/ 1076325 w 1419886"/>
              <a:gd name="connsiteY59" fmla="*/ 282575 h 2471473"/>
              <a:gd name="connsiteX60" fmla="*/ 1079500 w 1419886"/>
              <a:gd name="connsiteY60" fmla="*/ 320675 h 2471473"/>
              <a:gd name="connsiteX61" fmla="*/ 1057275 w 1419886"/>
              <a:gd name="connsiteY61" fmla="*/ 336550 h 2471473"/>
              <a:gd name="connsiteX62" fmla="*/ 1022350 w 1419886"/>
              <a:gd name="connsiteY62" fmla="*/ 327025 h 2471473"/>
              <a:gd name="connsiteX63" fmla="*/ 1006475 w 1419886"/>
              <a:gd name="connsiteY63" fmla="*/ 336550 h 2471473"/>
              <a:gd name="connsiteX64" fmla="*/ 1016000 w 1419886"/>
              <a:gd name="connsiteY64" fmla="*/ 368300 h 2471473"/>
              <a:gd name="connsiteX65" fmla="*/ 984250 w 1419886"/>
              <a:gd name="connsiteY65" fmla="*/ 355600 h 2471473"/>
              <a:gd name="connsiteX66" fmla="*/ 965200 w 1419886"/>
              <a:gd name="connsiteY66" fmla="*/ 377825 h 2471473"/>
              <a:gd name="connsiteX67" fmla="*/ 990600 w 1419886"/>
              <a:gd name="connsiteY67" fmla="*/ 412750 h 2471473"/>
              <a:gd name="connsiteX68" fmla="*/ 1050925 w 1419886"/>
              <a:gd name="connsiteY68" fmla="*/ 431800 h 2471473"/>
              <a:gd name="connsiteX69" fmla="*/ 1082675 w 1419886"/>
              <a:gd name="connsiteY69" fmla="*/ 406400 h 2471473"/>
              <a:gd name="connsiteX70" fmla="*/ 1120775 w 1419886"/>
              <a:gd name="connsiteY70" fmla="*/ 419100 h 2471473"/>
              <a:gd name="connsiteX71" fmla="*/ 1123950 w 1419886"/>
              <a:gd name="connsiteY71" fmla="*/ 447675 h 2471473"/>
              <a:gd name="connsiteX72" fmla="*/ 1111250 w 1419886"/>
              <a:gd name="connsiteY72" fmla="*/ 463550 h 2471473"/>
              <a:gd name="connsiteX73" fmla="*/ 1149350 w 1419886"/>
              <a:gd name="connsiteY73" fmla="*/ 485775 h 2471473"/>
              <a:gd name="connsiteX74" fmla="*/ 1123950 w 1419886"/>
              <a:gd name="connsiteY74" fmla="*/ 504825 h 2471473"/>
              <a:gd name="connsiteX75" fmla="*/ 1089025 w 1419886"/>
              <a:gd name="connsiteY75" fmla="*/ 495300 h 2471473"/>
              <a:gd name="connsiteX76" fmla="*/ 1054100 w 1419886"/>
              <a:gd name="connsiteY76" fmla="*/ 488950 h 2471473"/>
              <a:gd name="connsiteX77" fmla="*/ 1044575 w 1419886"/>
              <a:gd name="connsiteY77" fmla="*/ 438150 h 2471473"/>
              <a:gd name="connsiteX78" fmla="*/ 987425 w 1419886"/>
              <a:gd name="connsiteY78" fmla="*/ 422275 h 2471473"/>
              <a:gd name="connsiteX79" fmla="*/ 984250 w 1419886"/>
              <a:gd name="connsiteY79" fmla="*/ 473075 h 2471473"/>
              <a:gd name="connsiteX80" fmla="*/ 920750 w 1419886"/>
              <a:gd name="connsiteY80" fmla="*/ 527050 h 2471473"/>
              <a:gd name="connsiteX81" fmla="*/ 923925 w 1419886"/>
              <a:gd name="connsiteY81" fmla="*/ 546100 h 2471473"/>
              <a:gd name="connsiteX82" fmla="*/ 898525 w 1419886"/>
              <a:gd name="connsiteY82" fmla="*/ 565150 h 2471473"/>
              <a:gd name="connsiteX83" fmla="*/ 914400 w 1419886"/>
              <a:gd name="connsiteY83" fmla="*/ 590550 h 2471473"/>
              <a:gd name="connsiteX84" fmla="*/ 942975 w 1419886"/>
              <a:gd name="connsiteY84" fmla="*/ 600075 h 2471473"/>
              <a:gd name="connsiteX85" fmla="*/ 971550 w 1419886"/>
              <a:gd name="connsiteY85" fmla="*/ 635000 h 2471473"/>
              <a:gd name="connsiteX86" fmla="*/ 1000125 w 1419886"/>
              <a:gd name="connsiteY86" fmla="*/ 628650 h 2471473"/>
              <a:gd name="connsiteX87" fmla="*/ 1025525 w 1419886"/>
              <a:gd name="connsiteY87" fmla="*/ 673100 h 2471473"/>
              <a:gd name="connsiteX88" fmla="*/ 1060450 w 1419886"/>
              <a:gd name="connsiteY88" fmla="*/ 688975 h 2471473"/>
              <a:gd name="connsiteX89" fmla="*/ 1082675 w 1419886"/>
              <a:gd name="connsiteY89" fmla="*/ 727075 h 2471473"/>
              <a:gd name="connsiteX90" fmla="*/ 1104900 w 1419886"/>
              <a:gd name="connsiteY90" fmla="*/ 746125 h 2471473"/>
              <a:gd name="connsiteX91" fmla="*/ 1155700 w 1419886"/>
              <a:gd name="connsiteY91" fmla="*/ 736600 h 2471473"/>
              <a:gd name="connsiteX92" fmla="*/ 1193800 w 1419886"/>
              <a:gd name="connsiteY92" fmla="*/ 774700 h 2471473"/>
              <a:gd name="connsiteX93" fmla="*/ 1228725 w 1419886"/>
              <a:gd name="connsiteY93" fmla="*/ 777875 h 2471473"/>
              <a:gd name="connsiteX94" fmla="*/ 1270000 w 1419886"/>
              <a:gd name="connsiteY94" fmla="*/ 844550 h 2471473"/>
              <a:gd name="connsiteX95" fmla="*/ 1226344 w 1419886"/>
              <a:gd name="connsiteY95" fmla="*/ 2247106 h 2471473"/>
              <a:gd name="connsiteX96" fmla="*/ 1225550 w 1419886"/>
              <a:gd name="connsiteY96" fmla="*/ 2190750 h 2471473"/>
              <a:gd name="connsiteX97" fmla="*/ 60325 w 1419886"/>
              <a:gd name="connsiteY97" fmla="*/ 2187575 h 2471473"/>
              <a:gd name="connsiteX98" fmla="*/ 0 w 1419886"/>
              <a:gd name="connsiteY98" fmla="*/ 587375 h 2471473"/>
              <a:gd name="connsiteX99" fmla="*/ 28575 w 1419886"/>
              <a:gd name="connsiteY99" fmla="*/ 600075 h 2471473"/>
              <a:gd name="connsiteX100" fmla="*/ 34925 w 1419886"/>
              <a:gd name="connsiteY100" fmla="*/ 622300 h 2471473"/>
              <a:gd name="connsiteX101" fmla="*/ 53975 w 1419886"/>
              <a:gd name="connsiteY101" fmla="*/ 577850 h 2471473"/>
              <a:gd name="connsiteX102" fmla="*/ 82550 w 1419886"/>
              <a:gd name="connsiteY102" fmla="*/ 609600 h 2471473"/>
              <a:gd name="connsiteX103" fmla="*/ 95250 w 1419886"/>
              <a:gd name="connsiteY103" fmla="*/ 631825 h 2471473"/>
              <a:gd name="connsiteX104" fmla="*/ 85725 w 1419886"/>
              <a:gd name="connsiteY104" fmla="*/ 584200 h 2471473"/>
              <a:gd name="connsiteX105" fmla="*/ 107950 w 1419886"/>
              <a:gd name="connsiteY105" fmla="*/ 558800 h 2471473"/>
              <a:gd name="connsiteX106" fmla="*/ 44450 w 1419886"/>
              <a:gd name="connsiteY106" fmla="*/ 501650 h 2471473"/>
              <a:gd name="connsiteX107" fmla="*/ 47625 w 1419886"/>
              <a:gd name="connsiteY107" fmla="*/ 476250 h 2471473"/>
              <a:gd name="connsiteX108" fmla="*/ 92075 w 1419886"/>
              <a:gd name="connsiteY108" fmla="*/ 463550 h 2471473"/>
              <a:gd name="connsiteX109" fmla="*/ 104775 w 1419886"/>
              <a:gd name="connsiteY109" fmla="*/ 381000 h 2471473"/>
              <a:gd name="connsiteX0" fmla="*/ 104775 w 1419886"/>
              <a:gd name="connsiteY0" fmla="*/ 381000 h 2471473"/>
              <a:gd name="connsiteX1" fmla="*/ 155575 w 1419886"/>
              <a:gd name="connsiteY1" fmla="*/ 371475 h 2471473"/>
              <a:gd name="connsiteX2" fmla="*/ 171450 w 1419886"/>
              <a:gd name="connsiteY2" fmla="*/ 342900 h 2471473"/>
              <a:gd name="connsiteX3" fmla="*/ 168275 w 1419886"/>
              <a:gd name="connsiteY3" fmla="*/ 339725 h 2471473"/>
              <a:gd name="connsiteX4" fmla="*/ 152400 w 1419886"/>
              <a:gd name="connsiteY4" fmla="*/ 292100 h 2471473"/>
              <a:gd name="connsiteX5" fmla="*/ 171450 w 1419886"/>
              <a:gd name="connsiteY5" fmla="*/ 285750 h 2471473"/>
              <a:gd name="connsiteX6" fmla="*/ 193675 w 1419886"/>
              <a:gd name="connsiteY6" fmla="*/ 250825 h 2471473"/>
              <a:gd name="connsiteX7" fmla="*/ 219075 w 1419886"/>
              <a:gd name="connsiteY7" fmla="*/ 257175 h 2471473"/>
              <a:gd name="connsiteX8" fmla="*/ 222250 w 1419886"/>
              <a:gd name="connsiteY8" fmla="*/ 209550 h 2471473"/>
              <a:gd name="connsiteX9" fmla="*/ 266700 w 1419886"/>
              <a:gd name="connsiteY9" fmla="*/ 219075 h 2471473"/>
              <a:gd name="connsiteX10" fmla="*/ 288925 w 1419886"/>
              <a:gd name="connsiteY10" fmla="*/ 168275 h 2471473"/>
              <a:gd name="connsiteX11" fmla="*/ 339725 w 1419886"/>
              <a:gd name="connsiteY11" fmla="*/ 196850 h 2471473"/>
              <a:gd name="connsiteX12" fmla="*/ 431800 w 1419886"/>
              <a:gd name="connsiteY12" fmla="*/ 200025 h 2471473"/>
              <a:gd name="connsiteX13" fmla="*/ 463550 w 1419886"/>
              <a:gd name="connsiteY13" fmla="*/ 177800 h 2471473"/>
              <a:gd name="connsiteX14" fmla="*/ 495300 w 1419886"/>
              <a:gd name="connsiteY14" fmla="*/ 206375 h 2471473"/>
              <a:gd name="connsiteX15" fmla="*/ 495300 w 1419886"/>
              <a:gd name="connsiteY15" fmla="*/ 161925 h 2471473"/>
              <a:gd name="connsiteX16" fmla="*/ 514350 w 1419886"/>
              <a:gd name="connsiteY16" fmla="*/ 171450 h 2471473"/>
              <a:gd name="connsiteX17" fmla="*/ 514350 w 1419886"/>
              <a:gd name="connsiteY17" fmla="*/ 130175 h 2471473"/>
              <a:gd name="connsiteX18" fmla="*/ 501650 w 1419886"/>
              <a:gd name="connsiteY18" fmla="*/ 120650 h 2471473"/>
              <a:gd name="connsiteX19" fmla="*/ 495300 w 1419886"/>
              <a:gd name="connsiteY19" fmla="*/ 88900 h 2471473"/>
              <a:gd name="connsiteX20" fmla="*/ 476250 w 1419886"/>
              <a:gd name="connsiteY20" fmla="*/ 66675 h 2471473"/>
              <a:gd name="connsiteX21" fmla="*/ 431800 w 1419886"/>
              <a:gd name="connsiteY21" fmla="*/ 79375 h 2471473"/>
              <a:gd name="connsiteX22" fmla="*/ 384175 w 1419886"/>
              <a:gd name="connsiteY22" fmla="*/ 47625 h 2471473"/>
              <a:gd name="connsiteX23" fmla="*/ 428625 w 1419886"/>
              <a:gd name="connsiteY23" fmla="*/ 22225 h 2471473"/>
              <a:gd name="connsiteX24" fmla="*/ 444500 w 1419886"/>
              <a:gd name="connsiteY24" fmla="*/ 41275 h 2471473"/>
              <a:gd name="connsiteX25" fmla="*/ 479425 w 1419886"/>
              <a:gd name="connsiteY25" fmla="*/ 34925 h 2471473"/>
              <a:gd name="connsiteX26" fmla="*/ 498475 w 1419886"/>
              <a:gd name="connsiteY26" fmla="*/ 0 h 2471473"/>
              <a:gd name="connsiteX27" fmla="*/ 517525 w 1419886"/>
              <a:gd name="connsiteY27" fmla="*/ 41275 h 2471473"/>
              <a:gd name="connsiteX28" fmla="*/ 514350 w 1419886"/>
              <a:gd name="connsiteY28" fmla="*/ 66675 h 2471473"/>
              <a:gd name="connsiteX29" fmla="*/ 527050 w 1419886"/>
              <a:gd name="connsiteY29" fmla="*/ 76200 h 2471473"/>
              <a:gd name="connsiteX30" fmla="*/ 555625 w 1419886"/>
              <a:gd name="connsiteY30" fmla="*/ 53975 h 2471473"/>
              <a:gd name="connsiteX31" fmla="*/ 574675 w 1419886"/>
              <a:gd name="connsiteY31" fmla="*/ 76200 h 2471473"/>
              <a:gd name="connsiteX32" fmla="*/ 574675 w 1419886"/>
              <a:gd name="connsiteY32" fmla="*/ 107950 h 2471473"/>
              <a:gd name="connsiteX33" fmla="*/ 625475 w 1419886"/>
              <a:gd name="connsiteY33" fmla="*/ 111125 h 2471473"/>
              <a:gd name="connsiteX34" fmla="*/ 631825 w 1419886"/>
              <a:gd name="connsiteY34" fmla="*/ 79375 h 2471473"/>
              <a:gd name="connsiteX35" fmla="*/ 641350 w 1419886"/>
              <a:gd name="connsiteY35" fmla="*/ 130175 h 2471473"/>
              <a:gd name="connsiteX36" fmla="*/ 682625 w 1419886"/>
              <a:gd name="connsiteY36" fmla="*/ 111125 h 2471473"/>
              <a:gd name="connsiteX37" fmla="*/ 708025 w 1419886"/>
              <a:gd name="connsiteY37" fmla="*/ 142875 h 2471473"/>
              <a:gd name="connsiteX38" fmla="*/ 739775 w 1419886"/>
              <a:gd name="connsiteY38" fmla="*/ 142875 h 2471473"/>
              <a:gd name="connsiteX39" fmla="*/ 752475 w 1419886"/>
              <a:gd name="connsiteY39" fmla="*/ 165100 h 2471473"/>
              <a:gd name="connsiteX40" fmla="*/ 825500 w 1419886"/>
              <a:gd name="connsiteY40" fmla="*/ 142875 h 2471473"/>
              <a:gd name="connsiteX41" fmla="*/ 882650 w 1419886"/>
              <a:gd name="connsiteY41" fmla="*/ 212725 h 2471473"/>
              <a:gd name="connsiteX42" fmla="*/ 914400 w 1419886"/>
              <a:gd name="connsiteY42" fmla="*/ 200025 h 2471473"/>
              <a:gd name="connsiteX43" fmla="*/ 917575 w 1419886"/>
              <a:gd name="connsiteY43" fmla="*/ 165100 h 2471473"/>
              <a:gd name="connsiteX44" fmla="*/ 968375 w 1419886"/>
              <a:gd name="connsiteY44" fmla="*/ 146050 h 2471473"/>
              <a:gd name="connsiteX45" fmla="*/ 981075 w 1419886"/>
              <a:gd name="connsiteY45" fmla="*/ 161925 h 2471473"/>
              <a:gd name="connsiteX46" fmla="*/ 962025 w 1419886"/>
              <a:gd name="connsiteY46" fmla="*/ 193675 h 2471473"/>
              <a:gd name="connsiteX47" fmla="*/ 993775 w 1419886"/>
              <a:gd name="connsiteY47" fmla="*/ 187325 h 2471473"/>
              <a:gd name="connsiteX48" fmla="*/ 1028700 w 1419886"/>
              <a:gd name="connsiteY48" fmla="*/ 234950 h 2471473"/>
              <a:gd name="connsiteX49" fmla="*/ 1057275 w 1419886"/>
              <a:gd name="connsiteY49" fmla="*/ 206375 h 2471473"/>
              <a:gd name="connsiteX50" fmla="*/ 1025525 w 1419886"/>
              <a:gd name="connsiteY50" fmla="*/ 174625 h 2471473"/>
              <a:gd name="connsiteX51" fmla="*/ 1060450 w 1419886"/>
              <a:gd name="connsiteY51" fmla="*/ 149225 h 2471473"/>
              <a:gd name="connsiteX52" fmla="*/ 1082675 w 1419886"/>
              <a:gd name="connsiteY52" fmla="*/ 114300 h 2471473"/>
              <a:gd name="connsiteX53" fmla="*/ 1085850 w 1419886"/>
              <a:gd name="connsiteY53" fmla="*/ 174625 h 2471473"/>
              <a:gd name="connsiteX54" fmla="*/ 1101725 w 1419886"/>
              <a:gd name="connsiteY54" fmla="*/ 203200 h 2471473"/>
              <a:gd name="connsiteX55" fmla="*/ 1120775 w 1419886"/>
              <a:gd name="connsiteY55" fmla="*/ 184150 h 2471473"/>
              <a:gd name="connsiteX56" fmla="*/ 1139825 w 1419886"/>
              <a:gd name="connsiteY56" fmla="*/ 187325 h 2471473"/>
              <a:gd name="connsiteX57" fmla="*/ 1149350 w 1419886"/>
              <a:gd name="connsiteY57" fmla="*/ 222250 h 2471473"/>
              <a:gd name="connsiteX58" fmla="*/ 1114425 w 1419886"/>
              <a:gd name="connsiteY58" fmla="*/ 234950 h 2471473"/>
              <a:gd name="connsiteX59" fmla="*/ 1076325 w 1419886"/>
              <a:gd name="connsiteY59" fmla="*/ 282575 h 2471473"/>
              <a:gd name="connsiteX60" fmla="*/ 1079500 w 1419886"/>
              <a:gd name="connsiteY60" fmla="*/ 320675 h 2471473"/>
              <a:gd name="connsiteX61" fmla="*/ 1057275 w 1419886"/>
              <a:gd name="connsiteY61" fmla="*/ 336550 h 2471473"/>
              <a:gd name="connsiteX62" fmla="*/ 1022350 w 1419886"/>
              <a:gd name="connsiteY62" fmla="*/ 327025 h 2471473"/>
              <a:gd name="connsiteX63" fmla="*/ 1006475 w 1419886"/>
              <a:gd name="connsiteY63" fmla="*/ 336550 h 2471473"/>
              <a:gd name="connsiteX64" fmla="*/ 1016000 w 1419886"/>
              <a:gd name="connsiteY64" fmla="*/ 368300 h 2471473"/>
              <a:gd name="connsiteX65" fmla="*/ 984250 w 1419886"/>
              <a:gd name="connsiteY65" fmla="*/ 355600 h 2471473"/>
              <a:gd name="connsiteX66" fmla="*/ 965200 w 1419886"/>
              <a:gd name="connsiteY66" fmla="*/ 377825 h 2471473"/>
              <a:gd name="connsiteX67" fmla="*/ 990600 w 1419886"/>
              <a:gd name="connsiteY67" fmla="*/ 412750 h 2471473"/>
              <a:gd name="connsiteX68" fmla="*/ 1050925 w 1419886"/>
              <a:gd name="connsiteY68" fmla="*/ 431800 h 2471473"/>
              <a:gd name="connsiteX69" fmla="*/ 1082675 w 1419886"/>
              <a:gd name="connsiteY69" fmla="*/ 406400 h 2471473"/>
              <a:gd name="connsiteX70" fmla="*/ 1120775 w 1419886"/>
              <a:gd name="connsiteY70" fmla="*/ 419100 h 2471473"/>
              <a:gd name="connsiteX71" fmla="*/ 1123950 w 1419886"/>
              <a:gd name="connsiteY71" fmla="*/ 447675 h 2471473"/>
              <a:gd name="connsiteX72" fmla="*/ 1111250 w 1419886"/>
              <a:gd name="connsiteY72" fmla="*/ 463550 h 2471473"/>
              <a:gd name="connsiteX73" fmla="*/ 1149350 w 1419886"/>
              <a:gd name="connsiteY73" fmla="*/ 485775 h 2471473"/>
              <a:gd name="connsiteX74" fmla="*/ 1123950 w 1419886"/>
              <a:gd name="connsiteY74" fmla="*/ 504825 h 2471473"/>
              <a:gd name="connsiteX75" fmla="*/ 1089025 w 1419886"/>
              <a:gd name="connsiteY75" fmla="*/ 495300 h 2471473"/>
              <a:gd name="connsiteX76" fmla="*/ 1054100 w 1419886"/>
              <a:gd name="connsiteY76" fmla="*/ 488950 h 2471473"/>
              <a:gd name="connsiteX77" fmla="*/ 1044575 w 1419886"/>
              <a:gd name="connsiteY77" fmla="*/ 438150 h 2471473"/>
              <a:gd name="connsiteX78" fmla="*/ 987425 w 1419886"/>
              <a:gd name="connsiteY78" fmla="*/ 422275 h 2471473"/>
              <a:gd name="connsiteX79" fmla="*/ 984250 w 1419886"/>
              <a:gd name="connsiteY79" fmla="*/ 473075 h 2471473"/>
              <a:gd name="connsiteX80" fmla="*/ 920750 w 1419886"/>
              <a:gd name="connsiteY80" fmla="*/ 527050 h 2471473"/>
              <a:gd name="connsiteX81" fmla="*/ 923925 w 1419886"/>
              <a:gd name="connsiteY81" fmla="*/ 546100 h 2471473"/>
              <a:gd name="connsiteX82" fmla="*/ 898525 w 1419886"/>
              <a:gd name="connsiteY82" fmla="*/ 565150 h 2471473"/>
              <a:gd name="connsiteX83" fmla="*/ 914400 w 1419886"/>
              <a:gd name="connsiteY83" fmla="*/ 590550 h 2471473"/>
              <a:gd name="connsiteX84" fmla="*/ 942975 w 1419886"/>
              <a:gd name="connsiteY84" fmla="*/ 600075 h 2471473"/>
              <a:gd name="connsiteX85" fmla="*/ 971550 w 1419886"/>
              <a:gd name="connsiteY85" fmla="*/ 635000 h 2471473"/>
              <a:gd name="connsiteX86" fmla="*/ 1000125 w 1419886"/>
              <a:gd name="connsiteY86" fmla="*/ 628650 h 2471473"/>
              <a:gd name="connsiteX87" fmla="*/ 1025525 w 1419886"/>
              <a:gd name="connsiteY87" fmla="*/ 673100 h 2471473"/>
              <a:gd name="connsiteX88" fmla="*/ 1060450 w 1419886"/>
              <a:gd name="connsiteY88" fmla="*/ 688975 h 2471473"/>
              <a:gd name="connsiteX89" fmla="*/ 1082675 w 1419886"/>
              <a:gd name="connsiteY89" fmla="*/ 727075 h 2471473"/>
              <a:gd name="connsiteX90" fmla="*/ 1104900 w 1419886"/>
              <a:gd name="connsiteY90" fmla="*/ 746125 h 2471473"/>
              <a:gd name="connsiteX91" fmla="*/ 1155700 w 1419886"/>
              <a:gd name="connsiteY91" fmla="*/ 736600 h 2471473"/>
              <a:gd name="connsiteX92" fmla="*/ 1193800 w 1419886"/>
              <a:gd name="connsiteY92" fmla="*/ 774700 h 2471473"/>
              <a:gd name="connsiteX93" fmla="*/ 1228725 w 1419886"/>
              <a:gd name="connsiteY93" fmla="*/ 777875 h 2471473"/>
              <a:gd name="connsiteX94" fmla="*/ 1270000 w 1419886"/>
              <a:gd name="connsiteY94" fmla="*/ 844550 h 2471473"/>
              <a:gd name="connsiteX95" fmla="*/ 1226344 w 1419886"/>
              <a:gd name="connsiteY95" fmla="*/ 2247106 h 2471473"/>
              <a:gd name="connsiteX96" fmla="*/ 1225550 w 1419886"/>
              <a:gd name="connsiteY96" fmla="*/ 2190750 h 2471473"/>
              <a:gd name="connsiteX97" fmla="*/ 60325 w 1419886"/>
              <a:gd name="connsiteY97" fmla="*/ 2187575 h 2471473"/>
              <a:gd name="connsiteX98" fmla="*/ 0 w 1419886"/>
              <a:gd name="connsiteY98" fmla="*/ 587375 h 2471473"/>
              <a:gd name="connsiteX99" fmla="*/ 28575 w 1419886"/>
              <a:gd name="connsiteY99" fmla="*/ 600075 h 2471473"/>
              <a:gd name="connsiteX100" fmla="*/ 34925 w 1419886"/>
              <a:gd name="connsiteY100" fmla="*/ 622300 h 2471473"/>
              <a:gd name="connsiteX101" fmla="*/ 53975 w 1419886"/>
              <a:gd name="connsiteY101" fmla="*/ 577850 h 2471473"/>
              <a:gd name="connsiteX102" fmla="*/ 82550 w 1419886"/>
              <a:gd name="connsiteY102" fmla="*/ 609600 h 2471473"/>
              <a:gd name="connsiteX103" fmla="*/ 95250 w 1419886"/>
              <a:gd name="connsiteY103" fmla="*/ 631825 h 2471473"/>
              <a:gd name="connsiteX104" fmla="*/ 85725 w 1419886"/>
              <a:gd name="connsiteY104" fmla="*/ 584200 h 2471473"/>
              <a:gd name="connsiteX105" fmla="*/ 107950 w 1419886"/>
              <a:gd name="connsiteY105" fmla="*/ 558800 h 2471473"/>
              <a:gd name="connsiteX106" fmla="*/ 44450 w 1419886"/>
              <a:gd name="connsiteY106" fmla="*/ 501650 h 2471473"/>
              <a:gd name="connsiteX107" fmla="*/ 47625 w 1419886"/>
              <a:gd name="connsiteY107" fmla="*/ 476250 h 2471473"/>
              <a:gd name="connsiteX108" fmla="*/ 92075 w 1419886"/>
              <a:gd name="connsiteY108" fmla="*/ 463550 h 2471473"/>
              <a:gd name="connsiteX109" fmla="*/ 104775 w 1419886"/>
              <a:gd name="connsiteY109" fmla="*/ 381000 h 2471473"/>
              <a:gd name="connsiteX0" fmla="*/ 104775 w 1270000"/>
              <a:gd name="connsiteY0" fmla="*/ 381000 h 2247106"/>
              <a:gd name="connsiteX1" fmla="*/ 155575 w 1270000"/>
              <a:gd name="connsiteY1" fmla="*/ 371475 h 2247106"/>
              <a:gd name="connsiteX2" fmla="*/ 171450 w 1270000"/>
              <a:gd name="connsiteY2" fmla="*/ 342900 h 2247106"/>
              <a:gd name="connsiteX3" fmla="*/ 168275 w 1270000"/>
              <a:gd name="connsiteY3" fmla="*/ 339725 h 2247106"/>
              <a:gd name="connsiteX4" fmla="*/ 152400 w 1270000"/>
              <a:gd name="connsiteY4" fmla="*/ 292100 h 2247106"/>
              <a:gd name="connsiteX5" fmla="*/ 171450 w 1270000"/>
              <a:gd name="connsiteY5" fmla="*/ 285750 h 2247106"/>
              <a:gd name="connsiteX6" fmla="*/ 193675 w 1270000"/>
              <a:gd name="connsiteY6" fmla="*/ 250825 h 2247106"/>
              <a:gd name="connsiteX7" fmla="*/ 219075 w 1270000"/>
              <a:gd name="connsiteY7" fmla="*/ 257175 h 2247106"/>
              <a:gd name="connsiteX8" fmla="*/ 222250 w 1270000"/>
              <a:gd name="connsiteY8" fmla="*/ 209550 h 2247106"/>
              <a:gd name="connsiteX9" fmla="*/ 266700 w 1270000"/>
              <a:gd name="connsiteY9" fmla="*/ 219075 h 2247106"/>
              <a:gd name="connsiteX10" fmla="*/ 288925 w 1270000"/>
              <a:gd name="connsiteY10" fmla="*/ 168275 h 2247106"/>
              <a:gd name="connsiteX11" fmla="*/ 339725 w 1270000"/>
              <a:gd name="connsiteY11" fmla="*/ 196850 h 2247106"/>
              <a:gd name="connsiteX12" fmla="*/ 431800 w 1270000"/>
              <a:gd name="connsiteY12" fmla="*/ 200025 h 2247106"/>
              <a:gd name="connsiteX13" fmla="*/ 463550 w 1270000"/>
              <a:gd name="connsiteY13" fmla="*/ 177800 h 2247106"/>
              <a:gd name="connsiteX14" fmla="*/ 495300 w 1270000"/>
              <a:gd name="connsiteY14" fmla="*/ 206375 h 2247106"/>
              <a:gd name="connsiteX15" fmla="*/ 495300 w 1270000"/>
              <a:gd name="connsiteY15" fmla="*/ 161925 h 2247106"/>
              <a:gd name="connsiteX16" fmla="*/ 514350 w 1270000"/>
              <a:gd name="connsiteY16" fmla="*/ 171450 h 2247106"/>
              <a:gd name="connsiteX17" fmla="*/ 514350 w 1270000"/>
              <a:gd name="connsiteY17" fmla="*/ 130175 h 2247106"/>
              <a:gd name="connsiteX18" fmla="*/ 501650 w 1270000"/>
              <a:gd name="connsiteY18" fmla="*/ 120650 h 2247106"/>
              <a:gd name="connsiteX19" fmla="*/ 495300 w 1270000"/>
              <a:gd name="connsiteY19" fmla="*/ 88900 h 2247106"/>
              <a:gd name="connsiteX20" fmla="*/ 476250 w 1270000"/>
              <a:gd name="connsiteY20" fmla="*/ 66675 h 2247106"/>
              <a:gd name="connsiteX21" fmla="*/ 431800 w 1270000"/>
              <a:gd name="connsiteY21" fmla="*/ 79375 h 2247106"/>
              <a:gd name="connsiteX22" fmla="*/ 384175 w 1270000"/>
              <a:gd name="connsiteY22" fmla="*/ 47625 h 2247106"/>
              <a:gd name="connsiteX23" fmla="*/ 428625 w 1270000"/>
              <a:gd name="connsiteY23" fmla="*/ 22225 h 2247106"/>
              <a:gd name="connsiteX24" fmla="*/ 444500 w 1270000"/>
              <a:gd name="connsiteY24" fmla="*/ 41275 h 2247106"/>
              <a:gd name="connsiteX25" fmla="*/ 479425 w 1270000"/>
              <a:gd name="connsiteY25" fmla="*/ 34925 h 2247106"/>
              <a:gd name="connsiteX26" fmla="*/ 498475 w 1270000"/>
              <a:gd name="connsiteY26" fmla="*/ 0 h 2247106"/>
              <a:gd name="connsiteX27" fmla="*/ 517525 w 1270000"/>
              <a:gd name="connsiteY27" fmla="*/ 41275 h 2247106"/>
              <a:gd name="connsiteX28" fmla="*/ 514350 w 1270000"/>
              <a:gd name="connsiteY28" fmla="*/ 66675 h 2247106"/>
              <a:gd name="connsiteX29" fmla="*/ 527050 w 1270000"/>
              <a:gd name="connsiteY29" fmla="*/ 76200 h 2247106"/>
              <a:gd name="connsiteX30" fmla="*/ 555625 w 1270000"/>
              <a:gd name="connsiteY30" fmla="*/ 53975 h 2247106"/>
              <a:gd name="connsiteX31" fmla="*/ 574675 w 1270000"/>
              <a:gd name="connsiteY31" fmla="*/ 76200 h 2247106"/>
              <a:gd name="connsiteX32" fmla="*/ 574675 w 1270000"/>
              <a:gd name="connsiteY32" fmla="*/ 107950 h 2247106"/>
              <a:gd name="connsiteX33" fmla="*/ 625475 w 1270000"/>
              <a:gd name="connsiteY33" fmla="*/ 111125 h 2247106"/>
              <a:gd name="connsiteX34" fmla="*/ 631825 w 1270000"/>
              <a:gd name="connsiteY34" fmla="*/ 79375 h 2247106"/>
              <a:gd name="connsiteX35" fmla="*/ 641350 w 1270000"/>
              <a:gd name="connsiteY35" fmla="*/ 130175 h 2247106"/>
              <a:gd name="connsiteX36" fmla="*/ 682625 w 1270000"/>
              <a:gd name="connsiteY36" fmla="*/ 111125 h 2247106"/>
              <a:gd name="connsiteX37" fmla="*/ 708025 w 1270000"/>
              <a:gd name="connsiteY37" fmla="*/ 142875 h 2247106"/>
              <a:gd name="connsiteX38" fmla="*/ 739775 w 1270000"/>
              <a:gd name="connsiteY38" fmla="*/ 142875 h 2247106"/>
              <a:gd name="connsiteX39" fmla="*/ 752475 w 1270000"/>
              <a:gd name="connsiteY39" fmla="*/ 165100 h 2247106"/>
              <a:gd name="connsiteX40" fmla="*/ 825500 w 1270000"/>
              <a:gd name="connsiteY40" fmla="*/ 142875 h 2247106"/>
              <a:gd name="connsiteX41" fmla="*/ 882650 w 1270000"/>
              <a:gd name="connsiteY41" fmla="*/ 212725 h 2247106"/>
              <a:gd name="connsiteX42" fmla="*/ 914400 w 1270000"/>
              <a:gd name="connsiteY42" fmla="*/ 200025 h 2247106"/>
              <a:gd name="connsiteX43" fmla="*/ 917575 w 1270000"/>
              <a:gd name="connsiteY43" fmla="*/ 165100 h 2247106"/>
              <a:gd name="connsiteX44" fmla="*/ 968375 w 1270000"/>
              <a:gd name="connsiteY44" fmla="*/ 146050 h 2247106"/>
              <a:gd name="connsiteX45" fmla="*/ 981075 w 1270000"/>
              <a:gd name="connsiteY45" fmla="*/ 161925 h 2247106"/>
              <a:gd name="connsiteX46" fmla="*/ 962025 w 1270000"/>
              <a:gd name="connsiteY46" fmla="*/ 193675 h 2247106"/>
              <a:gd name="connsiteX47" fmla="*/ 993775 w 1270000"/>
              <a:gd name="connsiteY47" fmla="*/ 187325 h 2247106"/>
              <a:gd name="connsiteX48" fmla="*/ 1028700 w 1270000"/>
              <a:gd name="connsiteY48" fmla="*/ 234950 h 2247106"/>
              <a:gd name="connsiteX49" fmla="*/ 1057275 w 1270000"/>
              <a:gd name="connsiteY49" fmla="*/ 206375 h 2247106"/>
              <a:gd name="connsiteX50" fmla="*/ 1025525 w 1270000"/>
              <a:gd name="connsiteY50" fmla="*/ 174625 h 2247106"/>
              <a:gd name="connsiteX51" fmla="*/ 1060450 w 1270000"/>
              <a:gd name="connsiteY51" fmla="*/ 149225 h 2247106"/>
              <a:gd name="connsiteX52" fmla="*/ 1082675 w 1270000"/>
              <a:gd name="connsiteY52" fmla="*/ 114300 h 2247106"/>
              <a:gd name="connsiteX53" fmla="*/ 1085850 w 1270000"/>
              <a:gd name="connsiteY53" fmla="*/ 174625 h 2247106"/>
              <a:gd name="connsiteX54" fmla="*/ 1101725 w 1270000"/>
              <a:gd name="connsiteY54" fmla="*/ 203200 h 2247106"/>
              <a:gd name="connsiteX55" fmla="*/ 1120775 w 1270000"/>
              <a:gd name="connsiteY55" fmla="*/ 184150 h 2247106"/>
              <a:gd name="connsiteX56" fmla="*/ 1139825 w 1270000"/>
              <a:gd name="connsiteY56" fmla="*/ 187325 h 2247106"/>
              <a:gd name="connsiteX57" fmla="*/ 1149350 w 1270000"/>
              <a:gd name="connsiteY57" fmla="*/ 222250 h 2247106"/>
              <a:gd name="connsiteX58" fmla="*/ 1114425 w 1270000"/>
              <a:gd name="connsiteY58" fmla="*/ 234950 h 2247106"/>
              <a:gd name="connsiteX59" fmla="*/ 1076325 w 1270000"/>
              <a:gd name="connsiteY59" fmla="*/ 282575 h 2247106"/>
              <a:gd name="connsiteX60" fmla="*/ 1079500 w 1270000"/>
              <a:gd name="connsiteY60" fmla="*/ 320675 h 2247106"/>
              <a:gd name="connsiteX61" fmla="*/ 1057275 w 1270000"/>
              <a:gd name="connsiteY61" fmla="*/ 336550 h 2247106"/>
              <a:gd name="connsiteX62" fmla="*/ 1022350 w 1270000"/>
              <a:gd name="connsiteY62" fmla="*/ 327025 h 2247106"/>
              <a:gd name="connsiteX63" fmla="*/ 1006475 w 1270000"/>
              <a:gd name="connsiteY63" fmla="*/ 336550 h 2247106"/>
              <a:gd name="connsiteX64" fmla="*/ 1016000 w 1270000"/>
              <a:gd name="connsiteY64" fmla="*/ 368300 h 2247106"/>
              <a:gd name="connsiteX65" fmla="*/ 984250 w 1270000"/>
              <a:gd name="connsiteY65" fmla="*/ 355600 h 2247106"/>
              <a:gd name="connsiteX66" fmla="*/ 965200 w 1270000"/>
              <a:gd name="connsiteY66" fmla="*/ 377825 h 2247106"/>
              <a:gd name="connsiteX67" fmla="*/ 990600 w 1270000"/>
              <a:gd name="connsiteY67" fmla="*/ 412750 h 2247106"/>
              <a:gd name="connsiteX68" fmla="*/ 1050925 w 1270000"/>
              <a:gd name="connsiteY68" fmla="*/ 431800 h 2247106"/>
              <a:gd name="connsiteX69" fmla="*/ 1082675 w 1270000"/>
              <a:gd name="connsiteY69" fmla="*/ 406400 h 2247106"/>
              <a:gd name="connsiteX70" fmla="*/ 1120775 w 1270000"/>
              <a:gd name="connsiteY70" fmla="*/ 419100 h 2247106"/>
              <a:gd name="connsiteX71" fmla="*/ 1123950 w 1270000"/>
              <a:gd name="connsiteY71" fmla="*/ 447675 h 2247106"/>
              <a:gd name="connsiteX72" fmla="*/ 1111250 w 1270000"/>
              <a:gd name="connsiteY72" fmla="*/ 463550 h 2247106"/>
              <a:gd name="connsiteX73" fmla="*/ 1149350 w 1270000"/>
              <a:gd name="connsiteY73" fmla="*/ 485775 h 2247106"/>
              <a:gd name="connsiteX74" fmla="*/ 1123950 w 1270000"/>
              <a:gd name="connsiteY74" fmla="*/ 504825 h 2247106"/>
              <a:gd name="connsiteX75" fmla="*/ 1089025 w 1270000"/>
              <a:gd name="connsiteY75" fmla="*/ 495300 h 2247106"/>
              <a:gd name="connsiteX76" fmla="*/ 1054100 w 1270000"/>
              <a:gd name="connsiteY76" fmla="*/ 488950 h 2247106"/>
              <a:gd name="connsiteX77" fmla="*/ 1044575 w 1270000"/>
              <a:gd name="connsiteY77" fmla="*/ 438150 h 2247106"/>
              <a:gd name="connsiteX78" fmla="*/ 987425 w 1270000"/>
              <a:gd name="connsiteY78" fmla="*/ 422275 h 2247106"/>
              <a:gd name="connsiteX79" fmla="*/ 984250 w 1270000"/>
              <a:gd name="connsiteY79" fmla="*/ 473075 h 2247106"/>
              <a:gd name="connsiteX80" fmla="*/ 920750 w 1270000"/>
              <a:gd name="connsiteY80" fmla="*/ 527050 h 2247106"/>
              <a:gd name="connsiteX81" fmla="*/ 923925 w 1270000"/>
              <a:gd name="connsiteY81" fmla="*/ 546100 h 2247106"/>
              <a:gd name="connsiteX82" fmla="*/ 898525 w 1270000"/>
              <a:gd name="connsiteY82" fmla="*/ 565150 h 2247106"/>
              <a:gd name="connsiteX83" fmla="*/ 914400 w 1270000"/>
              <a:gd name="connsiteY83" fmla="*/ 590550 h 2247106"/>
              <a:gd name="connsiteX84" fmla="*/ 942975 w 1270000"/>
              <a:gd name="connsiteY84" fmla="*/ 600075 h 2247106"/>
              <a:gd name="connsiteX85" fmla="*/ 971550 w 1270000"/>
              <a:gd name="connsiteY85" fmla="*/ 635000 h 2247106"/>
              <a:gd name="connsiteX86" fmla="*/ 1000125 w 1270000"/>
              <a:gd name="connsiteY86" fmla="*/ 628650 h 2247106"/>
              <a:gd name="connsiteX87" fmla="*/ 1025525 w 1270000"/>
              <a:gd name="connsiteY87" fmla="*/ 673100 h 2247106"/>
              <a:gd name="connsiteX88" fmla="*/ 1060450 w 1270000"/>
              <a:gd name="connsiteY88" fmla="*/ 688975 h 2247106"/>
              <a:gd name="connsiteX89" fmla="*/ 1082675 w 1270000"/>
              <a:gd name="connsiteY89" fmla="*/ 727075 h 2247106"/>
              <a:gd name="connsiteX90" fmla="*/ 1104900 w 1270000"/>
              <a:gd name="connsiteY90" fmla="*/ 746125 h 2247106"/>
              <a:gd name="connsiteX91" fmla="*/ 1155700 w 1270000"/>
              <a:gd name="connsiteY91" fmla="*/ 736600 h 2247106"/>
              <a:gd name="connsiteX92" fmla="*/ 1193800 w 1270000"/>
              <a:gd name="connsiteY92" fmla="*/ 774700 h 2247106"/>
              <a:gd name="connsiteX93" fmla="*/ 1228725 w 1270000"/>
              <a:gd name="connsiteY93" fmla="*/ 777875 h 2247106"/>
              <a:gd name="connsiteX94" fmla="*/ 1270000 w 1270000"/>
              <a:gd name="connsiteY94" fmla="*/ 844550 h 2247106"/>
              <a:gd name="connsiteX95" fmla="*/ 1226344 w 1270000"/>
              <a:gd name="connsiteY95" fmla="*/ 2247106 h 2247106"/>
              <a:gd name="connsiteX96" fmla="*/ 1225550 w 1270000"/>
              <a:gd name="connsiteY96" fmla="*/ 2190750 h 2247106"/>
              <a:gd name="connsiteX97" fmla="*/ 60325 w 1270000"/>
              <a:gd name="connsiteY97" fmla="*/ 2187575 h 2247106"/>
              <a:gd name="connsiteX98" fmla="*/ 0 w 1270000"/>
              <a:gd name="connsiteY98" fmla="*/ 587375 h 2247106"/>
              <a:gd name="connsiteX99" fmla="*/ 28575 w 1270000"/>
              <a:gd name="connsiteY99" fmla="*/ 600075 h 2247106"/>
              <a:gd name="connsiteX100" fmla="*/ 34925 w 1270000"/>
              <a:gd name="connsiteY100" fmla="*/ 622300 h 2247106"/>
              <a:gd name="connsiteX101" fmla="*/ 53975 w 1270000"/>
              <a:gd name="connsiteY101" fmla="*/ 577850 h 2247106"/>
              <a:gd name="connsiteX102" fmla="*/ 82550 w 1270000"/>
              <a:gd name="connsiteY102" fmla="*/ 609600 h 2247106"/>
              <a:gd name="connsiteX103" fmla="*/ 95250 w 1270000"/>
              <a:gd name="connsiteY103" fmla="*/ 631825 h 2247106"/>
              <a:gd name="connsiteX104" fmla="*/ 85725 w 1270000"/>
              <a:gd name="connsiteY104" fmla="*/ 584200 h 2247106"/>
              <a:gd name="connsiteX105" fmla="*/ 107950 w 1270000"/>
              <a:gd name="connsiteY105" fmla="*/ 558800 h 2247106"/>
              <a:gd name="connsiteX106" fmla="*/ 44450 w 1270000"/>
              <a:gd name="connsiteY106" fmla="*/ 501650 h 2247106"/>
              <a:gd name="connsiteX107" fmla="*/ 47625 w 1270000"/>
              <a:gd name="connsiteY107" fmla="*/ 476250 h 2247106"/>
              <a:gd name="connsiteX108" fmla="*/ 92075 w 1270000"/>
              <a:gd name="connsiteY108" fmla="*/ 463550 h 2247106"/>
              <a:gd name="connsiteX109" fmla="*/ 104775 w 1270000"/>
              <a:gd name="connsiteY109" fmla="*/ 381000 h 2247106"/>
              <a:gd name="connsiteX0" fmla="*/ 104775 w 1427163"/>
              <a:gd name="connsiteY0" fmla="*/ 381000 h 2190750"/>
              <a:gd name="connsiteX1" fmla="*/ 155575 w 1427163"/>
              <a:gd name="connsiteY1" fmla="*/ 371475 h 2190750"/>
              <a:gd name="connsiteX2" fmla="*/ 171450 w 1427163"/>
              <a:gd name="connsiteY2" fmla="*/ 342900 h 2190750"/>
              <a:gd name="connsiteX3" fmla="*/ 168275 w 1427163"/>
              <a:gd name="connsiteY3" fmla="*/ 339725 h 2190750"/>
              <a:gd name="connsiteX4" fmla="*/ 152400 w 1427163"/>
              <a:gd name="connsiteY4" fmla="*/ 292100 h 2190750"/>
              <a:gd name="connsiteX5" fmla="*/ 171450 w 1427163"/>
              <a:gd name="connsiteY5" fmla="*/ 285750 h 2190750"/>
              <a:gd name="connsiteX6" fmla="*/ 193675 w 1427163"/>
              <a:gd name="connsiteY6" fmla="*/ 250825 h 2190750"/>
              <a:gd name="connsiteX7" fmla="*/ 219075 w 1427163"/>
              <a:gd name="connsiteY7" fmla="*/ 257175 h 2190750"/>
              <a:gd name="connsiteX8" fmla="*/ 222250 w 1427163"/>
              <a:gd name="connsiteY8" fmla="*/ 209550 h 2190750"/>
              <a:gd name="connsiteX9" fmla="*/ 266700 w 1427163"/>
              <a:gd name="connsiteY9" fmla="*/ 219075 h 2190750"/>
              <a:gd name="connsiteX10" fmla="*/ 288925 w 1427163"/>
              <a:gd name="connsiteY10" fmla="*/ 168275 h 2190750"/>
              <a:gd name="connsiteX11" fmla="*/ 339725 w 1427163"/>
              <a:gd name="connsiteY11" fmla="*/ 196850 h 2190750"/>
              <a:gd name="connsiteX12" fmla="*/ 431800 w 1427163"/>
              <a:gd name="connsiteY12" fmla="*/ 200025 h 2190750"/>
              <a:gd name="connsiteX13" fmla="*/ 463550 w 1427163"/>
              <a:gd name="connsiteY13" fmla="*/ 177800 h 2190750"/>
              <a:gd name="connsiteX14" fmla="*/ 495300 w 1427163"/>
              <a:gd name="connsiteY14" fmla="*/ 206375 h 2190750"/>
              <a:gd name="connsiteX15" fmla="*/ 495300 w 1427163"/>
              <a:gd name="connsiteY15" fmla="*/ 161925 h 2190750"/>
              <a:gd name="connsiteX16" fmla="*/ 514350 w 1427163"/>
              <a:gd name="connsiteY16" fmla="*/ 171450 h 2190750"/>
              <a:gd name="connsiteX17" fmla="*/ 514350 w 1427163"/>
              <a:gd name="connsiteY17" fmla="*/ 130175 h 2190750"/>
              <a:gd name="connsiteX18" fmla="*/ 501650 w 1427163"/>
              <a:gd name="connsiteY18" fmla="*/ 120650 h 2190750"/>
              <a:gd name="connsiteX19" fmla="*/ 495300 w 1427163"/>
              <a:gd name="connsiteY19" fmla="*/ 88900 h 2190750"/>
              <a:gd name="connsiteX20" fmla="*/ 476250 w 1427163"/>
              <a:gd name="connsiteY20" fmla="*/ 66675 h 2190750"/>
              <a:gd name="connsiteX21" fmla="*/ 431800 w 1427163"/>
              <a:gd name="connsiteY21" fmla="*/ 79375 h 2190750"/>
              <a:gd name="connsiteX22" fmla="*/ 384175 w 1427163"/>
              <a:gd name="connsiteY22" fmla="*/ 47625 h 2190750"/>
              <a:gd name="connsiteX23" fmla="*/ 428625 w 1427163"/>
              <a:gd name="connsiteY23" fmla="*/ 22225 h 2190750"/>
              <a:gd name="connsiteX24" fmla="*/ 444500 w 1427163"/>
              <a:gd name="connsiteY24" fmla="*/ 41275 h 2190750"/>
              <a:gd name="connsiteX25" fmla="*/ 479425 w 1427163"/>
              <a:gd name="connsiteY25" fmla="*/ 34925 h 2190750"/>
              <a:gd name="connsiteX26" fmla="*/ 498475 w 1427163"/>
              <a:gd name="connsiteY26" fmla="*/ 0 h 2190750"/>
              <a:gd name="connsiteX27" fmla="*/ 517525 w 1427163"/>
              <a:gd name="connsiteY27" fmla="*/ 41275 h 2190750"/>
              <a:gd name="connsiteX28" fmla="*/ 514350 w 1427163"/>
              <a:gd name="connsiteY28" fmla="*/ 66675 h 2190750"/>
              <a:gd name="connsiteX29" fmla="*/ 527050 w 1427163"/>
              <a:gd name="connsiteY29" fmla="*/ 76200 h 2190750"/>
              <a:gd name="connsiteX30" fmla="*/ 555625 w 1427163"/>
              <a:gd name="connsiteY30" fmla="*/ 53975 h 2190750"/>
              <a:gd name="connsiteX31" fmla="*/ 574675 w 1427163"/>
              <a:gd name="connsiteY31" fmla="*/ 76200 h 2190750"/>
              <a:gd name="connsiteX32" fmla="*/ 574675 w 1427163"/>
              <a:gd name="connsiteY32" fmla="*/ 107950 h 2190750"/>
              <a:gd name="connsiteX33" fmla="*/ 625475 w 1427163"/>
              <a:gd name="connsiteY33" fmla="*/ 111125 h 2190750"/>
              <a:gd name="connsiteX34" fmla="*/ 631825 w 1427163"/>
              <a:gd name="connsiteY34" fmla="*/ 79375 h 2190750"/>
              <a:gd name="connsiteX35" fmla="*/ 641350 w 1427163"/>
              <a:gd name="connsiteY35" fmla="*/ 130175 h 2190750"/>
              <a:gd name="connsiteX36" fmla="*/ 682625 w 1427163"/>
              <a:gd name="connsiteY36" fmla="*/ 111125 h 2190750"/>
              <a:gd name="connsiteX37" fmla="*/ 708025 w 1427163"/>
              <a:gd name="connsiteY37" fmla="*/ 142875 h 2190750"/>
              <a:gd name="connsiteX38" fmla="*/ 739775 w 1427163"/>
              <a:gd name="connsiteY38" fmla="*/ 142875 h 2190750"/>
              <a:gd name="connsiteX39" fmla="*/ 752475 w 1427163"/>
              <a:gd name="connsiteY39" fmla="*/ 165100 h 2190750"/>
              <a:gd name="connsiteX40" fmla="*/ 825500 w 1427163"/>
              <a:gd name="connsiteY40" fmla="*/ 142875 h 2190750"/>
              <a:gd name="connsiteX41" fmla="*/ 882650 w 1427163"/>
              <a:gd name="connsiteY41" fmla="*/ 212725 h 2190750"/>
              <a:gd name="connsiteX42" fmla="*/ 914400 w 1427163"/>
              <a:gd name="connsiteY42" fmla="*/ 200025 h 2190750"/>
              <a:gd name="connsiteX43" fmla="*/ 917575 w 1427163"/>
              <a:gd name="connsiteY43" fmla="*/ 165100 h 2190750"/>
              <a:gd name="connsiteX44" fmla="*/ 968375 w 1427163"/>
              <a:gd name="connsiteY44" fmla="*/ 146050 h 2190750"/>
              <a:gd name="connsiteX45" fmla="*/ 981075 w 1427163"/>
              <a:gd name="connsiteY45" fmla="*/ 161925 h 2190750"/>
              <a:gd name="connsiteX46" fmla="*/ 962025 w 1427163"/>
              <a:gd name="connsiteY46" fmla="*/ 193675 h 2190750"/>
              <a:gd name="connsiteX47" fmla="*/ 993775 w 1427163"/>
              <a:gd name="connsiteY47" fmla="*/ 187325 h 2190750"/>
              <a:gd name="connsiteX48" fmla="*/ 1028700 w 1427163"/>
              <a:gd name="connsiteY48" fmla="*/ 234950 h 2190750"/>
              <a:gd name="connsiteX49" fmla="*/ 1057275 w 1427163"/>
              <a:gd name="connsiteY49" fmla="*/ 206375 h 2190750"/>
              <a:gd name="connsiteX50" fmla="*/ 1025525 w 1427163"/>
              <a:gd name="connsiteY50" fmla="*/ 174625 h 2190750"/>
              <a:gd name="connsiteX51" fmla="*/ 1060450 w 1427163"/>
              <a:gd name="connsiteY51" fmla="*/ 149225 h 2190750"/>
              <a:gd name="connsiteX52" fmla="*/ 1082675 w 1427163"/>
              <a:gd name="connsiteY52" fmla="*/ 114300 h 2190750"/>
              <a:gd name="connsiteX53" fmla="*/ 1085850 w 1427163"/>
              <a:gd name="connsiteY53" fmla="*/ 174625 h 2190750"/>
              <a:gd name="connsiteX54" fmla="*/ 1101725 w 1427163"/>
              <a:gd name="connsiteY54" fmla="*/ 203200 h 2190750"/>
              <a:gd name="connsiteX55" fmla="*/ 1120775 w 1427163"/>
              <a:gd name="connsiteY55" fmla="*/ 184150 h 2190750"/>
              <a:gd name="connsiteX56" fmla="*/ 1139825 w 1427163"/>
              <a:gd name="connsiteY56" fmla="*/ 187325 h 2190750"/>
              <a:gd name="connsiteX57" fmla="*/ 1149350 w 1427163"/>
              <a:gd name="connsiteY57" fmla="*/ 222250 h 2190750"/>
              <a:gd name="connsiteX58" fmla="*/ 1114425 w 1427163"/>
              <a:gd name="connsiteY58" fmla="*/ 234950 h 2190750"/>
              <a:gd name="connsiteX59" fmla="*/ 1076325 w 1427163"/>
              <a:gd name="connsiteY59" fmla="*/ 282575 h 2190750"/>
              <a:gd name="connsiteX60" fmla="*/ 1079500 w 1427163"/>
              <a:gd name="connsiteY60" fmla="*/ 320675 h 2190750"/>
              <a:gd name="connsiteX61" fmla="*/ 1057275 w 1427163"/>
              <a:gd name="connsiteY61" fmla="*/ 336550 h 2190750"/>
              <a:gd name="connsiteX62" fmla="*/ 1022350 w 1427163"/>
              <a:gd name="connsiteY62" fmla="*/ 327025 h 2190750"/>
              <a:gd name="connsiteX63" fmla="*/ 1006475 w 1427163"/>
              <a:gd name="connsiteY63" fmla="*/ 336550 h 2190750"/>
              <a:gd name="connsiteX64" fmla="*/ 1016000 w 1427163"/>
              <a:gd name="connsiteY64" fmla="*/ 368300 h 2190750"/>
              <a:gd name="connsiteX65" fmla="*/ 984250 w 1427163"/>
              <a:gd name="connsiteY65" fmla="*/ 355600 h 2190750"/>
              <a:gd name="connsiteX66" fmla="*/ 965200 w 1427163"/>
              <a:gd name="connsiteY66" fmla="*/ 377825 h 2190750"/>
              <a:gd name="connsiteX67" fmla="*/ 990600 w 1427163"/>
              <a:gd name="connsiteY67" fmla="*/ 412750 h 2190750"/>
              <a:gd name="connsiteX68" fmla="*/ 1050925 w 1427163"/>
              <a:gd name="connsiteY68" fmla="*/ 431800 h 2190750"/>
              <a:gd name="connsiteX69" fmla="*/ 1082675 w 1427163"/>
              <a:gd name="connsiteY69" fmla="*/ 406400 h 2190750"/>
              <a:gd name="connsiteX70" fmla="*/ 1120775 w 1427163"/>
              <a:gd name="connsiteY70" fmla="*/ 419100 h 2190750"/>
              <a:gd name="connsiteX71" fmla="*/ 1123950 w 1427163"/>
              <a:gd name="connsiteY71" fmla="*/ 447675 h 2190750"/>
              <a:gd name="connsiteX72" fmla="*/ 1111250 w 1427163"/>
              <a:gd name="connsiteY72" fmla="*/ 463550 h 2190750"/>
              <a:gd name="connsiteX73" fmla="*/ 1149350 w 1427163"/>
              <a:gd name="connsiteY73" fmla="*/ 485775 h 2190750"/>
              <a:gd name="connsiteX74" fmla="*/ 1123950 w 1427163"/>
              <a:gd name="connsiteY74" fmla="*/ 504825 h 2190750"/>
              <a:gd name="connsiteX75" fmla="*/ 1089025 w 1427163"/>
              <a:gd name="connsiteY75" fmla="*/ 495300 h 2190750"/>
              <a:gd name="connsiteX76" fmla="*/ 1054100 w 1427163"/>
              <a:gd name="connsiteY76" fmla="*/ 488950 h 2190750"/>
              <a:gd name="connsiteX77" fmla="*/ 1044575 w 1427163"/>
              <a:gd name="connsiteY77" fmla="*/ 438150 h 2190750"/>
              <a:gd name="connsiteX78" fmla="*/ 987425 w 1427163"/>
              <a:gd name="connsiteY78" fmla="*/ 422275 h 2190750"/>
              <a:gd name="connsiteX79" fmla="*/ 984250 w 1427163"/>
              <a:gd name="connsiteY79" fmla="*/ 473075 h 2190750"/>
              <a:gd name="connsiteX80" fmla="*/ 920750 w 1427163"/>
              <a:gd name="connsiteY80" fmla="*/ 527050 h 2190750"/>
              <a:gd name="connsiteX81" fmla="*/ 923925 w 1427163"/>
              <a:gd name="connsiteY81" fmla="*/ 546100 h 2190750"/>
              <a:gd name="connsiteX82" fmla="*/ 898525 w 1427163"/>
              <a:gd name="connsiteY82" fmla="*/ 565150 h 2190750"/>
              <a:gd name="connsiteX83" fmla="*/ 914400 w 1427163"/>
              <a:gd name="connsiteY83" fmla="*/ 590550 h 2190750"/>
              <a:gd name="connsiteX84" fmla="*/ 942975 w 1427163"/>
              <a:gd name="connsiteY84" fmla="*/ 600075 h 2190750"/>
              <a:gd name="connsiteX85" fmla="*/ 971550 w 1427163"/>
              <a:gd name="connsiteY85" fmla="*/ 635000 h 2190750"/>
              <a:gd name="connsiteX86" fmla="*/ 1000125 w 1427163"/>
              <a:gd name="connsiteY86" fmla="*/ 628650 h 2190750"/>
              <a:gd name="connsiteX87" fmla="*/ 1025525 w 1427163"/>
              <a:gd name="connsiteY87" fmla="*/ 673100 h 2190750"/>
              <a:gd name="connsiteX88" fmla="*/ 1060450 w 1427163"/>
              <a:gd name="connsiteY88" fmla="*/ 688975 h 2190750"/>
              <a:gd name="connsiteX89" fmla="*/ 1082675 w 1427163"/>
              <a:gd name="connsiteY89" fmla="*/ 727075 h 2190750"/>
              <a:gd name="connsiteX90" fmla="*/ 1104900 w 1427163"/>
              <a:gd name="connsiteY90" fmla="*/ 746125 h 2190750"/>
              <a:gd name="connsiteX91" fmla="*/ 1155700 w 1427163"/>
              <a:gd name="connsiteY91" fmla="*/ 736600 h 2190750"/>
              <a:gd name="connsiteX92" fmla="*/ 1193800 w 1427163"/>
              <a:gd name="connsiteY92" fmla="*/ 774700 h 2190750"/>
              <a:gd name="connsiteX93" fmla="*/ 1228725 w 1427163"/>
              <a:gd name="connsiteY93" fmla="*/ 777875 h 2190750"/>
              <a:gd name="connsiteX94" fmla="*/ 1270000 w 1427163"/>
              <a:gd name="connsiteY94" fmla="*/ 844550 h 2190750"/>
              <a:gd name="connsiteX95" fmla="*/ 1225550 w 1427163"/>
              <a:gd name="connsiteY95" fmla="*/ 2190750 h 2190750"/>
              <a:gd name="connsiteX96" fmla="*/ 60325 w 1427163"/>
              <a:gd name="connsiteY96" fmla="*/ 2187575 h 2190750"/>
              <a:gd name="connsiteX97" fmla="*/ 0 w 1427163"/>
              <a:gd name="connsiteY97" fmla="*/ 587375 h 2190750"/>
              <a:gd name="connsiteX98" fmla="*/ 28575 w 1427163"/>
              <a:gd name="connsiteY98" fmla="*/ 600075 h 2190750"/>
              <a:gd name="connsiteX99" fmla="*/ 34925 w 1427163"/>
              <a:gd name="connsiteY99" fmla="*/ 622300 h 2190750"/>
              <a:gd name="connsiteX100" fmla="*/ 53975 w 1427163"/>
              <a:gd name="connsiteY100" fmla="*/ 577850 h 2190750"/>
              <a:gd name="connsiteX101" fmla="*/ 82550 w 1427163"/>
              <a:gd name="connsiteY101" fmla="*/ 609600 h 2190750"/>
              <a:gd name="connsiteX102" fmla="*/ 95250 w 1427163"/>
              <a:gd name="connsiteY102" fmla="*/ 631825 h 2190750"/>
              <a:gd name="connsiteX103" fmla="*/ 85725 w 1427163"/>
              <a:gd name="connsiteY103" fmla="*/ 584200 h 2190750"/>
              <a:gd name="connsiteX104" fmla="*/ 107950 w 1427163"/>
              <a:gd name="connsiteY104" fmla="*/ 558800 h 2190750"/>
              <a:gd name="connsiteX105" fmla="*/ 44450 w 1427163"/>
              <a:gd name="connsiteY105" fmla="*/ 501650 h 2190750"/>
              <a:gd name="connsiteX106" fmla="*/ 47625 w 1427163"/>
              <a:gd name="connsiteY106" fmla="*/ 476250 h 2190750"/>
              <a:gd name="connsiteX107" fmla="*/ 92075 w 1427163"/>
              <a:gd name="connsiteY107" fmla="*/ 463550 h 2190750"/>
              <a:gd name="connsiteX108" fmla="*/ 104775 w 1427163"/>
              <a:gd name="connsiteY108" fmla="*/ 381000 h 2190750"/>
              <a:gd name="connsiteX0" fmla="*/ 104775 w 1270000"/>
              <a:gd name="connsiteY0" fmla="*/ 381000 h 2190750"/>
              <a:gd name="connsiteX1" fmla="*/ 155575 w 1270000"/>
              <a:gd name="connsiteY1" fmla="*/ 371475 h 2190750"/>
              <a:gd name="connsiteX2" fmla="*/ 171450 w 1270000"/>
              <a:gd name="connsiteY2" fmla="*/ 342900 h 2190750"/>
              <a:gd name="connsiteX3" fmla="*/ 168275 w 1270000"/>
              <a:gd name="connsiteY3" fmla="*/ 339725 h 2190750"/>
              <a:gd name="connsiteX4" fmla="*/ 152400 w 1270000"/>
              <a:gd name="connsiteY4" fmla="*/ 292100 h 2190750"/>
              <a:gd name="connsiteX5" fmla="*/ 171450 w 1270000"/>
              <a:gd name="connsiteY5" fmla="*/ 285750 h 2190750"/>
              <a:gd name="connsiteX6" fmla="*/ 193675 w 1270000"/>
              <a:gd name="connsiteY6" fmla="*/ 250825 h 2190750"/>
              <a:gd name="connsiteX7" fmla="*/ 219075 w 1270000"/>
              <a:gd name="connsiteY7" fmla="*/ 257175 h 2190750"/>
              <a:gd name="connsiteX8" fmla="*/ 222250 w 1270000"/>
              <a:gd name="connsiteY8" fmla="*/ 209550 h 2190750"/>
              <a:gd name="connsiteX9" fmla="*/ 266700 w 1270000"/>
              <a:gd name="connsiteY9" fmla="*/ 219075 h 2190750"/>
              <a:gd name="connsiteX10" fmla="*/ 288925 w 1270000"/>
              <a:gd name="connsiteY10" fmla="*/ 168275 h 2190750"/>
              <a:gd name="connsiteX11" fmla="*/ 339725 w 1270000"/>
              <a:gd name="connsiteY11" fmla="*/ 196850 h 2190750"/>
              <a:gd name="connsiteX12" fmla="*/ 431800 w 1270000"/>
              <a:gd name="connsiteY12" fmla="*/ 200025 h 2190750"/>
              <a:gd name="connsiteX13" fmla="*/ 463550 w 1270000"/>
              <a:gd name="connsiteY13" fmla="*/ 177800 h 2190750"/>
              <a:gd name="connsiteX14" fmla="*/ 495300 w 1270000"/>
              <a:gd name="connsiteY14" fmla="*/ 206375 h 2190750"/>
              <a:gd name="connsiteX15" fmla="*/ 495300 w 1270000"/>
              <a:gd name="connsiteY15" fmla="*/ 161925 h 2190750"/>
              <a:gd name="connsiteX16" fmla="*/ 514350 w 1270000"/>
              <a:gd name="connsiteY16" fmla="*/ 171450 h 2190750"/>
              <a:gd name="connsiteX17" fmla="*/ 514350 w 1270000"/>
              <a:gd name="connsiteY17" fmla="*/ 130175 h 2190750"/>
              <a:gd name="connsiteX18" fmla="*/ 501650 w 1270000"/>
              <a:gd name="connsiteY18" fmla="*/ 120650 h 2190750"/>
              <a:gd name="connsiteX19" fmla="*/ 495300 w 1270000"/>
              <a:gd name="connsiteY19" fmla="*/ 88900 h 2190750"/>
              <a:gd name="connsiteX20" fmla="*/ 476250 w 1270000"/>
              <a:gd name="connsiteY20" fmla="*/ 66675 h 2190750"/>
              <a:gd name="connsiteX21" fmla="*/ 431800 w 1270000"/>
              <a:gd name="connsiteY21" fmla="*/ 79375 h 2190750"/>
              <a:gd name="connsiteX22" fmla="*/ 384175 w 1270000"/>
              <a:gd name="connsiteY22" fmla="*/ 47625 h 2190750"/>
              <a:gd name="connsiteX23" fmla="*/ 428625 w 1270000"/>
              <a:gd name="connsiteY23" fmla="*/ 22225 h 2190750"/>
              <a:gd name="connsiteX24" fmla="*/ 444500 w 1270000"/>
              <a:gd name="connsiteY24" fmla="*/ 41275 h 2190750"/>
              <a:gd name="connsiteX25" fmla="*/ 479425 w 1270000"/>
              <a:gd name="connsiteY25" fmla="*/ 34925 h 2190750"/>
              <a:gd name="connsiteX26" fmla="*/ 498475 w 1270000"/>
              <a:gd name="connsiteY26" fmla="*/ 0 h 2190750"/>
              <a:gd name="connsiteX27" fmla="*/ 517525 w 1270000"/>
              <a:gd name="connsiteY27" fmla="*/ 41275 h 2190750"/>
              <a:gd name="connsiteX28" fmla="*/ 514350 w 1270000"/>
              <a:gd name="connsiteY28" fmla="*/ 66675 h 2190750"/>
              <a:gd name="connsiteX29" fmla="*/ 527050 w 1270000"/>
              <a:gd name="connsiteY29" fmla="*/ 76200 h 2190750"/>
              <a:gd name="connsiteX30" fmla="*/ 555625 w 1270000"/>
              <a:gd name="connsiteY30" fmla="*/ 53975 h 2190750"/>
              <a:gd name="connsiteX31" fmla="*/ 574675 w 1270000"/>
              <a:gd name="connsiteY31" fmla="*/ 76200 h 2190750"/>
              <a:gd name="connsiteX32" fmla="*/ 574675 w 1270000"/>
              <a:gd name="connsiteY32" fmla="*/ 107950 h 2190750"/>
              <a:gd name="connsiteX33" fmla="*/ 625475 w 1270000"/>
              <a:gd name="connsiteY33" fmla="*/ 111125 h 2190750"/>
              <a:gd name="connsiteX34" fmla="*/ 631825 w 1270000"/>
              <a:gd name="connsiteY34" fmla="*/ 79375 h 2190750"/>
              <a:gd name="connsiteX35" fmla="*/ 641350 w 1270000"/>
              <a:gd name="connsiteY35" fmla="*/ 130175 h 2190750"/>
              <a:gd name="connsiteX36" fmla="*/ 682625 w 1270000"/>
              <a:gd name="connsiteY36" fmla="*/ 111125 h 2190750"/>
              <a:gd name="connsiteX37" fmla="*/ 708025 w 1270000"/>
              <a:gd name="connsiteY37" fmla="*/ 142875 h 2190750"/>
              <a:gd name="connsiteX38" fmla="*/ 739775 w 1270000"/>
              <a:gd name="connsiteY38" fmla="*/ 142875 h 2190750"/>
              <a:gd name="connsiteX39" fmla="*/ 752475 w 1270000"/>
              <a:gd name="connsiteY39" fmla="*/ 165100 h 2190750"/>
              <a:gd name="connsiteX40" fmla="*/ 825500 w 1270000"/>
              <a:gd name="connsiteY40" fmla="*/ 142875 h 2190750"/>
              <a:gd name="connsiteX41" fmla="*/ 882650 w 1270000"/>
              <a:gd name="connsiteY41" fmla="*/ 212725 h 2190750"/>
              <a:gd name="connsiteX42" fmla="*/ 914400 w 1270000"/>
              <a:gd name="connsiteY42" fmla="*/ 200025 h 2190750"/>
              <a:gd name="connsiteX43" fmla="*/ 917575 w 1270000"/>
              <a:gd name="connsiteY43" fmla="*/ 165100 h 2190750"/>
              <a:gd name="connsiteX44" fmla="*/ 968375 w 1270000"/>
              <a:gd name="connsiteY44" fmla="*/ 146050 h 2190750"/>
              <a:gd name="connsiteX45" fmla="*/ 981075 w 1270000"/>
              <a:gd name="connsiteY45" fmla="*/ 161925 h 2190750"/>
              <a:gd name="connsiteX46" fmla="*/ 962025 w 1270000"/>
              <a:gd name="connsiteY46" fmla="*/ 193675 h 2190750"/>
              <a:gd name="connsiteX47" fmla="*/ 993775 w 1270000"/>
              <a:gd name="connsiteY47" fmla="*/ 187325 h 2190750"/>
              <a:gd name="connsiteX48" fmla="*/ 1028700 w 1270000"/>
              <a:gd name="connsiteY48" fmla="*/ 234950 h 2190750"/>
              <a:gd name="connsiteX49" fmla="*/ 1057275 w 1270000"/>
              <a:gd name="connsiteY49" fmla="*/ 206375 h 2190750"/>
              <a:gd name="connsiteX50" fmla="*/ 1025525 w 1270000"/>
              <a:gd name="connsiteY50" fmla="*/ 174625 h 2190750"/>
              <a:gd name="connsiteX51" fmla="*/ 1060450 w 1270000"/>
              <a:gd name="connsiteY51" fmla="*/ 149225 h 2190750"/>
              <a:gd name="connsiteX52" fmla="*/ 1082675 w 1270000"/>
              <a:gd name="connsiteY52" fmla="*/ 114300 h 2190750"/>
              <a:gd name="connsiteX53" fmla="*/ 1085850 w 1270000"/>
              <a:gd name="connsiteY53" fmla="*/ 174625 h 2190750"/>
              <a:gd name="connsiteX54" fmla="*/ 1101725 w 1270000"/>
              <a:gd name="connsiteY54" fmla="*/ 203200 h 2190750"/>
              <a:gd name="connsiteX55" fmla="*/ 1120775 w 1270000"/>
              <a:gd name="connsiteY55" fmla="*/ 184150 h 2190750"/>
              <a:gd name="connsiteX56" fmla="*/ 1139825 w 1270000"/>
              <a:gd name="connsiteY56" fmla="*/ 187325 h 2190750"/>
              <a:gd name="connsiteX57" fmla="*/ 1149350 w 1270000"/>
              <a:gd name="connsiteY57" fmla="*/ 222250 h 2190750"/>
              <a:gd name="connsiteX58" fmla="*/ 1114425 w 1270000"/>
              <a:gd name="connsiteY58" fmla="*/ 234950 h 2190750"/>
              <a:gd name="connsiteX59" fmla="*/ 1076325 w 1270000"/>
              <a:gd name="connsiteY59" fmla="*/ 282575 h 2190750"/>
              <a:gd name="connsiteX60" fmla="*/ 1079500 w 1270000"/>
              <a:gd name="connsiteY60" fmla="*/ 320675 h 2190750"/>
              <a:gd name="connsiteX61" fmla="*/ 1057275 w 1270000"/>
              <a:gd name="connsiteY61" fmla="*/ 336550 h 2190750"/>
              <a:gd name="connsiteX62" fmla="*/ 1022350 w 1270000"/>
              <a:gd name="connsiteY62" fmla="*/ 327025 h 2190750"/>
              <a:gd name="connsiteX63" fmla="*/ 1006475 w 1270000"/>
              <a:gd name="connsiteY63" fmla="*/ 336550 h 2190750"/>
              <a:gd name="connsiteX64" fmla="*/ 1016000 w 1270000"/>
              <a:gd name="connsiteY64" fmla="*/ 368300 h 2190750"/>
              <a:gd name="connsiteX65" fmla="*/ 984250 w 1270000"/>
              <a:gd name="connsiteY65" fmla="*/ 355600 h 2190750"/>
              <a:gd name="connsiteX66" fmla="*/ 965200 w 1270000"/>
              <a:gd name="connsiteY66" fmla="*/ 377825 h 2190750"/>
              <a:gd name="connsiteX67" fmla="*/ 990600 w 1270000"/>
              <a:gd name="connsiteY67" fmla="*/ 412750 h 2190750"/>
              <a:gd name="connsiteX68" fmla="*/ 1050925 w 1270000"/>
              <a:gd name="connsiteY68" fmla="*/ 431800 h 2190750"/>
              <a:gd name="connsiteX69" fmla="*/ 1082675 w 1270000"/>
              <a:gd name="connsiteY69" fmla="*/ 406400 h 2190750"/>
              <a:gd name="connsiteX70" fmla="*/ 1120775 w 1270000"/>
              <a:gd name="connsiteY70" fmla="*/ 419100 h 2190750"/>
              <a:gd name="connsiteX71" fmla="*/ 1123950 w 1270000"/>
              <a:gd name="connsiteY71" fmla="*/ 447675 h 2190750"/>
              <a:gd name="connsiteX72" fmla="*/ 1111250 w 1270000"/>
              <a:gd name="connsiteY72" fmla="*/ 463550 h 2190750"/>
              <a:gd name="connsiteX73" fmla="*/ 1149350 w 1270000"/>
              <a:gd name="connsiteY73" fmla="*/ 485775 h 2190750"/>
              <a:gd name="connsiteX74" fmla="*/ 1123950 w 1270000"/>
              <a:gd name="connsiteY74" fmla="*/ 504825 h 2190750"/>
              <a:gd name="connsiteX75" fmla="*/ 1089025 w 1270000"/>
              <a:gd name="connsiteY75" fmla="*/ 495300 h 2190750"/>
              <a:gd name="connsiteX76" fmla="*/ 1054100 w 1270000"/>
              <a:gd name="connsiteY76" fmla="*/ 488950 h 2190750"/>
              <a:gd name="connsiteX77" fmla="*/ 1044575 w 1270000"/>
              <a:gd name="connsiteY77" fmla="*/ 438150 h 2190750"/>
              <a:gd name="connsiteX78" fmla="*/ 987425 w 1270000"/>
              <a:gd name="connsiteY78" fmla="*/ 422275 h 2190750"/>
              <a:gd name="connsiteX79" fmla="*/ 984250 w 1270000"/>
              <a:gd name="connsiteY79" fmla="*/ 473075 h 2190750"/>
              <a:gd name="connsiteX80" fmla="*/ 920750 w 1270000"/>
              <a:gd name="connsiteY80" fmla="*/ 527050 h 2190750"/>
              <a:gd name="connsiteX81" fmla="*/ 923925 w 1270000"/>
              <a:gd name="connsiteY81" fmla="*/ 546100 h 2190750"/>
              <a:gd name="connsiteX82" fmla="*/ 898525 w 1270000"/>
              <a:gd name="connsiteY82" fmla="*/ 565150 h 2190750"/>
              <a:gd name="connsiteX83" fmla="*/ 914400 w 1270000"/>
              <a:gd name="connsiteY83" fmla="*/ 590550 h 2190750"/>
              <a:gd name="connsiteX84" fmla="*/ 942975 w 1270000"/>
              <a:gd name="connsiteY84" fmla="*/ 600075 h 2190750"/>
              <a:gd name="connsiteX85" fmla="*/ 971550 w 1270000"/>
              <a:gd name="connsiteY85" fmla="*/ 635000 h 2190750"/>
              <a:gd name="connsiteX86" fmla="*/ 1000125 w 1270000"/>
              <a:gd name="connsiteY86" fmla="*/ 628650 h 2190750"/>
              <a:gd name="connsiteX87" fmla="*/ 1025525 w 1270000"/>
              <a:gd name="connsiteY87" fmla="*/ 673100 h 2190750"/>
              <a:gd name="connsiteX88" fmla="*/ 1060450 w 1270000"/>
              <a:gd name="connsiteY88" fmla="*/ 688975 h 2190750"/>
              <a:gd name="connsiteX89" fmla="*/ 1082675 w 1270000"/>
              <a:gd name="connsiteY89" fmla="*/ 727075 h 2190750"/>
              <a:gd name="connsiteX90" fmla="*/ 1104900 w 1270000"/>
              <a:gd name="connsiteY90" fmla="*/ 746125 h 2190750"/>
              <a:gd name="connsiteX91" fmla="*/ 1155700 w 1270000"/>
              <a:gd name="connsiteY91" fmla="*/ 736600 h 2190750"/>
              <a:gd name="connsiteX92" fmla="*/ 1193800 w 1270000"/>
              <a:gd name="connsiteY92" fmla="*/ 774700 h 2190750"/>
              <a:gd name="connsiteX93" fmla="*/ 1228725 w 1270000"/>
              <a:gd name="connsiteY93" fmla="*/ 777875 h 2190750"/>
              <a:gd name="connsiteX94" fmla="*/ 1270000 w 1270000"/>
              <a:gd name="connsiteY94" fmla="*/ 844550 h 2190750"/>
              <a:gd name="connsiteX95" fmla="*/ 1225550 w 1270000"/>
              <a:gd name="connsiteY95" fmla="*/ 2190750 h 2190750"/>
              <a:gd name="connsiteX96" fmla="*/ 60325 w 1270000"/>
              <a:gd name="connsiteY96" fmla="*/ 2187575 h 2190750"/>
              <a:gd name="connsiteX97" fmla="*/ 0 w 1270000"/>
              <a:gd name="connsiteY97" fmla="*/ 587375 h 2190750"/>
              <a:gd name="connsiteX98" fmla="*/ 28575 w 1270000"/>
              <a:gd name="connsiteY98" fmla="*/ 600075 h 2190750"/>
              <a:gd name="connsiteX99" fmla="*/ 34925 w 1270000"/>
              <a:gd name="connsiteY99" fmla="*/ 622300 h 2190750"/>
              <a:gd name="connsiteX100" fmla="*/ 53975 w 1270000"/>
              <a:gd name="connsiteY100" fmla="*/ 577850 h 2190750"/>
              <a:gd name="connsiteX101" fmla="*/ 82550 w 1270000"/>
              <a:gd name="connsiteY101" fmla="*/ 609600 h 2190750"/>
              <a:gd name="connsiteX102" fmla="*/ 95250 w 1270000"/>
              <a:gd name="connsiteY102" fmla="*/ 631825 h 2190750"/>
              <a:gd name="connsiteX103" fmla="*/ 85725 w 1270000"/>
              <a:gd name="connsiteY103" fmla="*/ 584200 h 2190750"/>
              <a:gd name="connsiteX104" fmla="*/ 107950 w 1270000"/>
              <a:gd name="connsiteY104" fmla="*/ 558800 h 2190750"/>
              <a:gd name="connsiteX105" fmla="*/ 44450 w 1270000"/>
              <a:gd name="connsiteY105" fmla="*/ 501650 h 2190750"/>
              <a:gd name="connsiteX106" fmla="*/ 47625 w 1270000"/>
              <a:gd name="connsiteY106" fmla="*/ 476250 h 2190750"/>
              <a:gd name="connsiteX107" fmla="*/ 92075 w 1270000"/>
              <a:gd name="connsiteY107" fmla="*/ 463550 h 2190750"/>
              <a:gd name="connsiteX108" fmla="*/ 104775 w 1270000"/>
              <a:gd name="connsiteY108" fmla="*/ 381000 h 2190750"/>
              <a:gd name="connsiteX0" fmla="*/ 104775 w 1270000"/>
              <a:gd name="connsiteY0" fmla="*/ 381000 h 2197135"/>
              <a:gd name="connsiteX1" fmla="*/ 155575 w 1270000"/>
              <a:gd name="connsiteY1" fmla="*/ 371475 h 2197135"/>
              <a:gd name="connsiteX2" fmla="*/ 171450 w 1270000"/>
              <a:gd name="connsiteY2" fmla="*/ 342900 h 2197135"/>
              <a:gd name="connsiteX3" fmla="*/ 168275 w 1270000"/>
              <a:gd name="connsiteY3" fmla="*/ 339725 h 2197135"/>
              <a:gd name="connsiteX4" fmla="*/ 152400 w 1270000"/>
              <a:gd name="connsiteY4" fmla="*/ 292100 h 2197135"/>
              <a:gd name="connsiteX5" fmla="*/ 171450 w 1270000"/>
              <a:gd name="connsiteY5" fmla="*/ 285750 h 2197135"/>
              <a:gd name="connsiteX6" fmla="*/ 193675 w 1270000"/>
              <a:gd name="connsiteY6" fmla="*/ 250825 h 2197135"/>
              <a:gd name="connsiteX7" fmla="*/ 219075 w 1270000"/>
              <a:gd name="connsiteY7" fmla="*/ 257175 h 2197135"/>
              <a:gd name="connsiteX8" fmla="*/ 222250 w 1270000"/>
              <a:gd name="connsiteY8" fmla="*/ 209550 h 2197135"/>
              <a:gd name="connsiteX9" fmla="*/ 266700 w 1270000"/>
              <a:gd name="connsiteY9" fmla="*/ 219075 h 2197135"/>
              <a:gd name="connsiteX10" fmla="*/ 288925 w 1270000"/>
              <a:gd name="connsiteY10" fmla="*/ 168275 h 2197135"/>
              <a:gd name="connsiteX11" fmla="*/ 339725 w 1270000"/>
              <a:gd name="connsiteY11" fmla="*/ 196850 h 2197135"/>
              <a:gd name="connsiteX12" fmla="*/ 431800 w 1270000"/>
              <a:gd name="connsiteY12" fmla="*/ 200025 h 2197135"/>
              <a:gd name="connsiteX13" fmla="*/ 463550 w 1270000"/>
              <a:gd name="connsiteY13" fmla="*/ 177800 h 2197135"/>
              <a:gd name="connsiteX14" fmla="*/ 495300 w 1270000"/>
              <a:gd name="connsiteY14" fmla="*/ 206375 h 2197135"/>
              <a:gd name="connsiteX15" fmla="*/ 495300 w 1270000"/>
              <a:gd name="connsiteY15" fmla="*/ 161925 h 2197135"/>
              <a:gd name="connsiteX16" fmla="*/ 514350 w 1270000"/>
              <a:gd name="connsiteY16" fmla="*/ 171450 h 2197135"/>
              <a:gd name="connsiteX17" fmla="*/ 514350 w 1270000"/>
              <a:gd name="connsiteY17" fmla="*/ 130175 h 2197135"/>
              <a:gd name="connsiteX18" fmla="*/ 501650 w 1270000"/>
              <a:gd name="connsiteY18" fmla="*/ 120650 h 2197135"/>
              <a:gd name="connsiteX19" fmla="*/ 495300 w 1270000"/>
              <a:gd name="connsiteY19" fmla="*/ 88900 h 2197135"/>
              <a:gd name="connsiteX20" fmla="*/ 476250 w 1270000"/>
              <a:gd name="connsiteY20" fmla="*/ 66675 h 2197135"/>
              <a:gd name="connsiteX21" fmla="*/ 431800 w 1270000"/>
              <a:gd name="connsiteY21" fmla="*/ 79375 h 2197135"/>
              <a:gd name="connsiteX22" fmla="*/ 384175 w 1270000"/>
              <a:gd name="connsiteY22" fmla="*/ 47625 h 2197135"/>
              <a:gd name="connsiteX23" fmla="*/ 428625 w 1270000"/>
              <a:gd name="connsiteY23" fmla="*/ 22225 h 2197135"/>
              <a:gd name="connsiteX24" fmla="*/ 444500 w 1270000"/>
              <a:gd name="connsiteY24" fmla="*/ 41275 h 2197135"/>
              <a:gd name="connsiteX25" fmla="*/ 479425 w 1270000"/>
              <a:gd name="connsiteY25" fmla="*/ 34925 h 2197135"/>
              <a:gd name="connsiteX26" fmla="*/ 498475 w 1270000"/>
              <a:gd name="connsiteY26" fmla="*/ 0 h 2197135"/>
              <a:gd name="connsiteX27" fmla="*/ 517525 w 1270000"/>
              <a:gd name="connsiteY27" fmla="*/ 41275 h 2197135"/>
              <a:gd name="connsiteX28" fmla="*/ 514350 w 1270000"/>
              <a:gd name="connsiteY28" fmla="*/ 66675 h 2197135"/>
              <a:gd name="connsiteX29" fmla="*/ 527050 w 1270000"/>
              <a:gd name="connsiteY29" fmla="*/ 76200 h 2197135"/>
              <a:gd name="connsiteX30" fmla="*/ 555625 w 1270000"/>
              <a:gd name="connsiteY30" fmla="*/ 53975 h 2197135"/>
              <a:gd name="connsiteX31" fmla="*/ 574675 w 1270000"/>
              <a:gd name="connsiteY31" fmla="*/ 76200 h 2197135"/>
              <a:gd name="connsiteX32" fmla="*/ 574675 w 1270000"/>
              <a:gd name="connsiteY32" fmla="*/ 107950 h 2197135"/>
              <a:gd name="connsiteX33" fmla="*/ 625475 w 1270000"/>
              <a:gd name="connsiteY33" fmla="*/ 111125 h 2197135"/>
              <a:gd name="connsiteX34" fmla="*/ 631825 w 1270000"/>
              <a:gd name="connsiteY34" fmla="*/ 79375 h 2197135"/>
              <a:gd name="connsiteX35" fmla="*/ 641350 w 1270000"/>
              <a:gd name="connsiteY35" fmla="*/ 130175 h 2197135"/>
              <a:gd name="connsiteX36" fmla="*/ 682625 w 1270000"/>
              <a:gd name="connsiteY36" fmla="*/ 111125 h 2197135"/>
              <a:gd name="connsiteX37" fmla="*/ 708025 w 1270000"/>
              <a:gd name="connsiteY37" fmla="*/ 142875 h 2197135"/>
              <a:gd name="connsiteX38" fmla="*/ 739775 w 1270000"/>
              <a:gd name="connsiteY38" fmla="*/ 142875 h 2197135"/>
              <a:gd name="connsiteX39" fmla="*/ 752475 w 1270000"/>
              <a:gd name="connsiteY39" fmla="*/ 165100 h 2197135"/>
              <a:gd name="connsiteX40" fmla="*/ 825500 w 1270000"/>
              <a:gd name="connsiteY40" fmla="*/ 142875 h 2197135"/>
              <a:gd name="connsiteX41" fmla="*/ 882650 w 1270000"/>
              <a:gd name="connsiteY41" fmla="*/ 212725 h 2197135"/>
              <a:gd name="connsiteX42" fmla="*/ 914400 w 1270000"/>
              <a:gd name="connsiteY42" fmla="*/ 200025 h 2197135"/>
              <a:gd name="connsiteX43" fmla="*/ 917575 w 1270000"/>
              <a:gd name="connsiteY43" fmla="*/ 165100 h 2197135"/>
              <a:gd name="connsiteX44" fmla="*/ 968375 w 1270000"/>
              <a:gd name="connsiteY44" fmla="*/ 146050 h 2197135"/>
              <a:gd name="connsiteX45" fmla="*/ 981075 w 1270000"/>
              <a:gd name="connsiteY45" fmla="*/ 161925 h 2197135"/>
              <a:gd name="connsiteX46" fmla="*/ 962025 w 1270000"/>
              <a:gd name="connsiteY46" fmla="*/ 193675 h 2197135"/>
              <a:gd name="connsiteX47" fmla="*/ 993775 w 1270000"/>
              <a:gd name="connsiteY47" fmla="*/ 187325 h 2197135"/>
              <a:gd name="connsiteX48" fmla="*/ 1028700 w 1270000"/>
              <a:gd name="connsiteY48" fmla="*/ 234950 h 2197135"/>
              <a:gd name="connsiteX49" fmla="*/ 1057275 w 1270000"/>
              <a:gd name="connsiteY49" fmla="*/ 206375 h 2197135"/>
              <a:gd name="connsiteX50" fmla="*/ 1025525 w 1270000"/>
              <a:gd name="connsiteY50" fmla="*/ 174625 h 2197135"/>
              <a:gd name="connsiteX51" fmla="*/ 1060450 w 1270000"/>
              <a:gd name="connsiteY51" fmla="*/ 149225 h 2197135"/>
              <a:gd name="connsiteX52" fmla="*/ 1082675 w 1270000"/>
              <a:gd name="connsiteY52" fmla="*/ 114300 h 2197135"/>
              <a:gd name="connsiteX53" fmla="*/ 1085850 w 1270000"/>
              <a:gd name="connsiteY53" fmla="*/ 174625 h 2197135"/>
              <a:gd name="connsiteX54" fmla="*/ 1101725 w 1270000"/>
              <a:gd name="connsiteY54" fmla="*/ 203200 h 2197135"/>
              <a:gd name="connsiteX55" fmla="*/ 1120775 w 1270000"/>
              <a:gd name="connsiteY55" fmla="*/ 184150 h 2197135"/>
              <a:gd name="connsiteX56" fmla="*/ 1139825 w 1270000"/>
              <a:gd name="connsiteY56" fmla="*/ 187325 h 2197135"/>
              <a:gd name="connsiteX57" fmla="*/ 1149350 w 1270000"/>
              <a:gd name="connsiteY57" fmla="*/ 222250 h 2197135"/>
              <a:gd name="connsiteX58" fmla="*/ 1114425 w 1270000"/>
              <a:gd name="connsiteY58" fmla="*/ 234950 h 2197135"/>
              <a:gd name="connsiteX59" fmla="*/ 1076325 w 1270000"/>
              <a:gd name="connsiteY59" fmla="*/ 282575 h 2197135"/>
              <a:gd name="connsiteX60" fmla="*/ 1079500 w 1270000"/>
              <a:gd name="connsiteY60" fmla="*/ 320675 h 2197135"/>
              <a:gd name="connsiteX61" fmla="*/ 1057275 w 1270000"/>
              <a:gd name="connsiteY61" fmla="*/ 336550 h 2197135"/>
              <a:gd name="connsiteX62" fmla="*/ 1022350 w 1270000"/>
              <a:gd name="connsiteY62" fmla="*/ 327025 h 2197135"/>
              <a:gd name="connsiteX63" fmla="*/ 1006475 w 1270000"/>
              <a:gd name="connsiteY63" fmla="*/ 336550 h 2197135"/>
              <a:gd name="connsiteX64" fmla="*/ 1016000 w 1270000"/>
              <a:gd name="connsiteY64" fmla="*/ 368300 h 2197135"/>
              <a:gd name="connsiteX65" fmla="*/ 984250 w 1270000"/>
              <a:gd name="connsiteY65" fmla="*/ 355600 h 2197135"/>
              <a:gd name="connsiteX66" fmla="*/ 965200 w 1270000"/>
              <a:gd name="connsiteY66" fmla="*/ 377825 h 2197135"/>
              <a:gd name="connsiteX67" fmla="*/ 990600 w 1270000"/>
              <a:gd name="connsiteY67" fmla="*/ 412750 h 2197135"/>
              <a:gd name="connsiteX68" fmla="*/ 1050925 w 1270000"/>
              <a:gd name="connsiteY68" fmla="*/ 431800 h 2197135"/>
              <a:gd name="connsiteX69" fmla="*/ 1082675 w 1270000"/>
              <a:gd name="connsiteY69" fmla="*/ 406400 h 2197135"/>
              <a:gd name="connsiteX70" fmla="*/ 1120775 w 1270000"/>
              <a:gd name="connsiteY70" fmla="*/ 419100 h 2197135"/>
              <a:gd name="connsiteX71" fmla="*/ 1123950 w 1270000"/>
              <a:gd name="connsiteY71" fmla="*/ 447675 h 2197135"/>
              <a:gd name="connsiteX72" fmla="*/ 1111250 w 1270000"/>
              <a:gd name="connsiteY72" fmla="*/ 463550 h 2197135"/>
              <a:gd name="connsiteX73" fmla="*/ 1149350 w 1270000"/>
              <a:gd name="connsiteY73" fmla="*/ 485775 h 2197135"/>
              <a:gd name="connsiteX74" fmla="*/ 1123950 w 1270000"/>
              <a:gd name="connsiteY74" fmla="*/ 504825 h 2197135"/>
              <a:gd name="connsiteX75" fmla="*/ 1089025 w 1270000"/>
              <a:gd name="connsiteY75" fmla="*/ 495300 h 2197135"/>
              <a:gd name="connsiteX76" fmla="*/ 1054100 w 1270000"/>
              <a:gd name="connsiteY76" fmla="*/ 488950 h 2197135"/>
              <a:gd name="connsiteX77" fmla="*/ 1044575 w 1270000"/>
              <a:gd name="connsiteY77" fmla="*/ 438150 h 2197135"/>
              <a:gd name="connsiteX78" fmla="*/ 987425 w 1270000"/>
              <a:gd name="connsiteY78" fmla="*/ 422275 h 2197135"/>
              <a:gd name="connsiteX79" fmla="*/ 984250 w 1270000"/>
              <a:gd name="connsiteY79" fmla="*/ 473075 h 2197135"/>
              <a:gd name="connsiteX80" fmla="*/ 920750 w 1270000"/>
              <a:gd name="connsiteY80" fmla="*/ 527050 h 2197135"/>
              <a:gd name="connsiteX81" fmla="*/ 923925 w 1270000"/>
              <a:gd name="connsiteY81" fmla="*/ 546100 h 2197135"/>
              <a:gd name="connsiteX82" fmla="*/ 898525 w 1270000"/>
              <a:gd name="connsiteY82" fmla="*/ 565150 h 2197135"/>
              <a:gd name="connsiteX83" fmla="*/ 914400 w 1270000"/>
              <a:gd name="connsiteY83" fmla="*/ 590550 h 2197135"/>
              <a:gd name="connsiteX84" fmla="*/ 942975 w 1270000"/>
              <a:gd name="connsiteY84" fmla="*/ 600075 h 2197135"/>
              <a:gd name="connsiteX85" fmla="*/ 971550 w 1270000"/>
              <a:gd name="connsiteY85" fmla="*/ 635000 h 2197135"/>
              <a:gd name="connsiteX86" fmla="*/ 1000125 w 1270000"/>
              <a:gd name="connsiteY86" fmla="*/ 628650 h 2197135"/>
              <a:gd name="connsiteX87" fmla="*/ 1025525 w 1270000"/>
              <a:gd name="connsiteY87" fmla="*/ 673100 h 2197135"/>
              <a:gd name="connsiteX88" fmla="*/ 1060450 w 1270000"/>
              <a:gd name="connsiteY88" fmla="*/ 688975 h 2197135"/>
              <a:gd name="connsiteX89" fmla="*/ 1082675 w 1270000"/>
              <a:gd name="connsiteY89" fmla="*/ 727075 h 2197135"/>
              <a:gd name="connsiteX90" fmla="*/ 1104900 w 1270000"/>
              <a:gd name="connsiteY90" fmla="*/ 746125 h 2197135"/>
              <a:gd name="connsiteX91" fmla="*/ 1155700 w 1270000"/>
              <a:gd name="connsiteY91" fmla="*/ 736600 h 2197135"/>
              <a:gd name="connsiteX92" fmla="*/ 1193800 w 1270000"/>
              <a:gd name="connsiteY92" fmla="*/ 774700 h 2197135"/>
              <a:gd name="connsiteX93" fmla="*/ 1228725 w 1270000"/>
              <a:gd name="connsiteY93" fmla="*/ 777875 h 2197135"/>
              <a:gd name="connsiteX94" fmla="*/ 1270000 w 1270000"/>
              <a:gd name="connsiteY94" fmla="*/ 844550 h 2197135"/>
              <a:gd name="connsiteX95" fmla="*/ 1225550 w 1270000"/>
              <a:gd name="connsiteY95" fmla="*/ 2190750 h 2197135"/>
              <a:gd name="connsiteX96" fmla="*/ 65088 w 1270000"/>
              <a:gd name="connsiteY96" fmla="*/ 2197135 h 2197135"/>
              <a:gd name="connsiteX97" fmla="*/ 0 w 1270000"/>
              <a:gd name="connsiteY97" fmla="*/ 587375 h 2197135"/>
              <a:gd name="connsiteX98" fmla="*/ 28575 w 1270000"/>
              <a:gd name="connsiteY98" fmla="*/ 600075 h 2197135"/>
              <a:gd name="connsiteX99" fmla="*/ 34925 w 1270000"/>
              <a:gd name="connsiteY99" fmla="*/ 622300 h 2197135"/>
              <a:gd name="connsiteX100" fmla="*/ 53975 w 1270000"/>
              <a:gd name="connsiteY100" fmla="*/ 577850 h 2197135"/>
              <a:gd name="connsiteX101" fmla="*/ 82550 w 1270000"/>
              <a:gd name="connsiteY101" fmla="*/ 609600 h 2197135"/>
              <a:gd name="connsiteX102" fmla="*/ 95250 w 1270000"/>
              <a:gd name="connsiteY102" fmla="*/ 631825 h 2197135"/>
              <a:gd name="connsiteX103" fmla="*/ 85725 w 1270000"/>
              <a:gd name="connsiteY103" fmla="*/ 584200 h 2197135"/>
              <a:gd name="connsiteX104" fmla="*/ 107950 w 1270000"/>
              <a:gd name="connsiteY104" fmla="*/ 558800 h 2197135"/>
              <a:gd name="connsiteX105" fmla="*/ 44450 w 1270000"/>
              <a:gd name="connsiteY105" fmla="*/ 501650 h 2197135"/>
              <a:gd name="connsiteX106" fmla="*/ 47625 w 1270000"/>
              <a:gd name="connsiteY106" fmla="*/ 476250 h 2197135"/>
              <a:gd name="connsiteX107" fmla="*/ 92075 w 1270000"/>
              <a:gd name="connsiteY107" fmla="*/ 463550 h 2197135"/>
              <a:gd name="connsiteX108" fmla="*/ 104775 w 1270000"/>
              <a:gd name="connsiteY108" fmla="*/ 381000 h 2197135"/>
              <a:gd name="connsiteX0" fmla="*/ 104775 w 1270000"/>
              <a:gd name="connsiteY0" fmla="*/ 381000 h 2192406"/>
              <a:gd name="connsiteX1" fmla="*/ 155575 w 1270000"/>
              <a:gd name="connsiteY1" fmla="*/ 371475 h 2192406"/>
              <a:gd name="connsiteX2" fmla="*/ 171450 w 1270000"/>
              <a:gd name="connsiteY2" fmla="*/ 342900 h 2192406"/>
              <a:gd name="connsiteX3" fmla="*/ 168275 w 1270000"/>
              <a:gd name="connsiteY3" fmla="*/ 339725 h 2192406"/>
              <a:gd name="connsiteX4" fmla="*/ 152400 w 1270000"/>
              <a:gd name="connsiteY4" fmla="*/ 292100 h 2192406"/>
              <a:gd name="connsiteX5" fmla="*/ 171450 w 1270000"/>
              <a:gd name="connsiteY5" fmla="*/ 285750 h 2192406"/>
              <a:gd name="connsiteX6" fmla="*/ 193675 w 1270000"/>
              <a:gd name="connsiteY6" fmla="*/ 250825 h 2192406"/>
              <a:gd name="connsiteX7" fmla="*/ 219075 w 1270000"/>
              <a:gd name="connsiteY7" fmla="*/ 257175 h 2192406"/>
              <a:gd name="connsiteX8" fmla="*/ 222250 w 1270000"/>
              <a:gd name="connsiteY8" fmla="*/ 209550 h 2192406"/>
              <a:gd name="connsiteX9" fmla="*/ 266700 w 1270000"/>
              <a:gd name="connsiteY9" fmla="*/ 219075 h 2192406"/>
              <a:gd name="connsiteX10" fmla="*/ 288925 w 1270000"/>
              <a:gd name="connsiteY10" fmla="*/ 168275 h 2192406"/>
              <a:gd name="connsiteX11" fmla="*/ 339725 w 1270000"/>
              <a:gd name="connsiteY11" fmla="*/ 196850 h 2192406"/>
              <a:gd name="connsiteX12" fmla="*/ 431800 w 1270000"/>
              <a:gd name="connsiteY12" fmla="*/ 200025 h 2192406"/>
              <a:gd name="connsiteX13" fmla="*/ 463550 w 1270000"/>
              <a:gd name="connsiteY13" fmla="*/ 177800 h 2192406"/>
              <a:gd name="connsiteX14" fmla="*/ 495300 w 1270000"/>
              <a:gd name="connsiteY14" fmla="*/ 206375 h 2192406"/>
              <a:gd name="connsiteX15" fmla="*/ 495300 w 1270000"/>
              <a:gd name="connsiteY15" fmla="*/ 161925 h 2192406"/>
              <a:gd name="connsiteX16" fmla="*/ 514350 w 1270000"/>
              <a:gd name="connsiteY16" fmla="*/ 171450 h 2192406"/>
              <a:gd name="connsiteX17" fmla="*/ 514350 w 1270000"/>
              <a:gd name="connsiteY17" fmla="*/ 130175 h 2192406"/>
              <a:gd name="connsiteX18" fmla="*/ 501650 w 1270000"/>
              <a:gd name="connsiteY18" fmla="*/ 120650 h 2192406"/>
              <a:gd name="connsiteX19" fmla="*/ 495300 w 1270000"/>
              <a:gd name="connsiteY19" fmla="*/ 88900 h 2192406"/>
              <a:gd name="connsiteX20" fmla="*/ 476250 w 1270000"/>
              <a:gd name="connsiteY20" fmla="*/ 66675 h 2192406"/>
              <a:gd name="connsiteX21" fmla="*/ 431800 w 1270000"/>
              <a:gd name="connsiteY21" fmla="*/ 79375 h 2192406"/>
              <a:gd name="connsiteX22" fmla="*/ 384175 w 1270000"/>
              <a:gd name="connsiteY22" fmla="*/ 47625 h 2192406"/>
              <a:gd name="connsiteX23" fmla="*/ 428625 w 1270000"/>
              <a:gd name="connsiteY23" fmla="*/ 22225 h 2192406"/>
              <a:gd name="connsiteX24" fmla="*/ 444500 w 1270000"/>
              <a:gd name="connsiteY24" fmla="*/ 41275 h 2192406"/>
              <a:gd name="connsiteX25" fmla="*/ 479425 w 1270000"/>
              <a:gd name="connsiteY25" fmla="*/ 34925 h 2192406"/>
              <a:gd name="connsiteX26" fmla="*/ 498475 w 1270000"/>
              <a:gd name="connsiteY26" fmla="*/ 0 h 2192406"/>
              <a:gd name="connsiteX27" fmla="*/ 517525 w 1270000"/>
              <a:gd name="connsiteY27" fmla="*/ 41275 h 2192406"/>
              <a:gd name="connsiteX28" fmla="*/ 514350 w 1270000"/>
              <a:gd name="connsiteY28" fmla="*/ 66675 h 2192406"/>
              <a:gd name="connsiteX29" fmla="*/ 527050 w 1270000"/>
              <a:gd name="connsiteY29" fmla="*/ 76200 h 2192406"/>
              <a:gd name="connsiteX30" fmla="*/ 555625 w 1270000"/>
              <a:gd name="connsiteY30" fmla="*/ 53975 h 2192406"/>
              <a:gd name="connsiteX31" fmla="*/ 574675 w 1270000"/>
              <a:gd name="connsiteY31" fmla="*/ 76200 h 2192406"/>
              <a:gd name="connsiteX32" fmla="*/ 574675 w 1270000"/>
              <a:gd name="connsiteY32" fmla="*/ 107950 h 2192406"/>
              <a:gd name="connsiteX33" fmla="*/ 625475 w 1270000"/>
              <a:gd name="connsiteY33" fmla="*/ 111125 h 2192406"/>
              <a:gd name="connsiteX34" fmla="*/ 631825 w 1270000"/>
              <a:gd name="connsiteY34" fmla="*/ 79375 h 2192406"/>
              <a:gd name="connsiteX35" fmla="*/ 641350 w 1270000"/>
              <a:gd name="connsiteY35" fmla="*/ 130175 h 2192406"/>
              <a:gd name="connsiteX36" fmla="*/ 682625 w 1270000"/>
              <a:gd name="connsiteY36" fmla="*/ 111125 h 2192406"/>
              <a:gd name="connsiteX37" fmla="*/ 708025 w 1270000"/>
              <a:gd name="connsiteY37" fmla="*/ 142875 h 2192406"/>
              <a:gd name="connsiteX38" fmla="*/ 739775 w 1270000"/>
              <a:gd name="connsiteY38" fmla="*/ 142875 h 2192406"/>
              <a:gd name="connsiteX39" fmla="*/ 752475 w 1270000"/>
              <a:gd name="connsiteY39" fmla="*/ 165100 h 2192406"/>
              <a:gd name="connsiteX40" fmla="*/ 825500 w 1270000"/>
              <a:gd name="connsiteY40" fmla="*/ 142875 h 2192406"/>
              <a:gd name="connsiteX41" fmla="*/ 882650 w 1270000"/>
              <a:gd name="connsiteY41" fmla="*/ 212725 h 2192406"/>
              <a:gd name="connsiteX42" fmla="*/ 914400 w 1270000"/>
              <a:gd name="connsiteY42" fmla="*/ 200025 h 2192406"/>
              <a:gd name="connsiteX43" fmla="*/ 917575 w 1270000"/>
              <a:gd name="connsiteY43" fmla="*/ 165100 h 2192406"/>
              <a:gd name="connsiteX44" fmla="*/ 968375 w 1270000"/>
              <a:gd name="connsiteY44" fmla="*/ 146050 h 2192406"/>
              <a:gd name="connsiteX45" fmla="*/ 981075 w 1270000"/>
              <a:gd name="connsiteY45" fmla="*/ 161925 h 2192406"/>
              <a:gd name="connsiteX46" fmla="*/ 962025 w 1270000"/>
              <a:gd name="connsiteY46" fmla="*/ 193675 h 2192406"/>
              <a:gd name="connsiteX47" fmla="*/ 993775 w 1270000"/>
              <a:gd name="connsiteY47" fmla="*/ 187325 h 2192406"/>
              <a:gd name="connsiteX48" fmla="*/ 1028700 w 1270000"/>
              <a:gd name="connsiteY48" fmla="*/ 234950 h 2192406"/>
              <a:gd name="connsiteX49" fmla="*/ 1057275 w 1270000"/>
              <a:gd name="connsiteY49" fmla="*/ 206375 h 2192406"/>
              <a:gd name="connsiteX50" fmla="*/ 1025525 w 1270000"/>
              <a:gd name="connsiteY50" fmla="*/ 174625 h 2192406"/>
              <a:gd name="connsiteX51" fmla="*/ 1060450 w 1270000"/>
              <a:gd name="connsiteY51" fmla="*/ 149225 h 2192406"/>
              <a:gd name="connsiteX52" fmla="*/ 1082675 w 1270000"/>
              <a:gd name="connsiteY52" fmla="*/ 114300 h 2192406"/>
              <a:gd name="connsiteX53" fmla="*/ 1085850 w 1270000"/>
              <a:gd name="connsiteY53" fmla="*/ 174625 h 2192406"/>
              <a:gd name="connsiteX54" fmla="*/ 1101725 w 1270000"/>
              <a:gd name="connsiteY54" fmla="*/ 203200 h 2192406"/>
              <a:gd name="connsiteX55" fmla="*/ 1120775 w 1270000"/>
              <a:gd name="connsiteY55" fmla="*/ 184150 h 2192406"/>
              <a:gd name="connsiteX56" fmla="*/ 1139825 w 1270000"/>
              <a:gd name="connsiteY56" fmla="*/ 187325 h 2192406"/>
              <a:gd name="connsiteX57" fmla="*/ 1149350 w 1270000"/>
              <a:gd name="connsiteY57" fmla="*/ 222250 h 2192406"/>
              <a:gd name="connsiteX58" fmla="*/ 1114425 w 1270000"/>
              <a:gd name="connsiteY58" fmla="*/ 234950 h 2192406"/>
              <a:gd name="connsiteX59" fmla="*/ 1076325 w 1270000"/>
              <a:gd name="connsiteY59" fmla="*/ 282575 h 2192406"/>
              <a:gd name="connsiteX60" fmla="*/ 1079500 w 1270000"/>
              <a:gd name="connsiteY60" fmla="*/ 320675 h 2192406"/>
              <a:gd name="connsiteX61" fmla="*/ 1057275 w 1270000"/>
              <a:gd name="connsiteY61" fmla="*/ 336550 h 2192406"/>
              <a:gd name="connsiteX62" fmla="*/ 1022350 w 1270000"/>
              <a:gd name="connsiteY62" fmla="*/ 327025 h 2192406"/>
              <a:gd name="connsiteX63" fmla="*/ 1006475 w 1270000"/>
              <a:gd name="connsiteY63" fmla="*/ 336550 h 2192406"/>
              <a:gd name="connsiteX64" fmla="*/ 1016000 w 1270000"/>
              <a:gd name="connsiteY64" fmla="*/ 368300 h 2192406"/>
              <a:gd name="connsiteX65" fmla="*/ 984250 w 1270000"/>
              <a:gd name="connsiteY65" fmla="*/ 355600 h 2192406"/>
              <a:gd name="connsiteX66" fmla="*/ 965200 w 1270000"/>
              <a:gd name="connsiteY66" fmla="*/ 377825 h 2192406"/>
              <a:gd name="connsiteX67" fmla="*/ 990600 w 1270000"/>
              <a:gd name="connsiteY67" fmla="*/ 412750 h 2192406"/>
              <a:gd name="connsiteX68" fmla="*/ 1050925 w 1270000"/>
              <a:gd name="connsiteY68" fmla="*/ 431800 h 2192406"/>
              <a:gd name="connsiteX69" fmla="*/ 1082675 w 1270000"/>
              <a:gd name="connsiteY69" fmla="*/ 406400 h 2192406"/>
              <a:gd name="connsiteX70" fmla="*/ 1120775 w 1270000"/>
              <a:gd name="connsiteY70" fmla="*/ 419100 h 2192406"/>
              <a:gd name="connsiteX71" fmla="*/ 1123950 w 1270000"/>
              <a:gd name="connsiteY71" fmla="*/ 447675 h 2192406"/>
              <a:gd name="connsiteX72" fmla="*/ 1111250 w 1270000"/>
              <a:gd name="connsiteY72" fmla="*/ 463550 h 2192406"/>
              <a:gd name="connsiteX73" fmla="*/ 1149350 w 1270000"/>
              <a:gd name="connsiteY73" fmla="*/ 485775 h 2192406"/>
              <a:gd name="connsiteX74" fmla="*/ 1123950 w 1270000"/>
              <a:gd name="connsiteY74" fmla="*/ 504825 h 2192406"/>
              <a:gd name="connsiteX75" fmla="*/ 1089025 w 1270000"/>
              <a:gd name="connsiteY75" fmla="*/ 495300 h 2192406"/>
              <a:gd name="connsiteX76" fmla="*/ 1054100 w 1270000"/>
              <a:gd name="connsiteY76" fmla="*/ 488950 h 2192406"/>
              <a:gd name="connsiteX77" fmla="*/ 1044575 w 1270000"/>
              <a:gd name="connsiteY77" fmla="*/ 438150 h 2192406"/>
              <a:gd name="connsiteX78" fmla="*/ 987425 w 1270000"/>
              <a:gd name="connsiteY78" fmla="*/ 422275 h 2192406"/>
              <a:gd name="connsiteX79" fmla="*/ 984250 w 1270000"/>
              <a:gd name="connsiteY79" fmla="*/ 473075 h 2192406"/>
              <a:gd name="connsiteX80" fmla="*/ 920750 w 1270000"/>
              <a:gd name="connsiteY80" fmla="*/ 527050 h 2192406"/>
              <a:gd name="connsiteX81" fmla="*/ 923925 w 1270000"/>
              <a:gd name="connsiteY81" fmla="*/ 546100 h 2192406"/>
              <a:gd name="connsiteX82" fmla="*/ 898525 w 1270000"/>
              <a:gd name="connsiteY82" fmla="*/ 565150 h 2192406"/>
              <a:gd name="connsiteX83" fmla="*/ 914400 w 1270000"/>
              <a:gd name="connsiteY83" fmla="*/ 590550 h 2192406"/>
              <a:gd name="connsiteX84" fmla="*/ 942975 w 1270000"/>
              <a:gd name="connsiteY84" fmla="*/ 600075 h 2192406"/>
              <a:gd name="connsiteX85" fmla="*/ 971550 w 1270000"/>
              <a:gd name="connsiteY85" fmla="*/ 635000 h 2192406"/>
              <a:gd name="connsiteX86" fmla="*/ 1000125 w 1270000"/>
              <a:gd name="connsiteY86" fmla="*/ 628650 h 2192406"/>
              <a:gd name="connsiteX87" fmla="*/ 1025525 w 1270000"/>
              <a:gd name="connsiteY87" fmla="*/ 673100 h 2192406"/>
              <a:gd name="connsiteX88" fmla="*/ 1060450 w 1270000"/>
              <a:gd name="connsiteY88" fmla="*/ 688975 h 2192406"/>
              <a:gd name="connsiteX89" fmla="*/ 1082675 w 1270000"/>
              <a:gd name="connsiteY89" fmla="*/ 727075 h 2192406"/>
              <a:gd name="connsiteX90" fmla="*/ 1104900 w 1270000"/>
              <a:gd name="connsiteY90" fmla="*/ 746125 h 2192406"/>
              <a:gd name="connsiteX91" fmla="*/ 1155700 w 1270000"/>
              <a:gd name="connsiteY91" fmla="*/ 736600 h 2192406"/>
              <a:gd name="connsiteX92" fmla="*/ 1193800 w 1270000"/>
              <a:gd name="connsiteY92" fmla="*/ 774700 h 2192406"/>
              <a:gd name="connsiteX93" fmla="*/ 1228725 w 1270000"/>
              <a:gd name="connsiteY93" fmla="*/ 777875 h 2192406"/>
              <a:gd name="connsiteX94" fmla="*/ 1270000 w 1270000"/>
              <a:gd name="connsiteY94" fmla="*/ 844550 h 2192406"/>
              <a:gd name="connsiteX95" fmla="*/ 1225550 w 1270000"/>
              <a:gd name="connsiteY95" fmla="*/ 2190750 h 2192406"/>
              <a:gd name="connsiteX96" fmla="*/ 65088 w 1270000"/>
              <a:gd name="connsiteY96" fmla="*/ 2192406 h 2192406"/>
              <a:gd name="connsiteX97" fmla="*/ 0 w 1270000"/>
              <a:gd name="connsiteY97" fmla="*/ 587375 h 2192406"/>
              <a:gd name="connsiteX98" fmla="*/ 28575 w 1270000"/>
              <a:gd name="connsiteY98" fmla="*/ 600075 h 2192406"/>
              <a:gd name="connsiteX99" fmla="*/ 34925 w 1270000"/>
              <a:gd name="connsiteY99" fmla="*/ 622300 h 2192406"/>
              <a:gd name="connsiteX100" fmla="*/ 53975 w 1270000"/>
              <a:gd name="connsiteY100" fmla="*/ 577850 h 2192406"/>
              <a:gd name="connsiteX101" fmla="*/ 82550 w 1270000"/>
              <a:gd name="connsiteY101" fmla="*/ 609600 h 2192406"/>
              <a:gd name="connsiteX102" fmla="*/ 95250 w 1270000"/>
              <a:gd name="connsiteY102" fmla="*/ 631825 h 2192406"/>
              <a:gd name="connsiteX103" fmla="*/ 85725 w 1270000"/>
              <a:gd name="connsiteY103" fmla="*/ 584200 h 2192406"/>
              <a:gd name="connsiteX104" fmla="*/ 107950 w 1270000"/>
              <a:gd name="connsiteY104" fmla="*/ 558800 h 2192406"/>
              <a:gd name="connsiteX105" fmla="*/ 44450 w 1270000"/>
              <a:gd name="connsiteY105" fmla="*/ 501650 h 2192406"/>
              <a:gd name="connsiteX106" fmla="*/ 47625 w 1270000"/>
              <a:gd name="connsiteY106" fmla="*/ 476250 h 2192406"/>
              <a:gd name="connsiteX107" fmla="*/ 92075 w 1270000"/>
              <a:gd name="connsiteY107" fmla="*/ 463550 h 2192406"/>
              <a:gd name="connsiteX108" fmla="*/ 104775 w 1270000"/>
              <a:gd name="connsiteY108" fmla="*/ 381000 h 2192406"/>
              <a:gd name="connsiteX0" fmla="*/ 104775 w 1270000"/>
              <a:gd name="connsiteY0" fmla="*/ 381000 h 2190819"/>
              <a:gd name="connsiteX1" fmla="*/ 155575 w 1270000"/>
              <a:gd name="connsiteY1" fmla="*/ 371475 h 2190819"/>
              <a:gd name="connsiteX2" fmla="*/ 171450 w 1270000"/>
              <a:gd name="connsiteY2" fmla="*/ 342900 h 2190819"/>
              <a:gd name="connsiteX3" fmla="*/ 168275 w 1270000"/>
              <a:gd name="connsiteY3" fmla="*/ 339725 h 2190819"/>
              <a:gd name="connsiteX4" fmla="*/ 152400 w 1270000"/>
              <a:gd name="connsiteY4" fmla="*/ 292100 h 2190819"/>
              <a:gd name="connsiteX5" fmla="*/ 171450 w 1270000"/>
              <a:gd name="connsiteY5" fmla="*/ 285750 h 2190819"/>
              <a:gd name="connsiteX6" fmla="*/ 193675 w 1270000"/>
              <a:gd name="connsiteY6" fmla="*/ 250825 h 2190819"/>
              <a:gd name="connsiteX7" fmla="*/ 219075 w 1270000"/>
              <a:gd name="connsiteY7" fmla="*/ 257175 h 2190819"/>
              <a:gd name="connsiteX8" fmla="*/ 222250 w 1270000"/>
              <a:gd name="connsiteY8" fmla="*/ 209550 h 2190819"/>
              <a:gd name="connsiteX9" fmla="*/ 266700 w 1270000"/>
              <a:gd name="connsiteY9" fmla="*/ 219075 h 2190819"/>
              <a:gd name="connsiteX10" fmla="*/ 288925 w 1270000"/>
              <a:gd name="connsiteY10" fmla="*/ 168275 h 2190819"/>
              <a:gd name="connsiteX11" fmla="*/ 339725 w 1270000"/>
              <a:gd name="connsiteY11" fmla="*/ 196850 h 2190819"/>
              <a:gd name="connsiteX12" fmla="*/ 431800 w 1270000"/>
              <a:gd name="connsiteY12" fmla="*/ 200025 h 2190819"/>
              <a:gd name="connsiteX13" fmla="*/ 463550 w 1270000"/>
              <a:gd name="connsiteY13" fmla="*/ 177800 h 2190819"/>
              <a:gd name="connsiteX14" fmla="*/ 495300 w 1270000"/>
              <a:gd name="connsiteY14" fmla="*/ 206375 h 2190819"/>
              <a:gd name="connsiteX15" fmla="*/ 495300 w 1270000"/>
              <a:gd name="connsiteY15" fmla="*/ 161925 h 2190819"/>
              <a:gd name="connsiteX16" fmla="*/ 514350 w 1270000"/>
              <a:gd name="connsiteY16" fmla="*/ 171450 h 2190819"/>
              <a:gd name="connsiteX17" fmla="*/ 514350 w 1270000"/>
              <a:gd name="connsiteY17" fmla="*/ 130175 h 2190819"/>
              <a:gd name="connsiteX18" fmla="*/ 501650 w 1270000"/>
              <a:gd name="connsiteY18" fmla="*/ 120650 h 2190819"/>
              <a:gd name="connsiteX19" fmla="*/ 495300 w 1270000"/>
              <a:gd name="connsiteY19" fmla="*/ 88900 h 2190819"/>
              <a:gd name="connsiteX20" fmla="*/ 476250 w 1270000"/>
              <a:gd name="connsiteY20" fmla="*/ 66675 h 2190819"/>
              <a:gd name="connsiteX21" fmla="*/ 431800 w 1270000"/>
              <a:gd name="connsiteY21" fmla="*/ 79375 h 2190819"/>
              <a:gd name="connsiteX22" fmla="*/ 384175 w 1270000"/>
              <a:gd name="connsiteY22" fmla="*/ 47625 h 2190819"/>
              <a:gd name="connsiteX23" fmla="*/ 428625 w 1270000"/>
              <a:gd name="connsiteY23" fmla="*/ 22225 h 2190819"/>
              <a:gd name="connsiteX24" fmla="*/ 444500 w 1270000"/>
              <a:gd name="connsiteY24" fmla="*/ 41275 h 2190819"/>
              <a:gd name="connsiteX25" fmla="*/ 479425 w 1270000"/>
              <a:gd name="connsiteY25" fmla="*/ 34925 h 2190819"/>
              <a:gd name="connsiteX26" fmla="*/ 498475 w 1270000"/>
              <a:gd name="connsiteY26" fmla="*/ 0 h 2190819"/>
              <a:gd name="connsiteX27" fmla="*/ 517525 w 1270000"/>
              <a:gd name="connsiteY27" fmla="*/ 41275 h 2190819"/>
              <a:gd name="connsiteX28" fmla="*/ 514350 w 1270000"/>
              <a:gd name="connsiteY28" fmla="*/ 66675 h 2190819"/>
              <a:gd name="connsiteX29" fmla="*/ 527050 w 1270000"/>
              <a:gd name="connsiteY29" fmla="*/ 76200 h 2190819"/>
              <a:gd name="connsiteX30" fmla="*/ 555625 w 1270000"/>
              <a:gd name="connsiteY30" fmla="*/ 53975 h 2190819"/>
              <a:gd name="connsiteX31" fmla="*/ 574675 w 1270000"/>
              <a:gd name="connsiteY31" fmla="*/ 76200 h 2190819"/>
              <a:gd name="connsiteX32" fmla="*/ 574675 w 1270000"/>
              <a:gd name="connsiteY32" fmla="*/ 107950 h 2190819"/>
              <a:gd name="connsiteX33" fmla="*/ 625475 w 1270000"/>
              <a:gd name="connsiteY33" fmla="*/ 111125 h 2190819"/>
              <a:gd name="connsiteX34" fmla="*/ 631825 w 1270000"/>
              <a:gd name="connsiteY34" fmla="*/ 79375 h 2190819"/>
              <a:gd name="connsiteX35" fmla="*/ 641350 w 1270000"/>
              <a:gd name="connsiteY35" fmla="*/ 130175 h 2190819"/>
              <a:gd name="connsiteX36" fmla="*/ 682625 w 1270000"/>
              <a:gd name="connsiteY36" fmla="*/ 111125 h 2190819"/>
              <a:gd name="connsiteX37" fmla="*/ 708025 w 1270000"/>
              <a:gd name="connsiteY37" fmla="*/ 142875 h 2190819"/>
              <a:gd name="connsiteX38" fmla="*/ 739775 w 1270000"/>
              <a:gd name="connsiteY38" fmla="*/ 142875 h 2190819"/>
              <a:gd name="connsiteX39" fmla="*/ 752475 w 1270000"/>
              <a:gd name="connsiteY39" fmla="*/ 165100 h 2190819"/>
              <a:gd name="connsiteX40" fmla="*/ 825500 w 1270000"/>
              <a:gd name="connsiteY40" fmla="*/ 142875 h 2190819"/>
              <a:gd name="connsiteX41" fmla="*/ 882650 w 1270000"/>
              <a:gd name="connsiteY41" fmla="*/ 212725 h 2190819"/>
              <a:gd name="connsiteX42" fmla="*/ 914400 w 1270000"/>
              <a:gd name="connsiteY42" fmla="*/ 200025 h 2190819"/>
              <a:gd name="connsiteX43" fmla="*/ 917575 w 1270000"/>
              <a:gd name="connsiteY43" fmla="*/ 165100 h 2190819"/>
              <a:gd name="connsiteX44" fmla="*/ 968375 w 1270000"/>
              <a:gd name="connsiteY44" fmla="*/ 146050 h 2190819"/>
              <a:gd name="connsiteX45" fmla="*/ 981075 w 1270000"/>
              <a:gd name="connsiteY45" fmla="*/ 161925 h 2190819"/>
              <a:gd name="connsiteX46" fmla="*/ 962025 w 1270000"/>
              <a:gd name="connsiteY46" fmla="*/ 193675 h 2190819"/>
              <a:gd name="connsiteX47" fmla="*/ 993775 w 1270000"/>
              <a:gd name="connsiteY47" fmla="*/ 187325 h 2190819"/>
              <a:gd name="connsiteX48" fmla="*/ 1028700 w 1270000"/>
              <a:gd name="connsiteY48" fmla="*/ 234950 h 2190819"/>
              <a:gd name="connsiteX49" fmla="*/ 1057275 w 1270000"/>
              <a:gd name="connsiteY49" fmla="*/ 206375 h 2190819"/>
              <a:gd name="connsiteX50" fmla="*/ 1025525 w 1270000"/>
              <a:gd name="connsiteY50" fmla="*/ 174625 h 2190819"/>
              <a:gd name="connsiteX51" fmla="*/ 1060450 w 1270000"/>
              <a:gd name="connsiteY51" fmla="*/ 149225 h 2190819"/>
              <a:gd name="connsiteX52" fmla="*/ 1082675 w 1270000"/>
              <a:gd name="connsiteY52" fmla="*/ 114300 h 2190819"/>
              <a:gd name="connsiteX53" fmla="*/ 1085850 w 1270000"/>
              <a:gd name="connsiteY53" fmla="*/ 174625 h 2190819"/>
              <a:gd name="connsiteX54" fmla="*/ 1101725 w 1270000"/>
              <a:gd name="connsiteY54" fmla="*/ 203200 h 2190819"/>
              <a:gd name="connsiteX55" fmla="*/ 1120775 w 1270000"/>
              <a:gd name="connsiteY55" fmla="*/ 184150 h 2190819"/>
              <a:gd name="connsiteX56" fmla="*/ 1139825 w 1270000"/>
              <a:gd name="connsiteY56" fmla="*/ 187325 h 2190819"/>
              <a:gd name="connsiteX57" fmla="*/ 1149350 w 1270000"/>
              <a:gd name="connsiteY57" fmla="*/ 222250 h 2190819"/>
              <a:gd name="connsiteX58" fmla="*/ 1114425 w 1270000"/>
              <a:gd name="connsiteY58" fmla="*/ 234950 h 2190819"/>
              <a:gd name="connsiteX59" fmla="*/ 1076325 w 1270000"/>
              <a:gd name="connsiteY59" fmla="*/ 282575 h 2190819"/>
              <a:gd name="connsiteX60" fmla="*/ 1079500 w 1270000"/>
              <a:gd name="connsiteY60" fmla="*/ 320675 h 2190819"/>
              <a:gd name="connsiteX61" fmla="*/ 1057275 w 1270000"/>
              <a:gd name="connsiteY61" fmla="*/ 336550 h 2190819"/>
              <a:gd name="connsiteX62" fmla="*/ 1022350 w 1270000"/>
              <a:gd name="connsiteY62" fmla="*/ 327025 h 2190819"/>
              <a:gd name="connsiteX63" fmla="*/ 1006475 w 1270000"/>
              <a:gd name="connsiteY63" fmla="*/ 336550 h 2190819"/>
              <a:gd name="connsiteX64" fmla="*/ 1016000 w 1270000"/>
              <a:gd name="connsiteY64" fmla="*/ 368300 h 2190819"/>
              <a:gd name="connsiteX65" fmla="*/ 984250 w 1270000"/>
              <a:gd name="connsiteY65" fmla="*/ 355600 h 2190819"/>
              <a:gd name="connsiteX66" fmla="*/ 965200 w 1270000"/>
              <a:gd name="connsiteY66" fmla="*/ 377825 h 2190819"/>
              <a:gd name="connsiteX67" fmla="*/ 990600 w 1270000"/>
              <a:gd name="connsiteY67" fmla="*/ 412750 h 2190819"/>
              <a:gd name="connsiteX68" fmla="*/ 1050925 w 1270000"/>
              <a:gd name="connsiteY68" fmla="*/ 431800 h 2190819"/>
              <a:gd name="connsiteX69" fmla="*/ 1082675 w 1270000"/>
              <a:gd name="connsiteY69" fmla="*/ 406400 h 2190819"/>
              <a:gd name="connsiteX70" fmla="*/ 1120775 w 1270000"/>
              <a:gd name="connsiteY70" fmla="*/ 419100 h 2190819"/>
              <a:gd name="connsiteX71" fmla="*/ 1123950 w 1270000"/>
              <a:gd name="connsiteY71" fmla="*/ 447675 h 2190819"/>
              <a:gd name="connsiteX72" fmla="*/ 1111250 w 1270000"/>
              <a:gd name="connsiteY72" fmla="*/ 463550 h 2190819"/>
              <a:gd name="connsiteX73" fmla="*/ 1149350 w 1270000"/>
              <a:gd name="connsiteY73" fmla="*/ 485775 h 2190819"/>
              <a:gd name="connsiteX74" fmla="*/ 1123950 w 1270000"/>
              <a:gd name="connsiteY74" fmla="*/ 504825 h 2190819"/>
              <a:gd name="connsiteX75" fmla="*/ 1089025 w 1270000"/>
              <a:gd name="connsiteY75" fmla="*/ 495300 h 2190819"/>
              <a:gd name="connsiteX76" fmla="*/ 1054100 w 1270000"/>
              <a:gd name="connsiteY76" fmla="*/ 488950 h 2190819"/>
              <a:gd name="connsiteX77" fmla="*/ 1044575 w 1270000"/>
              <a:gd name="connsiteY77" fmla="*/ 438150 h 2190819"/>
              <a:gd name="connsiteX78" fmla="*/ 987425 w 1270000"/>
              <a:gd name="connsiteY78" fmla="*/ 422275 h 2190819"/>
              <a:gd name="connsiteX79" fmla="*/ 984250 w 1270000"/>
              <a:gd name="connsiteY79" fmla="*/ 473075 h 2190819"/>
              <a:gd name="connsiteX80" fmla="*/ 920750 w 1270000"/>
              <a:gd name="connsiteY80" fmla="*/ 527050 h 2190819"/>
              <a:gd name="connsiteX81" fmla="*/ 923925 w 1270000"/>
              <a:gd name="connsiteY81" fmla="*/ 546100 h 2190819"/>
              <a:gd name="connsiteX82" fmla="*/ 898525 w 1270000"/>
              <a:gd name="connsiteY82" fmla="*/ 565150 h 2190819"/>
              <a:gd name="connsiteX83" fmla="*/ 914400 w 1270000"/>
              <a:gd name="connsiteY83" fmla="*/ 590550 h 2190819"/>
              <a:gd name="connsiteX84" fmla="*/ 942975 w 1270000"/>
              <a:gd name="connsiteY84" fmla="*/ 600075 h 2190819"/>
              <a:gd name="connsiteX85" fmla="*/ 971550 w 1270000"/>
              <a:gd name="connsiteY85" fmla="*/ 635000 h 2190819"/>
              <a:gd name="connsiteX86" fmla="*/ 1000125 w 1270000"/>
              <a:gd name="connsiteY86" fmla="*/ 628650 h 2190819"/>
              <a:gd name="connsiteX87" fmla="*/ 1025525 w 1270000"/>
              <a:gd name="connsiteY87" fmla="*/ 673100 h 2190819"/>
              <a:gd name="connsiteX88" fmla="*/ 1060450 w 1270000"/>
              <a:gd name="connsiteY88" fmla="*/ 688975 h 2190819"/>
              <a:gd name="connsiteX89" fmla="*/ 1082675 w 1270000"/>
              <a:gd name="connsiteY89" fmla="*/ 727075 h 2190819"/>
              <a:gd name="connsiteX90" fmla="*/ 1104900 w 1270000"/>
              <a:gd name="connsiteY90" fmla="*/ 746125 h 2190819"/>
              <a:gd name="connsiteX91" fmla="*/ 1155700 w 1270000"/>
              <a:gd name="connsiteY91" fmla="*/ 736600 h 2190819"/>
              <a:gd name="connsiteX92" fmla="*/ 1193800 w 1270000"/>
              <a:gd name="connsiteY92" fmla="*/ 774700 h 2190819"/>
              <a:gd name="connsiteX93" fmla="*/ 1228725 w 1270000"/>
              <a:gd name="connsiteY93" fmla="*/ 777875 h 2190819"/>
              <a:gd name="connsiteX94" fmla="*/ 1270000 w 1270000"/>
              <a:gd name="connsiteY94" fmla="*/ 844550 h 2190819"/>
              <a:gd name="connsiteX95" fmla="*/ 1225550 w 1270000"/>
              <a:gd name="connsiteY95" fmla="*/ 2190750 h 2190819"/>
              <a:gd name="connsiteX96" fmla="*/ 55563 w 1270000"/>
              <a:gd name="connsiteY96" fmla="*/ 2190819 h 2190819"/>
              <a:gd name="connsiteX97" fmla="*/ 0 w 1270000"/>
              <a:gd name="connsiteY97" fmla="*/ 587375 h 2190819"/>
              <a:gd name="connsiteX98" fmla="*/ 28575 w 1270000"/>
              <a:gd name="connsiteY98" fmla="*/ 600075 h 2190819"/>
              <a:gd name="connsiteX99" fmla="*/ 34925 w 1270000"/>
              <a:gd name="connsiteY99" fmla="*/ 622300 h 2190819"/>
              <a:gd name="connsiteX100" fmla="*/ 53975 w 1270000"/>
              <a:gd name="connsiteY100" fmla="*/ 577850 h 2190819"/>
              <a:gd name="connsiteX101" fmla="*/ 82550 w 1270000"/>
              <a:gd name="connsiteY101" fmla="*/ 609600 h 2190819"/>
              <a:gd name="connsiteX102" fmla="*/ 95250 w 1270000"/>
              <a:gd name="connsiteY102" fmla="*/ 631825 h 2190819"/>
              <a:gd name="connsiteX103" fmla="*/ 85725 w 1270000"/>
              <a:gd name="connsiteY103" fmla="*/ 584200 h 2190819"/>
              <a:gd name="connsiteX104" fmla="*/ 107950 w 1270000"/>
              <a:gd name="connsiteY104" fmla="*/ 558800 h 2190819"/>
              <a:gd name="connsiteX105" fmla="*/ 44450 w 1270000"/>
              <a:gd name="connsiteY105" fmla="*/ 501650 h 2190819"/>
              <a:gd name="connsiteX106" fmla="*/ 47625 w 1270000"/>
              <a:gd name="connsiteY106" fmla="*/ 476250 h 2190819"/>
              <a:gd name="connsiteX107" fmla="*/ 92075 w 1270000"/>
              <a:gd name="connsiteY107" fmla="*/ 463550 h 2190819"/>
              <a:gd name="connsiteX108" fmla="*/ 104775 w 1270000"/>
              <a:gd name="connsiteY108" fmla="*/ 381000 h 219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270000" h="2190819">
                <a:moveTo>
                  <a:pt x="104775" y="381000"/>
                </a:moveTo>
                <a:cubicBezTo>
                  <a:pt x="154761" y="377668"/>
                  <a:pt x="145285" y="392056"/>
                  <a:pt x="155575" y="371475"/>
                </a:cubicBezTo>
                <a:cubicBezTo>
                  <a:pt x="171612" y="355438"/>
                  <a:pt x="179470" y="358939"/>
                  <a:pt x="171450" y="342900"/>
                </a:cubicBezTo>
                <a:cubicBezTo>
                  <a:pt x="170781" y="341561"/>
                  <a:pt x="169333" y="340783"/>
                  <a:pt x="168275" y="339725"/>
                </a:cubicBezTo>
                <a:lnTo>
                  <a:pt x="152400" y="292100"/>
                </a:lnTo>
                <a:lnTo>
                  <a:pt x="171450" y="285750"/>
                </a:lnTo>
                <a:cubicBezTo>
                  <a:pt x="188201" y="248898"/>
                  <a:pt x="174537" y="250825"/>
                  <a:pt x="193675" y="250825"/>
                </a:cubicBezTo>
                <a:lnTo>
                  <a:pt x="219075" y="257175"/>
                </a:lnTo>
                <a:lnTo>
                  <a:pt x="222250" y="209550"/>
                </a:lnTo>
                <a:lnTo>
                  <a:pt x="266700" y="219075"/>
                </a:lnTo>
                <a:lnTo>
                  <a:pt x="288925" y="168275"/>
                </a:lnTo>
                <a:cubicBezTo>
                  <a:pt x="335155" y="197995"/>
                  <a:pt x="315761" y="196850"/>
                  <a:pt x="339725" y="196850"/>
                </a:cubicBezTo>
                <a:lnTo>
                  <a:pt x="431800" y="200025"/>
                </a:lnTo>
                <a:lnTo>
                  <a:pt x="463550" y="177800"/>
                </a:lnTo>
                <a:lnTo>
                  <a:pt x="495300" y="206375"/>
                </a:lnTo>
                <a:cubicBezTo>
                  <a:pt x="485110" y="158820"/>
                  <a:pt x="470622" y="161925"/>
                  <a:pt x="495300" y="161925"/>
                </a:cubicBezTo>
                <a:cubicBezTo>
                  <a:pt x="512083" y="171995"/>
                  <a:pt x="505004" y="171450"/>
                  <a:pt x="514350" y="171450"/>
                </a:cubicBezTo>
                <a:lnTo>
                  <a:pt x="514350" y="130175"/>
                </a:lnTo>
                <a:lnTo>
                  <a:pt x="501650" y="120650"/>
                </a:lnTo>
                <a:lnTo>
                  <a:pt x="495300" y="88900"/>
                </a:lnTo>
                <a:lnTo>
                  <a:pt x="476250" y="66675"/>
                </a:lnTo>
                <a:lnTo>
                  <a:pt x="431800" y="79375"/>
                </a:lnTo>
                <a:lnTo>
                  <a:pt x="384175" y="47625"/>
                </a:lnTo>
                <a:lnTo>
                  <a:pt x="428625" y="22225"/>
                </a:lnTo>
                <a:lnTo>
                  <a:pt x="444500" y="41275"/>
                </a:lnTo>
                <a:lnTo>
                  <a:pt x="479425" y="34925"/>
                </a:lnTo>
                <a:lnTo>
                  <a:pt x="498475" y="0"/>
                </a:lnTo>
                <a:lnTo>
                  <a:pt x="517525" y="41275"/>
                </a:lnTo>
                <a:lnTo>
                  <a:pt x="514350" y="66675"/>
                </a:lnTo>
                <a:lnTo>
                  <a:pt x="527050" y="76200"/>
                </a:lnTo>
                <a:lnTo>
                  <a:pt x="555625" y="53975"/>
                </a:lnTo>
                <a:cubicBezTo>
                  <a:pt x="578598" y="76948"/>
                  <a:pt x="588327" y="76200"/>
                  <a:pt x="574675" y="76200"/>
                </a:cubicBezTo>
                <a:lnTo>
                  <a:pt x="574675" y="107950"/>
                </a:lnTo>
                <a:lnTo>
                  <a:pt x="625475" y="111125"/>
                </a:lnTo>
                <a:lnTo>
                  <a:pt x="631825" y="79375"/>
                </a:lnTo>
                <a:lnTo>
                  <a:pt x="641350" y="130175"/>
                </a:lnTo>
                <a:lnTo>
                  <a:pt x="682625" y="111125"/>
                </a:lnTo>
                <a:lnTo>
                  <a:pt x="708025" y="142875"/>
                </a:lnTo>
                <a:lnTo>
                  <a:pt x="739775" y="142875"/>
                </a:lnTo>
                <a:lnTo>
                  <a:pt x="752475" y="165100"/>
                </a:lnTo>
                <a:cubicBezTo>
                  <a:pt x="823334" y="142554"/>
                  <a:pt x="797891" y="142875"/>
                  <a:pt x="825500" y="142875"/>
                </a:cubicBezTo>
                <a:lnTo>
                  <a:pt x="882650" y="212725"/>
                </a:lnTo>
                <a:lnTo>
                  <a:pt x="914400" y="200025"/>
                </a:lnTo>
                <a:lnTo>
                  <a:pt x="917575" y="165100"/>
                </a:lnTo>
                <a:lnTo>
                  <a:pt x="968375" y="146050"/>
                </a:lnTo>
                <a:lnTo>
                  <a:pt x="981075" y="161925"/>
                </a:lnTo>
                <a:lnTo>
                  <a:pt x="962025" y="193675"/>
                </a:lnTo>
                <a:lnTo>
                  <a:pt x="993775" y="187325"/>
                </a:lnTo>
                <a:lnTo>
                  <a:pt x="1028700" y="234950"/>
                </a:lnTo>
                <a:cubicBezTo>
                  <a:pt x="1058066" y="208847"/>
                  <a:pt x="1057275" y="222294"/>
                  <a:pt x="1057275" y="206375"/>
                </a:cubicBezTo>
                <a:lnTo>
                  <a:pt x="1025525" y="174625"/>
                </a:lnTo>
                <a:lnTo>
                  <a:pt x="1060450" y="149225"/>
                </a:lnTo>
                <a:lnTo>
                  <a:pt x="1082675" y="114300"/>
                </a:lnTo>
                <a:lnTo>
                  <a:pt x="1085850" y="174625"/>
                </a:lnTo>
                <a:cubicBezTo>
                  <a:pt x="1102198" y="207322"/>
                  <a:pt x="1101725" y="218208"/>
                  <a:pt x="1101725" y="203200"/>
                </a:cubicBezTo>
                <a:lnTo>
                  <a:pt x="1120775" y="184150"/>
                </a:lnTo>
                <a:lnTo>
                  <a:pt x="1139825" y="187325"/>
                </a:lnTo>
                <a:lnTo>
                  <a:pt x="1149350" y="222250"/>
                </a:lnTo>
                <a:cubicBezTo>
                  <a:pt x="1116617" y="235343"/>
                  <a:pt x="1128999" y="234950"/>
                  <a:pt x="1114425" y="234950"/>
                </a:cubicBezTo>
                <a:lnTo>
                  <a:pt x="1076325" y="282575"/>
                </a:lnTo>
                <a:lnTo>
                  <a:pt x="1079500" y="320675"/>
                </a:lnTo>
                <a:lnTo>
                  <a:pt x="1057275" y="336550"/>
                </a:lnTo>
                <a:lnTo>
                  <a:pt x="1022350" y="327025"/>
                </a:lnTo>
                <a:lnTo>
                  <a:pt x="1006475" y="336550"/>
                </a:lnTo>
                <a:lnTo>
                  <a:pt x="1016000" y="368300"/>
                </a:lnTo>
                <a:lnTo>
                  <a:pt x="984250" y="355600"/>
                </a:lnTo>
                <a:lnTo>
                  <a:pt x="965200" y="377825"/>
                </a:lnTo>
                <a:lnTo>
                  <a:pt x="990600" y="412750"/>
                </a:lnTo>
                <a:lnTo>
                  <a:pt x="1050925" y="431800"/>
                </a:lnTo>
                <a:lnTo>
                  <a:pt x="1082675" y="406400"/>
                </a:lnTo>
                <a:lnTo>
                  <a:pt x="1120775" y="419100"/>
                </a:lnTo>
                <a:lnTo>
                  <a:pt x="1123950" y="447675"/>
                </a:lnTo>
                <a:lnTo>
                  <a:pt x="1111250" y="463550"/>
                </a:lnTo>
                <a:lnTo>
                  <a:pt x="1149350" y="485775"/>
                </a:lnTo>
                <a:lnTo>
                  <a:pt x="1123950" y="504825"/>
                </a:lnTo>
                <a:lnTo>
                  <a:pt x="1089025" y="495300"/>
                </a:lnTo>
                <a:lnTo>
                  <a:pt x="1054100" y="488950"/>
                </a:lnTo>
                <a:lnTo>
                  <a:pt x="1044575" y="438150"/>
                </a:lnTo>
                <a:lnTo>
                  <a:pt x="987425" y="422275"/>
                </a:lnTo>
                <a:lnTo>
                  <a:pt x="984250" y="473075"/>
                </a:lnTo>
                <a:lnTo>
                  <a:pt x="920750" y="527050"/>
                </a:lnTo>
                <a:lnTo>
                  <a:pt x="923925" y="546100"/>
                </a:lnTo>
                <a:lnTo>
                  <a:pt x="898525" y="565150"/>
                </a:lnTo>
                <a:cubicBezTo>
                  <a:pt x="911698" y="591497"/>
                  <a:pt x="901759" y="590550"/>
                  <a:pt x="914400" y="590550"/>
                </a:cubicBezTo>
                <a:lnTo>
                  <a:pt x="942975" y="600075"/>
                </a:lnTo>
                <a:lnTo>
                  <a:pt x="971550" y="635000"/>
                </a:lnTo>
                <a:lnTo>
                  <a:pt x="1000125" y="628650"/>
                </a:lnTo>
                <a:lnTo>
                  <a:pt x="1025525" y="673100"/>
                </a:lnTo>
                <a:lnTo>
                  <a:pt x="1060450" y="688975"/>
                </a:lnTo>
                <a:lnTo>
                  <a:pt x="1082675" y="727075"/>
                </a:lnTo>
                <a:lnTo>
                  <a:pt x="1104900" y="746125"/>
                </a:lnTo>
                <a:lnTo>
                  <a:pt x="1155700" y="736600"/>
                </a:lnTo>
                <a:cubicBezTo>
                  <a:pt x="1188805" y="776326"/>
                  <a:pt x="1170918" y="774700"/>
                  <a:pt x="1193800" y="774700"/>
                </a:cubicBezTo>
                <a:cubicBezTo>
                  <a:pt x="1226603" y="777980"/>
                  <a:pt x="1214914" y="777875"/>
                  <a:pt x="1228725" y="777875"/>
                </a:cubicBezTo>
                <a:lnTo>
                  <a:pt x="1270000" y="844550"/>
                </a:lnTo>
                <a:lnTo>
                  <a:pt x="1225550" y="2190750"/>
                </a:lnTo>
                <a:lnTo>
                  <a:pt x="55563" y="2190819"/>
                </a:lnTo>
                <a:lnTo>
                  <a:pt x="0" y="587375"/>
                </a:lnTo>
                <a:lnTo>
                  <a:pt x="28575" y="600075"/>
                </a:lnTo>
                <a:cubicBezTo>
                  <a:pt x="35182" y="626502"/>
                  <a:pt x="34925" y="634202"/>
                  <a:pt x="34925" y="622300"/>
                </a:cubicBezTo>
                <a:lnTo>
                  <a:pt x="53975" y="577850"/>
                </a:lnTo>
                <a:lnTo>
                  <a:pt x="82550" y="609600"/>
                </a:lnTo>
                <a:lnTo>
                  <a:pt x="95250" y="631825"/>
                </a:lnTo>
                <a:cubicBezTo>
                  <a:pt x="85503" y="586340"/>
                  <a:pt x="85725" y="602528"/>
                  <a:pt x="85725" y="584200"/>
                </a:cubicBezTo>
                <a:cubicBezTo>
                  <a:pt x="113018" y="563730"/>
                  <a:pt x="115858" y="574616"/>
                  <a:pt x="107950" y="558800"/>
                </a:cubicBezTo>
                <a:lnTo>
                  <a:pt x="44450" y="501650"/>
                </a:lnTo>
                <a:lnTo>
                  <a:pt x="47625" y="476250"/>
                </a:lnTo>
                <a:lnTo>
                  <a:pt x="92075" y="463550"/>
                </a:lnTo>
                <a:lnTo>
                  <a:pt x="104775" y="381000"/>
                </a:ln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3" name="Freeform 396">
            <a:extLst>
              <a:ext uri="{FF2B5EF4-FFF2-40B4-BE49-F238E27FC236}">
                <a16:creationId xmlns:a16="http://schemas.microsoft.com/office/drawing/2014/main" id="{6F2C2202-BCEA-427A-B1B5-D0C2D37B608A}"/>
              </a:ext>
            </a:extLst>
          </p:cNvPr>
          <p:cNvSpPr/>
          <p:nvPr>
            <p:custDataLst>
              <p:tags r:id="rId5"/>
            </p:custDataLst>
          </p:nvPr>
        </p:nvSpPr>
        <p:spPr bwMode="auto">
          <a:xfrm>
            <a:off x="6154301" y="1196298"/>
            <a:ext cx="247275" cy="147316"/>
          </a:xfrm>
          <a:custGeom>
            <a:avLst/>
            <a:gdLst>
              <a:gd name="connsiteX0" fmla="*/ 57150 w 229655"/>
              <a:gd name="connsiteY0" fmla="*/ 0 h 136137"/>
              <a:gd name="connsiteX1" fmla="*/ 100012 w 229655"/>
              <a:gd name="connsiteY1" fmla="*/ 42862 h 136137"/>
              <a:gd name="connsiteX2" fmla="*/ 166687 w 229655"/>
              <a:gd name="connsiteY2" fmla="*/ 38100 h 136137"/>
              <a:gd name="connsiteX3" fmla="*/ 190500 w 229655"/>
              <a:gd name="connsiteY3" fmla="*/ 4762 h 136137"/>
              <a:gd name="connsiteX4" fmla="*/ 228600 w 229655"/>
              <a:gd name="connsiteY4" fmla="*/ 52387 h 136137"/>
              <a:gd name="connsiteX5" fmla="*/ 185737 w 229655"/>
              <a:gd name="connsiteY5" fmla="*/ 80962 h 136137"/>
              <a:gd name="connsiteX6" fmla="*/ 147637 w 229655"/>
              <a:gd name="connsiteY6" fmla="*/ 133350 h 136137"/>
              <a:gd name="connsiteX7" fmla="*/ 95250 w 229655"/>
              <a:gd name="connsiteY7" fmla="*/ 100012 h 136137"/>
              <a:gd name="connsiteX8" fmla="*/ 0 w 229655"/>
              <a:gd name="connsiteY8" fmla="*/ 109537 h 136137"/>
              <a:gd name="connsiteX9" fmla="*/ 14287 w 229655"/>
              <a:gd name="connsiteY9" fmla="*/ 61912 h 136137"/>
              <a:gd name="connsiteX10" fmla="*/ 14287 w 229655"/>
              <a:gd name="connsiteY10" fmla="*/ 38100 h 136137"/>
              <a:gd name="connsiteX11" fmla="*/ 57150 w 229655"/>
              <a:gd name="connsiteY11" fmla="*/ 0 h 136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655" h="136137">
                <a:moveTo>
                  <a:pt x="57150" y="0"/>
                </a:moveTo>
                <a:lnTo>
                  <a:pt x="100012" y="42862"/>
                </a:lnTo>
                <a:lnTo>
                  <a:pt x="166687" y="38100"/>
                </a:lnTo>
                <a:lnTo>
                  <a:pt x="190500" y="4762"/>
                </a:lnTo>
                <a:cubicBezTo>
                  <a:pt x="229655" y="48811"/>
                  <a:pt x="228600" y="28509"/>
                  <a:pt x="228600" y="52387"/>
                </a:cubicBezTo>
                <a:lnTo>
                  <a:pt x="185737" y="80962"/>
                </a:lnTo>
                <a:cubicBezTo>
                  <a:pt x="155642" y="136137"/>
                  <a:pt x="177053" y="133350"/>
                  <a:pt x="147637" y="133350"/>
                </a:cubicBezTo>
                <a:lnTo>
                  <a:pt x="95250" y="100012"/>
                </a:lnTo>
                <a:lnTo>
                  <a:pt x="0" y="109537"/>
                </a:lnTo>
                <a:cubicBezTo>
                  <a:pt x="15402" y="68464"/>
                  <a:pt x="14287" y="85001"/>
                  <a:pt x="14287" y="61912"/>
                </a:cubicBezTo>
                <a:lnTo>
                  <a:pt x="14287" y="38100"/>
                </a:lnTo>
                <a:lnTo>
                  <a:pt x="57150" y="0"/>
                </a:lnTo>
                <a:close/>
              </a:path>
            </a:pathLst>
          </a:custGeom>
          <a:solidFill>
            <a:srgbClr val="D9D9D9"/>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4" name="Freeform 397">
            <a:extLst>
              <a:ext uri="{FF2B5EF4-FFF2-40B4-BE49-F238E27FC236}">
                <a16:creationId xmlns:a16="http://schemas.microsoft.com/office/drawing/2014/main" id="{E734B813-C5BC-449E-BEE0-954E98661258}"/>
              </a:ext>
            </a:extLst>
          </p:cNvPr>
          <p:cNvSpPr/>
          <p:nvPr>
            <p:custDataLst>
              <p:tags r:id="rId6"/>
            </p:custDataLst>
          </p:nvPr>
        </p:nvSpPr>
        <p:spPr bwMode="auto">
          <a:xfrm>
            <a:off x="7080307" y="5017923"/>
            <a:ext cx="214874" cy="68518"/>
          </a:xfrm>
          <a:custGeom>
            <a:avLst/>
            <a:gdLst>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0 w 200025"/>
              <a:gd name="connsiteY8" fmla="*/ 31750 h 63500"/>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42863 w 200025"/>
              <a:gd name="connsiteY8" fmla="*/ 44450 h 63500"/>
              <a:gd name="connsiteX9" fmla="*/ 0 w 200025"/>
              <a:gd name="connsiteY9" fmla="*/ 31750 h 63500"/>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45243 w 200025"/>
              <a:gd name="connsiteY8" fmla="*/ 63500 h 63500"/>
              <a:gd name="connsiteX9" fmla="*/ 0 w 200025"/>
              <a:gd name="connsiteY9" fmla="*/ 31750 h 6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025" h="63500">
                <a:moveTo>
                  <a:pt x="0" y="31750"/>
                </a:moveTo>
                <a:lnTo>
                  <a:pt x="57150" y="0"/>
                </a:lnTo>
                <a:lnTo>
                  <a:pt x="117475" y="0"/>
                </a:lnTo>
                <a:lnTo>
                  <a:pt x="155575" y="34925"/>
                </a:lnTo>
                <a:lnTo>
                  <a:pt x="200025" y="38100"/>
                </a:lnTo>
                <a:lnTo>
                  <a:pt x="200025" y="44450"/>
                </a:lnTo>
                <a:lnTo>
                  <a:pt x="146050" y="41275"/>
                </a:lnTo>
                <a:lnTo>
                  <a:pt x="120650" y="63500"/>
                </a:lnTo>
                <a:lnTo>
                  <a:pt x="45243" y="63500"/>
                </a:lnTo>
                <a:lnTo>
                  <a:pt x="0" y="31750"/>
                </a:lnTo>
                <a:close/>
              </a:path>
            </a:pathLst>
          </a:custGeom>
          <a:solidFill>
            <a:srgbClr val="4A545D">
              <a:lumMod val="40000"/>
              <a:lumOff val="60000"/>
            </a:srgbClr>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5" name="Freeform 398">
            <a:extLst>
              <a:ext uri="{FF2B5EF4-FFF2-40B4-BE49-F238E27FC236}">
                <a16:creationId xmlns:a16="http://schemas.microsoft.com/office/drawing/2014/main" id="{DACDF055-5993-48D5-A8FE-FEA16111B086}"/>
              </a:ext>
            </a:extLst>
          </p:cNvPr>
          <p:cNvSpPr/>
          <p:nvPr>
            <p:custDataLst>
              <p:tags r:id="rId7"/>
            </p:custDataLst>
          </p:nvPr>
        </p:nvSpPr>
        <p:spPr bwMode="auto">
          <a:xfrm>
            <a:off x="7626018" y="4798663"/>
            <a:ext cx="1130648" cy="839354"/>
          </a:xfrm>
          <a:custGeom>
            <a:avLst/>
            <a:gdLst>
              <a:gd name="connsiteX0" fmla="*/ 107950 w 1022350"/>
              <a:gd name="connsiteY0" fmla="*/ 47625 h 793750"/>
              <a:gd name="connsiteX1" fmla="*/ 152400 w 1022350"/>
              <a:gd name="connsiteY1" fmla="*/ 22225 h 793750"/>
              <a:gd name="connsiteX2" fmla="*/ 225425 w 1022350"/>
              <a:gd name="connsiteY2" fmla="*/ 79375 h 793750"/>
              <a:gd name="connsiteX3" fmla="*/ 212725 w 1022350"/>
              <a:gd name="connsiteY3" fmla="*/ 120650 h 793750"/>
              <a:gd name="connsiteX4" fmla="*/ 228600 w 1022350"/>
              <a:gd name="connsiteY4" fmla="*/ 146050 h 793750"/>
              <a:gd name="connsiteX5" fmla="*/ 263525 w 1022350"/>
              <a:gd name="connsiteY5" fmla="*/ 107950 h 793750"/>
              <a:gd name="connsiteX6" fmla="*/ 288925 w 1022350"/>
              <a:gd name="connsiteY6" fmla="*/ 142875 h 793750"/>
              <a:gd name="connsiteX7" fmla="*/ 323850 w 1022350"/>
              <a:gd name="connsiteY7" fmla="*/ 152400 h 793750"/>
              <a:gd name="connsiteX8" fmla="*/ 327025 w 1022350"/>
              <a:gd name="connsiteY8" fmla="*/ 219075 h 793750"/>
              <a:gd name="connsiteX9" fmla="*/ 403225 w 1022350"/>
              <a:gd name="connsiteY9" fmla="*/ 282575 h 793750"/>
              <a:gd name="connsiteX10" fmla="*/ 447675 w 1022350"/>
              <a:gd name="connsiteY10" fmla="*/ 352425 h 793750"/>
              <a:gd name="connsiteX11" fmla="*/ 488950 w 1022350"/>
              <a:gd name="connsiteY11" fmla="*/ 355600 h 793750"/>
              <a:gd name="connsiteX12" fmla="*/ 492125 w 1022350"/>
              <a:gd name="connsiteY12" fmla="*/ 323850 h 793750"/>
              <a:gd name="connsiteX13" fmla="*/ 527050 w 1022350"/>
              <a:gd name="connsiteY13" fmla="*/ 327025 h 793750"/>
              <a:gd name="connsiteX14" fmla="*/ 558800 w 1022350"/>
              <a:gd name="connsiteY14" fmla="*/ 349250 h 793750"/>
              <a:gd name="connsiteX15" fmla="*/ 619125 w 1022350"/>
              <a:gd name="connsiteY15" fmla="*/ 339725 h 793750"/>
              <a:gd name="connsiteX16" fmla="*/ 647700 w 1022350"/>
              <a:gd name="connsiteY16" fmla="*/ 361950 h 793750"/>
              <a:gd name="connsiteX17" fmla="*/ 701675 w 1022350"/>
              <a:gd name="connsiteY17" fmla="*/ 355600 h 793750"/>
              <a:gd name="connsiteX18" fmla="*/ 774700 w 1022350"/>
              <a:gd name="connsiteY18" fmla="*/ 365125 h 793750"/>
              <a:gd name="connsiteX19" fmla="*/ 812800 w 1022350"/>
              <a:gd name="connsiteY19" fmla="*/ 355600 h 793750"/>
              <a:gd name="connsiteX20" fmla="*/ 838200 w 1022350"/>
              <a:gd name="connsiteY20" fmla="*/ 396875 h 793750"/>
              <a:gd name="connsiteX21" fmla="*/ 838200 w 1022350"/>
              <a:gd name="connsiteY21" fmla="*/ 479425 h 793750"/>
              <a:gd name="connsiteX22" fmla="*/ 911225 w 1022350"/>
              <a:gd name="connsiteY22" fmla="*/ 536575 h 793750"/>
              <a:gd name="connsiteX23" fmla="*/ 974725 w 1022350"/>
              <a:gd name="connsiteY23" fmla="*/ 568325 h 793750"/>
              <a:gd name="connsiteX24" fmla="*/ 1022350 w 1022350"/>
              <a:gd name="connsiteY24" fmla="*/ 606425 h 793750"/>
              <a:gd name="connsiteX25" fmla="*/ 993775 w 1022350"/>
              <a:gd name="connsiteY25" fmla="*/ 647700 h 793750"/>
              <a:gd name="connsiteX26" fmla="*/ 860425 w 1022350"/>
              <a:gd name="connsiteY26" fmla="*/ 638175 h 793750"/>
              <a:gd name="connsiteX27" fmla="*/ 815975 w 1022350"/>
              <a:gd name="connsiteY27" fmla="*/ 625475 h 793750"/>
              <a:gd name="connsiteX28" fmla="*/ 733425 w 1022350"/>
              <a:gd name="connsiteY28" fmla="*/ 673100 h 793750"/>
              <a:gd name="connsiteX29" fmla="*/ 692150 w 1022350"/>
              <a:gd name="connsiteY29" fmla="*/ 704850 h 793750"/>
              <a:gd name="connsiteX30" fmla="*/ 663575 w 1022350"/>
              <a:gd name="connsiteY30" fmla="*/ 742950 h 793750"/>
              <a:gd name="connsiteX31" fmla="*/ 631825 w 1022350"/>
              <a:gd name="connsiteY31" fmla="*/ 746125 h 793750"/>
              <a:gd name="connsiteX32" fmla="*/ 609600 w 1022350"/>
              <a:gd name="connsiteY32" fmla="*/ 793750 h 793750"/>
              <a:gd name="connsiteX33" fmla="*/ 590550 w 1022350"/>
              <a:gd name="connsiteY33" fmla="*/ 762000 h 793750"/>
              <a:gd name="connsiteX34" fmla="*/ 561975 w 1022350"/>
              <a:gd name="connsiteY34" fmla="*/ 765175 h 793750"/>
              <a:gd name="connsiteX35" fmla="*/ 536575 w 1022350"/>
              <a:gd name="connsiteY35" fmla="*/ 727075 h 793750"/>
              <a:gd name="connsiteX36" fmla="*/ 517525 w 1022350"/>
              <a:gd name="connsiteY36" fmla="*/ 727075 h 793750"/>
              <a:gd name="connsiteX37" fmla="*/ 498475 w 1022350"/>
              <a:gd name="connsiteY37" fmla="*/ 704850 h 793750"/>
              <a:gd name="connsiteX38" fmla="*/ 517525 w 1022350"/>
              <a:gd name="connsiteY38" fmla="*/ 676275 h 793750"/>
              <a:gd name="connsiteX39" fmla="*/ 508000 w 1022350"/>
              <a:gd name="connsiteY39" fmla="*/ 669925 h 793750"/>
              <a:gd name="connsiteX40" fmla="*/ 473075 w 1022350"/>
              <a:gd name="connsiteY40" fmla="*/ 688975 h 793750"/>
              <a:gd name="connsiteX41" fmla="*/ 438150 w 1022350"/>
              <a:gd name="connsiteY41" fmla="*/ 676275 h 793750"/>
              <a:gd name="connsiteX42" fmla="*/ 479425 w 1022350"/>
              <a:gd name="connsiteY42" fmla="*/ 657225 h 793750"/>
              <a:gd name="connsiteX43" fmla="*/ 476250 w 1022350"/>
              <a:gd name="connsiteY43" fmla="*/ 628650 h 793750"/>
              <a:gd name="connsiteX44" fmla="*/ 444500 w 1022350"/>
              <a:gd name="connsiteY44" fmla="*/ 606425 h 793750"/>
              <a:gd name="connsiteX45" fmla="*/ 406400 w 1022350"/>
              <a:gd name="connsiteY45" fmla="*/ 619125 h 793750"/>
              <a:gd name="connsiteX46" fmla="*/ 425450 w 1022350"/>
              <a:gd name="connsiteY46" fmla="*/ 654050 h 793750"/>
              <a:gd name="connsiteX47" fmla="*/ 396875 w 1022350"/>
              <a:gd name="connsiteY47" fmla="*/ 663575 h 793750"/>
              <a:gd name="connsiteX48" fmla="*/ 365125 w 1022350"/>
              <a:gd name="connsiteY48" fmla="*/ 663575 h 793750"/>
              <a:gd name="connsiteX49" fmla="*/ 307975 w 1022350"/>
              <a:gd name="connsiteY49" fmla="*/ 720725 h 793750"/>
              <a:gd name="connsiteX50" fmla="*/ 244475 w 1022350"/>
              <a:gd name="connsiteY50" fmla="*/ 717550 h 793750"/>
              <a:gd name="connsiteX51" fmla="*/ 190500 w 1022350"/>
              <a:gd name="connsiteY51" fmla="*/ 660400 h 793750"/>
              <a:gd name="connsiteX52" fmla="*/ 149225 w 1022350"/>
              <a:gd name="connsiteY52" fmla="*/ 660400 h 793750"/>
              <a:gd name="connsiteX53" fmla="*/ 111125 w 1022350"/>
              <a:gd name="connsiteY53" fmla="*/ 619125 h 793750"/>
              <a:gd name="connsiteX54" fmla="*/ 73025 w 1022350"/>
              <a:gd name="connsiteY54" fmla="*/ 641350 h 793750"/>
              <a:gd name="connsiteX55" fmla="*/ 38100 w 1022350"/>
              <a:gd name="connsiteY55" fmla="*/ 641350 h 793750"/>
              <a:gd name="connsiteX56" fmla="*/ 0 w 1022350"/>
              <a:gd name="connsiteY56" fmla="*/ 606425 h 793750"/>
              <a:gd name="connsiteX57" fmla="*/ 41275 w 1022350"/>
              <a:gd name="connsiteY57" fmla="*/ 0 h 793750"/>
              <a:gd name="connsiteX58" fmla="*/ 107950 w 1022350"/>
              <a:gd name="connsiteY58" fmla="*/ 47625 h 793750"/>
              <a:gd name="connsiteX0" fmla="*/ 107950 w 1022350"/>
              <a:gd name="connsiteY0" fmla="*/ 29369 h 775494"/>
              <a:gd name="connsiteX1" fmla="*/ 152400 w 1022350"/>
              <a:gd name="connsiteY1" fmla="*/ 3969 h 775494"/>
              <a:gd name="connsiteX2" fmla="*/ 225425 w 1022350"/>
              <a:gd name="connsiteY2" fmla="*/ 61119 h 775494"/>
              <a:gd name="connsiteX3" fmla="*/ 212725 w 1022350"/>
              <a:gd name="connsiteY3" fmla="*/ 102394 h 775494"/>
              <a:gd name="connsiteX4" fmla="*/ 228600 w 1022350"/>
              <a:gd name="connsiteY4" fmla="*/ 127794 h 775494"/>
              <a:gd name="connsiteX5" fmla="*/ 263525 w 1022350"/>
              <a:gd name="connsiteY5" fmla="*/ 89694 h 775494"/>
              <a:gd name="connsiteX6" fmla="*/ 288925 w 1022350"/>
              <a:gd name="connsiteY6" fmla="*/ 124619 h 775494"/>
              <a:gd name="connsiteX7" fmla="*/ 323850 w 1022350"/>
              <a:gd name="connsiteY7" fmla="*/ 134144 h 775494"/>
              <a:gd name="connsiteX8" fmla="*/ 327025 w 1022350"/>
              <a:gd name="connsiteY8" fmla="*/ 200819 h 775494"/>
              <a:gd name="connsiteX9" fmla="*/ 403225 w 1022350"/>
              <a:gd name="connsiteY9" fmla="*/ 264319 h 775494"/>
              <a:gd name="connsiteX10" fmla="*/ 447675 w 1022350"/>
              <a:gd name="connsiteY10" fmla="*/ 334169 h 775494"/>
              <a:gd name="connsiteX11" fmla="*/ 488950 w 1022350"/>
              <a:gd name="connsiteY11" fmla="*/ 337344 h 775494"/>
              <a:gd name="connsiteX12" fmla="*/ 492125 w 1022350"/>
              <a:gd name="connsiteY12" fmla="*/ 305594 h 775494"/>
              <a:gd name="connsiteX13" fmla="*/ 527050 w 1022350"/>
              <a:gd name="connsiteY13" fmla="*/ 308769 h 775494"/>
              <a:gd name="connsiteX14" fmla="*/ 558800 w 1022350"/>
              <a:gd name="connsiteY14" fmla="*/ 330994 h 775494"/>
              <a:gd name="connsiteX15" fmla="*/ 619125 w 1022350"/>
              <a:gd name="connsiteY15" fmla="*/ 321469 h 775494"/>
              <a:gd name="connsiteX16" fmla="*/ 647700 w 1022350"/>
              <a:gd name="connsiteY16" fmla="*/ 343694 h 775494"/>
              <a:gd name="connsiteX17" fmla="*/ 701675 w 1022350"/>
              <a:gd name="connsiteY17" fmla="*/ 337344 h 775494"/>
              <a:gd name="connsiteX18" fmla="*/ 774700 w 1022350"/>
              <a:gd name="connsiteY18" fmla="*/ 346869 h 775494"/>
              <a:gd name="connsiteX19" fmla="*/ 812800 w 1022350"/>
              <a:gd name="connsiteY19" fmla="*/ 337344 h 775494"/>
              <a:gd name="connsiteX20" fmla="*/ 838200 w 1022350"/>
              <a:gd name="connsiteY20" fmla="*/ 378619 h 775494"/>
              <a:gd name="connsiteX21" fmla="*/ 838200 w 1022350"/>
              <a:gd name="connsiteY21" fmla="*/ 461169 h 775494"/>
              <a:gd name="connsiteX22" fmla="*/ 911225 w 1022350"/>
              <a:gd name="connsiteY22" fmla="*/ 518319 h 775494"/>
              <a:gd name="connsiteX23" fmla="*/ 974725 w 1022350"/>
              <a:gd name="connsiteY23" fmla="*/ 550069 h 775494"/>
              <a:gd name="connsiteX24" fmla="*/ 1022350 w 1022350"/>
              <a:gd name="connsiteY24" fmla="*/ 588169 h 775494"/>
              <a:gd name="connsiteX25" fmla="*/ 993775 w 1022350"/>
              <a:gd name="connsiteY25" fmla="*/ 629444 h 775494"/>
              <a:gd name="connsiteX26" fmla="*/ 860425 w 1022350"/>
              <a:gd name="connsiteY26" fmla="*/ 619919 h 775494"/>
              <a:gd name="connsiteX27" fmla="*/ 815975 w 1022350"/>
              <a:gd name="connsiteY27" fmla="*/ 607219 h 775494"/>
              <a:gd name="connsiteX28" fmla="*/ 733425 w 1022350"/>
              <a:gd name="connsiteY28" fmla="*/ 654844 h 775494"/>
              <a:gd name="connsiteX29" fmla="*/ 692150 w 1022350"/>
              <a:gd name="connsiteY29" fmla="*/ 686594 h 775494"/>
              <a:gd name="connsiteX30" fmla="*/ 663575 w 1022350"/>
              <a:gd name="connsiteY30" fmla="*/ 724694 h 775494"/>
              <a:gd name="connsiteX31" fmla="*/ 631825 w 1022350"/>
              <a:gd name="connsiteY31" fmla="*/ 727869 h 775494"/>
              <a:gd name="connsiteX32" fmla="*/ 609600 w 1022350"/>
              <a:gd name="connsiteY32" fmla="*/ 775494 h 775494"/>
              <a:gd name="connsiteX33" fmla="*/ 590550 w 1022350"/>
              <a:gd name="connsiteY33" fmla="*/ 743744 h 775494"/>
              <a:gd name="connsiteX34" fmla="*/ 561975 w 1022350"/>
              <a:gd name="connsiteY34" fmla="*/ 746919 h 775494"/>
              <a:gd name="connsiteX35" fmla="*/ 536575 w 1022350"/>
              <a:gd name="connsiteY35" fmla="*/ 708819 h 775494"/>
              <a:gd name="connsiteX36" fmla="*/ 517525 w 1022350"/>
              <a:gd name="connsiteY36" fmla="*/ 708819 h 775494"/>
              <a:gd name="connsiteX37" fmla="*/ 498475 w 1022350"/>
              <a:gd name="connsiteY37" fmla="*/ 686594 h 775494"/>
              <a:gd name="connsiteX38" fmla="*/ 517525 w 1022350"/>
              <a:gd name="connsiteY38" fmla="*/ 658019 h 775494"/>
              <a:gd name="connsiteX39" fmla="*/ 508000 w 1022350"/>
              <a:gd name="connsiteY39" fmla="*/ 651669 h 775494"/>
              <a:gd name="connsiteX40" fmla="*/ 473075 w 1022350"/>
              <a:gd name="connsiteY40" fmla="*/ 670719 h 775494"/>
              <a:gd name="connsiteX41" fmla="*/ 438150 w 1022350"/>
              <a:gd name="connsiteY41" fmla="*/ 658019 h 775494"/>
              <a:gd name="connsiteX42" fmla="*/ 479425 w 1022350"/>
              <a:gd name="connsiteY42" fmla="*/ 638969 h 775494"/>
              <a:gd name="connsiteX43" fmla="*/ 476250 w 1022350"/>
              <a:gd name="connsiteY43" fmla="*/ 610394 h 775494"/>
              <a:gd name="connsiteX44" fmla="*/ 444500 w 1022350"/>
              <a:gd name="connsiteY44" fmla="*/ 588169 h 775494"/>
              <a:gd name="connsiteX45" fmla="*/ 406400 w 1022350"/>
              <a:gd name="connsiteY45" fmla="*/ 600869 h 775494"/>
              <a:gd name="connsiteX46" fmla="*/ 425450 w 1022350"/>
              <a:gd name="connsiteY46" fmla="*/ 635794 h 775494"/>
              <a:gd name="connsiteX47" fmla="*/ 396875 w 1022350"/>
              <a:gd name="connsiteY47" fmla="*/ 645319 h 775494"/>
              <a:gd name="connsiteX48" fmla="*/ 365125 w 1022350"/>
              <a:gd name="connsiteY48" fmla="*/ 645319 h 775494"/>
              <a:gd name="connsiteX49" fmla="*/ 307975 w 1022350"/>
              <a:gd name="connsiteY49" fmla="*/ 702469 h 775494"/>
              <a:gd name="connsiteX50" fmla="*/ 244475 w 1022350"/>
              <a:gd name="connsiteY50" fmla="*/ 699294 h 775494"/>
              <a:gd name="connsiteX51" fmla="*/ 190500 w 1022350"/>
              <a:gd name="connsiteY51" fmla="*/ 642144 h 775494"/>
              <a:gd name="connsiteX52" fmla="*/ 149225 w 1022350"/>
              <a:gd name="connsiteY52" fmla="*/ 642144 h 775494"/>
              <a:gd name="connsiteX53" fmla="*/ 111125 w 1022350"/>
              <a:gd name="connsiteY53" fmla="*/ 600869 h 775494"/>
              <a:gd name="connsiteX54" fmla="*/ 73025 w 1022350"/>
              <a:gd name="connsiteY54" fmla="*/ 623094 h 775494"/>
              <a:gd name="connsiteX55" fmla="*/ 38100 w 1022350"/>
              <a:gd name="connsiteY55" fmla="*/ 623094 h 775494"/>
              <a:gd name="connsiteX56" fmla="*/ 0 w 1022350"/>
              <a:gd name="connsiteY56" fmla="*/ 588169 h 775494"/>
              <a:gd name="connsiteX57" fmla="*/ 40501 w 1022350"/>
              <a:gd name="connsiteY57" fmla="*/ 0 h 775494"/>
              <a:gd name="connsiteX58" fmla="*/ 107950 w 1022350"/>
              <a:gd name="connsiteY58" fmla="*/ 29369 h 775494"/>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51974 h 798099"/>
              <a:gd name="connsiteX1" fmla="*/ 152400 w 1022350"/>
              <a:gd name="connsiteY1" fmla="*/ 26574 h 798099"/>
              <a:gd name="connsiteX2" fmla="*/ 225425 w 1022350"/>
              <a:gd name="connsiteY2" fmla="*/ 83724 h 798099"/>
              <a:gd name="connsiteX3" fmla="*/ 212725 w 1022350"/>
              <a:gd name="connsiteY3" fmla="*/ 124999 h 798099"/>
              <a:gd name="connsiteX4" fmla="*/ 228600 w 1022350"/>
              <a:gd name="connsiteY4" fmla="*/ 150399 h 798099"/>
              <a:gd name="connsiteX5" fmla="*/ 263525 w 1022350"/>
              <a:gd name="connsiteY5" fmla="*/ 112299 h 798099"/>
              <a:gd name="connsiteX6" fmla="*/ 288925 w 1022350"/>
              <a:gd name="connsiteY6" fmla="*/ 147224 h 798099"/>
              <a:gd name="connsiteX7" fmla="*/ 323850 w 1022350"/>
              <a:gd name="connsiteY7" fmla="*/ 156749 h 798099"/>
              <a:gd name="connsiteX8" fmla="*/ 327025 w 1022350"/>
              <a:gd name="connsiteY8" fmla="*/ 223424 h 798099"/>
              <a:gd name="connsiteX9" fmla="*/ 403225 w 1022350"/>
              <a:gd name="connsiteY9" fmla="*/ 286924 h 798099"/>
              <a:gd name="connsiteX10" fmla="*/ 447675 w 1022350"/>
              <a:gd name="connsiteY10" fmla="*/ 356774 h 798099"/>
              <a:gd name="connsiteX11" fmla="*/ 488950 w 1022350"/>
              <a:gd name="connsiteY11" fmla="*/ 359949 h 798099"/>
              <a:gd name="connsiteX12" fmla="*/ 492125 w 1022350"/>
              <a:gd name="connsiteY12" fmla="*/ 328199 h 798099"/>
              <a:gd name="connsiteX13" fmla="*/ 527050 w 1022350"/>
              <a:gd name="connsiteY13" fmla="*/ 331374 h 798099"/>
              <a:gd name="connsiteX14" fmla="*/ 558800 w 1022350"/>
              <a:gd name="connsiteY14" fmla="*/ 353599 h 798099"/>
              <a:gd name="connsiteX15" fmla="*/ 619125 w 1022350"/>
              <a:gd name="connsiteY15" fmla="*/ 344074 h 798099"/>
              <a:gd name="connsiteX16" fmla="*/ 647700 w 1022350"/>
              <a:gd name="connsiteY16" fmla="*/ 366299 h 798099"/>
              <a:gd name="connsiteX17" fmla="*/ 701675 w 1022350"/>
              <a:gd name="connsiteY17" fmla="*/ 359949 h 798099"/>
              <a:gd name="connsiteX18" fmla="*/ 774700 w 1022350"/>
              <a:gd name="connsiteY18" fmla="*/ 369474 h 798099"/>
              <a:gd name="connsiteX19" fmla="*/ 812800 w 1022350"/>
              <a:gd name="connsiteY19" fmla="*/ 359949 h 798099"/>
              <a:gd name="connsiteX20" fmla="*/ 838200 w 1022350"/>
              <a:gd name="connsiteY20" fmla="*/ 401224 h 798099"/>
              <a:gd name="connsiteX21" fmla="*/ 838200 w 1022350"/>
              <a:gd name="connsiteY21" fmla="*/ 483774 h 798099"/>
              <a:gd name="connsiteX22" fmla="*/ 911225 w 1022350"/>
              <a:gd name="connsiteY22" fmla="*/ 540924 h 798099"/>
              <a:gd name="connsiteX23" fmla="*/ 974725 w 1022350"/>
              <a:gd name="connsiteY23" fmla="*/ 572674 h 798099"/>
              <a:gd name="connsiteX24" fmla="*/ 1022350 w 1022350"/>
              <a:gd name="connsiteY24" fmla="*/ 610774 h 798099"/>
              <a:gd name="connsiteX25" fmla="*/ 993775 w 1022350"/>
              <a:gd name="connsiteY25" fmla="*/ 652049 h 798099"/>
              <a:gd name="connsiteX26" fmla="*/ 860425 w 1022350"/>
              <a:gd name="connsiteY26" fmla="*/ 642524 h 798099"/>
              <a:gd name="connsiteX27" fmla="*/ 815975 w 1022350"/>
              <a:gd name="connsiteY27" fmla="*/ 629824 h 798099"/>
              <a:gd name="connsiteX28" fmla="*/ 733425 w 1022350"/>
              <a:gd name="connsiteY28" fmla="*/ 677449 h 798099"/>
              <a:gd name="connsiteX29" fmla="*/ 692150 w 1022350"/>
              <a:gd name="connsiteY29" fmla="*/ 709199 h 798099"/>
              <a:gd name="connsiteX30" fmla="*/ 663575 w 1022350"/>
              <a:gd name="connsiteY30" fmla="*/ 747299 h 798099"/>
              <a:gd name="connsiteX31" fmla="*/ 631825 w 1022350"/>
              <a:gd name="connsiteY31" fmla="*/ 750474 h 798099"/>
              <a:gd name="connsiteX32" fmla="*/ 609600 w 1022350"/>
              <a:gd name="connsiteY32" fmla="*/ 798099 h 798099"/>
              <a:gd name="connsiteX33" fmla="*/ 590550 w 1022350"/>
              <a:gd name="connsiteY33" fmla="*/ 766349 h 798099"/>
              <a:gd name="connsiteX34" fmla="*/ 561975 w 1022350"/>
              <a:gd name="connsiteY34" fmla="*/ 769524 h 798099"/>
              <a:gd name="connsiteX35" fmla="*/ 536575 w 1022350"/>
              <a:gd name="connsiteY35" fmla="*/ 731424 h 798099"/>
              <a:gd name="connsiteX36" fmla="*/ 517525 w 1022350"/>
              <a:gd name="connsiteY36" fmla="*/ 731424 h 798099"/>
              <a:gd name="connsiteX37" fmla="*/ 498475 w 1022350"/>
              <a:gd name="connsiteY37" fmla="*/ 709199 h 798099"/>
              <a:gd name="connsiteX38" fmla="*/ 517525 w 1022350"/>
              <a:gd name="connsiteY38" fmla="*/ 680624 h 798099"/>
              <a:gd name="connsiteX39" fmla="*/ 508000 w 1022350"/>
              <a:gd name="connsiteY39" fmla="*/ 674274 h 798099"/>
              <a:gd name="connsiteX40" fmla="*/ 473075 w 1022350"/>
              <a:gd name="connsiteY40" fmla="*/ 693324 h 798099"/>
              <a:gd name="connsiteX41" fmla="*/ 438150 w 1022350"/>
              <a:gd name="connsiteY41" fmla="*/ 680624 h 798099"/>
              <a:gd name="connsiteX42" fmla="*/ 479425 w 1022350"/>
              <a:gd name="connsiteY42" fmla="*/ 661574 h 798099"/>
              <a:gd name="connsiteX43" fmla="*/ 476250 w 1022350"/>
              <a:gd name="connsiteY43" fmla="*/ 632999 h 798099"/>
              <a:gd name="connsiteX44" fmla="*/ 444500 w 1022350"/>
              <a:gd name="connsiteY44" fmla="*/ 610774 h 798099"/>
              <a:gd name="connsiteX45" fmla="*/ 406400 w 1022350"/>
              <a:gd name="connsiteY45" fmla="*/ 623474 h 798099"/>
              <a:gd name="connsiteX46" fmla="*/ 425450 w 1022350"/>
              <a:gd name="connsiteY46" fmla="*/ 658399 h 798099"/>
              <a:gd name="connsiteX47" fmla="*/ 396875 w 1022350"/>
              <a:gd name="connsiteY47" fmla="*/ 667924 h 798099"/>
              <a:gd name="connsiteX48" fmla="*/ 365125 w 1022350"/>
              <a:gd name="connsiteY48" fmla="*/ 667924 h 798099"/>
              <a:gd name="connsiteX49" fmla="*/ 307975 w 1022350"/>
              <a:gd name="connsiteY49" fmla="*/ 725074 h 798099"/>
              <a:gd name="connsiteX50" fmla="*/ 244475 w 1022350"/>
              <a:gd name="connsiteY50" fmla="*/ 721899 h 798099"/>
              <a:gd name="connsiteX51" fmla="*/ 190500 w 1022350"/>
              <a:gd name="connsiteY51" fmla="*/ 664749 h 798099"/>
              <a:gd name="connsiteX52" fmla="*/ 149225 w 1022350"/>
              <a:gd name="connsiteY52" fmla="*/ 664749 h 798099"/>
              <a:gd name="connsiteX53" fmla="*/ 111125 w 1022350"/>
              <a:gd name="connsiteY53" fmla="*/ 623474 h 798099"/>
              <a:gd name="connsiteX54" fmla="*/ 73025 w 1022350"/>
              <a:gd name="connsiteY54" fmla="*/ 645699 h 798099"/>
              <a:gd name="connsiteX55" fmla="*/ 38100 w 1022350"/>
              <a:gd name="connsiteY55" fmla="*/ 645699 h 798099"/>
              <a:gd name="connsiteX56" fmla="*/ 0 w 1022350"/>
              <a:gd name="connsiteY56" fmla="*/ 610774 h 798099"/>
              <a:gd name="connsiteX57" fmla="*/ 40501 w 1022350"/>
              <a:gd name="connsiteY57" fmla="*/ 22605 h 798099"/>
              <a:gd name="connsiteX58" fmla="*/ 107950 w 1022350"/>
              <a:gd name="connsiteY58" fmla="*/ 51974 h 798099"/>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9713 w 1022350"/>
              <a:gd name="connsiteY5" fmla="*/ 112712 h 785812"/>
              <a:gd name="connsiteX6" fmla="*/ 263525 w 1022350"/>
              <a:gd name="connsiteY6" fmla="*/ 100012 h 785812"/>
              <a:gd name="connsiteX7" fmla="*/ 288925 w 1022350"/>
              <a:gd name="connsiteY7" fmla="*/ 134937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88925 w 1022350"/>
              <a:gd name="connsiteY7" fmla="*/ 134937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84985 w 1022350"/>
              <a:gd name="connsiteY15" fmla="*/ 329393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84985 w 1022350"/>
              <a:gd name="connsiteY15" fmla="*/ 329393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1525 w 1022350"/>
              <a:gd name="connsiteY19" fmla="*/ 34526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8894 h 785019"/>
              <a:gd name="connsiteX1" fmla="*/ 145250 w 1022350"/>
              <a:gd name="connsiteY1" fmla="*/ 14287 h 785019"/>
              <a:gd name="connsiteX2" fmla="*/ 225425 w 1022350"/>
              <a:gd name="connsiteY2" fmla="*/ 70644 h 785019"/>
              <a:gd name="connsiteX3" fmla="*/ 212725 w 1022350"/>
              <a:gd name="connsiteY3" fmla="*/ 111919 h 785019"/>
              <a:gd name="connsiteX4" fmla="*/ 228600 w 1022350"/>
              <a:gd name="connsiteY4" fmla="*/ 137319 h 785019"/>
              <a:gd name="connsiteX5" fmla="*/ 232563 w 1022350"/>
              <a:gd name="connsiteY5" fmla="*/ 116670 h 785019"/>
              <a:gd name="connsiteX6" fmla="*/ 263525 w 1022350"/>
              <a:gd name="connsiteY6" fmla="*/ 99219 h 785019"/>
              <a:gd name="connsiteX7" fmla="*/ 274631 w 1022350"/>
              <a:gd name="connsiteY7" fmla="*/ 105557 h 785019"/>
              <a:gd name="connsiteX8" fmla="*/ 340512 w 1022350"/>
              <a:gd name="connsiteY8" fmla="*/ 155563 h 785019"/>
              <a:gd name="connsiteX9" fmla="*/ 327025 w 1022350"/>
              <a:gd name="connsiteY9" fmla="*/ 210344 h 785019"/>
              <a:gd name="connsiteX10" fmla="*/ 403225 w 1022350"/>
              <a:gd name="connsiteY10" fmla="*/ 273844 h 785019"/>
              <a:gd name="connsiteX11" fmla="*/ 447675 w 1022350"/>
              <a:gd name="connsiteY11" fmla="*/ 343694 h 785019"/>
              <a:gd name="connsiteX12" fmla="*/ 481798 w 1022350"/>
              <a:gd name="connsiteY12" fmla="*/ 315899 h 785019"/>
              <a:gd name="connsiteX13" fmla="*/ 492125 w 1022350"/>
              <a:gd name="connsiteY13" fmla="*/ 315119 h 785019"/>
              <a:gd name="connsiteX14" fmla="*/ 527050 w 1022350"/>
              <a:gd name="connsiteY14" fmla="*/ 318294 h 785019"/>
              <a:gd name="connsiteX15" fmla="*/ 584985 w 1022350"/>
              <a:gd name="connsiteY15" fmla="*/ 328600 h 785019"/>
              <a:gd name="connsiteX16" fmla="*/ 619125 w 1022350"/>
              <a:gd name="connsiteY16" fmla="*/ 330994 h 785019"/>
              <a:gd name="connsiteX17" fmla="*/ 647700 w 1022350"/>
              <a:gd name="connsiteY17" fmla="*/ 353219 h 785019"/>
              <a:gd name="connsiteX18" fmla="*/ 701675 w 1022350"/>
              <a:gd name="connsiteY18" fmla="*/ 346869 h 785019"/>
              <a:gd name="connsiteX19" fmla="*/ 771525 w 1022350"/>
              <a:gd name="connsiteY19" fmla="*/ 344474 h 785019"/>
              <a:gd name="connsiteX20" fmla="*/ 812800 w 1022350"/>
              <a:gd name="connsiteY20" fmla="*/ 346869 h 785019"/>
              <a:gd name="connsiteX21" fmla="*/ 838200 w 1022350"/>
              <a:gd name="connsiteY21" fmla="*/ 388144 h 785019"/>
              <a:gd name="connsiteX22" fmla="*/ 838200 w 1022350"/>
              <a:gd name="connsiteY22" fmla="*/ 470694 h 785019"/>
              <a:gd name="connsiteX23" fmla="*/ 911225 w 1022350"/>
              <a:gd name="connsiteY23" fmla="*/ 527844 h 785019"/>
              <a:gd name="connsiteX24" fmla="*/ 974725 w 1022350"/>
              <a:gd name="connsiteY24" fmla="*/ 559594 h 785019"/>
              <a:gd name="connsiteX25" fmla="*/ 1022350 w 1022350"/>
              <a:gd name="connsiteY25" fmla="*/ 597694 h 785019"/>
              <a:gd name="connsiteX26" fmla="*/ 993775 w 1022350"/>
              <a:gd name="connsiteY26" fmla="*/ 638969 h 785019"/>
              <a:gd name="connsiteX27" fmla="*/ 860425 w 1022350"/>
              <a:gd name="connsiteY27" fmla="*/ 629444 h 785019"/>
              <a:gd name="connsiteX28" fmla="*/ 815975 w 1022350"/>
              <a:gd name="connsiteY28" fmla="*/ 616744 h 785019"/>
              <a:gd name="connsiteX29" fmla="*/ 733425 w 1022350"/>
              <a:gd name="connsiteY29" fmla="*/ 664369 h 785019"/>
              <a:gd name="connsiteX30" fmla="*/ 692150 w 1022350"/>
              <a:gd name="connsiteY30" fmla="*/ 696119 h 785019"/>
              <a:gd name="connsiteX31" fmla="*/ 663575 w 1022350"/>
              <a:gd name="connsiteY31" fmla="*/ 734219 h 785019"/>
              <a:gd name="connsiteX32" fmla="*/ 631825 w 1022350"/>
              <a:gd name="connsiteY32" fmla="*/ 737394 h 785019"/>
              <a:gd name="connsiteX33" fmla="*/ 609600 w 1022350"/>
              <a:gd name="connsiteY33" fmla="*/ 785019 h 785019"/>
              <a:gd name="connsiteX34" fmla="*/ 590550 w 1022350"/>
              <a:gd name="connsiteY34" fmla="*/ 753269 h 785019"/>
              <a:gd name="connsiteX35" fmla="*/ 561975 w 1022350"/>
              <a:gd name="connsiteY35" fmla="*/ 756444 h 785019"/>
              <a:gd name="connsiteX36" fmla="*/ 536575 w 1022350"/>
              <a:gd name="connsiteY36" fmla="*/ 718344 h 785019"/>
              <a:gd name="connsiteX37" fmla="*/ 517525 w 1022350"/>
              <a:gd name="connsiteY37" fmla="*/ 718344 h 785019"/>
              <a:gd name="connsiteX38" fmla="*/ 498475 w 1022350"/>
              <a:gd name="connsiteY38" fmla="*/ 696119 h 785019"/>
              <a:gd name="connsiteX39" fmla="*/ 517525 w 1022350"/>
              <a:gd name="connsiteY39" fmla="*/ 667544 h 785019"/>
              <a:gd name="connsiteX40" fmla="*/ 508000 w 1022350"/>
              <a:gd name="connsiteY40" fmla="*/ 661194 h 785019"/>
              <a:gd name="connsiteX41" fmla="*/ 473075 w 1022350"/>
              <a:gd name="connsiteY41" fmla="*/ 680244 h 785019"/>
              <a:gd name="connsiteX42" fmla="*/ 438150 w 1022350"/>
              <a:gd name="connsiteY42" fmla="*/ 667544 h 785019"/>
              <a:gd name="connsiteX43" fmla="*/ 479425 w 1022350"/>
              <a:gd name="connsiteY43" fmla="*/ 648494 h 785019"/>
              <a:gd name="connsiteX44" fmla="*/ 476250 w 1022350"/>
              <a:gd name="connsiteY44" fmla="*/ 619919 h 785019"/>
              <a:gd name="connsiteX45" fmla="*/ 444500 w 1022350"/>
              <a:gd name="connsiteY45" fmla="*/ 597694 h 785019"/>
              <a:gd name="connsiteX46" fmla="*/ 406400 w 1022350"/>
              <a:gd name="connsiteY46" fmla="*/ 610394 h 785019"/>
              <a:gd name="connsiteX47" fmla="*/ 425450 w 1022350"/>
              <a:gd name="connsiteY47" fmla="*/ 645319 h 785019"/>
              <a:gd name="connsiteX48" fmla="*/ 396875 w 1022350"/>
              <a:gd name="connsiteY48" fmla="*/ 654844 h 785019"/>
              <a:gd name="connsiteX49" fmla="*/ 365125 w 1022350"/>
              <a:gd name="connsiteY49" fmla="*/ 654844 h 785019"/>
              <a:gd name="connsiteX50" fmla="*/ 307975 w 1022350"/>
              <a:gd name="connsiteY50" fmla="*/ 711994 h 785019"/>
              <a:gd name="connsiteX51" fmla="*/ 244475 w 1022350"/>
              <a:gd name="connsiteY51" fmla="*/ 708819 h 785019"/>
              <a:gd name="connsiteX52" fmla="*/ 190500 w 1022350"/>
              <a:gd name="connsiteY52" fmla="*/ 651669 h 785019"/>
              <a:gd name="connsiteX53" fmla="*/ 149225 w 1022350"/>
              <a:gd name="connsiteY53" fmla="*/ 651669 h 785019"/>
              <a:gd name="connsiteX54" fmla="*/ 111125 w 1022350"/>
              <a:gd name="connsiteY54" fmla="*/ 610394 h 785019"/>
              <a:gd name="connsiteX55" fmla="*/ 73025 w 1022350"/>
              <a:gd name="connsiteY55" fmla="*/ 632619 h 785019"/>
              <a:gd name="connsiteX56" fmla="*/ 38100 w 1022350"/>
              <a:gd name="connsiteY56" fmla="*/ 632619 h 785019"/>
              <a:gd name="connsiteX57" fmla="*/ 0 w 1022350"/>
              <a:gd name="connsiteY57" fmla="*/ 597694 h 785019"/>
              <a:gd name="connsiteX58" fmla="*/ 40501 w 1022350"/>
              <a:gd name="connsiteY58" fmla="*/ 9525 h 785019"/>
              <a:gd name="connsiteX59" fmla="*/ 107950 w 1022350"/>
              <a:gd name="connsiteY59" fmla="*/ 38894 h 785019"/>
              <a:gd name="connsiteX0" fmla="*/ 107950 w 1022350"/>
              <a:gd name="connsiteY0" fmla="*/ 29369 h 775494"/>
              <a:gd name="connsiteX1" fmla="*/ 145250 w 1022350"/>
              <a:gd name="connsiteY1" fmla="*/ 4762 h 775494"/>
              <a:gd name="connsiteX2" fmla="*/ 225425 w 1022350"/>
              <a:gd name="connsiteY2" fmla="*/ 61119 h 775494"/>
              <a:gd name="connsiteX3" fmla="*/ 212725 w 1022350"/>
              <a:gd name="connsiteY3" fmla="*/ 102394 h 775494"/>
              <a:gd name="connsiteX4" fmla="*/ 228600 w 1022350"/>
              <a:gd name="connsiteY4" fmla="*/ 127794 h 775494"/>
              <a:gd name="connsiteX5" fmla="*/ 232563 w 1022350"/>
              <a:gd name="connsiteY5" fmla="*/ 107145 h 775494"/>
              <a:gd name="connsiteX6" fmla="*/ 263525 w 1022350"/>
              <a:gd name="connsiteY6" fmla="*/ 89694 h 775494"/>
              <a:gd name="connsiteX7" fmla="*/ 274631 w 1022350"/>
              <a:gd name="connsiteY7" fmla="*/ 96032 h 775494"/>
              <a:gd name="connsiteX8" fmla="*/ 340512 w 1022350"/>
              <a:gd name="connsiteY8" fmla="*/ 146038 h 775494"/>
              <a:gd name="connsiteX9" fmla="*/ 327025 w 1022350"/>
              <a:gd name="connsiteY9" fmla="*/ 200819 h 775494"/>
              <a:gd name="connsiteX10" fmla="*/ 403225 w 1022350"/>
              <a:gd name="connsiteY10" fmla="*/ 264319 h 775494"/>
              <a:gd name="connsiteX11" fmla="*/ 447675 w 1022350"/>
              <a:gd name="connsiteY11" fmla="*/ 334169 h 775494"/>
              <a:gd name="connsiteX12" fmla="*/ 481798 w 1022350"/>
              <a:gd name="connsiteY12" fmla="*/ 306374 h 775494"/>
              <a:gd name="connsiteX13" fmla="*/ 492125 w 1022350"/>
              <a:gd name="connsiteY13" fmla="*/ 305594 h 775494"/>
              <a:gd name="connsiteX14" fmla="*/ 527050 w 1022350"/>
              <a:gd name="connsiteY14" fmla="*/ 308769 h 775494"/>
              <a:gd name="connsiteX15" fmla="*/ 584985 w 1022350"/>
              <a:gd name="connsiteY15" fmla="*/ 319075 h 775494"/>
              <a:gd name="connsiteX16" fmla="*/ 619125 w 1022350"/>
              <a:gd name="connsiteY16" fmla="*/ 321469 h 775494"/>
              <a:gd name="connsiteX17" fmla="*/ 647700 w 1022350"/>
              <a:gd name="connsiteY17" fmla="*/ 343694 h 775494"/>
              <a:gd name="connsiteX18" fmla="*/ 701675 w 1022350"/>
              <a:gd name="connsiteY18" fmla="*/ 337344 h 775494"/>
              <a:gd name="connsiteX19" fmla="*/ 771525 w 1022350"/>
              <a:gd name="connsiteY19" fmla="*/ 334949 h 775494"/>
              <a:gd name="connsiteX20" fmla="*/ 812800 w 1022350"/>
              <a:gd name="connsiteY20" fmla="*/ 337344 h 775494"/>
              <a:gd name="connsiteX21" fmla="*/ 838200 w 1022350"/>
              <a:gd name="connsiteY21" fmla="*/ 378619 h 775494"/>
              <a:gd name="connsiteX22" fmla="*/ 838200 w 1022350"/>
              <a:gd name="connsiteY22" fmla="*/ 461169 h 775494"/>
              <a:gd name="connsiteX23" fmla="*/ 911225 w 1022350"/>
              <a:gd name="connsiteY23" fmla="*/ 518319 h 775494"/>
              <a:gd name="connsiteX24" fmla="*/ 974725 w 1022350"/>
              <a:gd name="connsiteY24" fmla="*/ 550069 h 775494"/>
              <a:gd name="connsiteX25" fmla="*/ 1022350 w 1022350"/>
              <a:gd name="connsiteY25" fmla="*/ 588169 h 775494"/>
              <a:gd name="connsiteX26" fmla="*/ 993775 w 1022350"/>
              <a:gd name="connsiteY26" fmla="*/ 629444 h 775494"/>
              <a:gd name="connsiteX27" fmla="*/ 860425 w 1022350"/>
              <a:gd name="connsiteY27" fmla="*/ 619919 h 775494"/>
              <a:gd name="connsiteX28" fmla="*/ 815975 w 1022350"/>
              <a:gd name="connsiteY28" fmla="*/ 607219 h 775494"/>
              <a:gd name="connsiteX29" fmla="*/ 733425 w 1022350"/>
              <a:gd name="connsiteY29" fmla="*/ 654844 h 775494"/>
              <a:gd name="connsiteX30" fmla="*/ 692150 w 1022350"/>
              <a:gd name="connsiteY30" fmla="*/ 686594 h 775494"/>
              <a:gd name="connsiteX31" fmla="*/ 663575 w 1022350"/>
              <a:gd name="connsiteY31" fmla="*/ 724694 h 775494"/>
              <a:gd name="connsiteX32" fmla="*/ 631825 w 1022350"/>
              <a:gd name="connsiteY32" fmla="*/ 727869 h 775494"/>
              <a:gd name="connsiteX33" fmla="*/ 609600 w 1022350"/>
              <a:gd name="connsiteY33" fmla="*/ 775494 h 775494"/>
              <a:gd name="connsiteX34" fmla="*/ 590550 w 1022350"/>
              <a:gd name="connsiteY34" fmla="*/ 743744 h 775494"/>
              <a:gd name="connsiteX35" fmla="*/ 561975 w 1022350"/>
              <a:gd name="connsiteY35" fmla="*/ 746919 h 775494"/>
              <a:gd name="connsiteX36" fmla="*/ 536575 w 1022350"/>
              <a:gd name="connsiteY36" fmla="*/ 708819 h 775494"/>
              <a:gd name="connsiteX37" fmla="*/ 517525 w 1022350"/>
              <a:gd name="connsiteY37" fmla="*/ 708819 h 775494"/>
              <a:gd name="connsiteX38" fmla="*/ 498475 w 1022350"/>
              <a:gd name="connsiteY38" fmla="*/ 686594 h 775494"/>
              <a:gd name="connsiteX39" fmla="*/ 517525 w 1022350"/>
              <a:gd name="connsiteY39" fmla="*/ 658019 h 775494"/>
              <a:gd name="connsiteX40" fmla="*/ 508000 w 1022350"/>
              <a:gd name="connsiteY40" fmla="*/ 651669 h 775494"/>
              <a:gd name="connsiteX41" fmla="*/ 473075 w 1022350"/>
              <a:gd name="connsiteY41" fmla="*/ 670719 h 775494"/>
              <a:gd name="connsiteX42" fmla="*/ 438150 w 1022350"/>
              <a:gd name="connsiteY42" fmla="*/ 658019 h 775494"/>
              <a:gd name="connsiteX43" fmla="*/ 479425 w 1022350"/>
              <a:gd name="connsiteY43" fmla="*/ 638969 h 775494"/>
              <a:gd name="connsiteX44" fmla="*/ 476250 w 1022350"/>
              <a:gd name="connsiteY44" fmla="*/ 610394 h 775494"/>
              <a:gd name="connsiteX45" fmla="*/ 444500 w 1022350"/>
              <a:gd name="connsiteY45" fmla="*/ 588169 h 775494"/>
              <a:gd name="connsiteX46" fmla="*/ 406400 w 1022350"/>
              <a:gd name="connsiteY46" fmla="*/ 600869 h 775494"/>
              <a:gd name="connsiteX47" fmla="*/ 425450 w 1022350"/>
              <a:gd name="connsiteY47" fmla="*/ 635794 h 775494"/>
              <a:gd name="connsiteX48" fmla="*/ 396875 w 1022350"/>
              <a:gd name="connsiteY48" fmla="*/ 645319 h 775494"/>
              <a:gd name="connsiteX49" fmla="*/ 365125 w 1022350"/>
              <a:gd name="connsiteY49" fmla="*/ 645319 h 775494"/>
              <a:gd name="connsiteX50" fmla="*/ 307975 w 1022350"/>
              <a:gd name="connsiteY50" fmla="*/ 702469 h 775494"/>
              <a:gd name="connsiteX51" fmla="*/ 244475 w 1022350"/>
              <a:gd name="connsiteY51" fmla="*/ 699294 h 775494"/>
              <a:gd name="connsiteX52" fmla="*/ 190500 w 1022350"/>
              <a:gd name="connsiteY52" fmla="*/ 642144 h 775494"/>
              <a:gd name="connsiteX53" fmla="*/ 149225 w 1022350"/>
              <a:gd name="connsiteY53" fmla="*/ 642144 h 775494"/>
              <a:gd name="connsiteX54" fmla="*/ 111125 w 1022350"/>
              <a:gd name="connsiteY54" fmla="*/ 600869 h 775494"/>
              <a:gd name="connsiteX55" fmla="*/ 73025 w 1022350"/>
              <a:gd name="connsiteY55" fmla="*/ 623094 h 775494"/>
              <a:gd name="connsiteX56" fmla="*/ 38100 w 1022350"/>
              <a:gd name="connsiteY56" fmla="*/ 623094 h 775494"/>
              <a:gd name="connsiteX57" fmla="*/ 0 w 1022350"/>
              <a:gd name="connsiteY57" fmla="*/ 588169 h 775494"/>
              <a:gd name="connsiteX58" fmla="*/ 40501 w 1022350"/>
              <a:gd name="connsiteY58" fmla="*/ 0 h 775494"/>
              <a:gd name="connsiteX59" fmla="*/ 107950 w 1022350"/>
              <a:gd name="connsiteY59" fmla="*/ 29369 h 775494"/>
              <a:gd name="connsiteX0" fmla="*/ 107950 w 1022350"/>
              <a:gd name="connsiteY0" fmla="*/ 31751 h 777876"/>
              <a:gd name="connsiteX1" fmla="*/ 125406 w 1022350"/>
              <a:gd name="connsiteY1" fmla="*/ 0 h 777876"/>
              <a:gd name="connsiteX2" fmla="*/ 225425 w 1022350"/>
              <a:gd name="connsiteY2" fmla="*/ 63501 h 777876"/>
              <a:gd name="connsiteX3" fmla="*/ 212725 w 1022350"/>
              <a:gd name="connsiteY3" fmla="*/ 104776 h 777876"/>
              <a:gd name="connsiteX4" fmla="*/ 228600 w 1022350"/>
              <a:gd name="connsiteY4" fmla="*/ 130176 h 777876"/>
              <a:gd name="connsiteX5" fmla="*/ 232563 w 1022350"/>
              <a:gd name="connsiteY5" fmla="*/ 109527 h 777876"/>
              <a:gd name="connsiteX6" fmla="*/ 263525 w 1022350"/>
              <a:gd name="connsiteY6" fmla="*/ 92076 h 777876"/>
              <a:gd name="connsiteX7" fmla="*/ 274631 w 1022350"/>
              <a:gd name="connsiteY7" fmla="*/ 98414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884 h 778009"/>
              <a:gd name="connsiteX1" fmla="*/ 125406 w 1022350"/>
              <a:gd name="connsiteY1" fmla="*/ 133 h 778009"/>
              <a:gd name="connsiteX2" fmla="*/ 177800 w 1022350"/>
              <a:gd name="connsiteY2" fmla="*/ 31089 h 778009"/>
              <a:gd name="connsiteX3" fmla="*/ 225425 w 1022350"/>
              <a:gd name="connsiteY3" fmla="*/ 63634 h 778009"/>
              <a:gd name="connsiteX4" fmla="*/ 212725 w 1022350"/>
              <a:gd name="connsiteY4" fmla="*/ 104909 h 778009"/>
              <a:gd name="connsiteX5" fmla="*/ 228600 w 1022350"/>
              <a:gd name="connsiteY5" fmla="*/ 130309 h 778009"/>
              <a:gd name="connsiteX6" fmla="*/ 232563 w 1022350"/>
              <a:gd name="connsiteY6" fmla="*/ 109660 h 778009"/>
              <a:gd name="connsiteX7" fmla="*/ 263525 w 1022350"/>
              <a:gd name="connsiteY7" fmla="*/ 92209 h 778009"/>
              <a:gd name="connsiteX8" fmla="*/ 274631 w 1022350"/>
              <a:gd name="connsiteY8" fmla="*/ 98547 h 778009"/>
              <a:gd name="connsiteX9" fmla="*/ 340512 w 1022350"/>
              <a:gd name="connsiteY9" fmla="*/ 148553 h 778009"/>
              <a:gd name="connsiteX10" fmla="*/ 327025 w 1022350"/>
              <a:gd name="connsiteY10" fmla="*/ 203334 h 778009"/>
              <a:gd name="connsiteX11" fmla="*/ 403225 w 1022350"/>
              <a:gd name="connsiteY11" fmla="*/ 266834 h 778009"/>
              <a:gd name="connsiteX12" fmla="*/ 447675 w 1022350"/>
              <a:gd name="connsiteY12" fmla="*/ 336684 h 778009"/>
              <a:gd name="connsiteX13" fmla="*/ 481798 w 1022350"/>
              <a:gd name="connsiteY13" fmla="*/ 308889 h 778009"/>
              <a:gd name="connsiteX14" fmla="*/ 492125 w 1022350"/>
              <a:gd name="connsiteY14" fmla="*/ 308109 h 778009"/>
              <a:gd name="connsiteX15" fmla="*/ 527050 w 1022350"/>
              <a:gd name="connsiteY15" fmla="*/ 311284 h 778009"/>
              <a:gd name="connsiteX16" fmla="*/ 584985 w 1022350"/>
              <a:gd name="connsiteY16" fmla="*/ 321590 h 778009"/>
              <a:gd name="connsiteX17" fmla="*/ 619125 w 1022350"/>
              <a:gd name="connsiteY17" fmla="*/ 323984 h 778009"/>
              <a:gd name="connsiteX18" fmla="*/ 647700 w 1022350"/>
              <a:gd name="connsiteY18" fmla="*/ 346209 h 778009"/>
              <a:gd name="connsiteX19" fmla="*/ 701675 w 1022350"/>
              <a:gd name="connsiteY19" fmla="*/ 339859 h 778009"/>
              <a:gd name="connsiteX20" fmla="*/ 771525 w 1022350"/>
              <a:gd name="connsiteY20" fmla="*/ 337464 h 778009"/>
              <a:gd name="connsiteX21" fmla="*/ 812800 w 1022350"/>
              <a:gd name="connsiteY21" fmla="*/ 339859 h 778009"/>
              <a:gd name="connsiteX22" fmla="*/ 838200 w 1022350"/>
              <a:gd name="connsiteY22" fmla="*/ 381134 h 778009"/>
              <a:gd name="connsiteX23" fmla="*/ 838200 w 1022350"/>
              <a:gd name="connsiteY23" fmla="*/ 463684 h 778009"/>
              <a:gd name="connsiteX24" fmla="*/ 911225 w 1022350"/>
              <a:gd name="connsiteY24" fmla="*/ 520834 h 778009"/>
              <a:gd name="connsiteX25" fmla="*/ 974725 w 1022350"/>
              <a:gd name="connsiteY25" fmla="*/ 552584 h 778009"/>
              <a:gd name="connsiteX26" fmla="*/ 1022350 w 1022350"/>
              <a:gd name="connsiteY26" fmla="*/ 590684 h 778009"/>
              <a:gd name="connsiteX27" fmla="*/ 993775 w 1022350"/>
              <a:gd name="connsiteY27" fmla="*/ 631959 h 778009"/>
              <a:gd name="connsiteX28" fmla="*/ 860425 w 1022350"/>
              <a:gd name="connsiteY28" fmla="*/ 622434 h 778009"/>
              <a:gd name="connsiteX29" fmla="*/ 815975 w 1022350"/>
              <a:gd name="connsiteY29" fmla="*/ 609734 h 778009"/>
              <a:gd name="connsiteX30" fmla="*/ 733425 w 1022350"/>
              <a:gd name="connsiteY30" fmla="*/ 657359 h 778009"/>
              <a:gd name="connsiteX31" fmla="*/ 692150 w 1022350"/>
              <a:gd name="connsiteY31" fmla="*/ 689109 h 778009"/>
              <a:gd name="connsiteX32" fmla="*/ 663575 w 1022350"/>
              <a:gd name="connsiteY32" fmla="*/ 727209 h 778009"/>
              <a:gd name="connsiteX33" fmla="*/ 631825 w 1022350"/>
              <a:gd name="connsiteY33" fmla="*/ 730384 h 778009"/>
              <a:gd name="connsiteX34" fmla="*/ 609600 w 1022350"/>
              <a:gd name="connsiteY34" fmla="*/ 778009 h 778009"/>
              <a:gd name="connsiteX35" fmla="*/ 590550 w 1022350"/>
              <a:gd name="connsiteY35" fmla="*/ 746259 h 778009"/>
              <a:gd name="connsiteX36" fmla="*/ 561975 w 1022350"/>
              <a:gd name="connsiteY36" fmla="*/ 749434 h 778009"/>
              <a:gd name="connsiteX37" fmla="*/ 536575 w 1022350"/>
              <a:gd name="connsiteY37" fmla="*/ 711334 h 778009"/>
              <a:gd name="connsiteX38" fmla="*/ 517525 w 1022350"/>
              <a:gd name="connsiteY38" fmla="*/ 711334 h 778009"/>
              <a:gd name="connsiteX39" fmla="*/ 498475 w 1022350"/>
              <a:gd name="connsiteY39" fmla="*/ 689109 h 778009"/>
              <a:gd name="connsiteX40" fmla="*/ 517525 w 1022350"/>
              <a:gd name="connsiteY40" fmla="*/ 660534 h 778009"/>
              <a:gd name="connsiteX41" fmla="*/ 508000 w 1022350"/>
              <a:gd name="connsiteY41" fmla="*/ 654184 h 778009"/>
              <a:gd name="connsiteX42" fmla="*/ 473075 w 1022350"/>
              <a:gd name="connsiteY42" fmla="*/ 673234 h 778009"/>
              <a:gd name="connsiteX43" fmla="*/ 438150 w 1022350"/>
              <a:gd name="connsiteY43" fmla="*/ 660534 h 778009"/>
              <a:gd name="connsiteX44" fmla="*/ 479425 w 1022350"/>
              <a:gd name="connsiteY44" fmla="*/ 641484 h 778009"/>
              <a:gd name="connsiteX45" fmla="*/ 476250 w 1022350"/>
              <a:gd name="connsiteY45" fmla="*/ 612909 h 778009"/>
              <a:gd name="connsiteX46" fmla="*/ 444500 w 1022350"/>
              <a:gd name="connsiteY46" fmla="*/ 590684 h 778009"/>
              <a:gd name="connsiteX47" fmla="*/ 406400 w 1022350"/>
              <a:gd name="connsiteY47" fmla="*/ 603384 h 778009"/>
              <a:gd name="connsiteX48" fmla="*/ 425450 w 1022350"/>
              <a:gd name="connsiteY48" fmla="*/ 638309 h 778009"/>
              <a:gd name="connsiteX49" fmla="*/ 396875 w 1022350"/>
              <a:gd name="connsiteY49" fmla="*/ 647834 h 778009"/>
              <a:gd name="connsiteX50" fmla="*/ 365125 w 1022350"/>
              <a:gd name="connsiteY50" fmla="*/ 647834 h 778009"/>
              <a:gd name="connsiteX51" fmla="*/ 307975 w 1022350"/>
              <a:gd name="connsiteY51" fmla="*/ 704984 h 778009"/>
              <a:gd name="connsiteX52" fmla="*/ 244475 w 1022350"/>
              <a:gd name="connsiteY52" fmla="*/ 701809 h 778009"/>
              <a:gd name="connsiteX53" fmla="*/ 190500 w 1022350"/>
              <a:gd name="connsiteY53" fmla="*/ 644659 h 778009"/>
              <a:gd name="connsiteX54" fmla="*/ 149225 w 1022350"/>
              <a:gd name="connsiteY54" fmla="*/ 644659 h 778009"/>
              <a:gd name="connsiteX55" fmla="*/ 111125 w 1022350"/>
              <a:gd name="connsiteY55" fmla="*/ 603384 h 778009"/>
              <a:gd name="connsiteX56" fmla="*/ 73025 w 1022350"/>
              <a:gd name="connsiteY56" fmla="*/ 625609 h 778009"/>
              <a:gd name="connsiteX57" fmla="*/ 38100 w 1022350"/>
              <a:gd name="connsiteY57" fmla="*/ 625609 h 778009"/>
              <a:gd name="connsiteX58" fmla="*/ 0 w 1022350"/>
              <a:gd name="connsiteY58" fmla="*/ 590684 h 778009"/>
              <a:gd name="connsiteX59" fmla="*/ 40501 w 1022350"/>
              <a:gd name="connsiteY59" fmla="*/ 2515 h 778009"/>
              <a:gd name="connsiteX60" fmla="*/ 107950 w 1022350"/>
              <a:gd name="connsiteY60" fmla="*/ 31884 h 778009"/>
              <a:gd name="connsiteX0" fmla="*/ 107950 w 1022350"/>
              <a:gd name="connsiteY0" fmla="*/ 31884 h 778009"/>
              <a:gd name="connsiteX1" fmla="*/ 125406 w 1022350"/>
              <a:gd name="connsiteY1" fmla="*/ 133 h 778009"/>
              <a:gd name="connsiteX2" fmla="*/ 192082 w 1022350"/>
              <a:gd name="connsiteY2" fmla="*/ 21553 h 778009"/>
              <a:gd name="connsiteX3" fmla="*/ 225425 w 1022350"/>
              <a:gd name="connsiteY3" fmla="*/ 63634 h 778009"/>
              <a:gd name="connsiteX4" fmla="*/ 212725 w 1022350"/>
              <a:gd name="connsiteY4" fmla="*/ 104909 h 778009"/>
              <a:gd name="connsiteX5" fmla="*/ 228600 w 1022350"/>
              <a:gd name="connsiteY5" fmla="*/ 130309 h 778009"/>
              <a:gd name="connsiteX6" fmla="*/ 232563 w 1022350"/>
              <a:gd name="connsiteY6" fmla="*/ 109660 h 778009"/>
              <a:gd name="connsiteX7" fmla="*/ 263525 w 1022350"/>
              <a:gd name="connsiteY7" fmla="*/ 92209 h 778009"/>
              <a:gd name="connsiteX8" fmla="*/ 274631 w 1022350"/>
              <a:gd name="connsiteY8" fmla="*/ 98547 h 778009"/>
              <a:gd name="connsiteX9" fmla="*/ 340512 w 1022350"/>
              <a:gd name="connsiteY9" fmla="*/ 148553 h 778009"/>
              <a:gd name="connsiteX10" fmla="*/ 327025 w 1022350"/>
              <a:gd name="connsiteY10" fmla="*/ 203334 h 778009"/>
              <a:gd name="connsiteX11" fmla="*/ 403225 w 1022350"/>
              <a:gd name="connsiteY11" fmla="*/ 266834 h 778009"/>
              <a:gd name="connsiteX12" fmla="*/ 447675 w 1022350"/>
              <a:gd name="connsiteY12" fmla="*/ 336684 h 778009"/>
              <a:gd name="connsiteX13" fmla="*/ 481798 w 1022350"/>
              <a:gd name="connsiteY13" fmla="*/ 308889 h 778009"/>
              <a:gd name="connsiteX14" fmla="*/ 492125 w 1022350"/>
              <a:gd name="connsiteY14" fmla="*/ 308109 h 778009"/>
              <a:gd name="connsiteX15" fmla="*/ 527050 w 1022350"/>
              <a:gd name="connsiteY15" fmla="*/ 311284 h 778009"/>
              <a:gd name="connsiteX16" fmla="*/ 584985 w 1022350"/>
              <a:gd name="connsiteY16" fmla="*/ 321590 h 778009"/>
              <a:gd name="connsiteX17" fmla="*/ 619125 w 1022350"/>
              <a:gd name="connsiteY17" fmla="*/ 323984 h 778009"/>
              <a:gd name="connsiteX18" fmla="*/ 647700 w 1022350"/>
              <a:gd name="connsiteY18" fmla="*/ 346209 h 778009"/>
              <a:gd name="connsiteX19" fmla="*/ 701675 w 1022350"/>
              <a:gd name="connsiteY19" fmla="*/ 339859 h 778009"/>
              <a:gd name="connsiteX20" fmla="*/ 771525 w 1022350"/>
              <a:gd name="connsiteY20" fmla="*/ 337464 h 778009"/>
              <a:gd name="connsiteX21" fmla="*/ 812800 w 1022350"/>
              <a:gd name="connsiteY21" fmla="*/ 339859 h 778009"/>
              <a:gd name="connsiteX22" fmla="*/ 838200 w 1022350"/>
              <a:gd name="connsiteY22" fmla="*/ 381134 h 778009"/>
              <a:gd name="connsiteX23" fmla="*/ 838200 w 1022350"/>
              <a:gd name="connsiteY23" fmla="*/ 463684 h 778009"/>
              <a:gd name="connsiteX24" fmla="*/ 911225 w 1022350"/>
              <a:gd name="connsiteY24" fmla="*/ 520834 h 778009"/>
              <a:gd name="connsiteX25" fmla="*/ 974725 w 1022350"/>
              <a:gd name="connsiteY25" fmla="*/ 552584 h 778009"/>
              <a:gd name="connsiteX26" fmla="*/ 1022350 w 1022350"/>
              <a:gd name="connsiteY26" fmla="*/ 590684 h 778009"/>
              <a:gd name="connsiteX27" fmla="*/ 993775 w 1022350"/>
              <a:gd name="connsiteY27" fmla="*/ 631959 h 778009"/>
              <a:gd name="connsiteX28" fmla="*/ 860425 w 1022350"/>
              <a:gd name="connsiteY28" fmla="*/ 622434 h 778009"/>
              <a:gd name="connsiteX29" fmla="*/ 815975 w 1022350"/>
              <a:gd name="connsiteY29" fmla="*/ 609734 h 778009"/>
              <a:gd name="connsiteX30" fmla="*/ 733425 w 1022350"/>
              <a:gd name="connsiteY30" fmla="*/ 657359 h 778009"/>
              <a:gd name="connsiteX31" fmla="*/ 692150 w 1022350"/>
              <a:gd name="connsiteY31" fmla="*/ 689109 h 778009"/>
              <a:gd name="connsiteX32" fmla="*/ 663575 w 1022350"/>
              <a:gd name="connsiteY32" fmla="*/ 727209 h 778009"/>
              <a:gd name="connsiteX33" fmla="*/ 631825 w 1022350"/>
              <a:gd name="connsiteY33" fmla="*/ 730384 h 778009"/>
              <a:gd name="connsiteX34" fmla="*/ 609600 w 1022350"/>
              <a:gd name="connsiteY34" fmla="*/ 778009 h 778009"/>
              <a:gd name="connsiteX35" fmla="*/ 590550 w 1022350"/>
              <a:gd name="connsiteY35" fmla="*/ 746259 h 778009"/>
              <a:gd name="connsiteX36" fmla="*/ 561975 w 1022350"/>
              <a:gd name="connsiteY36" fmla="*/ 749434 h 778009"/>
              <a:gd name="connsiteX37" fmla="*/ 536575 w 1022350"/>
              <a:gd name="connsiteY37" fmla="*/ 711334 h 778009"/>
              <a:gd name="connsiteX38" fmla="*/ 517525 w 1022350"/>
              <a:gd name="connsiteY38" fmla="*/ 711334 h 778009"/>
              <a:gd name="connsiteX39" fmla="*/ 498475 w 1022350"/>
              <a:gd name="connsiteY39" fmla="*/ 689109 h 778009"/>
              <a:gd name="connsiteX40" fmla="*/ 517525 w 1022350"/>
              <a:gd name="connsiteY40" fmla="*/ 660534 h 778009"/>
              <a:gd name="connsiteX41" fmla="*/ 508000 w 1022350"/>
              <a:gd name="connsiteY41" fmla="*/ 654184 h 778009"/>
              <a:gd name="connsiteX42" fmla="*/ 473075 w 1022350"/>
              <a:gd name="connsiteY42" fmla="*/ 673234 h 778009"/>
              <a:gd name="connsiteX43" fmla="*/ 438150 w 1022350"/>
              <a:gd name="connsiteY43" fmla="*/ 660534 h 778009"/>
              <a:gd name="connsiteX44" fmla="*/ 479425 w 1022350"/>
              <a:gd name="connsiteY44" fmla="*/ 641484 h 778009"/>
              <a:gd name="connsiteX45" fmla="*/ 476250 w 1022350"/>
              <a:gd name="connsiteY45" fmla="*/ 612909 h 778009"/>
              <a:gd name="connsiteX46" fmla="*/ 444500 w 1022350"/>
              <a:gd name="connsiteY46" fmla="*/ 590684 h 778009"/>
              <a:gd name="connsiteX47" fmla="*/ 406400 w 1022350"/>
              <a:gd name="connsiteY47" fmla="*/ 603384 h 778009"/>
              <a:gd name="connsiteX48" fmla="*/ 425450 w 1022350"/>
              <a:gd name="connsiteY48" fmla="*/ 638309 h 778009"/>
              <a:gd name="connsiteX49" fmla="*/ 396875 w 1022350"/>
              <a:gd name="connsiteY49" fmla="*/ 647834 h 778009"/>
              <a:gd name="connsiteX50" fmla="*/ 365125 w 1022350"/>
              <a:gd name="connsiteY50" fmla="*/ 647834 h 778009"/>
              <a:gd name="connsiteX51" fmla="*/ 307975 w 1022350"/>
              <a:gd name="connsiteY51" fmla="*/ 704984 h 778009"/>
              <a:gd name="connsiteX52" fmla="*/ 244475 w 1022350"/>
              <a:gd name="connsiteY52" fmla="*/ 701809 h 778009"/>
              <a:gd name="connsiteX53" fmla="*/ 190500 w 1022350"/>
              <a:gd name="connsiteY53" fmla="*/ 644659 h 778009"/>
              <a:gd name="connsiteX54" fmla="*/ 149225 w 1022350"/>
              <a:gd name="connsiteY54" fmla="*/ 644659 h 778009"/>
              <a:gd name="connsiteX55" fmla="*/ 111125 w 1022350"/>
              <a:gd name="connsiteY55" fmla="*/ 603384 h 778009"/>
              <a:gd name="connsiteX56" fmla="*/ 73025 w 1022350"/>
              <a:gd name="connsiteY56" fmla="*/ 625609 h 778009"/>
              <a:gd name="connsiteX57" fmla="*/ 38100 w 1022350"/>
              <a:gd name="connsiteY57" fmla="*/ 625609 h 778009"/>
              <a:gd name="connsiteX58" fmla="*/ 0 w 1022350"/>
              <a:gd name="connsiteY58" fmla="*/ 590684 h 778009"/>
              <a:gd name="connsiteX59" fmla="*/ 40501 w 1022350"/>
              <a:gd name="connsiteY59" fmla="*/ 2515 h 778009"/>
              <a:gd name="connsiteX60" fmla="*/ 107950 w 1022350"/>
              <a:gd name="connsiteY60" fmla="*/ 31884 h 778009"/>
              <a:gd name="connsiteX0" fmla="*/ 107950 w 1022350"/>
              <a:gd name="connsiteY0" fmla="*/ 31751 h 777876"/>
              <a:gd name="connsiteX1" fmla="*/ 125406 w 1022350"/>
              <a:gd name="connsiteY1" fmla="*/ 0 h 777876"/>
              <a:gd name="connsiteX2" fmla="*/ 192082 w 1022350"/>
              <a:gd name="connsiteY2" fmla="*/ 21420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92082 w 1022350"/>
              <a:gd name="connsiteY2" fmla="*/ 21420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19 w 1022350"/>
              <a:gd name="connsiteY7" fmla="*/ 99208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80194 w 1022350"/>
              <a:gd name="connsiteY8" fmla="*/ 111919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299244 w 1022350"/>
              <a:gd name="connsiteY9" fmla="*/ 133350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58775 w 1022350"/>
              <a:gd name="connsiteY12" fmla="*/ 230981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4386 w 1022350"/>
              <a:gd name="connsiteY12" fmla="*/ 219074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68313 w 1022350"/>
              <a:gd name="connsiteY15" fmla="*/ 31670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38166 w 1022350"/>
              <a:gd name="connsiteY19" fmla="*/ 346063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38948 w 1022350"/>
              <a:gd name="connsiteY17" fmla="*/ 323044 h 777876"/>
              <a:gd name="connsiteX18" fmla="*/ 584985 w 1022350"/>
              <a:gd name="connsiteY18" fmla="*/ 321457 h 777876"/>
              <a:gd name="connsiteX19" fmla="*/ 638166 w 1022350"/>
              <a:gd name="connsiteY19" fmla="*/ 346063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11175 w 1022350"/>
              <a:gd name="connsiteY17" fmla="*/ 311944 h 777876"/>
              <a:gd name="connsiteX18" fmla="*/ 538948 w 1022350"/>
              <a:gd name="connsiteY18" fmla="*/ 323044 h 777876"/>
              <a:gd name="connsiteX19" fmla="*/ 584985 w 1022350"/>
              <a:gd name="connsiteY19" fmla="*/ 321457 h 777876"/>
              <a:gd name="connsiteX20" fmla="*/ 638166 w 1022350"/>
              <a:gd name="connsiteY20" fmla="*/ 346063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13548 w 1022350"/>
              <a:gd name="connsiteY17" fmla="*/ 311931 h 777876"/>
              <a:gd name="connsiteX18" fmla="*/ 538948 w 1022350"/>
              <a:gd name="connsiteY18" fmla="*/ 323044 h 777876"/>
              <a:gd name="connsiteX19" fmla="*/ 584985 w 1022350"/>
              <a:gd name="connsiteY19" fmla="*/ 321457 h 777876"/>
              <a:gd name="connsiteX20" fmla="*/ 638166 w 1022350"/>
              <a:gd name="connsiteY20" fmla="*/ 346063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1046956 w 1046956"/>
              <a:gd name="connsiteY28" fmla="*/ 588170 h 777876"/>
              <a:gd name="connsiteX29" fmla="*/ 993775 w 1046956"/>
              <a:gd name="connsiteY29" fmla="*/ 631826 h 777876"/>
              <a:gd name="connsiteX30" fmla="*/ 860425 w 1046956"/>
              <a:gd name="connsiteY30" fmla="*/ 622301 h 777876"/>
              <a:gd name="connsiteX31" fmla="*/ 815975 w 1046956"/>
              <a:gd name="connsiteY31" fmla="*/ 609601 h 777876"/>
              <a:gd name="connsiteX32" fmla="*/ 733425 w 1046956"/>
              <a:gd name="connsiteY32" fmla="*/ 657226 h 777876"/>
              <a:gd name="connsiteX33" fmla="*/ 692150 w 1046956"/>
              <a:gd name="connsiteY33" fmla="*/ 688976 h 777876"/>
              <a:gd name="connsiteX34" fmla="*/ 663575 w 1046956"/>
              <a:gd name="connsiteY34" fmla="*/ 727076 h 777876"/>
              <a:gd name="connsiteX35" fmla="*/ 631825 w 1046956"/>
              <a:gd name="connsiteY35" fmla="*/ 730251 h 777876"/>
              <a:gd name="connsiteX36" fmla="*/ 609600 w 1046956"/>
              <a:gd name="connsiteY36" fmla="*/ 777876 h 777876"/>
              <a:gd name="connsiteX37" fmla="*/ 590550 w 1046956"/>
              <a:gd name="connsiteY37" fmla="*/ 746126 h 777876"/>
              <a:gd name="connsiteX38" fmla="*/ 561975 w 1046956"/>
              <a:gd name="connsiteY38" fmla="*/ 749301 h 777876"/>
              <a:gd name="connsiteX39" fmla="*/ 536575 w 1046956"/>
              <a:gd name="connsiteY39" fmla="*/ 711201 h 777876"/>
              <a:gd name="connsiteX40" fmla="*/ 517525 w 1046956"/>
              <a:gd name="connsiteY40" fmla="*/ 711201 h 777876"/>
              <a:gd name="connsiteX41" fmla="*/ 498475 w 1046956"/>
              <a:gd name="connsiteY41" fmla="*/ 688976 h 777876"/>
              <a:gd name="connsiteX42" fmla="*/ 517525 w 1046956"/>
              <a:gd name="connsiteY42" fmla="*/ 660401 h 777876"/>
              <a:gd name="connsiteX43" fmla="*/ 508000 w 1046956"/>
              <a:gd name="connsiteY43" fmla="*/ 654051 h 777876"/>
              <a:gd name="connsiteX44" fmla="*/ 473075 w 1046956"/>
              <a:gd name="connsiteY44" fmla="*/ 673101 h 777876"/>
              <a:gd name="connsiteX45" fmla="*/ 438150 w 1046956"/>
              <a:gd name="connsiteY45" fmla="*/ 660401 h 777876"/>
              <a:gd name="connsiteX46" fmla="*/ 479425 w 1046956"/>
              <a:gd name="connsiteY46" fmla="*/ 641351 h 777876"/>
              <a:gd name="connsiteX47" fmla="*/ 476250 w 1046956"/>
              <a:gd name="connsiteY47" fmla="*/ 612776 h 777876"/>
              <a:gd name="connsiteX48" fmla="*/ 444500 w 1046956"/>
              <a:gd name="connsiteY48" fmla="*/ 590551 h 777876"/>
              <a:gd name="connsiteX49" fmla="*/ 406400 w 1046956"/>
              <a:gd name="connsiteY49" fmla="*/ 603251 h 777876"/>
              <a:gd name="connsiteX50" fmla="*/ 425450 w 1046956"/>
              <a:gd name="connsiteY50" fmla="*/ 638176 h 777876"/>
              <a:gd name="connsiteX51" fmla="*/ 396875 w 1046956"/>
              <a:gd name="connsiteY51" fmla="*/ 647701 h 777876"/>
              <a:gd name="connsiteX52" fmla="*/ 365125 w 1046956"/>
              <a:gd name="connsiteY52" fmla="*/ 647701 h 777876"/>
              <a:gd name="connsiteX53" fmla="*/ 307975 w 1046956"/>
              <a:gd name="connsiteY53" fmla="*/ 704851 h 777876"/>
              <a:gd name="connsiteX54" fmla="*/ 244475 w 1046956"/>
              <a:gd name="connsiteY54" fmla="*/ 701676 h 777876"/>
              <a:gd name="connsiteX55" fmla="*/ 190500 w 1046956"/>
              <a:gd name="connsiteY55" fmla="*/ 644526 h 777876"/>
              <a:gd name="connsiteX56" fmla="*/ 149225 w 1046956"/>
              <a:gd name="connsiteY56" fmla="*/ 644526 h 777876"/>
              <a:gd name="connsiteX57" fmla="*/ 111125 w 1046956"/>
              <a:gd name="connsiteY57" fmla="*/ 603251 h 777876"/>
              <a:gd name="connsiteX58" fmla="*/ 73025 w 1046956"/>
              <a:gd name="connsiteY58" fmla="*/ 625476 h 777876"/>
              <a:gd name="connsiteX59" fmla="*/ 38100 w 1046956"/>
              <a:gd name="connsiteY59" fmla="*/ 625476 h 777876"/>
              <a:gd name="connsiteX60" fmla="*/ 0 w 1046956"/>
              <a:gd name="connsiteY60" fmla="*/ 590551 h 777876"/>
              <a:gd name="connsiteX61" fmla="*/ 40501 w 1046956"/>
              <a:gd name="connsiteY61" fmla="*/ 2382 h 777876"/>
              <a:gd name="connsiteX62" fmla="*/ 107950 w 1046956"/>
              <a:gd name="connsiteY62"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1006475 w 1046956"/>
              <a:gd name="connsiteY28" fmla="*/ 566738 h 777876"/>
              <a:gd name="connsiteX29" fmla="*/ 1046956 w 1046956"/>
              <a:gd name="connsiteY29" fmla="*/ 588170 h 777876"/>
              <a:gd name="connsiteX30" fmla="*/ 993775 w 1046956"/>
              <a:gd name="connsiteY30" fmla="*/ 631826 h 777876"/>
              <a:gd name="connsiteX31" fmla="*/ 860425 w 1046956"/>
              <a:gd name="connsiteY31" fmla="*/ 622301 h 777876"/>
              <a:gd name="connsiteX32" fmla="*/ 815975 w 1046956"/>
              <a:gd name="connsiteY32" fmla="*/ 609601 h 777876"/>
              <a:gd name="connsiteX33" fmla="*/ 733425 w 1046956"/>
              <a:gd name="connsiteY33" fmla="*/ 657226 h 777876"/>
              <a:gd name="connsiteX34" fmla="*/ 692150 w 1046956"/>
              <a:gd name="connsiteY34" fmla="*/ 688976 h 777876"/>
              <a:gd name="connsiteX35" fmla="*/ 663575 w 1046956"/>
              <a:gd name="connsiteY35" fmla="*/ 727076 h 777876"/>
              <a:gd name="connsiteX36" fmla="*/ 631825 w 1046956"/>
              <a:gd name="connsiteY36" fmla="*/ 730251 h 777876"/>
              <a:gd name="connsiteX37" fmla="*/ 609600 w 1046956"/>
              <a:gd name="connsiteY37" fmla="*/ 777876 h 777876"/>
              <a:gd name="connsiteX38" fmla="*/ 590550 w 1046956"/>
              <a:gd name="connsiteY38" fmla="*/ 746126 h 777876"/>
              <a:gd name="connsiteX39" fmla="*/ 561975 w 1046956"/>
              <a:gd name="connsiteY39" fmla="*/ 749301 h 777876"/>
              <a:gd name="connsiteX40" fmla="*/ 536575 w 1046956"/>
              <a:gd name="connsiteY40" fmla="*/ 711201 h 777876"/>
              <a:gd name="connsiteX41" fmla="*/ 517525 w 1046956"/>
              <a:gd name="connsiteY41" fmla="*/ 711201 h 777876"/>
              <a:gd name="connsiteX42" fmla="*/ 498475 w 1046956"/>
              <a:gd name="connsiteY42" fmla="*/ 688976 h 777876"/>
              <a:gd name="connsiteX43" fmla="*/ 517525 w 1046956"/>
              <a:gd name="connsiteY43" fmla="*/ 660401 h 777876"/>
              <a:gd name="connsiteX44" fmla="*/ 508000 w 1046956"/>
              <a:gd name="connsiteY44" fmla="*/ 654051 h 777876"/>
              <a:gd name="connsiteX45" fmla="*/ 473075 w 1046956"/>
              <a:gd name="connsiteY45" fmla="*/ 673101 h 777876"/>
              <a:gd name="connsiteX46" fmla="*/ 438150 w 1046956"/>
              <a:gd name="connsiteY46" fmla="*/ 660401 h 777876"/>
              <a:gd name="connsiteX47" fmla="*/ 479425 w 1046956"/>
              <a:gd name="connsiteY47" fmla="*/ 641351 h 777876"/>
              <a:gd name="connsiteX48" fmla="*/ 476250 w 1046956"/>
              <a:gd name="connsiteY48" fmla="*/ 612776 h 777876"/>
              <a:gd name="connsiteX49" fmla="*/ 444500 w 1046956"/>
              <a:gd name="connsiteY49" fmla="*/ 590551 h 777876"/>
              <a:gd name="connsiteX50" fmla="*/ 406400 w 1046956"/>
              <a:gd name="connsiteY50" fmla="*/ 603251 h 777876"/>
              <a:gd name="connsiteX51" fmla="*/ 425450 w 1046956"/>
              <a:gd name="connsiteY51" fmla="*/ 638176 h 777876"/>
              <a:gd name="connsiteX52" fmla="*/ 396875 w 1046956"/>
              <a:gd name="connsiteY52" fmla="*/ 647701 h 777876"/>
              <a:gd name="connsiteX53" fmla="*/ 365125 w 1046956"/>
              <a:gd name="connsiteY53" fmla="*/ 647701 h 777876"/>
              <a:gd name="connsiteX54" fmla="*/ 307975 w 1046956"/>
              <a:gd name="connsiteY54" fmla="*/ 704851 h 777876"/>
              <a:gd name="connsiteX55" fmla="*/ 244475 w 1046956"/>
              <a:gd name="connsiteY55" fmla="*/ 701676 h 777876"/>
              <a:gd name="connsiteX56" fmla="*/ 190500 w 1046956"/>
              <a:gd name="connsiteY56" fmla="*/ 644526 h 777876"/>
              <a:gd name="connsiteX57" fmla="*/ 149225 w 1046956"/>
              <a:gd name="connsiteY57" fmla="*/ 644526 h 777876"/>
              <a:gd name="connsiteX58" fmla="*/ 111125 w 1046956"/>
              <a:gd name="connsiteY58" fmla="*/ 603251 h 777876"/>
              <a:gd name="connsiteX59" fmla="*/ 73025 w 1046956"/>
              <a:gd name="connsiteY59" fmla="*/ 625476 h 777876"/>
              <a:gd name="connsiteX60" fmla="*/ 38100 w 1046956"/>
              <a:gd name="connsiteY60" fmla="*/ 625476 h 777876"/>
              <a:gd name="connsiteX61" fmla="*/ 0 w 1046956"/>
              <a:gd name="connsiteY61" fmla="*/ 590551 h 777876"/>
              <a:gd name="connsiteX62" fmla="*/ 40501 w 1046956"/>
              <a:gd name="connsiteY62" fmla="*/ 2382 h 777876"/>
              <a:gd name="connsiteX63" fmla="*/ 107950 w 1046956"/>
              <a:gd name="connsiteY63"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999319 w 1046956"/>
              <a:gd name="connsiteY28" fmla="*/ 578644 h 777876"/>
              <a:gd name="connsiteX29" fmla="*/ 1046956 w 1046956"/>
              <a:gd name="connsiteY29" fmla="*/ 588170 h 777876"/>
              <a:gd name="connsiteX30" fmla="*/ 993775 w 1046956"/>
              <a:gd name="connsiteY30" fmla="*/ 631826 h 777876"/>
              <a:gd name="connsiteX31" fmla="*/ 860425 w 1046956"/>
              <a:gd name="connsiteY31" fmla="*/ 622301 h 777876"/>
              <a:gd name="connsiteX32" fmla="*/ 815975 w 1046956"/>
              <a:gd name="connsiteY32" fmla="*/ 609601 h 777876"/>
              <a:gd name="connsiteX33" fmla="*/ 733425 w 1046956"/>
              <a:gd name="connsiteY33" fmla="*/ 657226 h 777876"/>
              <a:gd name="connsiteX34" fmla="*/ 692150 w 1046956"/>
              <a:gd name="connsiteY34" fmla="*/ 688976 h 777876"/>
              <a:gd name="connsiteX35" fmla="*/ 663575 w 1046956"/>
              <a:gd name="connsiteY35" fmla="*/ 727076 h 777876"/>
              <a:gd name="connsiteX36" fmla="*/ 631825 w 1046956"/>
              <a:gd name="connsiteY36" fmla="*/ 730251 h 777876"/>
              <a:gd name="connsiteX37" fmla="*/ 609600 w 1046956"/>
              <a:gd name="connsiteY37" fmla="*/ 777876 h 777876"/>
              <a:gd name="connsiteX38" fmla="*/ 590550 w 1046956"/>
              <a:gd name="connsiteY38" fmla="*/ 746126 h 777876"/>
              <a:gd name="connsiteX39" fmla="*/ 561975 w 1046956"/>
              <a:gd name="connsiteY39" fmla="*/ 749301 h 777876"/>
              <a:gd name="connsiteX40" fmla="*/ 536575 w 1046956"/>
              <a:gd name="connsiteY40" fmla="*/ 711201 h 777876"/>
              <a:gd name="connsiteX41" fmla="*/ 517525 w 1046956"/>
              <a:gd name="connsiteY41" fmla="*/ 711201 h 777876"/>
              <a:gd name="connsiteX42" fmla="*/ 498475 w 1046956"/>
              <a:gd name="connsiteY42" fmla="*/ 688976 h 777876"/>
              <a:gd name="connsiteX43" fmla="*/ 517525 w 1046956"/>
              <a:gd name="connsiteY43" fmla="*/ 660401 h 777876"/>
              <a:gd name="connsiteX44" fmla="*/ 508000 w 1046956"/>
              <a:gd name="connsiteY44" fmla="*/ 654051 h 777876"/>
              <a:gd name="connsiteX45" fmla="*/ 473075 w 1046956"/>
              <a:gd name="connsiteY45" fmla="*/ 673101 h 777876"/>
              <a:gd name="connsiteX46" fmla="*/ 438150 w 1046956"/>
              <a:gd name="connsiteY46" fmla="*/ 660401 h 777876"/>
              <a:gd name="connsiteX47" fmla="*/ 479425 w 1046956"/>
              <a:gd name="connsiteY47" fmla="*/ 641351 h 777876"/>
              <a:gd name="connsiteX48" fmla="*/ 476250 w 1046956"/>
              <a:gd name="connsiteY48" fmla="*/ 612776 h 777876"/>
              <a:gd name="connsiteX49" fmla="*/ 444500 w 1046956"/>
              <a:gd name="connsiteY49" fmla="*/ 590551 h 777876"/>
              <a:gd name="connsiteX50" fmla="*/ 406400 w 1046956"/>
              <a:gd name="connsiteY50" fmla="*/ 603251 h 777876"/>
              <a:gd name="connsiteX51" fmla="*/ 425450 w 1046956"/>
              <a:gd name="connsiteY51" fmla="*/ 638176 h 777876"/>
              <a:gd name="connsiteX52" fmla="*/ 396875 w 1046956"/>
              <a:gd name="connsiteY52" fmla="*/ 647701 h 777876"/>
              <a:gd name="connsiteX53" fmla="*/ 365125 w 1046956"/>
              <a:gd name="connsiteY53" fmla="*/ 647701 h 777876"/>
              <a:gd name="connsiteX54" fmla="*/ 307975 w 1046956"/>
              <a:gd name="connsiteY54" fmla="*/ 704851 h 777876"/>
              <a:gd name="connsiteX55" fmla="*/ 244475 w 1046956"/>
              <a:gd name="connsiteY55" fmla="*/ 701676 h 777876"/>
              <a:gd name="connsiteX56" fmla="*/ 190500 w 1046956"/>
              <a:gd name="connsiteY56" fmla="*/ 644526 h 777876"/>
              <a:gd name="connsiteX57" fmla="*/ 149225 w 1046956"/>
              <a:gd name="connsiteY57" fmla="*/ 644526 h 777876"/>
              <a:gd name="connsiteX58" fmla="*/ 111125 w 1046956"/>
              <a:gd name="connsiteY58" fmla="*/ 603251 h 777876"/>
              <a:gd name="connsiteX59" fmla="*/ 73025 w 1046956"/>
              <a:gd name="connsiteY59" fmla="*/ 625476 h 777876"/>
              <a:gd name="connsiteX60" fmla="*/ 38100 w 1046956"/>
              <a:gd name="connsiteY60" fmla="*/ 625476 h 777876"/>
              <a:gd name="connsiteX61" fmla="*/ 0 w 1046956"/>
              <a:gd name="connsiteY61" fmla="*/ 590551 h 777876"/>
              <a:gd name="connsiteX62" fmla="*/ 40501 w 1046956"/>
              <a:gd name="connsiteY62" fmla="*/ 2382 h 777876"/>
              <a:gd name="connsiteX63" fmla="*/ 107950 w 1046956"/>
              <a:gd name="connsiteY63" fmla="*/ 31751 h 777876"/>
              <a:gd name="connsiteX0" fmla="*/ 107950 w 1054100"/>
              <a:gd name="connsiteY0" fmla="*/ 31751 h 777876"/>
              <a:gd name="connsiteX1" fmla="*/ 125406 w 1054100"/>
              <a:gd name="connsiteY1" fmla="*/ 0 h 777876"/>
              <a:gd name="connsiteX2" fmla="*/ 187314 w 1054100"/>
              <a:gd name="connsiteY2" fmla="*/ 14276 h 777876"/>
              <a:gd name="connsiteX3" fmla="*/ 225425 w 1054100"/>
              <a:gd name="connsiteY3" fmla="*/ 63501 h 777876"/>
              <a:gd name="connsiteX4" fmla="*/ 212725 w 1054100"/>
              <a:gd name="connsiteY4" fmla="*/ 104776 h 777876"/>
              <a:gd name="connsiteX5" fmla="*/ 228600 w 1054100"/>
              <a:gd name="connsiteY5" fmla="*/ 130176 h 777876"/>
              <a:gd name="connsiteX6" fmla="*/ 230175 w 1054100"/>
              <a:gd name="connsiteY6" fmla="*/ 102372 h 777876"/>
              <a:gd name="connsiteX7" fmla="*/ 261131 w 1054100"/>
              <a:gd name="connsiteY7" fmla="*/ 99197 h 777876"/>
              <a:gd name="connsiteX8" fmla="*/ 277806 w 1054100"/>
              <a:gd name="connsiteY8" fmla="*/ 123814 h 777876"/>
              <a:gd name="connsiteX9" fmla="*/ 301618 w 1054100"/>
              <a:gd name="connsiteY9" fmla="*/ 116669 h 777876"/>
              <a:gd name="connsiteX10" fmla="*/ 340512 w 1054100"/>
              <a:gd name="connsiteY10" fmla="*/ 148420 h 777876"/>
              <a:gd name="connsiteX11" fmla="*/ 315112 w 1054100"/>
              <a:gd name="connsiteY11" fmla="*/ 195264 h 777876"/>
              <a:gd name="connsiteX12" fmla="*/ 373328 w 1054100"/>
              <a:gd name="connsiteY12" fmla="*/ 227805 h 777876"/>
              <a:gd name="connsiteX13" fmla="*/ 403225 w 1054100"/>
              <a:gd name="connsiteY13" fmla="*/ 266701 h 777876"/>
              <a:gd name="connsiteX14" fmla="*/ 445286 w 1054100"/>
              <a:gd name="connsiteY14" fmla="*/ 324631 h 777876"/>
              <a:gd name="connsiteX15" fmla="*/ 473068 w 1054100"/>
              <a:gd name="connsiteY15" fmla="*/ 333362 h 777876"/>
              <a:gd name="connsiteX16" fmla="*/ 482592 w 1054100"/>
              <a:gd name="connsiteY16" fmla="*/ 307963 h 777876"/>
              <a:gd name="connsiteX17" fmla="*/ 513548 w 1054100"/>
              <a:gd name="connsiteY17" fmla="*/ 311931 h 777876"/>
              <a:gd name="connsiteX18" fmla="*/ 538948 w 1054100"/>
              <a:gd name="connsiteY18" fmla="*/ 323044 h 777876"/>
              <a:gd name="connsiteX19" fmla="*/ 584985 w 1054100"/>
              <a:gd name="connsiteY19" fmla="*/ 321457 h 777876"/>
              <a:gd name="connsiteX20" fmla="*/ 638166 w 1054100"/>
              <a:gd name="connsiteY20" fmla="*/ 346063 h 777876"/>
              <a:gd name="connsiteX21" fmla="*/ 701675 w 1054100"/>
              <a:gd name="connsiteY21" fmla="*/ 339726 h 777876"/>
              <a:gd name="connsiteX22" fmla="*/ 771525 w 1054100"/>
              <a:gd name="connsiteY22" fmla="*/ 337331 h 777876"/>
              <a:gd name="connsiteX23" fmla="*/ 812800 w 1054100"/>
              <a:gd name="connsiteY23" fmla="*/ 339726 h 777876"/>
              <a:gd name="connsiteX24" fmla="*/ 838200 w 1054100"/>
              <a:gd name="connsiteY24" fmla="*/ 381001 h 777876"/>
              <a:gd name="connsiteX25" fmla="*/ 838200 w 1054100"/>
              <a:gd name="connsiteY25" fmla="*/ 463551 h 777876"/>
              <a:gd name="connsiteX26" fmla="*/ 911225 w 1054100"/>
              <a:gd name="connsiteY26" fmla="*/ 520701 h 777876"/>
              <a:gd name="connsiteX27" fmla="*/ 974725 w 1054100"/>
              <a:gd name="connsiteY27" fmla="*/ 552451 h 777876"/>
              <a:gd name="connsiteX28" fmla="*/ 999319 w 1054100"/>
              <a:gd name="connsiteY28" fmla="*/ 578644 h 777876"/>
              <a:gd name="connsiteX29" fmla="*/ 1054100 w 1054100"/>
              <a:gd name="connsiteY29" fmla="*/ 578645 h 777876"/>
              <a:gd name="connsiteX30" fmla="*/ 993775 w 1054100"/>
              <a:gd name="connsiteY30" fmla="*/ 631826 h 777876"/>
              <a:gd name="connsiteX31" fmla="*/ 860425 w 1054100"/>
              <a:gd name="connsiteY31" fmla="*/ 622301 h 777876"/>
              <a:gd name="connsiteX32" fmla="*/ 815975 w 1054100"/>
              <a:gd name="connsiteY32" fmla="*/ 609601 h 777876"/>
              <a:gd name="connsiteX33" fmla="*/ 733425 w 1054100"/>
              <a:gd name="connsiteY33" fmla="*/ 657226 h 777876"/>
              <a:gd name="connsiteX34" fmla="*/ 692150 w 1054100"/>
              <a:gd name="connsiteY34" fmla="*/ 688976 h 777876"/>
              <a:gd name="connsiteX35" fmla="*/ 663575 w 1054100"/>
              <a:gd name="connsiteY35" fmla="*/ 727076 h 777876"/>
              <a:gd name="connsiteX36" fmla="*/ 631825 w 1054100"/>
              <a:gd name="connsiteY36" fmla="*/ 730251 h 777876"/>
              <a:gd name="connsiteX37" fmla="*/ 609600 w 1054100"/>
              <a:gd name="connsiteY37" fmla="*/ 777876 h 777876"/>
              <a:gd name="connsiteX38" fmla="*/ 590550 w 1054100"/>
              <a:gd name="connsiteY38" fmla="*/ 746126 h 777876"/>
              <a:gd name="connsiteX39" fmla="*/ 561975 w 1054100"/>
              <a:gd name="connsiteY39" fmla="*/ 749301 h 777876"/>
              <a:gd name="connsiteX40" fmla="*/ 536575 w 1054100"/>
              <a:gd name="connsiteY40" fmla="*/ 711201 h 777876"/>
              <a:gd name="connsiteX41" fmla="*/ 517525 w 1054100"/>
              <a:gd name="connsiteY41" fmla="*/ 711201 h 777876"/>
              <a:gd name="connsiteX42" fmla="*/ 498475 w 1054100"/>
              <a:gd name="connsiteY42" fmla="*/ 688976 h 777876"/>
              <a:gd name="connsiteX43" fmla="*/ 517525 w 1054100"/>
              <a:gd name="connsiteY43" fmla="*/ 660401 h 777876"/>
              <a:gd name="connsiteX44" fmla="*/ 508000 w 1054100"/>
              <a:gd name="connsiteY44" fmla="*/ 654051 h 777876"/>
              <a:gd name="connsiteX45" fmla="*/ 473075 w 1054100"/>
              <a:gd name="connsiteY45" fmla="*/ 673101 h 777876"/>
              <a:gd name="connsiteX46" fmla="*/ 438150 w 1054100"/>
              <a:gd name="connsiteY46" fmla="*/ 660401 h 777876"/>
              <a:gd name="connsiteX47" fmla="*/ 479425 w 1054100"/>
              <a:gd name="connsiteY47" fmla="*/ 641351 h 777876"/>
              <a:gd name="connsiteX48" fmla="*/ 476250 w 1054100"/>
              <a:gd name="connsiteY48" fmla="*/ 612776 h 777876"/>
              <a:gd name="connsiteX49" fmla="*/ 444500 w 1054100"/>
              <a:gd name="connsiteY49" fmla="*/ 590551 h 777876"/>
              <a:gd name="connsiteX50" fmla="*/ 406400 w 1054100"/>
              <a:gd name="connsiteY50" fmla="*/ 603251 h 777876"/>
              <a:gd name="connsiteX51" fmla="*/ 425450 w 1054100"/>
              <a:gd name="connsiteY51" fmla="*/ 638176 h 777876"/>
              <a:gd name="connsiteX52" fmla="*/ 396875 w 1054100"/>
              <a:gd name="connsiteY52" fmla="*/ 647701 h 777876"/>
              <a:gd name="connsiteX53" fmla="*/ 365125 w 1054100"/>
              <a:gd name="connsiteY53" fmla="*/ 647701 h 777876"/>
              <a:gd name="connsiteX54" fmla="*/ 307975 w 1054100"/>
              <a:gd name="connsiteY54" fmla="*/ 704851 h 777876"/>
              <a:gd name="connsiteX55" fmla="*/ 244475 w 1054100"/>
              <a:gd name="connsiteY55" fmla="*/ 701676 h 777876"/>
              <a:gd name="connsiteX56" fmla="*/ 190500 w 1054100"/>
              <a:gd name="connsiteY56" fmla="*/ 644526 h 777876"/>
              <a:gd name="connsiteX57" fmla="*/ 149225 w 1054100"/>
              <a:gd name="connsiteY57" fmla="*/ 644526 h 777876"/>
              <a:gd name="connsiteX58" fmla="*/ 111125 w 1054100"/>
              <a:gd name="connsiteY58" fmla="*/ 603251 h 777876"/>
              <a:gd name="connsiteX59" fmla="*/ 73025 w 1054100"/>
              <a:gd name="connsiteY59" fmla="*/ 625476 h 777876"/>
              <a:gd name="connsiteX60" fmla="*/ 38100 w 1054100"/>
              <a:gd name="connsiteY60" fmla="*/ 625476 h 777876"/>
              <a:gd name="connsiteX61" fmla="*/ 0 w 1054100"/>
              <a:gd name="connsiteY61" fmla="*/ 590551 h 777876"/>
              <a:gd name="connsiteX62" fmla="*/ 40501 w 1054100"/>
              <a:gd name="connsiteY62" fmla="*/ 2382 h 777876"/>
              <a:gd name="connsiteX63" fmla="*/ 107950 w 1054100"/>
              <a:gd name="connsiteY63" fmla="*/ 31751 h 777876"/>
              <a:gd name="connsiteX0" fmla="*/ 107950 w 1056481"/>
              <a:gd name="connsiteY0" fmla="*/ 31751 h 777876"/>
              <a:gd name="connsiteX1" fmla="*/ 125406 w 1056481"/>
              <a:gd name="connsiteY1" fmla="*/ 0 h 777876"/>
              <a:gd name="connsiteX2" fmla="*/ 187314 w 1056481"/>
              <a:gd name="connsiteY2" fmla="*/ 14276 h 777876"/>
              <a:gd name="connsiteX3" fmla="*/ 225425 w 1056481"/>
              <a:gd name="connsiteY3" fmla="*/ 63501 h 777876"/>
              <a:gd name="connsiteX4" fmla="*/ 212725 w 1056481"/>
              <a:gd name="connsiteY4" fmla="*/ 104776 h 777876"/>
              <a:gd name="connsiteX5" fmla="*/ 228600 w 1056481"/>
              <a:gd name="connsiteY5" fmla="*/ 130176 h 777876"/>
              <a:gd name="connsiteX6" fmla="*/ 230175 w 1056481"/>
              <a:gd name="connsiteY6" fmla="*/ 102372 h 777876"/>
              <a:gd name="connsiteX7" fmla="*/ 261131 w 1056481"/>
              <a:gd name="connsiteY7" fmla="*/ 99197 h 777876"/>
              <a:gd name="connsiteX8" fmla="*/ 277806 w 1056481"/>
              <a:gd name="connsiteY8" fmla="*/ 123814 h 777876"/>
              <a:gd name="connsiteX9" fmla="*/ 301618 w 1056481"/>
              <a:gd name="connsiteY9" fmla="*/ 116669 h 777876"/>
              <a:gd name="connsiteX10" fmla="*/ 340512 w 1056481"/>
              <a:gd name="connsiteY10" fmla="*/ 148420 h 777876"/>
              <a:gd name="connsiteX11" fmla="*/ 315112 w 1056481"/>
              <a:gd name="connsiteY11" fmla="*/ 195264 h 777876"/>
              <a:gd name="connsiteX12" fmla="*/ 373328 w 1056481"/>
              <a:gd name="connsiteY12" fmla="*/ 227805 h 777876"/>
              <a:gd name="connsiteX13" fmla="*/ 403225 w 1056481"/>
              <a:gd name="connsiteY13" fmla="*/ 266701 h 777876"/>
              <a:gd name="connsiteX14" fmla="*/ 445286 w 1056481"/>
              <a:gd name="connsiteY14" fmla="*/ 324631 h 777876"/>
              <a:gd name="connsiteX15" fmla="*/ 473068 w 1056481"/>
              <a:gd name="connsiteY15" fmla="*/ 333362 h 777876"/>
              <a:gd name="connsiteX16" fmla="*/ 482592 w 1056481"/>
              <a:gd name="connsiteY16" fmla="*/ 307963 h 777876"/>
              <a:gd name="connsiteX17" fmla="*/ 513548 w 1056481"/>
              <a:gd name="connsiteY17" fmla="*/ 311931 h 777876"/>
              <a:gd name="connsiteX18" fmla="*/ 538948 w 1056481"/>
              <a:gd name="connsiteY18" fmla="*/ 323044 h 777876"/>
              <a:gd name="connsiteX19" fmla="*/ 584985 w 1056481"/>
              <a:gd name="connsiteY19" fmla="*/ 321457 h 777876"/>
              <a:gd name="connsiteX20" fmla="*/ 638166 w 1056481"/>
              <a:gd name="connsiteY20" fmla="*/ 346063 h 777876"/>
              <a:gd name="connsiteX21" fmla="*/ 701675 w 1056481"/>
              <a:gd name="connsiteY21" fmla="*/ 339726 h 777876"/>
              <a:gd name="connsiteX22" fmla="*/ 771525 w 1056481"/>
              <a:gd name="connsiteY22" fmla="*/ 337331 h 777876"/>
              <a:gd name="connsiteX23" fmla="*/ 812800 w 1056481"/>
              <a:gd name="connsiteY23" fmla="*/ 339726 h 777876"/>
              <a:gd name="connsiteX24" fmla="*/ 838200 w 1056481"/>
              <a:gd name="connsiteY24" fmla="*/ 381001 h 777876"/>
              <a:gd name="connsiteX25" fmla="*/ 838200 w 1056481"/>
              <a:gd name="connsiteY25" fmla="*/ 463551 h 777876"/>
              <a:gd name="connsiteX26" fmla="*/ 911225 w 1056481"/>
              <a:gd name="connsiteY26" fmla="*/ 520701 h 777876"/>
              <a:gd name="connsiteX27" fmla="*/ 974725 w 1056481"/>
              <a:gd name="connsiteY27" fmla="*/ 552451 h 777876"/>
              <a:gd name="connsiteX28" fmla="*/ 999319 w 1056481"/>
              <a:gd name="connsiteY28" fmla="*/ 578644 h 777876"/>
              <a:gd name="connsiteX29" fmla="*/ 1056481 w 1056481"/>
              <a:gd name="connsiteY29" fmla="*/ 578645 h 777876"/>
              <a:gd name="connsiteX30" fmla="*/ 993775 w 1056481"/>
              <a:gd name="connsiteY30" fmla="*/ 631826 h 777876"/>
              <a:gd name="connsiteX31" fmla="*/ 860425 w 1056481"/>
              <a:gd name="connsiteY31" fmla="*/ 622301 h 777876"/>
              <a:gd name="connsiteX32" fmla="*/ 815975 w 1056481"/>
              <a:gd name="connsiteY32" fmla="*/ 609601 h 777876"/>
              <a:gd name="connsiteX33" fmla="*/ 733425 w 1056481"/>
              <a:gd name="connsiteY33" fmla="*/ 657226 h 777876"/>
              <a:gd name="connsiteX34" fmla="*/ 692150 w 1056481"/>
              <a:gd name="connsiteY34" fmla="*/ 688976 h 777876"/>
              <a:gd name="connsiteX35" fmla="*/ 663575 w 1056481"/>
              <a:gd name="connsiteY35" fmla="*/ 727076 h 777876"/>
              <a:gd name="connsiteX36" fmla="*/ 631825 w 1056481"/>
              <a:gd name="connsiteY36" fmla="*/ 730251 h 777876"/>
              <a:gd name="connsiteX37" fmla="*/ 609600 w 1056481"/>
              <a:gd name="connsiteY37" fmla="*/ 777876 h 777876"/>
              <a:gd name="connsiteX38" fmla="*/ 590550 w 1056481"/>
              <a:gd name="connsiteY38" fmla="*/ 746126 h 777876"/>
              <a:gd name="connsiteX39" fmla="*/ 561975 w 1056481"/>
              <a:gd name="connsiteY39" fmla="*/ 749301 h 777876"/>
              <a:gd name="connsiteX40" fmla="*/ 536575 w 1056481"/>
              <a:gd name="connsiteY40" fmla="*/ 711201 h 777876"/>
              <a:gd name="connsiteX41" fmla="*/ 517525 w 1056481"/>
              <a:gd name="connsiteY41" fmla="*/ 711201 h 777876"/>
              <a:gd name="connsiteX42" fmla="*/ 498475 w 1056481"/>
              <a:gd name="connsiteY42" fmla="*/ 688976 h 777876"/>
              <a:gd name="connsiteX43" fmla="*/ 517525 w 1056481"/>
              <a:gd name="connsiteY43" fmla="*/ 660401 h 777876"/>
              <a:gd name="connsiteX44" fmla="*/ 508000 w 1056481"/>
              <a:gd name="connsiteY44" fmla="*/ 654051 h 777876"/>
              <a:gd name="connsiteX45" fmla="*/ 473075 w 1056481"/>
              <a:gd name="connsiteY45" fmla="*/ 673101 h 777876"/>
              <a:gd name="connsiteX46" fmla="*/ 438150 w 1056481"/>
              <a:gd name="connsiteY46" fmla="*/ 660401 h 777876"/>
              <a:gd name="connsiteX47" fmla="*/ 479425 w 1056481"/>
              <a:gd name="connsiteY47" fmla="*/ 641351 h 777876"/>
              <a:gd name="connsiteX48" fmla="*/ 476250 w 1056481"/>
              <a:gd name="connsiteY48" fmla="*/ 612776 h 777876"/>
              <a:gd name="connsiteX49" fmla="*/ 444500 w 1056481"/>
              <a:gd name="connsiteY49" fmla="*/ 590551 h 777876"/>
              <a:gd name="connsiteX50" fmla="*/ 406400 w 1056481"/>
              <a:gd name="connsiteY50" fmla="*/ 603251 h 777876"/>
              <a:gd name="connsiteX51" fmla="*/ 425450 w 1056481"/>
              <a:gd name="connsiteY51" fmla="*/ 638176 h 777876"/>
              <a:gd name="connsiteX52" fmla="*/ 396875 w 1056481"/>
              <a:gd name="connsiteY52" fmla="*/ 647701 h 777876"/>
              <a:gd name="connsiteX53" fmla="*/ 365125 w 1056481"/>
              <a:gd name="connsiteY53" fmla="*/ 647701 h 777876"/>
              <a:gd name="connsiteX54" fmla="*/ 307975 w 1056481"/>
              <a:gd name="connsiteY54" fmla="*/ 704851 h 777876"/>
              <a:gd name="connsiteX55" fmla="*/ 244475 w 1056481"/>
              <a:gd name="connsiteY55" fmla="*/ 701676 h 777876"/>
              <a:gd name="connsiteX56" fmla="*/ 190500 w 1056481"/>
              <a:gd name="connsiteY56" fmla="*/ 644526 h 777876"/>
              <a:gd name="connsiteX57" fmla="*/ 149225 w 1056481"/>
              <a:gd name="connsiteY57" fmla="*/ 644526 h 777876"/>
              <a:gd name="connsiteX58" fmla="*/ 111125 w 1056481"/>
              <a:gd name="connsiteY58" fmla="*/ 603251 h 777876"/>
              <a:gd name="connsiteX59" fmla="*/ 73025 w 1056481"/>
              <a:gd name="connsiteY59" fmla="*/ 625476 h 777876"/>
              <a:gd name="connsiteX60" fmla="*/ 38100 w 1056481"/>
              <a:gd name="connsiteY60" fmla="*/ 625476 h 777876"/>
              <a:gd name="connsiteX61" fmla="*/ 0 w 1056481"/>
              <a:gd name="connsiteY61" fmla="*/ 590551 h 777876"/>
              <a:gd name="connsiteX62" fmla="*/ 40501 w 1056481"/>
              <a:gd name="connsiteY62" fmla="*/ 2382 h 777876"/>
              <a:gd name="connsiteX63" fmla="*/ 107950 w 1056481"/>
              <a:gd name="connsiteY63"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107950 w 1051719"/>
              <a:gd name="connsiteY63"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73025 w 1051719"/>
              <a:gd name="connsiteY63" fmla="*/ 19050 h 777876"/>
              <a:gd name="connsiteX64" fmla="*/ 107950 w 1051719"/>
              <a:gd name="connsiteY64"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70638 w 1051719"/>
              <a:gd name="connsiteY63" fmla="*/ 21431 h 777876"/>
              <a:gd name="connsiteX64" fmla="*/ 107950 w 1051719"/>
              <a:gd name="connsiteY64" fmla="*/ 31751 h 777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51719" h="777876">
                <a:moveTo>
                  <a:pt x="107950" y="31751"/>
                </a:moveTo>
                <a:lnTo>
                  <a:pt x="125406" y="0"/>
                </a:lnTo>
                <a:lnTo>
                  <a:pt x="187314" y="14276"/>
                </a:lnTo>
                <a:lnTo>
                  <a:pt x="225425" y="63501"/>
                </a:lnTo>
                <a:lnTo>
                  <a:pt x="212725" y="104776"/>
                </a:lnTo>
                <a:lnTo>
                  <a:pt x="228600" y="130176"/>
                </a:lnTo>
                <a:cubicBezTo>
                  <a:pt x="233098" y="130176"/>
                  <a:pt x="224354" y="108722"/>
                  <a:pt x="230175" y="102372"/>
                </a:cubicBezTo>
                <a:lnTo>
                  <a:pt x="261131" y="99197"/>
                </a:lnTo>
                <a:lnTo>
                  <a:pt x="277806" y="123814"/>
                </a:lnTo>
                <a:lnTo>
                  <a:pt x="301618" y="116669"/>
                </a:lnTo>
                <a:lnTo>
                  <a:pt x="340512" y="148420"/>
                </a:lnTo>
                <a:lnTo>
                  <a:pt x="315112" y="195264"/>
                </a:lnTo>
                <a:lnTo>
                  <a:pt x="373328" y="227805"/>
                </a:lnTo>
                <a:lnTo>
                  <a:pt x="403225" y="266701"/>
                </a:lnTo>
                <a:lnTo>
                  <a:pt x="445286" y="324631"/>
                </a:lnTo>
                <a:lnTo>
                  <a:pt x="473068" y="333362"/>
                </a:lnTo>
                <a:lnTo>
                  <a:pt x="482592" y="307963"/>
                </a:lnTo>
                <a:cubicBezTo>
                  <a:pt x="488943" y="304393"/>
                  <a:pt x="504155" y="309417"/>
                  <a:pt x="513548" y="311931"/>
                </a:cubicBezTo>
                <a:cubicBezTo>
                  <a:pt x="522941" y="314445"/>
                  <a:pt x="526646" y="321459"/>
                  <a:pt x="538948" y="323044"/>
                </a:cubicBezTo>
                <a:lnTo>
                  <a:pt x="584985" y="321457"/>
                </a:lnTo>
                <a:cubicBezTo>
                  <a:pt x="603110" y="325296"/>
                  <a:pt x="618718" y="343018"/>
                  <a:pt x="638166" y="346063"/>
                </a:cubicBezTo>
                <a:lnTo>
                  <a:pt x="701675" y="339726"/>
                </a:lnTo>
                <a:lnTo>
                  <a:pt x="771525" y="337331"/>
                </a:lnTo>
                <a:lnTo>
                  <a:pt x="812800" y="339726"/>
                </a:lnTo>
                <a:lnTo>
                  <a:pt x="838200" y="381001"/>
                </a:lnTo>
                <a:lnTo>
                  <a:pt x="838200" y="463551"/>
                </a:lnTo>
                <a:lnTo>
                  <a:pt x="911225" y="520701"/>
                </a:lnTo>
                <a:lnTo>
                  <a:pt x="974725" y="552451"/>
                </a:lnTo>
                <a:lnTo>
                  <a:pt x="999319" y="578644"/>
                </a:lnTo>
                <a:lnTo>
                  <a:pt x="1051719" y="578645"/>
                </a:lnTo>
                <a:lnTo>
                  <a:pt x="993775" y="631826"/>
                </a:lnTo>
                <a:lnTo>
                  <a:pt x="860425" y="622301"/>
                </a:lnTo>
                <a:lnTo>
                  <a:pt x="815975" y="609601"/>
                </a:lnTo>
                <a:lnTo>
                  <a:pt x="733425" y="657226"/>
                </a:lnTo>
                <a:lnTo>
                  <a:pt x="692150" y="688976"/>
                </a:lnTo>
                <a:lnTo>
                  <a:pt x="663575" y="727076"/>
                </a:lnTo>
                <a:lnTo>
                  <a:pt x="631825" y="730251"/>
                </a:lnTo>
                <a:lnTo>
                  <a:pt x="609600" y="777876"/>
                </a:lnTo>
                <a:lnTo>
                  <a:pt x="590550" y="746126"/>
                </a:lnTo>
                <a:cubicBezTo>
                  <a:pt x="564100" y="749432"/>
                  <a:pt x="573683" y="749301"/>
                  <a:pt x="561975" y="749301"/>
                </a:cubicBezTo>
                <a:lnTo>
                  <a:pt x="536575" y="711201"/>
                </a:lnTo>
                <a:lnTo>
                  <a:pt x="517525" y="711201"/>
                </a:lnTo>
                <a:lnTo>
                  <a:pt x="498475" y="688976"/>
                </a:lnTo>
                <a:lnTo>
                  <a:pt x="517525" y="660401"/>
                </a:lnTo>
                <a:lnTo>
                  <a:pt x="508000" y="654051"/>
                </a:lnTo>
                <a:lnTo>
                  <a:pt x="473075" y="673101"/>
                </a:lnTo>
                <a:lnTo>
                  <a:pt x="438150" y="660401"/>
                </a:lnTo>
                <a:lnTo>
                  <a:pt x="479425" y="641351"/>
                </a:lnTo>
                <a:lnTo>
                  <a:pt x="476250" y="612776"/>
                </a:lnTo>
                <a:lnTo>
                  <a:pt x="444500" y="590551"/>
                </a:lnTo>
                <a:lnTo>
                  <a:pt x="406400" y="603251"/>
                </a:lnTo>
                <a:lnTo>
                  <a:pt x="425450" y="638176"/>
                </a:lnTo>
                <a:lnTo>
                  <a:pt x="396875" y="647701"/>
                </a:lnTo>
                <a:lnTo>
                  <a:pt x="365125" y="647701"/>
                </a:lnTo>
                <a:lnTo>
                  <a:pt x="307975" y="704851"/>
                </a:lnTo>
                <a:lnTo>
                  <a:pt x="244475" y="701676"/>
                </a:lnTo>
                <a:lnTo>
                  <a:pt x="190500" y="644526"/>
                </a:lnTo>
                <a:lnTo>
                  <a:pt x="149225" y="644526"/>
                </a:lnTo>
                <a:lnTo>
                  <a:pt x="111125" y="603251"/>
                </a:lnTo>
                <a:lnTo>
                  <a:pt x="73025" y="625476"/>
                </a:lnTo>
                <a:lnTo>
                  <a:pt x="38100" y="625476"/>
                </a:lnTo>
                <a:lnTo>
                  <a:pt x="0" y="590551"/>
                </a:lnTo>
                <a:lnTo>
                  <a:pt x="40501" y="2382"/>
                </a:lnTo>
                <a:lnTo>
                  <a:pt x="70638" y="21431"/>
                </a:lnTo>
                <a:lnTo>
                  <a:pt x="107950" y="31751"/>
                </a:lnTo>
                <a:close/>
              </a:path>
            </a:pathLst>
          </a:custGeom>
          <a:solidFill>
            <a:srgbClr val="FFFFFF">
              <a:lumMod val="85000"/>
            </a:srgbClr>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6" name="Freeform 399">
            <a:extLst>
              <a:ext uri="{FF2B5EF4-FFF2-40B4-BE49-F238E27FC236}">
                <a16:creationId xmlns:a16="http://schemas.microsoft.com/office/drawing/2014/main" id="{3C56559F-F29B-4033-8966-90E007C42CCA}"/>
              </a:ext>
            </a:extLst>
          </p:cNvPr>
          <p:cNvSpPr/>
          <p:nvPr>
            <p:custDataLst>
              <p:tags r:id="rId8"/>
            </p:custDataLst>
          </p:nvPr>
        </p:nvSpPr>
        <p:spPr bwMode="auto">
          <a:xfrm>
            <a:off x="8033597" y="5829867"/>
            <a:ext cx="441685" cy="534446"/>
          </a:xfrm>
          <a:custGeom>
            <a:avLst/>
            <a:gdLst>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60590 w 411692"/>
              <a:gd name="connsiteY4" fmla="*/ 50006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32809 w 411692"/>
              <a:gd name="connsiteY2" fmla="*/ 39670 h 514350"/>
              <a:gd name="connsiteX3" fmla="*/ 49742 w 411692"/>
              <a:gd name="connsiteY3" fmla="*/ 0 h 514350"/>
              <a:gd name="connsiteX4" fmla="*/ 60590 w 411692"/>
              <a:gd name="connsiteY4" fmla="*/ 50006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32809 w 411692"/>
              <a:gd name="connsiteY2" fmla="*/ 39670 h 514350"/>
              <a:gd name="connsiteX3" fmla="*/ 49742 w 411692"/>
              <a:gd name="connsiteY3" fmla="*/ 0 h 514350"/>
              <a:gd name="connsiteX4" fmla="*/ 32007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72244 h 496094"/>
              <a:gd name="connsiteX1" fmla="*/ 11642 w 411692"/>
              <a:gd name="connsiteY1" fmla="*/ 80169 h 496094"/>
              <a:gd name="connsiteX2" fmla="*/ 32809 w 411692"/>
              <a:gd name="connsiteY2" fmla="*/ 21414 h 496094"/>
              <a:gd name="connsiteX3" fmla="*/ 42590 w 411692"/>
              <a:gd name="connsiteY3" fmla="*/ 0 h 496094"/>
              <a:gd name="connsiteX4" fmla="*/ 32007 w 411692"/>
              <a:gd name="connsiteY4" fmla="*/ 38894 h 496094"/>
              <a:gd name="connsiteX5" fmla="*/ 56092 w 411692"/>
              <a:gd name="connsiteY5" fmla="*/ 64294 h 496094"/>
              <a:gd name="connsiteX6" fmla="*/ 97367 w 411692"/>
              <a:gd name="connsiteY6" fmla="*/ 73819 h 496094"/>
              <a:gd name="connsiteX7" fmla="*/ 113242 w 411692"/>
              <a:gd name="connsiteY7" fmla="*/ 92869 h 496094"/>
              <a:gd name="connsiteX8" fmla="*/ 148167 w 411692"/>
              <a:gd name="connsiteY8" fmla="*/ 96044 h 496094"/>
              <a:gd name="connsiteX9" fmla="*/ 195792 w 411692"/>
              <a:gd name="connsiteY9" fmla="*/ 153194 h 496094"/>
              <a:gd name="connsiteX10" fmla="*/ 230717 w 411692"/>
              <a:gd name="connsiteY10" fmla="*/ 121444 h 496094"/>
              <a:gd name="connsiteX11" fmla="*/ 271992 w 411692"/>
              <a:gd name="connsiteY11" fmla="*/ 108744 h 496094"/>
              <a:gd name="connsiteX12" fmla="*/ 319617 w 411692"/>
              <a:gd name="connsiteY12" fmla="*/ 111919 h 496094"/>
              <a:gd name="connsiteX13" fmla="*/ 392642 w 411692"/>
              <a:gd name="connsiteY13" fmla="*/ 92869 h 496094"/>
              <a:gd name="connsiteX14" fmla="*/ 408517 w 411692"/>
              <a:gd name="connsiteY14" fmla="*/ 124619 h 496094"/>
              <a:gd name="connsiteX15" fmla="*/ 411692 w 411692"/>
              <a:gd name="connsiteY15" fmla="*/ 245269 h 496094"/>
              <a:gd name="connsiteX16" fmla="*/ 383117 w 411692"/>
              <a:gd name="connsiteY16" fmla="*/ 280194 h 496094"/>
              <a:gd name="connsiteX17" fmla="*/ 389467 w 411692"/>
              <a:gd name="connsiteY17" fmla="*/ 315119 h 496094"/>
              <a:gd name="connsiteX18" fmla="*/ 367242 w 411692"/>
              <a:gd name="connsiteY18" fmla="*/ 289719 h 496094"/>
              <a:gd name="connsiteX19" fmla="*/ 335492 w 411692"/>
              <a:gd name="connsiteY19" fmla="*/ 327819 h 496094"/>
              <a:gd name="connsiteX20" fmla="*/ 367242 w 411692"/>
              <a:gd name="connsiteY20" fmla="*/ 362744 h 496094"/>
              <a:gd name="connsiteX21" fmla="*/ 338667 w 411692"/>
              <a:gd name="connsiteY21" fmla="*/ 400844 h 496094"/>
              <a:gd name="connsiteX22" fmla="*/ 338667 w 411692"/>
              <a:gd name="connsiteY22" fmla="*/ 448469 h 496094"/>
              <a:gd name="connsiteX23" fmla="*/ 316442 w 411692"/>
              <a:gd name="connsiteY23" fmla="*/ 454819 h 496094"/>
              <a:gd name="connsiteX24" fmla="*/ 287867 w 411692"/>
              <a:gd name="connsiteY24" fmla="*/ 388144 h 496094"/>
              <a:gd name="connsiteX25" fmla="*/ 268817 w 411692"/>
              <a:gd name="connsiteY25" fmla="*/ 423069 h 496094"/>
              <a:gd name="connsiteX26" fmla="*/ 259292 w 411692"/>
              <a:gd name="connsiteY26" fmla="*/ 467519 h 496094"/>
              <a:gd name="connsiteX27" fmla="*/ 246592 w 411692"/>
              <a:gd name="connsiteY27" fmla="*/ 423069 h 496094"/>
              <a:gd name="connsiteX28" fmla="*/ 227542 w 411692"/>
              <a:gd name="connsiteY28" fmla="*/ 435769 h 496094"/>
              <a:gd name="connsiteX29" fmla="*/ 214842 w 411692"/>
              <a:gd name="connsiteY29" fmla="*/ 496094 h 496094"/>
              <a:gd name="connsiteX30" fmla="*/ 189442 w 411692"/>
              <a:gd name="connsiteY30" fmla="*/ 496094 h 496094"/>
              <a:gd name="connsiteX31" fmla="*/ 144992 w 411692"/>
              <a:gd name="connsiteY31" fmla="*/ 464344 h 496094"/>
              <a:gd name="connsiteX32" fmla="*/ 141817 w 411692"/>
              <a:gd name="connsiteY32" fmla="*/ 467519 h 496094"/>
              <a:gd name="connsiteX33" fmla="*/ 119592 w 411692"/>
              <a:gd name="connsiteY33" fmla="*/ 480219 h 496094"/>
              <a:gd name="connsiteX34" fmla="*/ 119592 w 411692"/>
              <a:gd name="connsiteY34" fmla="*/ 432594 h 496094"/>
              <a:gd name="connsiteX35" fmla="*/ 81492 w 411692"/>
              <a:gd name="connsiteY35" fmla="*/ 407194 h 496094"/>
              <a:gd name="connsiteX36" fmla="*/ 62442 w 411692"/>
              <a:gd name="connsiteY36" fmla="*/ 346869 h 496094"/>
              <a:gd name="connsiteX37" fmla="*/ 40217 w 411692"/>
              <a:gd name="connsiteY37" fmla="*/ 334169 h 496094"/>
              <a:gd name="connsiteX38" fmla="*/ 62442 w 411692"/>
              <a:gd name="connsiteY38" fmla="*/ 267494 h 496094"/>
              <a:gd name="connsiteX39" fmla="*/ 8467 w 411692"/>
              <a:gd name="connsiteY39" fmla="*/ 172244 h 4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1692" h="496094">
                <a:moveTo>
                  <a:pt x="8467" y="172244"/>
                </a:moveTo>
                <a:cubicBezTo>
                  <a:pt x="0" y="141023"/>
                  <a:pt x="10584" y="110861"/>
                  <a:pt x="11642" y="80169"/>
                </a:cubicBezTo>
                <a:cubicBezTo>
                  <a:pt x="25587" y="34848"/>
                  <a:pt x="32809" y="48509"/>
                  <a:pt x="32809" y="21414"/>
                </a:cubicBezTo>
                <a:lnTo>
                  <a:pt x="42590" y="0"/>
                </a:lnTo>
                <a:lnTo>
                  <a:pt x="32007" y="38894"/>
                </a:lnTo>
                <a:lnTo>
                  <a:pt x="56092" y="64294"/>
                </a:lnTo>
                <a:lnTo>
                  <a:pt x="97367" y="73819"/>
                </a:lnTo>
                <a:lnTo>
                  <a:pt x="113242" y="92869"/>
                </a:lnTo>
                <a:lnTo>
                  <a:pt x="148167" y="96044"/>
                </a:lnTo>
                <a:lnTo>
                  <a:pt x="195792" y="153194"/>
                </a:lnTo>
                <a:lnTo>
                  <a:pt x="230717" y="121444"/>
                </a:lnTo>
                <a:cubicBezTo>
                  <a:pt x="269821" y="108409"/>
                  <a:pt x="255430" y="108744"/>
                  <a:pt x="271992" y="108744"/>
                </a:cubicBezTo>
                <a:lnTo>
                  <a:pt x="319617" y="111919"/>
                </a:lnTo>
                <a:lnTo>
                  <a:pt x="392642" y="92869"/>
                </a:lnTo>
                <a:lnTo>
                  <a:pt x="408517" y="124619"/>
                </a:lnTo>
                <a:cubicBezTo>
                  <a:pt x="409575" y="164836"/>
                  <a:pt x="410634" y="205052"/>
                  <a:pt x="411692" y="245269"/>
                </a:cubicBezTo>
                <a:lnTo>
                  <a:pt x="383117" y="280194"/>
                </a:lnTo>
                <a:cubicBezTo>
                  <a:pt x="396540" y="317108"/>
                  <a:pt x="408204" y="315119"/>
                  <a:pt x="389467" y="315119"/>
                </a:cubicBezTo>
                <a:lnTo>
                  <a:pt x="367242" y="289719"/>
                </a:lnTo>
                <a:lnTo>
                  <a:pt x="335492" y="327819"/>
                </a:lnTo>
                <a:lnTo>
                  <a:pt x="367242" y="362744"/>
                </a:lnTo>
                <a:lnTo>
                  <a:pt x="338667" y="400844"/>
                </a:lnTo>
                <a:lnTo>
                  <a:pt x="338667" y="448469"/>
                </a:lnTo>
                <a:lnTo>
                  <a:pt x="316442" y="454819"/>
                </a:lnTo>
                <a:cubicBezTo>
                  <a:pt x="287466" y="383989"/>
                  <a:pt x="287867" y="359813"/>
                  <a:pt x="287867" y="388144"/>
                </a:cubicBezTo>
                <a:lnTo>
                  <a:pt x="268817" y="423069"/>
                </a:lnTo>
                <a:lnTo>
                  <a:pt x="259292" y="467519"/>
                </a:lnTo>
                <a:lnTo>
                  <a:pt x="246592" y="423069"/>
                </a:lnTo>
                <a:lnTo>
                  <a:pt x="227542" y="435769"/>
                </a:lnTo>
                <a:lnTo>
                  <a:pt x="214842" y="496094"/>
                </a:lnTo>
                <a:lnTo>
                  <a:pt x="189442" y="496094"/>
                </a:lnTo>
                <a:cubicBezTo>
                  <a:pt x="156542" y="453324"/>
                  <a:pt x="170945" y="443581"/>
                  <a:pt x="144992" y="464344"/>
                </a:cubicBezTo>
                <a:cubicBezTo>
                  <a:pt x="143823" y="465279"/>
                  <a:pt x="142875" y="466461"/>
                  <a:pt x="141817" y="467519"/>
                </a:cubicBezTo>
                <a:lnTo>
                  <a:pt x="119592" y="480219"/>
                </a:lnTo>
                <a:lnTo>
                  <a:pt x="119592" y="432594"/>
                </a:lnTo>
                <a:cubicBezTo>
                  <a:pt x="82589" y="412411"/>
                  <a:pt x="90597" y="425405"/>
                  <a:pt x="81492" y="407194"/>
                </a:cubicBezTo>
                <a:lnTo>
                  <a:pt x="62442" y="346869"/>
                </a:lnTo>
                <a:cubicBezTo>
                  <a:pt x="75928" y="332277"/>
                  <a:pt x="40217" y="347398"/>
                  <a:pt x="40217" y="334169"/>
                </a:cubicBezTo>
                <a:cubicBezTo>
                  <a:pt x="40217" y="320940"/>
                  <a:pt x="39151" y="323038"/>
                  <a:pt x="62442" y="267494"/>
                </a:cubicBezTo>
                <a:cubicBezTo>
                  <a:pt x="20500" y="215873"/>
                  <a:pt x="16934" y="203465"/>
                  <a:pt x="8467" y="172244"/>
                </a:cubicBez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7" name="Freeform 400">
            <a:extLst>
              <a:ext uri="{FF2B5EF4-FFF2-40B4-BE49-F238E27FC236}">
                <a16:creationId xmlns:a16="http://schemas.microsoft.com/office/drawing/2014/main" id="{A5B4E70A-1D05-4C65-B953-0E865B80CF7B}"/>
              </a:ext>
            </a:extLst>
          </p:cNvPr>
          <p:cNvSpPr/>
          <p:nvPr>
            <p:custDataLst>
              <p:tags r:id="rId9"/>
            </p:custDataLst>
          </p:nvPr>
        </p:nvSpPr>
        <p:spPr bwMode="auto">
          <a:xfrm>
            <a:off x="8427532" y="5766490"/>
            <a:ext cx="90384" cy="121620"/>
          </a:xfrm>
          <a:custGeom>
            <a:avLst/>
            <a:gdLst>
              <a:gd name="connsiteX0" fmla="*/ 0 w 84495"/>
              <a:gd name="connsiteY0" fmla="*/ 14778 h 113203"/>
              <a:gd name="connsiteX1" fmla="*/ 28575 w 84495"/>
              <a:gd name="connsiteY1" fmla="*/ 71928 h 113203"/>
              <a:gd name="connsiteX2" fmla="*/ 25400 w 84495"/>
              <a:gd name="connsiteY2" fmla="*/ 106853 h 113203"/>
              <a:gd name="connsiteX3" fmla="*/ 50800 w 84495"/>
              <a:gd name="connsiteY3" fmla="*/ 113203 h 113203"/>
              <a:gd name="connsiteX4" fmla="*/ 76200 w 84495"/>
              <a:gd name="connsiteY4" fmla="*/ 87803 h 113203"/>
              <a:gd name="connsiteX5" fmla="*/ 50800 w 84495"/>
              <a:gd name="connsiteY5" fmla="*/ 65578 h 113203"/>
              <a:gd name="connsiteX6" fmla="*/ 60325 w 84495"/>
              <a:gd name="connsiteY6" fmla="*/ 37003 h 113203"/>
              <a:gd name="connsiteX7" fmla="*/ 0 w 84495"/>
              <a:gd name="connsiteY7" fmla="*/ 14778 h 11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95" h="113203">
                <a:moveTo>
                  <a:pt x="0" y="14778"/>
                </a:moveTo>
                <a:lnTo>
                  <a:pt x="28575" y="71928"/>
                </a:lnTo>
                <a:lnTo>
                  <a:pt x="25400" y="106853"/>
                </a:lnTo>
                <a:lnTo>
                  <a:pt x="50800" y="113203"/>
                </a:lnTo>
                <a:cubicBezTo>
                  <a:pt x="81344" y="92840"/>
                  <a:pt x="84495" y="104392"/>
                  <a:pt x="76200" y="87803"/>
                </a:cubicBezTo>
                <a:cubicBezTo>
                  <a:pt x="49953" y="68118"/>
                  <a:pt x="50800" y="79336"/>
                  <a:pt x="50800" y="65578"/>
                </a:cubicBezTo>
                <a:cubicBezTo>
                  <a:pt x="67929" y="38171"/>
                  <a:pt x="75605" y="44643"/>
                  <a:pt x="60325" y="37003"/>
                </a:cubicBezTo>
                <a:cubicBezTo>
                  <a:pt x="40142" y="0"/>
                  <a:pt x="47205" y="13939"/>
                  <a:pt x="0" y="14778"/>
                </a:cubicBezTo>
                <a:close/>
              </a:path>
            </a:pathLst>
          </a:custGeom>
          <a:solidFill>
            <a:srgbClr val="4A545D">
              <a:lumMod val="40000"/>
              <a:lumOff val="60000"/>
            </a:srgbClr>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8" name="Freeform 403">
            <a:extLst>
              <a:ext uri="{FF2B5EF4-FFF2-40B4-BE49-F238E27FC236}">
                <a16:creationId xmlns:a16="http://schemas.microsoft.com/office/drawing/2014/main" id="{642D09D6-F37F-4E99-9AAA-B9031410CC40}"/>
              </a:ext>
            </a:extLst>
          </p:cNvPr>
          <p:cNvSpPr/>
          <p:nvPr>
            <p:custDataLst>
              <p:tags r:id="rId10"/>
            </p:custDataLst>
          </p:nvPr>
        </p:nvSpPr>
        <p:spPr bwMode="auto">
          <a:xfrm>
            <a:off x="7668652" y="4010698"/>
            <a:ext cx="1747984" cy="1414909"/>
          </a:xfrm>
          <a:custGeom>
            <a:avLst/>
            <a:gdLst>
              <a:gd name="connsiteX0" fmla="*/ 45263 w 1626413"/>
              <a:gd name="connsiteY0" fmla="*/ 0 h 1311275"/>
              <a:gd name="connsiteX1" fmla="*/ 1058088 w 1626413"/>
              <a:gd name="connsiteY1" fmla="*/ 101600 h 1311275"/>
              <a:gd name="connsiteX2" fmla="*/ 1086663 w 1626413"/>
              <a:gd name="connsiteY2" fmla="*/ 69850 h 1311275"/>
              <a:gd name="connsiteX3" fmla="*/ 1131113 w 1626413"/>
              <a:gd name="connsiteY3" fmla="*/ 4762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32738 w 1626413"/>
              <a:gd name="connsiteY11" fmla="*/ 120650 h 1311275"/>
              <a:gd name="connsiteX12" fmla="*/ 1429563 w 1626413"/>
              <a:gd name="connsiteY12" fmla="*/ 92075 h 1311275"/>
              <a:gd name="connsiteX13" fmla="*/ 1486713 w 1626413"/>
              <a:gd name="connsiteY13" fmla="*/ 57150 h 1311275"/>
              <a:gd name="connsiteX14" fmla="*/ 1534338 w 1626413"/>
              <a:gd name="connsiteY14" fmla="*/ 79375 h 1311275"/>
              <a:gd name="connsiteX15" fmla="*/ 1613713 w 1626413"/>
              <a:gd name="connsiteY15" fmla="*/ 69850 h 1311275"/>
              <a:gd name="connsiteX16" fmla="*/ 1626413 w 1626413"/>
              <a:gd name="connsiteY16" fmla="*/ 98425 h 1311275"/>
              <a:gd name="connsiteX17" fmla="*/ 1613713 w 1626413"/>
              <a:gd name="connsiteY17" fmla="*/ 161925 h 1311275"/>
              <a:gd name="connsiteX18" fmla="*/ 1620063 w 1626413"/>
              <a:gd name="connsiteY18" fmla="*/ 190500 h 1311275"/>
              <a:gd name="connsiteX19" fmla="*/ 1604188 w 1626413"/>
              <a:gd name="connsiteY19" fmla="*/ 212725 h 1311275"/>
              <a:gd name="connsiteX20" fmla="*/ 1578788 w 1626413"/>
              <a:gd name="connsiteY20" fmla="*/ 219075 h 1311275"/>
              <a:gd name="connsiteX21" fmla="*/ 1508938 w 1626413"/>
              <a:gd name="connsiteY21" fmla="*/ 377825 h 1311275"/>
              <a:gd name="connsiteX22" fmla="*/ 1502588 w 1626413"/>
              <a:gd name="connsiteY22" fmla="*/ 431800 h 1311275"/>
              <a:gd name="connsiteX23" fmla="*/ 1527988 w 1626413"/>
              <a:gd name="connsiteY23" fmla="*/ 447675 h 1311275"/>
              <a:gd name="connsiteX24" fmla="*/ 1518463 w 1626413"/>
              <a:gd name="connsiteY24" fmla="*/ 473075 h 1311275"/>
              <a:gd name="connsiteX25" fmla="*/ 1474013 w 1626413"/>
              <a:gd name="connsiteY25" fmla="*/ 476250 h 1311275"/>
              <a:gd name="connsiteX26" fmla="*/ 1474013 w 1626413"/>
              <a:gd name="connsiteY26" fmla="*/ 514350 h 1311275"/>
              <a:gd name="connsiteX27" fmla="*/ 1480363 w 1626413"/>
              <a:gd name="connsiteY27" fmla="*/ 533400 h 1311275"/>
              <a:gd name="connsiteX28" fmla="*/ 1407338 w 1626413"/>
              <a:gd name="connsiteY28" fmla="*/ 596900 h 1311275"/>
              <a:gd name="connsiteX29" fmla="*/ 1388288 w 1626413"/>
              <a:gd name="connsiteY29" fmla="*/ 654050 h 1311275"/>
              <a:gd name="connsiteX30" fmla="*/ 1350188 w 1626413"/>
              <a:gd name="connsiteY30" fmla="*/ 673100 h 1311275"/>
              <a:gd name="connsiteX31" fmla="*/ 1324788 w 1626413"/>
              <a:gd name="connsiteY31" fmla="*/ 701675 h 1311275"/>
              <a:gd name="connsiteX32" fmla="*/ 1293038 w 1626413"/>
              <a:gd name="connsiteY32" fmla="*/ 695325 h 1311275"/>
              <a:gd name="connsiteX33" fmla="*/ 1264463 w 1626413"/>
              <a:gd name="connsiteY33" fmla="*/ 736600 h 1311275"/>
              <a:gd name="connsiteX34" fmla="*/ 1251763 w 1626413"/>
              <a:gd name="connsiteY34" fmla="*/ 777875 h 1311275"/>
              <a:gd name="connsiteX35" fmla="*/ 1216838 w 1626413"/>
              <a:gd name="connsiteY35" fmla="*/ 806450 h 1311275"/>
              <a:gd name="connsiteX36" fmla="*/ 1223188 w 1626413"/>
              <a:gd name="connsiteY36" fmla="*/ 850900 h 1311275"/>
              <a:gd name="connsiteX37" fmla="*/ 1156513 w 1626413"/>
              <a:gd name="connsiteY37" fmla="*/ 889000 h 1311275"/>
              <a:gd name="connsiteX38" fmla="*/ 1140638 w 1626413"/>
              <a:gd name="connsiteY38" fmla="*/ 933450 h 1311275"/>
              <a:gd name="connsiteX39" fmla="*/ 1162863 w 1626413"/>
              <a:gd name="connsiteY39" fmla="*/ 946150 h 1311275"/>
              <a:gd name="connsiteX40" fmla="*/ 1137463 w 1626413"/>
              <a:gd name="connsiteY40" fmla="*/ 974725 h 1311275"/>
              <a:gd name="connsiteX41" fmla="*/ 1146988 w 1626413"/>
              <a:gd name="connsiteY41" fmla="*/ 1009650 h 1311275"/>
              <a:gd name="connsiteX42" fmla="*/ 1096188 w 1626413"/>
              <a:gd name="connsiteY42" fmla="*/ 1019175 h 1311275"/>
              <a:gd name="connsiteX43" fmla="*/ 1039038 w 1626413"/>
              <a:gd name="connsiteY43" fmla="*/ 1095375 h 1311275"/>
              <a:gd name="connsiteX44" fmla="*/ 1048563 w 1626413"/>
              <a:gd name="connsiteY44" fmla="*/ 1168400 h 1311275"/>
              <a:gd name="connsiteX45" fmla="*/ 1004113 w 1626413"/>
              <a:gd name="connsiteY45" fmla="*/ 1222375 h 1311275"/>
              <a:gd name="connsiteX46" fmla="*/ 994588 w 1626413"/>
              <a:gd name="connsiteY46" fmla="*/ 1266825 h 1311275"/>
              <a:gd name="connsiteX47" fmla="*/ 1007288 w 1626413"/>
              <a:gd name="connsiteY47" fmla="*/ 1311275 h 1311275"/>
              <a:gd name="connsiteX48" fmla="*/ 962838 w 1626413"/>
              <a:gd name="connsiteY48" fmla="*/ 1308100 h 1311275"/>
              <a:gd name="connsiteX49" fmla="*/ 921563 w 1626413"/>
              <a:gd name="connsiteY49" fmla="*/ 1276350 h 1311275"/>
              <a:gd name="connsiteX50" fmla="*/ 877113 w 1626413"/>
              <a:gd name="connsiteY50" fmla="*/ 1260475 h 1311275"/>
              <a:gd name="connsiteX51" fmla="*/ 797738 w 1626413"/>
              <a:gd name="connsiteY51" fmla="*/ 1196975 h 1311275"/>
              <a:gd name="connsiteX52" fmla="*/ 797738 w 1626413"/>
              <a:gd name="connsiteY52" fmla="*/ 1117600 h 1311275"/>
              <a:gd name="connsiteX53" fmla="*/ 775513 w 1626413"/>
              <a:gd name="connsiteY53" fmla="*/ 1069975 h 1311275"/>
              <a:gd name="connsiteX54" fmla="*/ 680263 w 1626413"/>
              <a:gd name="connsiteY54" fmla="*/ 1073150 h 1311275"/>
              <a:gd name="connsiteX55" fmla="*/ 578663 w 1626413"/>
              <a:gd name="connsiteY55" fmla="*/ 1073150 h 1311275"/>
              <a:gd name="connsiteX56" fmla="*/ 556438 w 1626413"/>
              <a:gd name="connsiteY56" fmla="*/ 1050925 h 1311275"/>
              <a:gd name="connsiteX57" fmla="*/ 502463 w 1626413"/>
              <a:gd name="connsiteY57" fmla="*/ 1050925 h 1311275"/>
              <a:gd name="connsiteX58" fmla="*/ 470713 w 1626413"/>
              <a:gd name="connsiteY58" fmla="*/ 1038225 h 1311275"/>
              <a:gd name="connsiteX59" fmla="*/ 442138 w 1626413"/>
              <a:gd name="connsiteY59" fmla="*/ 1044575 h 1311275"/>
              <a:gd name="connsiteX60" fmla="*/ 429438 w 1626413"/>
              <a:gd name="connsiteY60" fmla="*/ 1063625 h 1311275"/>
              <a:gd name="connsiteX61" fmla="*/ 404038 w 1626413"/>
              <a:gd name="connsiteY61" fmla="*/ 1050925 h 1311275"/>
              <a:gd name="connsiteX62" fmla="*/ 327838 w 1626413"/>
              <a:gd name="connsiteY62" fmla="*/ 952500 h 1311275"/>
              <a:gd name="connsiteX63" fmla="*/ 280213 w 1626413"/>
              <a:gd name="connsiteY63" fmla="*/ 920750 h 1311275"/>
              <a:gd name="connsiteX64" fmla="*/ 286563 w 1626413"/>
              <a:gd name="connsiteY64" fmla="*/ 873125 h 1311275"/>
              <a:gd name="connsiteX65" fmla="*/ 261163 w 1626413"/>
              <a:gd name="connsiteY65" fmla="*/ 847725 h 1311275"/>
              <a:gd name="connsiteX66" fmla="*/ 238938 w 1626413"/>
              <a:gd name="connsiteY66" fmla="*/ 850900 h 1311275"/>
              <a:gd name="connsiteX67" fmla="*/ 213538 w 1626413"/>
              <a:gd name="connsiteY67" fmla="*/ 825500 h 1311275"/>
              <a:gd name="connsiteX68" fmla="*/ 188138 w 1626413"/>
              <a:gd name="connsiteY68" fmla="*/ 838200 h 1311275"/>
              <a:gd name="connsiteX69" fmla="*/ 188138 w 1626413"/>
              <a:gd name="connsiteY69" fmla="*/ 857250 h 1311275"/>
              <a:gd name="connsiteX70" fmla="*/ 169088 w 1626413"/>
              <a:gd name="connsiteY70" fmla="*/ 828675 h 1311275"/>
              <a:gd name="connsiteX71" fmla="*/ 181788 w 1626413"/>
              <a:gd name="connsiteY71" fmla="*/ 790575 h 1311275"/>
              <a:gd name="connsiteX72" fmla="*/ 130988 w 1626413"/>
              <a:gd name="connsiteY72" fmla="*/ 742950 h 1311275"/>
              <a:gd name="connsiteX73" fmla="*/ 86538 w 1626413"/>
              <a:gd name="connsiteY73" fmla="*/ 733425 h 1311275"/>
              <a:gd name="connsiteX74" fmla="*/ 64313 w 1626413"/>
              <a:gd name="connsiteY74" fmla="*/ 762000 h 1311275"/>
              <a:gd name="connsiteX75" fmla="*/ 38913 w 1626413"/>
              <a:gd name="connsiteY75" fmla="*/ 755650 h 1311275"/>
              <a:gd name="connsiteX76" fmla="*/ 813 w 1626413"/>
              <a:gd name="connsiteY76" fmla="*/ 720725 h 1311275"/>
              <a:gd name="connsiteX77" fmla="*/ 45263 w 1626413"/>
              <a:gd name="connsiteY77"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31113 w 1626413"/>
              <a:gd name="connsiteY3" fmla="*/ 4762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2717 w 1626413"/>
              <a:gd name="connsiteY9" fmla="*/ 124612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2717 w 1626413"/>
              <a:gd name="connsiteY9" fmla="*/ 124612 h 1311275"/>
              <a:gd name="connsiteX10" fmla="*/ 1410498 w 1626413"/>
              <a:gd name="connsiteY10" fmla="*/ 127793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3030 w 1626413"/>
              <a:gd name="connsiteY8" fmla="*/ 151605 h 1311275"/>
              <a:gd name="connsiteX9" fmla="*/ 1382717 w 1626413"/>
              <a:gd name="connsiteY9" fmla="*/ 124612 h 1311275"/>
              <a:gd name="connsiteX10" fmla="*/ 1410498 w 1626413"/>
              <a:gd name="connsiteY10" fmla="*/ 127793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626413" h="1311275">
                <a:moveTo>
                  <a:pt x="45263" y="0"/>
                </a:moveTo>
                <a:lnTo>
                  <a:pt x="1058088" y="101600"/>
                </a:lnTo>
                <a:lnTo>
                  <a:pt x="1086663" y="69850"/>
                </a:lnTo>
                <a:lnTo>
                  <a:pt x="1123956" y="40475"/>
                </a:lnTo>
                <a:lnTo>
                  <a:pt x="1158088" y="69050"/>
                </a:lnTo>
                <a:lnTo>
                  <a:pt x="1207300" y="50000"/>
                </a:lnTo>
                <a:cubicBezTo>
                  <a:pt x="1226937" y="79456"/>
                  <a:pt x="1214915" y="85725"/>
                  <a:pt x="1229538" y="85725"/>
                </a:cubicBezTo>
                <a:cubicBezTo>
                  <a:pt x="1290899" y="72807"/>
                  <a:pt x="1269314" y="73025"/>
                  <a:pt x="1293038" y="73025"/>
                </a:cubicBezTo>
                <a:lnTo>
                  <a:pt x="1343030" y="151605"/>
                </a:lnTo>
                <a:cubicBezTo>
                  <a:pt x="1385144" y="119210"/>
                  <a:pt x="1362184" y="124612"/>
                  <a:pt x="1382717" y="124612"/>
                </a:cubicBezTo>
                <a:lnTo>
                  <a:pt x="1410498" y="127793"/>
                </a:lnTo>
                <a:cubicBezTo>
                  <a:pt x="1417906" y="121972"/>
                  <a:pt x="1416863" y="107421"/>
                  <a:pt x="1429563" y="92075"/>
                </a:cubicBezTo>
                <a:lnTo>
                  <a:pt x="1486713" y="57150"/>
                </a:lnTo>
                <a:lnTo>
                  <a:pt x="1534338" y="79375"/>
                </a:lnTo>
                <a:cubicBezTo>
                  <a:pt x="1611588" y="69719"/>
                  <a:pt x="1584940" y="69850"/>
                  <a:pt x="1613713" y="69850"/>
                </a:cubicBezTo>
                <a:lnTo>
                  <a:pt x="1626413" y="98425"/>
                </a:lnTo>
                <a:lnTo>
                  <a:pt x="1613713" y="161925"/>
                </a:lnTo>
                <a:lnTo>
                  <a:pt x="1620063" y="190500"/>
                </a:lnTo>
                <a:lnTo>
                  <a:pt x="1604188" y="212725"/>
                </a:lnTo>
                <a:lnTo>
                  <a:pt x="1578788" y="219075"/>
                </a:lnTo>
                <a:lnTo>
                  <a:pt x="1508938" y="377825"/>
                </a:lnTo>
                <a:lnTo>
                  <a:pt x="1502588" y="431800"/>
                </a:lnTo>
                <a:lnTo>
                  <a:pt x="1527988" y="447675"/>
                </a:lnTo>
                <a:cubicBezTo>
                  <a:pt x="1521381" y="474102"/>
                  <a:pt x="1530365" y="473075"/>
                  <a:pt x="1518463" y="473075"/>
                </a:cubicBezTo>
                <a:lnTo>
                  <a:pt x="1474013" y="476250"/>
                </a:lnTo>
                <a:lnTo>
                  <a:pt x="1474013" y="514350"/>
                </a:lnTo>
                <a:lnTo>
                  <a:pt x="1480363" y="533400"/>
                </a:lnTo>
                <a:lnTo>
                  <a:pt x="1407338" y="596900"/>
                </a:lnTo>
                <a:cubicBezTo>
                  <a:pt x="1394150" y="659541"/>
                  <a:pt x="1413018" y="666415"/>
                  <a:pt x="1388288" y="654050"/>
                </a:cubicBezTo>
                <a:lnTo>
                  <a:pt x="1350188" y="673100"/>
                </a:lnTo>
                <a:lnTo>
                  <a:pt x="1324788" y="701675"/>
                </a:lnTo>
                <a:lnTo>
                  <a:pt x="1293038" y="695325"/>
                </a:lnTo>
                <a:lnTo>
                  <a:pt x="1264463" y="736600"/>
                </a:lnTo>
                <a:lnTo>
                  <a:pt x="1251763" y="777875"/>
                </a:lnTo>
                <a:lnTo>
                  <a:pt x="1216838" y="806450"/>
                </a:lnTo>
                <a:lnTo>
                  <a:pt x="1223188" y="850900"/>
                </a:lnTo>
                <a:lnTo>
                  <a:pt x="1156513" y="889000"/>
                </a:lnTo>
                <a:lnTo>
                  <a:pt x="1140638" y="933450"/>
                </a:lnTo>
                <a:lnTo>
                  <a:pt x="1162863" y="946150"/>
                </a:lnTo>
                <a:lnTo>
                  <a:pt x="1137463" y="974725"/>
                </a:lnTo>
                <a:lnTo>
                  <a:pt x="1146988" y="1009650"/>
                </a:lnTo>
                <a:lnTo>
                  <a:pt x="1096188" y="1019175"/>
                </a:lnTo>
                <a:lnTo>
                  <a:pt x="1039038" y="1095375"/>
                </a:lnTo>
                <a:lnTo>
                  <a:pt x="1048563" y="1168400"/>
                </a:lnTo>
                <a:lnTo>
                  <a:pt x="1004113" y="1222375"/>
                </a:lnTo>
                <a:lnTo>
                  <a:pt x="994588" y="1266825"/>
                </a:lnTo>
                <a:lnTo>
                  <a:pt x="1007288" y="1311275"/>
                </a:lnTo>
                <a:lnTo>
                  <a:pt x="962838" y="1308100"/>
                </a:lnTo>
                <a:lnTo>
                  <a:pt x="921563" y="1276350"/>
                </a:lnTo>
                <a:lnTo>
                  <a:pt x="877113" y="1260475"/>
                </a:lnTo>
                <a:lnTo>
                  <a:pt x="797738" y="1196975"/>
                </a:lnTo>
                <a:lnTo>
                  <a:pt x="797738" y="1117600"/>
                </a:lnTo>
                <a:lnTo>
                  <a:pt x="775513" y="1069975"/>
                </a:lnTo>
                <a:lnTo>
                  <a:pt x="680263" y="1073150"/>
                </a:lnTo>
                <a:lnTo>
                  <a:pt x="578663" y="1073150"/>
                </a:lnTo>
                <a:lnTo>
                  <a:pt x="556438" y="1050925"/>
                </a:lnTo>
                <a:lnTo>
                  <a:pt x="502463" y="1050925"/>
                </a:lnTo>
                <a:lnTo>
                  <a:pt x="470713" y="1038225"/>
                </a:lnTo>
                <a:lnTo>
                  <a:pt x="442138" y="1044575"/>
                </a:lnTo>
                <a:lnTo>
                  <a:pt x="429438" y="1063625"/>
                </a:lnTo>
                <a:lnTo>
                  <a:pt x="404038" y="1050925"/>
                </a:lnTo>
                <a:lnTo>
                  <a:pt x="327838" y="952500"/>
                </a:lnTo>
                <a:cubicBezTo>
                  <a:pt x="278345" y="926104"/>
                  <a:pt x="280213" y="945092"/>
                  <a:pt x="280213" y="920750"/>
                </a:cubicBezTo>
                <a:cubicBezTo>
                  <a:pt x="293563" y="874025"/>
                  <a:pt x="306696" y="883191"/>
                  <a:pt x="286563" y="873125"/>
                </a:cubicBezTo>
                <a:lnTo>
                  <a:pt x="261163" y="847725"/>
                </a:lnTo>
                <a:cubicBezTo>
                  <a:pt x="241069" y="851074"/>
                  <a:pt x="248551" y="850900"/>
                  <a:pt x="238938" y="850900"/>
                </a:cubicBezTo>
                <a:lnTo>
                  <a:pt x="213538" y="825500"/>
                </a:lnTo>
                <a:cubicBezTo>
                  <a:pt x="187147" y="835397"/>
                  <a:pt x="188138" y="825983"/>
                  <a:pt x="188138" y="838200"/>
                </a:cubicBezTo>
                <a:lnTo>
                  <a:pt x="188138" y="857250"/>
                </a:lnTo>
                <a:lnTo>
                  <a:pt x="169088" y="828675"/>
                </a:lnTo>
                <a:lnTo>
                  <a:pt x="181788" y="790575"/>
                </a:lnTo>
                <a:cubicBezTo>
                  <a:pt x="133415" y="742202"/>
                  <a:pt x="156614" y="742950"/>
                  <a:pt x="130988" y="742950"/>
                </a:cubicBezTo>
                <a:lnTo>
                  <a:pt x="86538" y="733425"/>
                </a:lnTo>
                <a:lnTo>
                  <a:pt x="64313" y="762000"/>
                </a:lnTo>
                <a:lnTo>
                  <a:pt x="38913" y="755650"/>
                </a:lnTo>
                <a:cubicBezTo>
                  <a:pt x="0" y="723222"/>
                  <a:pt x="813" y="740432"/>
                  <a:pt x="813" y="720725"/>
                </a:cubicBezTo>
                <a:lnTo>
                  <a:pt x="45263" y="0"/>
                </a:lnTo>
                <a:close/>
              </a:path>
            </a:pathLst>
          </a:custGeom>
          <a:solidFill>
            <a:srgbClr val="DDDCDB"/>
          </a:solidFill>
          <a:ln w="6350">
            <a:solidFill>
              <a:srgbClr val="FFFFFF"/>
            </a:solidFill>
            <a:prstDash val="solid"/>
            <a:miter lim="800000"/>
            <a:headEnd/>
            <a:tailEnd/>
          </a:ln>
          <a:effectLst/>
        </p:spPr>
        <p:txBody>
          <a:bodyPr/>
          <a:lstStyle/>
          <a:p>
            <a:pPr defTabSz="914400">
              <a:defRPr/>
            </a:pPr>
            <a:endParaRPr lang="en-AU" kern="0" dirty="0">
              <a:solidFill>
                <a:srgbClr val="4A545D"/>
              </a:solidFill>
            </a:endParaRPr>
          </a:p>
        </p:txBody>
      </p:sp>
      <p:sp>
        <p:nvSpPr>
          <p:cNvPr id="20" name="Oval 19">
            <a:extLst>
              <a:ext uri="{FF2B5EF4-FFF2-40B4-BE49-F238E27FC236}">
                <a16:creationId xmlns:a16="http://schemas.microsoft.com/office/drawing/2014/main" id="{108F1EDF-B98A-42FB-A4D7-3394AC2680C7}"/>
              </a:ext>
            </a:extLst>
          </p:cNvPr>
          <p:cNvSpPr/>
          <p:nvPr/>
        </p:nvSpPr>
        <p:spPr>
          <a:xfrm>
            <a:off x="6528290" y="1315208"/>
            <a:ext cx="97096" cy="32499"/>
          </a:xfrm>
          <a:prstGeom prst="ellipse">
            <a:avLst/>
          </a:prstGeom>
          <a:solidFill>
            <a:srgbClr val="FFFFFF">
              <a:lumMod val="95000"/>
            </a:srgbClr>
          </a:solidFill>
          <a:ln w="12700" cap="flat" cmpd="sng" algn="ctr">
            <a:noFill/>
            <a:prstDash val="solid"/>
            <a:miter lim="800000"/>
          </a:ln>
          <a:effectLst/>
        </p:spPr>
        <p:txBody>
          <a:bodyPr rot="0" spcFirstLastPara="0" vertOverflow="overflow" horzOverflow="overflow" vert="horz" wrap="square" lIns="71120" tIns="71120" rIns="71120" bIns="7112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endParaRPr lang="en-AU" sz="1200" kern="0" dirty="0">
              <a:solidFill>
                <a:srgbClr val="4A545D"/>
              </a:solidFill>
              <a:cs typeface="Arial" pitchFamily="34" charset="0"/>
            </a:endParaRPr>
          </a:p>
        </p:txBody>
      </p:sp>
      <p:sp>
        <p:nvSpPr>
          <p:cNvPr id="21" name="Freeform: Shape 83">
            <a:extLst>
              <a:ext uri="{FF2B5EF4-FFF2-40B4-BE49-F238E27FC236}">
                <a16:creationId xmlns:a16="http://schemas.microsoft.com/office/drawing/2014/main" id="{5C423844-8081-4778-AC46-921E840F19FA}"/>
              </a:ext>
            </a:extLst>
          </p:cNvPr>
          <p:cNvSpPr/>
          <p:nvPr/>
        </p:nvSpPr>
        <p:spPr>
          <a:xfrm>
            <a:off x="4517491" y="1439389"/>
            <a:ext cx="1749123" cy="3142960"/>
          </a:xfrm>
          <a:custGeom>
            <a:avLst/>
            <a:gdLst>
              <a:gd name="connsiteX0" fmla="*/ 1688123 w 1688123"/>
              <a:gd name="connsiteY0" fmla="*/ 0 h 3019865"/>
              <a:gd name="connsiteX1" fmla="*/ 0 w 1688123"/>
              <a:gd name="connsiteY1" fmla="*/ 3019865 h 3019865"/>
            </a:gdLst>
            <a:ahLst/>
            <a:cxnLst>
              <a:cxn ang="0">
                <a:pos x="connsiteX0" y="connsiteY0"/>
              </a:cxn>
              <a:cxn ang="0">
                <a:pos x="connsiteX1" y="connsiteY1"/>
              </a:cxn>
            </a:cxnLst>
            <a:rect l="l" t="t" r="r" b="b"/>
            <a:pathLst>
              <a:path w="1688123" h="3019865">
                <a:moveTo>
                  <a:pt x="1688123" y="0"/>
                </a:moveTo>
                <a:lnTo>
                  <a:pt x="0" y="3019865"/>
                </a:lnTo>
              </a:path>
            </a:pathLst>
          </a:custGeom>
          <a:noFill/>
          <a:ln w="12700" cap="flat" cmpd="sng" algn="ctr">
            <a:noFill/>
            <a:prstDash val="solid"/>
            <a:miter lim="800000"/>
          </a:ln>
          <a:effectLst/>
        </p:spPr>
        <p:txBody>
          <a:bodyPr rtlCol="0" anchor="ctr"/>
          <a:lstStyle/>
          <a:p>
            <a:pPr algn="ctr" defTabSz="914400">
              <a:defRPr/>
            </a:pPr>
            <a:endParaRPr lang="en-AU" kern="0" dirty="0">
              <a:solidFill>
                <a:srgbClr val="FFFFFF"/>
              </a:solidFill>
            </a:endParaRPr>
          </a:p>
        </p:txBody>
      </p:sp>
      <p:sp>
        <p:nvSpPr>
          <p:cNvPr id="24" name="Freeform 18">
            <a:extLst>
              <a:ext uri="{FF2B5EF4-FFF2-40B4-BE49-F238E27FC236}">
                <a16:creationId xmlns:a16="http://schemas.microsoft.com/office/drawing/2014/main" id="{28812150-A778-4868-B05B-929E39AFED23}"/>
              </a:ext>
            </a:extLst>
          </p:cNvPr>
          <p:cNvSpPr/>
          <p:nvPr/>
        </p:nvSpPr>
        <p:spPr>
          <a:xfrm>
            <a:off x="8081759" y="4895129"/>
            <a:ext cx="865938" cy="523741"/>
          </a:xfrm>
          <a:custGeom>
            <a:avLst/>
            <a:gdLst>
              <a:gd name="connsiteX0" fmla="*/ 1060450 w 1060450"/>
              <a:gd name="connsiteY0" fmla="*/ 0 h 641386"/>
              <a:gd name="connsiteX1" fmla="*/ 1028700 w 1060450"/>
              <a:gd name="connsiteY1" fmla="*/ 12700 h 641386"/>
              <a:gd name="connsiteX2" fmla="*/ 1009650 w 1060450"/>
              <a:gd name="connsiteY2" fmla="*/ 19050 h 641386"/>
              <a:gd name="connsiteX3" fmla="*/ 977900 w 1060450"/>
              <a:gd name="connsiteY3" fmla="*/ 31750 h 641386"/>
              <a:gd name="connsiteX4" fmla="*/ 939800 w 1060450"/>
              <a:gd name="connsiteY4" fmla="*/ 38100 h 641386"/>
              <a:gd name="connsiteX5" fmla="*/ 895350 w 1060450"/>
              <a:gd name="connsiteY5" fmla="*/ 50800 h 641386"/>
              <a:gd name="connsiteX6" fmla="*/ 876300 w 1060450"/>
              <a:gd name="connsiteY6" fmla="*/ 63500 h 641386"/>
              <a:gd name="connsiteX7" fmla="*/ 857250 w 1060450"/>
              <a:gd name="connsiteY7" fmla="*/ 69850 h 641386"/>
              <a:gd name="connsiteX8" fmla="*/ 800100 w 1060450"/>
              <a:gd name="connsiteY8" fmla="*/ 101600 h 641386"/>
              <a:gd name="connsiteX9" fmla="*/ 749300 w 1060450"/>
              <a:gd name="connsiteY9" fmla="*/ 114300 h 641386"/>
              <a:gd name="connsiteX10" fmla="*/ 704850 w 1060450"/>
              <a:gd name="connsiteY10" fmla="*/ 133350 h 641386"/>
              <a:gd name="connsiteX11" fmla="*/ 685800 w 1060450"/>
              <a:gd name="connsiteY11" fmla="*/ 146050 h 641386"/>
              <a:gd name="connsiteX12" fmla="*/ 647700 w 1060450"/>
              <a:gd name="connsiteY12" fmla="*/ 158750 h 641386"/>
              <a:gd name="connsiteX13" fmla="*/ 609600 w 1060450"/>
              <a:gd name="connsiteY13" fmla="*/ 171450 h 641386"/>
              <a:gd name="connsiteX14" fmla="*/ 590550 w 1060450"/>
              <a:gd name="connsiteY14" fmla="*/ 177800 h 641386"/>
              <a:gd name="connsiteX15" fmla="*/ 539750 w 1060450"/>
              <a:gd name="connsiteY15" fmla="*/ 190500 h 641386"/>
              <a:gd name="connsiteX16" fmla="*/ 527050 w 1060450"/>
              <a:gd name="connsiteY16" fmla="*/ 209550 h 641386"/>
              <a:gd name="connsiteX17" fmla="*/ 488950 w 1060450"/>
              <a:gd name="connsiteY17" fmla="*/ 234950 h 641386"/>
              <a:gd name="connsiteX18" fmla="*/ 463550 w 1060450"/>
              <a:gd name="connsiteY18" fmla="*/ 266700 h 641386"/>
              <a:gd name="connsiteX19" fmla="*/ 425450 w 1060450"/>
              <a:gd name="connsiteY19" fmla="*/ 279400 h 641386"/>
              <a:gd name="connsiteX20" fmla="*/ 406400 w 1060450"/>
              <a:gd name="connsiteY20" fmla="*/ 292100 h 641386"/>
              <a:gd name="connsiteX21" fmla="*/ 387350 w 1060450"/>
              <a:gd name="connsiteY21" fmla="*/ 298450 h 641386"/>
              <a:gd name="connsiteX22" fmla="*/ 349250 w 1060450"/>
              <a:gd name="connsiteY22" fmla="*/ 323850 h 641386"/>
              <a:gd name="connsiteX23" fmla="*/ 336550 w 1060450"/>
              <a:gd name="connsiteY23" fmla="*/ 342900 h 641386"/>
              <a:gd name="connsiteX24" fmla="*/ 298450 w 1060450"/>
              <a:gd name="connsiteY24" fmla="*/ 374650 h 641386"/>
              <a:gd name="connsiteX25" fmla="*/ 266700 w 1060450"/>
              <a:gd name="connsiteY25" fmla="*/ 400050 h 641386"/>
              <a:gd name="connsiteX26" fmla="*/ 254000 w 1060450"/>
              <a:gd name="connsiteY26" fmla="*/ 419100 h 641386"/>
              <a:gd name="connsiteX27" fmla="*/ 215900 w 1060450"/>
              <a:gd name="connsiteY27" fmla="*/ 444500 h 641386"/>
              <a:gd name="connsiteX28" fmla="*/ 190500 w 1060450"/>
              <a:gd name="connsiteY28" fmla="*/ 476250 h 641386"/>
              <a:gd name="connsiteX29" fmla="*/ 177800 w 1060450"/>
              <a:gd name="connsiteY29" fmla="*/ 495300 h 641386"/>
              <a:gd name="connsiteX30" fmla="*/ 158750 w 1060450"/>
              <a:gd name="connsiteY30" fmla="*/ 508000 h 641386"/>
              <a:gd name="connsiteX31" fmla="*/ 120650 w 1060450"/>
              <a:gd name="connsiteY31" fmla="*/ 533400 h 641386"/>
              <a:gd name="connsiteX32" fmla="*/ 63500 w 1060450"/>
              <a:gd name="connsiteY32" fmla="*/ 571500 h 641386"/>
              <a:gd name="connsiteX33" fmla="*/ 44450 w 1060450"/>
              <a:gd name="connsiteY33" fmla="*/ 584200 h 641386"/>
              <a:gd name="connsiteX34" fmla="*/ 19050 w 1060450"/>
              <a:gd name="connsiteY34" fmla="*/ 622300 h 641386"/>
              <a:gd name="connsiteX35" fmla="*/ 0 w 1060450"/>
              <a:gd name="connsiteY35" fmla="*/ 641350 h 64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60450" h="641386">
                <a:moveTo>
                  <a:pt x="1060450" y="0"/>
                </a:moveTo>
                <a:cubicBezTo>
                  <a:pt x="1049867" y="4233"/>
                  <a:pt x="1039373" y="8698"/>
                  <a:pt x="1028700" y="12700"/>
                </a:cubicBezTo>
                <a:cubicBezTo>
                  <a:pt x="1022433" y="15050"/>
                  <a:pt x="1015917" y="16700"/>
                  <a:pt x="1009650" y="19050"/>
                </a:cubicBezTo>
                <a:cubicBezTo>
                  <a:pt x="998977" y="23052"/>
                  <a:pt x="988897" y="28751"/>
                  <a:pt x="977900" y="31750"/>
                </a:cubicBezTo>
                <a:cubicBezTo>
                  <a:pt x="965478" y="35138"/>
                  <a:pt x="952425" y="35575"/>
                  <a:pt x="939800" y="38100"/>
                </a:cubicBezTo>
                <a:cubicBezTo>
                  <a:pt x="919866" y="42087"/>
                  <a:pt x="913506" y="44748"/>
                  <a:pt x="895350" y="50800"/>
                </a:cubicBezTo>
                <a:cubicBezTo>
                  <a:pt x="889000" y="55033"/>
                  <a:pt x="883126" y="60087"/>
                  <a:pt x="876300" y="63500"/>
                </a:cubicBezTo>
                <a:cubicBezTo>
                  <a:pt x="870313" y="66493"/>
                  <a:pt x="863101" y="66599"/>
                  <a:pt x="857250" y="69850"/>
                </a:cubicBezTo>
                <a:cubicBezTo>
                  <a:pt x="812809" y="94539"/>
                  <a:pt x="833968" y="92363"/>
                  <a:pt x="800100" y="101600"/>
                </a:cubicBezTo>
                <a:cubicBezTo>
                  <a:pt x="783261" y="106193"/>
                  <a:pt x="749300" y="114300"/>
                  <a:pt x="749300" y="114300"/>
                </a:cubicBezTo>
                <a:cubicBezTo>
                  <a:pt x="701474" y="146184"/>
                  <a:pt x="762257" y="108747"/>
                  <a:pt x="704850" y="133350"/>
                </a:cubicBezTo>
                <a:cubicBezTo>
                  <a:pt x="697835" y="136356"/>
                  <a:pt x="692774" y="142950"/>
                  <a:pt x="685800" y="146050"/>
                </a:cubicBezTo>
                <a:cubicBezTo>
                  <a:pt x="673567" y="151487"/>
                  <a:pt x="660400" y="154517"/>
                  <a:pt x="647700" y="158750"/>
                </a:cubicBezTo>
                <a:lnTo>
                  <a:pt x="609600" y="171450"/>
                </a:lnTo>
                <a:lnTo>
                  <a:pt x="590550" y="177800"/>
                </a:lnTo>
                <a:cubicBezTo>
                  <a:pt x="573991" y="183320"/>
                  <a:pt x="539750" y="190500"/>
                  <a:pt x="539750" y="190500"/>
                </a:cubicBezTo>
                <a:cubicBezTo>
                  <a:pt x="535517" y="196850"/>
                  <a:pt x="532793" y="204524"/>
                  <a:pt x="527050" y="209550"/>
                </a:cubicBezTo>
                <a:cubicBezTo>
                  <a:pt x="515563" y="219601"/>
                  <a:pt x="488950" y="234950"/>
                  <a:pt x="488950" y="234950"/>
                </a:cubicBezTo>
                <a:cubicBezTo>
                  <a:pt x="482064" y="255607"/>
                  <a:pt x="486029" y="256710"/>
                  <a:pt x="463550" y="266700"/>
                </a:cubicBezTo>
                <a:cubicBezTo>
                  <a:pt x="451317" y="272137"/>
                  <a:pt x="425450" y="279400"/>
                  <a:pt x="425450" y="279400"/>
                </a:cubicBezTo>
                <a:cubicBezTo>
                  <a:pt x="419100" y="283633"/>
                  <a:pt x="413226" y="288687"/>
                  <a:pt x="406400" y="292100"/>
                </a:cubicBezTo>
                <a:cubicBezTo>
                  <a:pt x="400413" y="295093"/>
                  <a:pt x="393201" y="295199"/>
                  <a:pt x="387350" y="298450"/>
                </a:cubicBezTo>
                <a:cubicBezTo>
                  <a:pt x="374007" y="305863"/>
                  <a:pt x="349250" y="323850"/>
                  <a:pt x="349250" y="323850"/>
                </a:cubicBezTo>
                <a:cubicBezTo>
                  <a:pt x="345017" y="330200"/>
                  <a:pt x="341436" y="337037"/>
                  <a:pt x="336550" y="342900"/>
                </a:cubicBezTo>
                <a:cubicBezTo>
                  <a:pt x="321271" y="361235"/>
                  <a:pt x="317181" y="362163"/>
                  <a:pt x="298450" y="374650"/>
                </a:cubicBezTo>
                <a:cubicBezTo>
                  <a:pt x="262054" y="429245"/>
                  <a:pt x="310517" y="364997"/>
                  <a:pt x="266700" y="400050"/>
                </a:cubicBezTo>
                <a:cubicBezTo>
                  <a:pt x="260741" y="404818"/>
                  <a:pt x="259743" y="414074"/>
                  <a:pt x="254000" y="419100"/>
                </a:cubicBezTo>
                <a:cubicBezTo>
                  <a:pt x="242513" y="429151"/>
                  <a:pt x="215900" y="444500"/>
                  <a:pt x="215900" y="444500"/>
                </a:cubicBezTo>
                <a:cubicBezTo>
                  <a:pt x="203538" y="481586"/>
                  <a:pt x="219223" y="447527"/>
                  <a:pt x="190500" y="476250"/>
                </a:cubicBezTo>
                <a:cubicBezTo>
                  <a:pt x="185104" y="481646"/>
                  <a:pt x="183196" y="489904"/>
                  <a:pt x="177800" y="495300"/>
                </a:cubicBezTo>
                <a:cubicBezTo>
                  <a:pt x="172404" y="500696"/>
                  <a:pt x="164613" y="503114"/>
                  <a:pt x="158750" y="508000"/>
                </a:cubicBezTo>
                <a:cubicBezTo>
                  <a:pt x="127039" y="534426"/>
                  <a:pt x="154128" y="522241"/>
                  <a:pt x="120650" y="533400"/>
                </a:cubicBezTo>
                <a:lnTo>
                  <a:pt x="63500" y="571500"/>
                </a:lnTo>
                <a:lnTo>
                  <a:pt x="44450" y="584200"/>
                </a:lnTo>
                <a:lnTo>
                  <a:pt x="19050" y="622300"/>
                </a:lnTo>
                <a:cubicBezTo>
                  <a:pt x="5176" y="643111"/>
                  <a:pt x="13982" y="641350"/>
                  <a:pt x="0" y="641350"/>
                </a:cubicBezTo>
              </a:path>
            </a:pathLst>
          </a:custGeom>
          <a:noFill/>
          <a:ln w="19050" cap="flat" cmpd="sng" algn="ctr">
            <a:solidFill>
              <a:schemeClr val="accent1"/>
            </a:solidFill>
            <a:prstDash val="dash"/>
          </a:ln>
          <a:effectLst/>
        </p:spPr>
        <p:txBody>
          <a:bodyPr rtlCol="0" anchor="ctr"/>
          <a:lstStyle/>
          <a:p>
            <a:pPr algn="ctr" defTabSz="914400">
              <a:defRPr/>
            </a:pPr>
            <a:endParaRPr lang="en-AU" kern="0">
              <a:solidFill>
                <a:srgbClr val="008A82"/>
              </a:solidFill>
              <a:latin typeface="Arial" panose="020B0604020202020204"/>
            </a:endParaRPr>
          </a:p>
        </p:txBody>
      </p:sp>
      <p:sp>
        <p:nvSpPr>
          <p:cNvPr id="25" name="Freeform 19">
            <a:extLst>
              <a:ext uri="{FF2B5EF4-FFF2-40B4-BE49-F238E27FC236}">
                <a16:creationId xmlns:a16="http://schemas.microsoft.com/office/drawing/2014/main" id="{F8A499ED-7CD0-4722-8458-5D0951558504}"/>
              </a:ext>
            </a:extLst>
          </p:cNvPr>
          <p:cNvSpPr/>
          <p:nvPr/>
        </p:nvSpPr>
        <p:spPr>
          <a:xfrm>
            <a:off x="7355823" y="4994515"/>
            <a:ext cx="731121" cy="413953"/>
          </a:xfrm>
          <a:custGeom>
            <a:avLst/>
            <a:gdLst>
              <a:gd name="connsiteX0" fmla="*/ 895350 w 895350"/>
              <a:gd name="connsiteY0" fmla="*/ 506938 h 506938"/>
              <a:gd name="connsiteX1" fmla="*/ 838200 w 895350"/>
              <a:gd name="connsiteY1" fmla="*/ 494238 h 506938"/>
              <a:gd name="connsiteX2" fmla="*/ 781050 w 895350"/>
              <a:gd name="connsiteY2" fmla="*/ 475188 h 506938"/>
              <a:gd name="connsiteX3" fmla="*/ 755650 w 895350"/>
              <a:gd name="connsiteY3" fmla="*/ 468838 h 506938"/>
              <a:gd name="connsiteX4" fmla="*/ 736600 w 895350"/>
              <a:gd name="connsiteY4" fmla="*/ 462488 h 506938"/>
              <a:gd name="connsiteX5" fmla="*/ 692150 w 895350"/>
              <a:gd name="connsiteY5" fmla="*/ 443438 h 506938"/>
              <a:gd name="connsiteX6" fmla="*/ 647700 w 895350"/>
              <a:gd name="connsiteY6" fmla="*/ 418038 h 506938"/>
              <a:gd name="connsiteX7" fmla="*/ 628650 w 895350"/>
              <a:gd name="connsiteY7" fmla="*/ 411688 h 506938"/>
              <a:gd name="connsiteX8" fmla="*/ 590550 w 895350"/>
              <a:gd name="connsiteY8" fmla="*/ 392638 h 506938"/>
              <a:gd name="connsiteX9" fmla="*/ 552450 w 895350"/>
              <a:gd name="connsiteY9" fmla="*/ 360888 h 506938"/>
              <a:gd name="connsiteX10" fmla="*/ 533400 w 895350"/>
              <a:gd name="connsiteY10" fmla="*/ 348188 h 506938"/>
              <a:gd name="connsiteX11" fmla="*/ 520700 w 895350"/>
              <a:gd name="connsiteY11" fmla="*/ 329138 h 506938"/>
              <a:gd name="connsiteX12" fmla="*/ 514350 w 895350"/>
              <a:gd name="connsiteY12" fmla="*/ 310088 h 506938"/>
              <a:gd name="connsiteX13" fmla="*/ 476250 w 895350"/>
              <a:gd name="connsiteY13" fmla="*/ 233888 h 506938"/>
              <a:gd name="connsiteX14" fmla="*/ 450850 w 895350"/>
              <a:gd name="connsiteY14" fmla="*/ 195788 h 506938"/>
              <a:gd name="connsiteX15" fmla="*/ 444500 w 895350"/>
              <a:gd name="connsiteY15" fmla="*/ 176738 h 506938"/>
              <a:gd name="connsiteX16" fmla="*/ 400050 w 895350"/>
              <a:gd name="connsiteY16" fmla="*/ 119588 h 506938"/>
              <a:gd name="connsiteX17" fmla="*/ 355600 w 895350"/>
              <a:gd name="connsiteY17" fmla="*/ 75138 h 506938"/>
              <a:gd name="connsiteX18" fmla="*/ 317500 w 895350"/>
              <a:gd name="connsiteY18" fmla="*/ 62438 h 506938"/>
              <a:gd name="connsiteX19" fmla="*/ 260350 w 895350"/>
              <a:gd name="connsiteY19" fmla="*/ 37038 h 506938"/>
              <a:gd name="connsiteX20" fmla="*/ 222250 w 895350"/>
              <a:gd name="connsiteY20" fmla="*/ 24338 h 506938"/>
              <a:gd name="connsiteX21" fmla="*/ 203200 w 895350"/>
              <a:gd name="connsiteY21" fmla="*/ 17988 h 506938"/>
              <a:gd name="connsiteX22" fmla="*/ 165100 w 895350"/>
              <a:gd name="connsiteY22" fmla="*/ 11638 h 506938"/>
              <a:gd name="connsiteX23" fmla="*/ 0 w 895350"/>
              <a:gd name="connsiteY23" fmla="*/ 5288 h 506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5350" h="506938">
                <a:moveTo>
                  <a:pt x="895350" y="506938"/>
                </a:moveTo>
                <a:cubicBezTo>
                  <a:pt x="877223" y="503313"/>
                  <a:pt x="856135" y="499619"/>
                  <a:pt x="838200" y="494238"/>
                </a:cubicBezTo>
                <a:cubicBezTo>
                  <a:pt x="818966" y="488468"/>
                  <a:pt x="800100" y="481538"/>
                  <a:pt x="781050" y="475188"/>
                </a:cubicBezTo>
                <a:cubicBezTo>
                  <a:pt x="772771" y="472428"/>
                  <a:pt x="764041" y="471236"/>
                  <a:pt x="755650" y="468838"/>
                </a:cubicBezTo>
                <a:cubicBezTo>
                  <a:pt x="749214" y="466999"/>
                  <a:pt x="742950" y="464605"/>
                  <a:pt x="736600" y="462488"/>
                </a:cubicBezTo>
                <a:cubicBezTo>
                  <a:pt x="697994" y="436751"/>
                  <a:pt x="739013" y="461012"/>
                  <a:pt x="692150" y="443438"/>
                </a:cubicBezTo>
                <a:cubicBezTo>
                  <a:pt x="647620" y="426739"/>
                  <a:pt x="684546" y="436461"/>
                  <a:pt x="647700" y="418038"/>
                </a:cubicBezTo>
                <a:cubicBezTo>
                  <a:pt x="641713" y="415045"/>
                  <a:pt x="635000" y="413805"/>
                  <a:pt x="628650" y="411688"/>
                </a:cubicBezTo>
                <a:cubicBezTo>
                  <a:pt x="574055" y="375292"/>
                  <a:pt x="643130" y="418928"/>
                  <a:pt x="590550" y="392638"/>
                </a:cubicBezTo>
                <a:cubicBezTo>
                  <a:pt x="566901" y="380814"/>
                  <a:pt x="573516" y="378443"/>
                  <a:pt x="552450" y="360888"/>
                </a:cubicBezTo>
                <a:cubicBezTo>
                  <a:pt x="546587" y="356002"/>
                  <a:pt x="539750" y="352421"/>
                  <a:pt x="533400" y="348188"/>
                </a:cubicBezTo>
                <a:cubicBezTo>
                  <a:pt x="529167" y="341838"/>
                  <a:pt x="524113" y="335964"/>
                  <a:pt x="520700" y="329138"/>
                </a:cubicBezTo>
                <a:cubicBezTo>
                  <a:pt x="517707" y="323151"/>
                  <a:pt x="517601" y="315939"/>
                  <a:pt x="514350" y="310088"/>
                </a:cubicBezTo>
                <a:cubicBezTo>
                  <a:pt x="473318" y="236230"/>
                  <a:pt x="500974" y="308061"/>
                  <a:pt x="476250" y="233888"/>
                </a:cubicBezTo>
                <a:cubicBezTo>
                  <a:pt x="471423" y="219408"/>
                  <a:pt x="455677" y="210268"/>
                  <a:pt x="450850" y="195788"/>
                </a:cubicBezTo>
                <a:cubicBezTo>
                  <a:pt x="448733" y="189438"/>
                  <a:pt x="447751" y="182589"/>
                  <a:pt x="444500" y="176738"/>
                </a:cubicBezTo>
                <a:cubicBezTo>
                  <a:pt x="425512" y="142559"/>
                  <a:pt x="423190" y="142728"/>
                  <a:pt x="400050" y="119588"/>
                </a:cubicBezTo>
                <a:cubicBezTo>
                  <a:pt x="391267" y="93239"/>
                  <a:pt x="393811" y="87875"/>
                  <a:pt x="355600" y="75138"/>
                </a:cubicBezTo>
                <a:lnTo>
                  <a:pt x="317500" y="62438"/>
                </a:lnTo>
                <a:cubicBezTo>
                  <a:pt x="287311" y="42312"/>
                  <a:pt x="305690" y="52151"/>
                  <a:pt x="260350" y="37038"/>
                </a:cubicBezTo>
                <a:lnTo>
                  <a:pt x="222250" y="24338"/>
                </a:lnTo>
                <a:cubicBezTo>
                  <a:pt x="215900" y="22221"/>
                  <a:pt x="209802" y="19088"/>
                  <a:pt x="203200" y="17988"/>
                </a:cubicBezTo>
                <a:lnTo>
                  <a:pt x="165100" y="11638"/>
                </a:lnTo>
                <a:cubicBezTo>
                  <a:pt x="99865" y="-10107"/>
                  <a:pt x="152743" y="5288"/>
                  <a:pt x="0" y="5288"/>
                </a:cubicBezTo>
              </a:path>
            </a:pathLst>
          </a:custGeom>
          <a:noFill/>
          <a:ln w="19050" cap="flat" cmpd="sng" algn="ctr">
            <a:solidFill>
              <a:schemeClr val="accent1"/>
            </a:solidFill>
            <a:prstDash val="dash"/>
          </a:ln>
          <a:effectLst/>
        </p:spPr>
        <p:txBody>
          <a:bodyPr rtlCol="0" anchor="ctr"/>
          <a:lstStyle/>
          <a:p>
            <a:pPr algn="ctr" defTabSz="914400">
              <a:defRPr/>
            </a:pPr>
            <a:endParaRPr lang="en-AU" kern="0">
              <a:solidFill>
                <a:srgbClr val="008A82"/>
              </a:solidFill>
              <a:latin typeface="Arial" panose="020B0604020202020204"/>
            </a:endParaRPr>
          </a:p>
        </p:txBody>
      </p:sp>
      <p:sp>
        <p:nvSpPr>
          <p:cNvPr id="26" name="Freeform 20">
            <a:extLst>
              <a:ext uri="{FF2B5EF4-FFF2-40B4-BE49-F238E27FC236}">
                <a16:creationId xmlns:a16="http://schemas.microsoft.com/office/drawing/2014/main" id="{6E27AB45-C056-4601-A955-E5C47BAF6EAA}"/>
              </a:ext>
            </a:extLst>
          </p:cNvPr>
          <p:cNvSpPr/>
          <p:nvPr/>
        </p:nvSpPr>
        <p:spPr>
          <a:xfrm>
            <a:off x="4431343" y="4262527"/>
            <a:ext cx="2940197" cy="731121"/>
          </a:xfrm>
          <a:custGeom>
            <a:avLst/>
            <a:gdLst>
              <a:gd name="connsiteX0" fmla="*/ 3594100 w 3600644"/>
              <a:gd name="connsiteY0" fmla="*/ 895350 h 895350"/>
              <a:gd name="connsiteX1" fmla="*/ 3594100 w 3600644"/>
              <a:gd name="connsiteY1" fmla="*/ 374650 h 895350"/>
              <a:gd name="connsiteX2" fmla="*/ 3587750 w 3600644"/>
              <a:gd name="connsiteY2" fmla="*/ 342900 h 895350"/>
              <a:gd name="connsiteX3" fmla="*/ 3568700 w 3600644"/>
              <a:gd name="connsiteY3" fmla="*/ 298450 h 895350"/>
              <a:gd name="connsiteX4" fmla="*/ 3530600 w 3600644"/>
              <a:gd name="connsiteY4" fmla="*/ 273050 h 895350"/>
              <a:gd name="connsiteX5" fmla="*/ 3517900 w 3600644"/>
              <a:gd name="connsiteY5" fmla="*/ 254000 h 895350"/>
              <a:gd name="connsiteX6" fmla="*/ 3492500 w 3600644"/>
              <a:gd name="connsiteY6" fmla="*/ 241300 h 895350"/>
              <a:gd name="connsiteX7" fmla="*/ 3467100 w 3600644"/>
              <a:gd name="connsiteY7" fmla="*/ 222250 h 895350"/>
              <a:gd name="connsiteX8" fmla="*/ 3429000 w 3600644"/>
              <a:gd name="connsiteY8" fmla="*/ 190500 h 895350"/>
              <a:gd name="connsiteX9" fmla="*/ 3384550 w 3600644"/>
              <a:gd name="connsiteY9" fmla="*/ 165100 h 895350"/>
              <a:gd name="connsiteX10" fmla="*/ 3359150 w 3600644"/>
              <a:gd name="connsiteY10" fmla="*/ 158750 h 895350"/>
              <a:gd name="connsiteX11" fmla="*/ 3321050 w 3600644"/>
              <a:gd name="connsiteY11" fmla="*/ 133350 h 895350"/>
              <a:gd name="connsiteX12" fmla="*/ 3276600 w 3600644"/>
              <a:gd name="connsiteY12" fmla="*/ 107950 h 895350"/>
              <a:gd name="connsiteX13" fmla="*/ 3251200 w 3600644"/>
              <a:gd name="connsiteY13" fmla="*/ 101600 h 895350"/>
              <a:gd name="connsiteX14" fmla="*/ 3213100 w 3600644"/>
              <a:gd name="connsiteY14" fmla="*/ 88900 h 895350"/>
              <a:gd name="connsiteX15" fmla="*/ 3175000 w 3600644"/>
              <a:gd name="connsiteY15" fmla="*/ 76200 h 895350"/>
              <a:gd name="connsiteX16" fmla="*/ 3143250 w 3600644"/>
              <a:gd name="connsiteY16" fmla="*/ 69850 h 895350"/>
              <a:gd name="connsiteX17" fmla="*/ 3098800 w 3600644"/>
              <a:gd name="connsiteY17" fmla="*/ 57150 h 895350"/>
              <a:gd name="connsiteX18" fmla="*/ 3067050 w 3600644"/>
              <a:gd name="connsiteY18" fmla="*/ 50800 h 895350"/>
              <a:gd name="connsiteX19" fmla="*/ 3048000 w 3600644"/>
              <a:gd name="connsiteY19" fmla="*/ 44450 h 895350"/>
              <a:gd name="connsiteX20" fmla="*/ 2984500 w 3600644"/>
              <a:gd name="connsiteY20" fmla="*/ 38100 h 895350"/>
              <a:gd name="connsiteX21" fmla="*/ 2921000 w 3600644"/>
              <a:gd name="connsiteY21" fmla="*/ 25400 h 895350"/>
              <a:gd name="connsiteX22" fmla="*/ 2698750 w 3600644"/>
              <a:gd name="connsiteY22" fmla="*/ 19050 h 895350"/>
              <a:gd name="connsiteX23" fmla="*/ 2070100 w 3600644"/>
              <a:gd name="connsiteY23" fmla="*/ 6350 h 895350"/>
              <a:gd name="connsiteX24" fmla="*/ 1866900 w 3600644"/>
              <a:gd name="connsiteY24" fmla="*/ 0 h 895350"/>
              <a:gd name="connsiteX25" fmla="*/ 1473200 w 3600644"/>
              <a:gd name="connsiteY25" fmla="*/ 6350 h 895350"/>
              <a:gd name="connsiteX26" fmla="*/ 1301750 w 3600644"/>
              <a:gd name="connsiteY26" fmla="*/ 19050 h 895350"/>
              <a:gd name="connsiteX27" fmla="*/ 1250950 w 3600644"/>
              <a:gd name="connsiteY27" fmla="*/ 25400 h 895350"/>
              <a:gd name="connsiteX28" fmla="*/ 1123950 w 3600644"/>
              <a:gd name="connsiteY28" fmla="*/ 31750 h 895350"/>
              <a:gd name="connsiteX29" fmla="*/ 1035050 w 3600644"/>
              <a:gd name="connsiteY29" fmla="*/ 38100 h 895350"/>
              <a:gd name="connsiteX30" fmla="*/ 971550 w 3600644"/>
              <a:gd name="connsiteY30" fmla="*/ 57150 h 895350"/>
              <a:gd name="connsiteX31" fmla="*/ 952500 w 3600644"/>
              <a:gd name="connsiteY31" fmla="*/ 63500 h 895350"/>
              <a:gd name="connsiteX32" fmla="*/ 927100 w 3600644"/>
              <a:gd name="connsiteY32" fmla="*/ 69850 h 895350"/>
              <a:gd name="connsiteX33" fmla="*/ 869950 w 3600644"/>
              <a:gd name="connsiteY33" fmla="*/ 88900 h 895350"/>
              <a:gd name="connsiteX34" fmla="*/ 844550 w 3600644"/>
              <a:gd name="connsiteY34" fmla="*/ 101600 h 895350"/>
              <a:gd name="connsiteX35" fmla="*/ 806450 w 3600644"/>
              <a:gd name="connsiteY35" fmla="*/ 114300 h 895350"/>
              <a:gd name="connsiteX36" fmla="*/ 762000 w 3600644"/>
              <a:gd name="connsiteY36" fmla="*/ 127000 h 895350"/>
              <a:gd name="connsiteX37" fmla="*/ 717550 w 3600644"/>
              <a:gd name="connsiteY37" fmla="*/ 146050 h 895350"/>
              <a:gd name="connsiteX38" fmla="*/ 679450 w 3600644"/>
              <a:gd name="connsiteY38" fmla="*/ 158750 h 895350"/>
              <a:gd name="connsiteX39" fmla="*/ 628650 w 3600644"/>
              <a:gd name="connsiteY39" fmla="*/ 171450 h 895350"/>
              <a:gd name="connsiteX40" fmla="*/ 603250 w 3600644"/>
              <a:gd name="connsiteY40" fmla="*/ 177800 h 895350"/>
              <a:gd name="connsiteX41" fmla="*/ 584200 w 3600644"/>
              <a:gd name="connsiteY41" fmla="*/ 184150 h 895350"/>
              <a:gd name="connsiteX42" fmla="*/ 565150 w 3600644"/>
              <a:gd name="connsiteY42" fmla="*/ 196850 h 895350"/>
              <a:gd name="connsiteX43" fmla="*/ 482600 w 3600644"/>
              <a:gd name="connsiteY43" fmla="*/ 215900 h 895350"/>
              <a:gd name="connsiteX44" fmla="*/ 450850 w 3600644"/>
              <a:gd name="connsiteY44" fmla="*/ 228600 h 895350"/>
              <a:gd name="connsiteX45" fmla="*/ 412750 w 3600644"/>
              <a:gd name="connsiteY45" fmla="*/ 241300 h 895350"/>
              <a:gd name="connsiteX46" fmla="*/ 342900 w 3600644"/>
              <a:gd name="connsiteY46" fmla="*/ 273050 h 895350"/>
              <a:gd name="connsiteX47" fmla="*/ 323850 w 3600644"/>
              <a:gd name="connsiteY47" fmla="*/ 285750 h 895350"/>
              <a:gd name="connsiteX48" fmla="*/ 304800 w 3600644"/>
              <a:gd name="connsiteY48" fmla="*/ 292100 h 895350"/>
              <a:gd name="connsiteX49" fmla="*/ 247650 w 3600644"/>
              <a:gd name="connsiteY49" fmla="*/ 330200 h 895350"/>
              <a:gd name="connsiteX50" fmla="*/ 222250 w 3600644"/>
              <a:gd name="connsiteY50" fmla="*/ 336550 h 895350"/>
              <a:gd name="connsiteX51" fmla="*/ 184150 w 3600644"/>
              <a:gd name="connsiteY51" fmla="*/ 368300 h 895350"/>
              <a:gd name="connsiteX52" fmla="*/ 165100 w 3600644"/>
              <a:gd name="connsiteY52" fmla="*/ 374650 h 895350"/>
              <a:gd name="connsiteX53" fmla="*/ 146050 w 3600644"/>
              <a:gd name="connsiteY53" fmla="*/ 393700 h 895350"/>
              <a:gd name="connsiteX54" fmla="*/ 133350 w 3600644"/>
              <a:gd name="connsiteY54" fmla="*/ 412750 h 895350"/>
              <a:gd name="connsiteX55" fmla="*/ 95250 w 3600644"/>
              <a:gd name="connsiteY55" fmla="*/ 425450 h 895350"/>
              <a:gd name="connsiteX56" fmla="*/ 76200 w 3600644"/>
              <a:gd name="connsiteY56" fmla="*/ 438150 h 895350"/>
              <a:gd name="connsiteX57" fmla="*/ 63500 w 3600644"/>
              <a:gd name="connsiteY57" fmla="*/ 457200 h 895350"/>
              <a:gd name="connsiteX58" fmla="*/ 44450 w 3600644"/>
              <a:gd name="connsiteY58" fmla="*/ 463550 h 895350"/>
              <a:gd name="connsiteX59" fmla="*/ 0 w 3600644"/>
              <a:gd name="connsiteY59" fmla="*/ 482600 h 89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600644" h="895350">
                <a:moveTo>
                  <a:pt x="3594100" y="895350"/>
                </a:moveTo>
                <a:cubicBezTo>
                  <a:pt x="3600521" y="644915"/>
                  <a:pt x="3604864" y="632985"/>
                  <a:pt x="3594100" y="374650"/>
                </a:cubicBezTo>
                <a:cubicBezTo>
                  <a:pt x="3593651" y="363866"/>
                  <a:pt x="3590091" y="353436"/>
                  <a:pt x="3587750" y="342900"/>
                </a:cubicBezTo>
                <a:cubicBezTo>
                  <a:pt x="3584139" y="326649"/>
                  <a:pt x="3582228" y="310287"/>
                  <a:pt x="3568700" y="298450"/>
                </a:cubicBezTo>
                <a:cubicBezTo>
                  <a:pt x="3557213" y="288399"/>
                  <a:pt x="3530600" y="273050"/>
                  <a:pt x="3530600" y="273050"/>
                </a:cubicBezTo>
                <a:cubicBezTo>
                  <a:pt x="3526367" y="266700"/>
                  <a:pt x="3523763" y="258886"/>
                  <a:pt x="3517900" y="254000"/>
                </a:cubicBezTo>
                <a:cubicBezTo>
                  <a:pt x="3510628" y="247940"/>
                  <a:pt x="3500527" y="246317"/>
                  <a:pt x="3492500" y="241300"/>
                </a:cubicBezTo>
                <a:cubicBezTo>
                  <a:pt x="3483525" y="235691"/>
                  <a:pt x="3475712" y="228401"/>
                  <a:pt x="3467100" y="222250"/>
                </a:cubicBezTo>
                <a:cubicBezTo>
                  <a:pt x="3400883" y="174952"/>
                  <a:pt x="3500155" y="249796"/>
                  <a:pt x="3429000" y="190500"/>
                </a:cubicBezTo>
                <a:cubicBezTo>
                  <a:pt x="3418951" y="182126"/>
                  <a:pt x="3395842" y="169335"/>
                  <a:pt x="3384550" y="165100"/>
                </a:cubicBezTo>
                <a:cubicBezTo>
                  <a:pt x="3376378" y="162036"/>
                  <a:pt x="3367617" y="160867"/>
                  <a:pt x="3359150" y="158750"/>
                </a:cubicBezTo>
                <a:lnTo>
                  <a:pt x="3321050" y="133350"/>
                </a:lnTo>
                <a:cubicBezTo>
                  <a:pt x="3305259" y="122822"/>
                  <a:pt x="3295015" y="114856"/>
                  <a:pt x="3276600" y="107950"/>
                </a:cubicBezTo>
                <a:cubicBezTo>
                  <a:pt x="3268428" y="104886"/>
                  <a:pt x="3259559" y="104108"/>
                  <a:pt x="3251200" y="101600"/>
                </a:cubicBezTo>
                <a:cubicBezTo>
                  <a:pt x="3238378" y="97753"/>
                  <a:pt x="3225800" y="93133"/>
                  <a:pt x="3213100" y="88900"/>
                </a:cubicBezTo>
                <a:cubicBezTo>
                  <a:pt x="3200400" y="84667"/>
                  <a:pt x="3188127" y="78825"/>
                  <a:pt x="3175000" y="76200"/>
                </a:cubicBezTo>
                <a:cubicBezTo>
                  <a:pt x="3164417" y="74083"/>
                  <a:pt x="3153786" y="72191"/>
                  <a:pt x="3143250" y="69850"/>
                </a:cubicBezTo>
                <a:cubicBezTo>
                  <a:pt x="3036351" y="46095"/>
                  <a:pt x="3183656" y="78364"/>
                  <a:pt x="3098800" y="57150"/>
                </a:cubicBezTo>
                <a:cubicBezTo>
                  <a:pt x="3088329" y="54532"/>
                  <a:pt x="3077521" y="53418"/>
                  <a:pt x="3067050" y="50800"/>
                </a:cubicBezTo>
                <a:cubicBezTo>
                  <a:pt x="3060556" y="49177"/>
                  <a:pt x="3054616" y="45468"/>
                  <a:pt x="3048000" y="44450"/>
                </a:cubicBezTo>
                <a:cubicBezTo>
                  <a:pt x="3026975" y="41215"/>
                  <a:pt x="3005537" y="41256"/>
                  <a:pt x="2984500" y="38100"/>
                </a:cubicBezTo>
                <a:cubicBezTo>
                  <a:pt x="2963153" y="34898"/>
                  <a:pt x="2942577" y="26016"/>
                  <a:pt x="2921000" y="25400"/>
                </a:cubicBezTo>
                <a:lnTo>
                  <a:pt x="2698750" y="19050"/>
                </a:lnTo>
                <a:lnTo>
                  <a:pt x="2070100" y="6350"/>
                </a:lnTo>
                <a:lnTo>
                  <a:pt x="1866900" y="0"/>
                </a:lnTo>
                <a:lnTo>
                  <a:pt x="1473200" y="6350"/>
                </a:lnTo>
                <a:cubicBezTo>
                  <a:pt x="1433220" y="7375"/>
                  <a:pt x="1346861" y="14301"/>
                  <a:pt x="1301750" y="19050"/>
                </a:cubicBezTo>
                <a:cubicBezTo>
                  <a:pt x="1284779" y="20836"/>
                  <a:pt x="1267972" y="24184"/>
                  <a:pt x="1250950" y="25400"/>
                </a:cubicBezTo>
                <a:cubicBezTo>
                  <a:pt x="1208671" y="28420"/>
                  <a:pt x="1166263" y="29261"/>
                  <a:pt x="1123950" y="31750"/>
                </a:cubicBezTo>
                <a:cubicBezTo>
                  <a:pt x="1094292" y="33495"/>
                  <a:pt x="1064683" y="35983"/>
                  <a:pt x="1035050" y="38100"/>
                </a:cubicBezTo>
                <a:cubicBezTo>
                  <a:pt x="944508" y="68281"/>
                  <a:pt x="1038728" y="37956"/>
                  <a:pt x="971550" y="57150"/>
                </a:cubicBezTo>
                <a:cubicBezTo>
                  <a:pt x="965114" y="58989"/>
                  <a:pt x="958936" y="61661"/>
                  <a:pt x="952500" y="63500"/>
                </a:cubicBezTo>
                <a:cubicBezTo>
                  <a:pt x="944109" y="65898"/>
                  <a:pt x="935459" y="67342"/>
                  <a:pt x="927100" y="69850"/>
                </a:cubicBezTo>
                <a:cubicBezTo>
                  <a:pt x="907866" y="75620"/>
                  <a:pt x="889000" y="82550"/>
                  <a:pt x="869950" y="88900"/>
                </a:cubicBezTo>
                <a:cubicBezTo>
                  <a:pt x="860970" y="91893"/>
                  <a:pt x="853339" y="98084"/>
                  <a:pt x="844550" y="101600"/>
                </a:cubicBezTo>
                <a:cubicBezTo>
                  <a:pt x="832121" y="106572"/>
                  <a:pt x="819150" y="110067"/>
                  <a:pt x="806450" y="114300"/>
                </a:cubicBezTo>
                <a:cubicBezTo>
                  <a:pt x="779121" y="123410"/>
                  <a:pt x="793894" y="119027"/>
                  <a:pt x="762000" y="127000"/>
                </a:cubicBezTo>
                <a:cubicBezTo>
                  <a:pt x="731777" y="147149"/>
                  <a:pt x="754827" y="134867"/>
                  <a:pt x="717550" y="146050"/>
                </a:cubicBezTo>
                <a:cubicBezTo>
                  <a:pt x="704728" y="149897"/>
                  <a:pt x="692437" y="155503"/>
                  <a:pt x="679450" y="158750"/>
                </a:cubicBezTo>
                <a:lnTo>
                  <a:pt x="628650" y="171450"/>
                </a:lnTo>
                <a:cubicBezTo>
                  <a:pt x="620183" y="173567"/>
                  <a:pt x="611529" y="175040"/>
                  <a:pt x="603250" y="177800"/>
                </a:cubicBezTo>
                <a:lnTo>
                  <a:pt x="584200" y="184150"/>
                </a:lnTo>
                <a:cubicBezTo>
                  <a:pt x="577850" y="188383"/>
                  <a:pt x="572124" y="193750"/>
                  <a:pt x="565150" y="196850"/>
                </a:cubicBezTo>
                <a:cubicBezTo>
                  <a:pt x="532119" y="211530"/>
                  <a:pt x="518760" y="210734"/>
                  <a:pt x="482600" y="215900"/>
                </a:cubicBezTo>
                <a:cubicBezTo>
                  <a:pt x="472017" y="220133"/>
                  <a:pt x="461562" y="224705"/>
                  <a:pt x="450850" y="228600"/>
                </a:cubicBezTo>
                <a:cubicBezTo>
                  <a:pt x="438269" y="233175"/>
                  <a:pt x="424724" y="235313"/>
                  <a:pt x="412750" y="241300"/>
                </a:cubicBezTo>
                <a:cubicBezTo>
                  <a:pt x="355963" y="269693"/>
                  <a:pt x="379911" y="260713"/>
                  <a:pt x="342900" y="273050"/>
                </a:cubicBezTo>
                <a:cubicBezTo>
                  <a:pt x="336550" y="277283"/>
                  <a:pt x="330676" y="282337"/>
                  <a:pt x="323850" y="285750"/>
                </a:cubicBezTo>
                <a:cubicBezTo>
                  <a:pt x="317863" y="288743"/>
                  <a:pt x="310651" y="288849"/>
                  <a:pt x="304800" y="292100"/>
                </a:cubicBezTo>
                <a:lnTo>
                  <a:pt x="247650" y="330200"/>
                </a:lnTo>
                <a:cubicBezTo>
                  <a:pt x="240388" y="335041"/>
                  <a:pt x="230717" y="334433"/>
                  <a:pt x="222250" y="336550"/>
                </a:cubicBezTo>
                <a:cubicBezTo>
                  <a:pt x="208206" y="350594"/>
                  <a:pt x="201831" y="359459"/>
                  <a:pt x="184150" y="368300"/>
                </a:cubicBezTo>
                <a:cubicBezTo>
                  <a:pt x="178163" y="371293"/>
                  <a:pt x="171450" y="372533"/>
                  <a:pt x="165100" y="374650"/>
                </a:cubicBezTo>
                <a:cubicBezTo>
                  <a:pt x="158750" y="381000"/>
                  <a:pt x="151799" y="386801"/>
                  <a:pt x="146050" y="393700"/>
                </a:cubicBezTo>
                <a:cubicBezTo>
                  <a:pt x="141164" y="399563"/>
                  <a:pt x="139822" y="408705"/>
                  <a:pt x="133350" y="412750"/>
                </a:cubicBezTo>
                <a:cubicBezTo>
                  <a:pt x="121998" y="419845"/>
                  <a:pt x="95250" y="425450"/>
                  <a:pt x="95250" y="425450"/>
                </a:cubicBezTo>
                <a:cubicBezTo>
                  <a:pt x="88900" y="429683"/>
                  <a:pt x="81596" y="432754"/>
                  <a:pt x="76200" y="438150"/>
                </a:cubicBezTo>
                <a:cubicBezTo>
                  <a:pt x="70804" y="443546"/>
                  <a:pt x="69459" y="452432"/>
                  <a:pt x="63500" y="457200"/>
                </a:cubicBezTo>
                <a:cubicBezTo>
                  <a:pt x="58273" y="461381"/>
                  <a:pt x="50800" y="461433"/>
                  <a:pt x="44450" y="463550"/>
                </a:cubicBezTo>
                <a:cubicBezTo>
                  <a:pt x="25879" y="491406"/>
                  <a:pt x="39382" y="482600"/>
                  <a:pt x="0" y="482600"/>
                </a:cubicBezTo>
              </a:path>
            </a:pathLst>
          </a:custGeom>
          <a:noFill/>
          <a:ln w="19050" cap="flat" cmpd="sng" algn="ctr">
            <a:solidFill>
              <a:schemeClr val="accent1"/>
            </a:solidFill>
            <a:prstDash val="dash"/>
          </a:ln>
          <a:effectLst/>
        </p:spPr>
        <p:txBody>
          <a:bodyPr rtlCol="0" anchor="ctr"/>
          <a:lstStyle/>
          <a:p>
            <a:pPr algn="ctr" defTabSz="914400">
              <a:defRPr/>
            </a:pPr>
            <a:endParaRPr lang="en-AU" kern="0">
              <a:solidFill>
                <a:srgbClr val="008A82"/>
              </a:solidFill>
              <a:latin typeface="Arial" panose="020B0604020202020204"/>
            </a:endParaRPr>
          </a:p>
        </p:txBody>
      </p:sp>
      <p:sp>
        <p:nvSpPr>
          <p:cNvPr id="27" name="Freeform 21">
            <a:extLst>
              <a:ext uri="{FF2B5EF4-FFF2-40B4-BE49-F238E27FC236}">
                <a16:creationId xmlns:a16="http://schemas.microsoft.com/office/drawing/2014/main" id="{5AD6609E-8A97-4E67-B877-75D47103A873}"/>
              </a:ext>
            </a:extLst>
          </p:cNvPr>
          <p:cNvSpPr/>
          <p:nvPr/>
        </p:nvSpPr>
        <p:spPr>
          <a:xfrm>
            <a:off x="7371379" y="4495863"/>
            <a:ext cx="1597058" cy="373338"/>
          </a:xfrm>
          <a:custGeom>
            <a:avLst/>
            <a:gdLst>
              <a:gd name="connsiteX0" fmla="*/ 0 w 1955800"/>
              <a:gd name="connsiteY0" fmla="*/ 158750 h 457200"/>
              <a:gd name="connsiteX1" fmla="*/ 25400 w 1955800"/>
              <a:gd name="connsiteY1" fmla="*/ 127000 h 457200"/>
              <a:gd name="connsiteX2" fmla="*/ 38100 w 1955800"/>
              <a:gd name="connsiteY2" fmla="*/ 107950 h 457200"/>
              <a:gd name="connsiteX3" fmla="*/ 57150 w 1955800"/>
              <a:gd name="connsiteY3" fmla="*/ 101600 h 457200"/>
              <a:gd name="connsiteX4" fmla="*/ 76200 w 1955800"/>
              <a:gd name="connsiteY4" fmla="*/ 82550 h 457200"/>
              <a:gd name="connsiteX5" fmla="*/ 114300 w 1955800"/>
              <a:gd name="connsiteY5" fmla="*/ 69850 h 457200"/>
              <a:gd name="connsiteX6" fmla="*/ 158750 w 1955800"/>
              <a:gd name="connsiteY6" fmla="*/ 57150 h 457200"/>
              <a:gd name="connsiteX7" fmla="*/ 196850 w 1955800"/>
              <a:gd name="connsiteY7" fmla="*/ 50800 h 457200"/>
              <a:gd name="connsiteX8" fmla="*/ 254000 w 1955800"/>
              <a:gd name="connsiteY8" fmla="*/ 31750 h 457200"/>
              <a:gd name="connsiteX9" fmla="*/ 273050 w 1955800"/>
              <a:gd name="connsiteY9" fmla="*/ 25400 h 457200"/>
              <a:gd name="connsiteX10" fmla="*/ 292100 w 1955800"/>
              <a:gd name="connsiteY10" fmla="*/ 19050 h 457200"/>
              <a:gd name="connsiteX11" fmla="*/ 311150 w 1955800"/>
              <a:gd name="connsiteY11" fmla="*/ 6350 h 457200"/>
              <a:gd name="connsiteX12" fmla="*/ 336550 w 1955800"/>
              <a:gd name="connsiteY12" fmla="*/ 0 h 457200"/>
              <a:gd name="connsiteX13" fmla="*/ 609600 w 1955800"/>
              <a:gd name="connsiteY13" fmla="*/ 6350 h 457200"/>
              <a:gd name="connsiteX14" fmla="*/ 666750 w 1955800"/>
              <a:gd name="connsiteY14" fmla="*/ 12700 h 457200"/>
              <a:gd name="connsiteX15" fmla="*/ 704850 w 1955800"/>
              <a:gd name="connsiteY15" fmla="*/ 19050 h 457200"/>
              <a:gd name="connsiteX16" fmla="*/ 755650 w 1955800"/>
              <a:gd name="connsiteY16" fmla="*/ 25400 h 457200"/>
              <a:gd name="connsiteX17" fmla="*/ 793750 w 1955800"/>
              <a:gd name="connsiteY17" fmla="*/ 38100 h 457200"/>
              <a:gd name="connsiteX18" fmla="*/ 812800 w 1955800"/>
              <a:gd name="connsiteY18" fmla="*/ 44450 h 457200"/>
              <a:gd name="connsiteX19" fmla="*/ 831850 w 1955800"/>
              <a:gd name="connsiteY19" fmla="*/ 57150 h 457200"/>
              <a:gd name="connsiteX20" fmla="*/ 869950 w 1955800"/>
              <a:gd name="connsiteY20" fmla="*/ 69850 h 457200"/>
              <a:gd name="connsiteX21" fmla="*/ 914400 w 1955800"/>
              <a:gd name="connsiteY21" fmla="*/ 88900 h 457200"/>
              <a:gd name="connsiteX22" fmla="*/ 933450 w 1955800"/>
              <a:gd name="connsiteY22" fmla="*/ 101600 h 457200"/>
              <a:gd name="connsiteX23" fmla="*/ 952500 w 1955800"/>
              <a:gd name="connsiteY23" fmla="*/ 107950 h 457200"/>
              <a:gd name="connsiteX24" fmla="*/ 971550 w 1955800"/>
              <a:gd name="connsiteY24" fmla="*/ 120650 h 457200"/>
              <a:gd name="connsiteX25" fmla="*/ 1009650 w 1955800"/>
              <a:gd name="connsiteY25" fmla="*/ 127000 h 457200"/>
              <a:gd name="connsiteX26" fmla="*/ 1028700 w 1955800"/>
              <a:gd name="connsiteY26" fmla="*/ 133350 h 457200"/>
              <a:gd name="connsiteX27" fmla="*/ 1054100 w 1955800"/>
              <a:gd name="connsiteY27" fmla="*/ 139700 h 457200"/>
              <a:gd name="connsiteX28" fmla="*/ 1092200 w 1955800"/>
              <a:gd name="connsiteY28" fmla="*/ 152400 h 457200"/>
              <a:gd name="connsiteX29" fmla="*/ 1187450 w 1955800"/>
              <a:gd name="connsiteY29" fmla="*/ 184150 h 457200"/>
              <a:gd name="connsiteX30" fmla="*/ 1231900 w 1955800"/>
              <a:gd name="connsiteY30" fmla="*/ 190500 h 457200"/>
              <a:gd name="connsiteX31" fmla="*/ 1314450 w 1955800"/>
              <a:gd name="connsiteY31" fmla="*/ 209550 h 457200"/>
              <a:gd name="connsiteX32" fmla="*/ 1333500 w 1955800"/>
              <a:gd name="connsiteY32" fmla="*/ 222250 h 457200"/>
              <a:gd name="connsiteX33" fmla="*/ 1403350 w 1955800"/>
              <a:gd name="connsiteY33" fmla="*/ 241300 h 457200"/>
              <a:gd name="connsiteX34" fmla="*/ 1422400 w 1955800"/>
              <a:gd name="connsiteY34" fmla="*/ 254000 h 457200"/>
              <a:gd name="connsiteX35" fmla="*/ 1441450 w 1955800"/>
              <a:gd name="connsiteY35" fmla="*/ 260350 h 457200"/>
              <a:gd name="connsiteX36" fmla="*/ 1485900 w 1955800"/>
              <a:gd name="connsiteY36" fmla="*/ 292100 h 457200"/>
              <a:gd name="connsiteX37" fmla="*/ 1504950 w 1955800"/>
              <a:gd name="connsiteY37" fmla="*/ 304800 h 457200"/>
              <a:gd name="connsiteX38" fmla="*/ 1530350 w 1955800"/>
              <a:gd name="connsiteY38" fmla="*/ 311150 h 457200"/>
              <a:gd name="connsiteX39" fmla="*/ 1587500 w 1955800"/>
              <a:gd name="connsiteY39" fmla="*/ 330200 h 457200"/>
              <a:gd name="connsiteX40" fmla="*/ 1606550 w 1955800"/>
              <a:gd name="connsiteY40" fmla="*/ 336550 h 457200"/>
              <a:gd name="connsiteX41" fmla="*/ 1625600 w 1955800"/>
              <a:gd name="connsiteY41" fmla="*/ 342900 h 457200"/>
              <a:gd name="connsiteX42" fmla="*/ 1644650 w 1955800"/>
              <a:gd name="connsiteY42" fmla="*/ 355600 h 457200"/>
              <a:gd name="connsiteX43" fmla="*/ 1682750 w 1955800"/>
              <a:gd name="connsiteY43" fmla="*/ 368300 h 457200"/>
              <a:gd name="connsiteX44" fmla="*/ 1720850 w 1955800"/>
              <a:gd name="connsiteY44" fmla="*/ 381000 h 457200"/>
              <a:gd name="connsiteX45" fmla="*/ 1809750 w 1955800"/>
              <a:gd name="connsiteY45" fmla="*/ 387350 h 457200"/>
              <a:gd name="connsiteX46" fmla="*/ 1828800 w 1955800"/>
              <a:gd name="connsiteY46" fmla="*/ 393700 h 457200"/>
              <a:gd name="connsiteX47" fmla="*/ 1847850 w 1955800"/>
              <a:gd name="connsiteY47" fmla="*/ 406400 h 457200"/>
              <a:gd name="connsiteX48" fmla="*/ 1885950 w 1955800"/>
              <a:gd name="connsiteY48" fmla="*/ 419100 h 457200"/>
              <a:gd name="connsiteX49" fmla="*/ 1924050 w 1955800"/>
              <a:gd name="connsiteY49" fmla="*/ 438150 h 457200"/>
              <a:gd name="connsiteX50" fmla="*/ 1943100 w 1955800"/>
              <a:gd name="connsiteY50" fmla="*/ 450850 h 457200"/>
              <a:gd name="connsiteX51" fmla="*/ 1955800 w 1955800"/>
              <a:gd name="connsiteY51"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955800" h="457200">
                <a:moveTo>
                  <a:pt x="0" y="158750"/>
                </a:moveTo>
                <a:cubicBezTo>
                  <a:pt x="8467" y="148167"/>
                  <a:pt x="17268" y="137843"/>
                  <a:pt x="25400" y="127000"/>
                </a:cubicBezTo>
                <a:cubicBezTo>
                  <a:pt x="29979" y="120895"/>
                  <a:pt x="32141" y="112718"/>
                  <a:pt x="38100" y="107950"/>
                </a:cubicBezTo>
                <a:cubicBezTo>
                  <a:pt x="43327" y="103769"/>
                  <a:pt x="50800" y="103717"/>
                  <a:pt x="57150" y="101600"/>
                </a:cubicBezTo>
                <a:cubicBezTo>
                  <a:pt x="63500" y="95250"/>
                  <a:pt x="68350" y="86911"/>
                  <a:pt x="76200" y="82550"/>
                </a:cubicBezTo>
                <a:cubicBezTo>
                  <a:pt x="87902" y="76049"/>
                  <a:pt x="101600" y="74083"/>
                  <a:pt x="114300" y="69850"/>
                </a:cubicBezTo>
                <a:cubicBezTo>
                  <a:pt x="132456" y="63798"/>
                  <a:pt x="138816" y="61137"/>
                  <a:pt x="158750" y="57150"/>
                </a:cubicBezTo>
                <a:cubicBezTo>
                  <a:pt x="171375" y="54625"/>
                  <a:pt x="184150" y="52917"/>
                  <a:pt x="196850" y="50800"/>
                </a:cubicBezTo>
                <a:lnTo>
                  <a:pt x="254000" y="31750"/>
                </a:lnTo>
                <a:lnTo>
                  <a:pt x="273050" y="25400"/>
                </a:lnTo>
                <a:lnTo>
                  <a:pt x="292100" y="19050"/>
                </a:lnTo>
                <a:cubicBezTo>
                  <a:pt x="298450" y="14817"/>
                  <a:pt x="304135" y="9356"/>
                  <a:pt x="311150" y="6350"/>
                </a:cubicBezTo>
                <a:cubicBezTo>
                  <a:pt x="319172" y="2912"/>
                  <a:pt x="327823" y="0"/>
                  <a:pt x="336550" y="0"/>
                </a:cubicBezTo>
                <a:cubicBezTo>
                  <a:pt x="427591" y="0"/>
                  <a:pt x="518583" y="4233"/>
                  <a:pt x="609600" y="6350"/>
                </a:cubicBezTo>
                <a:cubicBezTo>
                  <a:pt x="628650" y="8467"/>
                  <a:pt x="647751" y="10167"/>
                  <a:pt x="666750" y="12700"/>
                </a:cubicBezTo>
                <a:cubicBezTo>
                  <a:pt x="679512" y="14402"/>
                  <a:pt x="692104" y="17229"/>
                  <a:pt x="704850" y="19050"/>
                </a:cubicBezTo>
                <a:cubicBezTo>
                  <a:pt x="721744" y="21463"/>
                  <a:pt x="738717" y="23283"/>
                  <a:pt x="755650" y="25400"/>
                </a:cubicBezTo>
                <a:lnTo>
                  <a:pt x="793750" y="38100"/>
                </a:lnTo>
                <a:lnTo>
                  <a:pt x="812800" y="44450"/>
                </a:lnTo>
                <a:cubicBezTo>
                  <a:pt x="819150" y="48683"/>
                  <a:pt x="824876" y="54050"/>
                  <a:pt x="831850" y="57150"/>
                </a:cubicBezTo>
                <a:cubicBezTo>
                  <a:pt x="844083" y="62587"/>
                  <a:pt x="869950" y="69850"/>
                  <a:pt x="869950" y="69850"/>
                </a:cubicBezTo>
                <a:cubicBezTo>
                  <a:pt x="917776" y="101734"/>
                  <a:pt x="856993" y="64297"/>
                  <a:pt x="914400" y="88900"/>
                </a:cubicBezTo>
                <a:cubicBezTo>
                  <a:pt x="921415" y="91906"/>
                  <a:pt x="926624" y="98187"/>
                  <a:pt x="933450" y="101600"/>
                </a:cubicBezTo>
                <a:cubicBezTo>
                  <a:pt x="939437" y="104593"/>
                  <a:pt x="946150" y="105833"/>
                  <a:pt x="952500" y="107950"/>
                </a:cubicBezTo>
                <a:cubicBezTo>
                  <a:pt x="958850" y="112183"/>
                  <a:pt x="964310" y="118237"/>
                  <a:pt x="971550" y="120650"/>
                </a:cubicBezTo>
                <a:cubicBezTo>
                  <a:pt x="983764" y="124721"/>
                  <a:pt x="997081" y="124207"/>
                  <a:pt x="1009650" y="127000"/>
                </a:cubicBezTo>
                <a:cubicBezTo>
                  <a:pt x="1016184" y="128452"/>
                  <a:pt x="1022264" y="131511"/>
                  <a:pt x="1028700" y="133350"/>
                </a:cubicBezTo>
                <a:cubicBezTo>
                  <a:pt x="1037091" y="135748"/>
                  <a:pt x="1045741" y="137192"/>
                  <a:pt x="1054100" y="139700"/>
                </a:cubicBezTo>
                <a:cubicBezTo>
                  <a:pt x="1066922" y="143547"/>
                  <a:pt x="1079500" y="148167"/>
                  <a:pt x="1092200" y="152400"/>
                </a:cubicBezTo>
                <a:lnTo>
                  <a:pt x="1187450" y="184150"/>
                </a:lnTo>
                <a:cubicBezTo>
                  <a:pt x="1201649" y="188883"/>
                  <a:pt x="1217083" y="188383"/>
                  <a:pt x="1231900" y="190500"/>
                </a:cubicBezTo>
                <a:cubicBezTo>
                  <a:pt x="1284199" y="207933"/>
                  <a:pt x="1256748" y="201307"/>
                  <a:pt x="1314450" y="209550"/>
                </a:cubicBezTo>
                <a:cubicBezTo>
                  <a:pt x="1320800" y="213783"/>
                  <a:pt x="1326526" y="219150"/>
                  <a:pt x="1333500" y="222250"/>
                </a:cubicBezTo>
                <a:cubicBezTo>
                  <a:pt x="1359867" y="233969"/>
                  <a:pt x="1376188" y="235868"/>
                  <a:pt x="1403350" y="241300"/>
                </a:cubicBezTo>
                <a:cubicBezTo>
                  <a:pt x="1409700" y="245533"/>
                  <a:pt x="1415574" y="250587"/>
                  <a:pt x="1422400" y="254000"/>
                </a:cubicBezTo>
                <a:cubicBezTo>
                  <a:pt x="1428387" y="256993"/>
                  <a:pt x="1436003" y="256459"/>
                  <a:pt x="1441450" y="260350"/>
                </a:cubicBezTo>
                <a:cubicBezTo>
                  <a:pt x="1494183" y="298016"/>
                  <a:pt x="1442857" y="277752"/>
                  <a:pt x="1485900" y="292100"/>
                </a:cubicBezTo>
                <a:cubicBezTo>
                  <a:pt x="1492250" y="296333"/>
                  <a:pt x="1497935" y="301794"/>
                  <a:pt x="1504950" y="304800"/>
                </a:cubicBezTo>
                <a:cubicBezTo>
                  <a:pt x="1512972" y="308238"/>
                  <a:pt x="1521991" y="308642"/>
                  <a:pt x="1530350" y="311150"/>
                </a:cubicBezTo>
                <a:cubicBezTo>
                  <a:pt x="1549584" y="316920"/>
                  <a:pt x="1568450" y="323850"/>
                  <a:pt x="1587500" y="330200"/>
                </a:cubicBezTo>
                <a:lnTo>
                  <a:pt x="1606550" y="336550"/>
                </a:lnTo>
                <a:lnTo>
                  <a:pt x="1625600" y="342900"/>
                </a:lnTo>
                <a:cubicBezTo>
                  <a:pt x="1631950" y="347133"/>
                  <a:pt x="1637676" y="352500"/>
                  <a:pt x="1644650" y="355600"/>
                </a:cubicBezTo>
                <a:cubicBezTo>
                  <a:pt x="1656883" y="361037"/>
                  <a:pt x="1670050" y="364067"/>
                  <a:pt x="1682750" y="368300"/>
                </a:cubicBezTo>
                <a:lnTo>
                  <a:pt x="1720850" y="381000"/>
                </a:lnTo>
                <a:cubicBezTo>
                  <a:pt x="1749034" y="390395"/>
                  <a:pt x="1780117" y="385233"/>
                  <a:pt x="1809750" y="387350"/>
                </a:cubicBezTo>
                <a:cubicBezTo>
                  <a:pt x="1816100" y="389467"/>
                  <a:pt x="1822813" y="390707"/>
                  <a:pt x="1828800" y="393700"/>
                </a:cubicBezTo>
                <a:cubicBezTo>
                  <a:pt x="1835626" y="397113"/>
                  <a:pt x="1840876" y="403300"/>
                  <a:pt x="1847850" y="406400"/>
                </a:cubicBezTo>
                <a:cubicBezTo>
                  <a:pt x="1860083" y="411837"/>
                  <a:pt x="1885950" y="419100"/>
                  <a:pt x="1885950" y="419100"/>
                </a:cubicBezTo>
                <a:cubicBezTo>
                  <a:pt x="1940545" y="455496"/>
                  <a:pt x="1871470" y="411860"/>
                  <a:pt x="1924050" y="438150"/>
                </a:cubicBezTo>
                <a:cubicBezTo>
                  <a:pt x="1930876" y="441563"/>
                  <a:pt x="1936556" y="446923"/>
                  <a:pt x="1943100" y="450850"/>
                </a:cubicBezTo>
                <a:cubicBezTo>
                  <a:pt x="1947159" y="453285"/>
                  <a:pt x="1951567" y="455083"/>
                  <a:pt x="1955800" y="457200"/>
                </a:cubicBezTo>
              </a:path>
            </a:pathLst>
          </a:custGeom>
          <a:noFill/>
          <a:ln w="19050" cap="flat" cmpd="sng" algn="ctr">
            <a:solidFill>
              <a:schemeClr val="accent1"/>
            </a:solidFill>
            <a:prstDash val="dash"/>
          </a:ln>
          <a:effectLst/>
        </p:spPr>
        <p:txBody>
          <a:bodyPr rtlCol="0" anchor="ctr"/>
          <a:lstStyle/>
          <a:p>
            <a:pPr algn="ctr" defTabSz="914400">
              <a:defRPr/>
            </a:pPr>
            <a:endParaRPr lang="en-AU" kern="0">
              <a:solidFill>
                <a:srgbClr val="008A82"/>
              </a:solidFill>
              <a:latin typeface="Arial" panose="020B0604020202020204"/>
            </a:endParaRPr>
          </a:p>
        </p:txBody>
      </p:sp>
      <p:sp>
        <p:nvSpPr>
          <p:cNvPr id="28" name="Freeform 22">
            <a:extLst>
              <a:ext uri="{FF2B5EF4-FFF2-40B4-BE49-F238E27FC236}">
                <a16:creationId xmlns:a16="http://schemas.microsoft.com/office/drawing/2014/main" id="{C4055274-5DC8-4661-A5AF-20BF08C8A76D}"/>
              </a:ext>
            </a:extLst>
          </p:cNvPr>
          <p:cNvSpPr/>
          <p:nvPr/>
        </p:nvSpPr>
        <p:spPr>
          <a:xfrm>
            <a:off x="8947696" y="3972155"/>
            <a:ext cx="412307" cy="928161"/>
          </a:xfrm>
          <a:custGeom>
            <a:avLst/>
            <a:gdLst>
              <a:gd name="connsiteX0" fmla="*/ 0 w 504922"/>
              <a:gd name="connsiteY0" fmla="*/ 1136650 h 1136650"/>
              <a:gd name="connsiteX1" fmla="*/ 12700 w 504922"/>
              <a:gd name="connsiteY1" fmla="*/ 1104900 h 1136650"/>
              <a:gd name="connsiteX2" fmla="*/ 25400 w 504922"/>
              <a:gd name="connsiteY2" fmla="*/ 1066800 h 1136650"/>
              <a:gd name="connsiteX3" fmla="*/ 50800 w 504922"/>
              <a:gd name="connsiteY3" fmla="*/ 990600 h 1136650"/>
              <a:gd name="connsiteX4" fmla="*/ 57150 w 504922"/>
              <a:gd name="connsiteY4" fmla="*/ 958850 h 1136650"/>
              <a:gd name="connsiteX5" fmla="*/ 76200 w 504922"/>
              <a:gd name="connsiteY5" fmla="*/ 920750 h 1136650"/>
              <a:gd name="connsiteX6" fmla="*/ 114300 w 504922"/>
              <a:gd name="connsiteY6" fmla="*/ 908050 h 1136650"/>
              <a:gd name="connsiteX7" fmla="*/ 133350 w 504922"/>
              <a:gd name="connsiteY7" fmla="*/ 889000 h 1136650"/>
              <a:gd name="connsiteX8" fmla="*/ 152400 w 504922"/>
              <a:gd name="connsiteY8" fmla="*/ 882650 h 1136650"/>
              <a:gd name="connsiteX9" fmla="*/ 158750 w 504922"/>
              <a:gd name="connsiteY9" fmla="*/ 863600 h 1136650"/>
              <a:gd name="connsiteX10" fmla="*/ 184150 w 504922"/>
              <a:gd name="connsiteY10" fmla="*/ 825500 h 1136650"/>
              <a:gd name="connsiteX11" fmla="*/ 190500 w 504922"/>
              <a:gd name="connsiteY11" fmla="*/ 806450 h 1136650"/>
              <a:gd name="connsiteX12" fmla="*/ 209550 w 504922"/>
              <a:gd name="connsiteY12" fmla="*/ 781050 h 1136650"/>
              <a:gd name="connsiteX13" fmla="*/ 222250 w 504922"/>
              <a:gd name="connsiteY13" fmla="*/ 762000 h 1136650"/>
              <a:gd name="connsiteX14" fmla="*/ 241300 w 504922"/>
              <a:gd name="connsiteY14" fmla="*/ 749300 h 1136650"/>
              <a:gd name="connsiteX15" fmla="*/ 247650 w 504922"/>
              <a:gd name="connsiteY15" fmla="*/ 730250 h 1136650"/>
              <a:gd name="connsiteX16" fmla="*/ 279400 w 504922"/>
              <a:gd name="connsiteY16" fmla="*/ 692150 h 1136650"/>
              <a:gd name="connsiteX17" fmla="*/ 304800 w 504922"/>
              <a:gd name="connsiteY17" fmla="*/ 647700 h 1136650"/>
              <a:gd name="connsiteX18" fmla="*/ 311150 w 504922"/>
              <a:gd name="connsiteY18" fmla="*/ 609600 h 1136650"/>
              <a:gd name="connsiteX19" fmla="*/ 317500 w 504922"/>
              <a:gd name="connsiteY19" fmla="*/ 565150 h 1136650"/>
              <a:gd name="connsiteX20" fmla="*/ 330200 w 504922"/>
              <a:gd name="connsiteY20" fmla="*/ 501650 h 1136650"/>
              <a:gd name="connsiteX21" fmla="*/ 355600 w 504922"/>
              <a:gd name="connsiteY21" fmla="*/ 457200 h 1136650"/>
              <a:gd name="connsiteX22" fmla="*/ 381000 w 504922"/>
              <a:gd name="connsiteY22" fmla="*/ 412750 h 1136650"/>
              <a:gd name="connsiteX23" fmla="*/ 393700 w 504922"/>
              <a:gd name="connsiteY23" fmla="*/ 374650 h 1136650"/>
              <a:gd name="connsiteX24" fmla="*/ 400050 w 504922"/>
              <a:gd name="connsiteY24" fmla="*/ 355600 h 1136650"/>
              <a:gd name="connsiteX25" fmla="*/ 406400 w 504922"/>
              <a:gd name="connsiteY25" fmla="*/ 336550 h 1136650"/>
              <a:gd name="connsiteX26" fmla="*/ 419100 w 504922"/>
              <a:gd name="connsiteY26" fmla="*/ 285750 h 1136650"/>
              <a:gd name="connsiteX27" fmla="*/ 425450 w 504922"/>
              <a:gd name="connsiteY27" fmla="*/ 266700 h 1136650"/>
              <a:gd name="connsiteX28" fmla="*/ 431800 w 504922"/>
              <a:gd name="connsiteY28" fmla="*/ 241300 h 1136650"/>
              <a:gd name="connsiteX29" fmla="*/ 444500 w 504922"/>
              <a:gd name="connsiteY29" fmla="*/ 203200 h 1136650"/>
              <a:gd name="connsiteX30" fmla="*/ 457200 w 504922"/>
              <a:gd name="connsiteY30" fmla="*/ 165100 h 1136650"/>
              <a:gd name="connsiteX31" fmla="*/ 463550 w 504922"/>
              <a:gd name="connsiteY31" fmla="*/ 146050 h 1136650"/>
              <a:gd name="connsiteX32" fmla="*/ 501650 w 504922"/>
              <a:gd name="connsiteY32" fmla="*/ 69850 h 1136650"/>
              <a:gd name="connsiteX33" fmla="*/ 501650 w 504922"/>
              <a:gd name="connsiteY33" fmla="*/ 0 h 113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22" h="1136650">
                <a:moveTo>
                  <a:pt x="0" y="1136650"/>
                </a:moveTo>
                <a:cubicBezTo>
                  <a:pt x="4233" y="1126067"/>
                  <a:pt x="8805" y="1115612"/>
                  <a:pt x="12700" y="1104900"/>
                </a:cubicBezTo>
                <a:cubicBezTo>
                  <a:pt x="17275" y="1092319"/>
                  <a:pt x="21167" y="1079500"/>
                  <a:pt x="25400" y="1066800"/>
                </a:cubicBezTo>
                <a:lnTo>
                  <a:pt x="50800" y="990600"/>
                </a:lnTo>
                <a:cubicBezTo>
                  <a:pt x="54213" y="980361"/>
                  <a:pt x="54532" y="969321"/>
                  <a:pt x="57150" y="958850"/>
                </a:cubicBezTo>
                <a:cubicBezTo>
                  <a:pt x="59585" y="949111"/>
                  <a:pt x="67003" y="926498"/>
                  <a:pt x="76200" y="920750"/>
                </a:cubicBezTo>
                <a:cubicBezTo>
                  <a:pt x="87552" y="913655"/>
                  <a:pt x="114300" y="908050"/>
                  <a:pt x="114300" y="908050"/>
                </a:cubicBezTo>
                <a:cubicBezTo>
                  <a:pt x="120650" y="901700"/>
                  <a:pt x="125878" y="893981"/>
                  <a:pt x="133350" y="889000"/>
                </a:cubicBezTo>
                <a:cubicBezTo>
                  <a:pt x="138919" y="885287"/>
                  <a:pt x="147667" y="887383"/>
                  <a:pt x="152400" y="882650"/>
                </a:cubicBezTo>
                <a:cubicBezTo>
                  <a:pt x="157133" y="877917"/>
                  <a:pt x="155499" y="869451"/>
                  <a:pt x="158750" y="863600"/>
                </a:cubicBezTo>
                <a:cubicBezTo>
                  <a:pt x="166163" y="850257"/>
                  <a:pt x="175683" y="838200"/>
                  <a:pt x="184150" y="825500"/>
                </a:cubicBezTo>
                <a:cubicBezTo>
                  <a:pt x="187863" y="819931"/>
                  <a:pt x="187179" y="812262"/>
                  <a:pt x="190500" y="806450"/>
                </a:cubicBezTo>
                <a:cubicBezTo>
                  <a:pt x="195751" y="797261"/>
                  <a:pt x="203399" y="789662"/>
                  <a:pt x="209550" y="781050"/>
                </a:cubicBezTo>
                <a:cubicBezTo>
                  <a:pt x="213986" y="774840"/>
                  <a:pt x="216854" y="767396"/>
                  <a:pt x="222250" y="762000"/>
                </a:cubicBezTo>
                <a:cubicBezTo>
                  <a:pt x="227646" y="756604"/>
                  <a:pt x="234950" y="753533"/>
                  <a:pt x="241300" y="749300"/>
                </a:cubicBezTo>
                <a:cubicBezTo>
                  <a:pt x="243417" y="742950"/>
                  <a:pt x="243937" y="735819"/>
                  <a:pt x="247650" y="730250"/>
                </a:cubicBezTo>
                <a:cubicBezTo>
                  <a:pt x="275737" y="688119"/>
                  <a:pt x="258625" y="733701"/>
                  <a:pt x="279400" y="692150"/>
                </a:cubicBezTo>
                <a:cubicBezTo>
                  <a:pt x="303642" y="643666"/>
                  <a:pt x="258736" y="709119"/>
                  <a:pt x="304800" y="647700"/>
                </a:cubicBezTo>
                <a:cubicBezTo>
                  <a:pt x="306917" y="635000"/>
                  <a:pt x="309192" y="622325"/>
                  <a:pt x="311150" y="609600"/>
                </a:cubicBezTo>
                <a:cubicBezTo>
                  <a:pt x="313426" y="594807"/>
                  <a:pt x="314899" y="579889"/>
                  <a:pt x="317500" y="565150"/>
                </a:cubicBezTo>
                <a:cubicBezTo>
                  <a:pt x="321251" y="543893"/>
                  <a:pt x="325967" y="522817"/>
                  <a:pt x="330200" y="501650"/>
                </a:cubicBezTo>
                <a:cubicBezTo>
                  <a:pt x="332502" y="490141"/>
                  <a:pt x="348784" y="467424"/>
                  <a:pt x="355600" y="457200"/>
                </a:cubicBezTo>
                <a:cubicBezTo>
                  <a:pt x="373041" y="387436"/>
                  <a:pt x="346608" y="474656"/>
                  <a:pt x="381000" y="412750"/>
                </a:cubicBezTo>
                <a:cubicBezTo>
                  <a:pt x="387501" y="401048"/>
                  <a:pt x="389467" y="387350"/>
                  <a:pt x="393700" y="374650"/>
                </a:cubicBezTo>
                <a:lnTo>
                  <a:pt x="400050" y="355600"/>
                </a:lnTo>
                <a:cubicBezTo>
                  <a:pt x="402167" y="349250"/>
                  <a:pt x="404777" y="343044"/>
                  <a:pt x="406400" y="336550"/>
                </a:cubicBezTo>
                <a:cubicBezTo>
                  <a:pt x="410633" y="319617"/>
                  <a:pt x="413580" y="302309"/>
                  <a:pt x="419100" y="285750"/>
                </a:cubicBezTo>
                <a:cubicBezTo>
                  <a:pt x="421217" y="279400"/>
                  <a:pt x="423611" y="273136"/>
                  <a:pt x="425450" y="266700"/>
                </a:cubicBezTo>
                <a:cubicBezTo>
                  <a:pt x="427848" y="258309"/>
                  <a:pt x="429292" y="249659"/>
                  <a:pt x="431800" y="241300"/>
                </a:cubicBezTo>
                <a:cubicBezTo>
                  <a:pt x="435647" y="228478"/>
                  <a:pt x="440267" y="215900"/>
                  <a:pt x="444500" y="203200"/>
                </a:cubicBezTo>
                <a:lnTo>
                  <a:pt x="457200" y="165100"/>
                </a:lnTo>
                <a:cubicBezTo>
                  <a:pt x="459317" y="158750"/>
                  <a:pt x="459837" y="151619"/>
                  <a:pt x="463550" y="146050"/>
                </a:cubicBezTo>
                <a:cubicBezTo>
                  <a:pt x="496376" y="96811"/>
                  <a:pt x="484123" y="122430"/>
                  <a:pt x="501650" y="69850"/>
                </a:cubicBezTo>
                <a:cubicBezTo>
                  <a:pt x="509013" y="47761"/>
                  <a:pt x="501650" y="23283"/>
                  <a:pt x="501650" y="0"/>
                </a:cubicBezTo>
              </a:path>
            </a:pathLst>
          </a:custGeom>
          <a:noFill/>
          <a:ln w="19050" cap="flat" cmpd="sng" algn="ctr">
            <a:solidFill>
              <a:schemeClr val="accent1"/>
            </a:solidFill>
            <a:prstDash val="dash"/>
          </a:ln>
          <a:effectLst/>
        </p:spPr>
        <p:txBody>
          <a:bodyPr rtlCol="0" anchor="ctr"/>
          <a:lstStyle/>
          <a:p>
            <a:pPr algn="ctr" defTabSz="914400">
              <a:defRPr/>
            </a:pPr>
            <a:endParaRPr lang="en-AU" kern="0" dirty="0">
              <a:solidFill>
                <a:srgbClr val="008A82"/>
              </a:solidFill>
              <a:latin typeface="Arial" panose="020B0604020202020204"/>
            </a:endParaRPr>
          </a:p>
        </p:txBody>
      </p:sp>
      <p:sp>
        <p:nvSpPr>
          <p:cNvPr id="29" name="Freeform 23">
            <a:extLst>
              <a:ext uri="{FF2B5EF4-FFF2-40B4-BE49-F238E27FC236}">
                <a16:creationId xmlns:a16="http://schemas.microsoft.com/office/drawing/2014/main" id="{DEF82B4E-D5DD-4DEF-96BD-B18EBCDC11EB}"/>
              </a:ext>
            </a:extLst>
          </p:cNvPr>
          <p:cNvSpPr/>
          <p:nvPr/>
        </p:nvSpPr>
        <p:spPr>
          <a:xfrm>
            <a:off x="6246181" y="1446937"/>
            <a:ext cx="725955" cy="2877816"/>
          </a:xfrm>
          <a:custGeom>
            <a:avLst/>
            <a:gdLst>
              <a:gd name="connsiteX0" fmla="*/ 0 w 889024"/>
              <a:gd name="connsiteY0" fmla="*/ 0 h 3524250"/>
              <a:gd name="connsiteX1" fmla="*/ 31750 w 889024"/>
              <a:gd name="connsiteY1" fmla="*/ 25400 h 3524250"/>
              <a:gd name="connsiteX2" fmla="*/ 38100 w 889024"/>
              <a:gd name="connsiteY2" fmla="*/ 44450 h 3524250"/>
              <a:gd name="connsiteX3" fmla="*/ 57150 w 889024"/>
              <a:gd name="connsiteY3" fmla="*/ 57150 h 3524250"/>
              <a:gd name="connsiteX4" fmla="*/ 95250 w 889024"/>
              <a:gd name="connsiteY4" fmla="*/ 95250 h 3524250"/>
              <a:gd name="connsiteX5" fmla="*/ 114300 w 889024"/>
              <a:gd name="connsiteY5" fmla="*/ 114300 h 3524250"/>
              <a:gd name="connsiteX6" fmla="*/ 133350 w 889024"/>
              <a:gd name="connsiteY6" fmla="*/ 120650 h 3524250"/>
              <a:gd name="connsiteX7" fmla="*/ 165100 w 889024"/>
              <a:gd name="connsiteY7" fmla="*/ 146050 h 3524250"/>
              <a:gd name="connsiteX8" fmla="*/ 222250 w 889024"/>
              <a:gd name="connsiteY8" fmla="*/ 203200 h 3524250"/>
              <a:gd name="connsiteX9" fmla="*/ 241300 w 889024"/>
              <a:gd name="connsiteY9" fmla="*/ 215900 h 3524250"/>
              <a:gd name="connsiteX10" fmla="*/ 260350 w 889024"/>
              <a:gd name="connsiteY10" fmla="*/ 260350 h 3524250"/>
              <a:gd name="connsiteX11" fmla="*/ 279400 w 889024"/>
              <a:gd name="connsiteY11" fmla="*/ 266700 h 3524250"/>
              <a:gd name="connsiteX12" fmla="*/ 285750 w 889024"/>
              <a:gd name="connsiteY12" fmla="*/ 285750 h 3524250"/>
              <a:gd name="connsiteX13" fmla="*/ 317500 w 889024"/>
              <a:gd name="connsiteY13" fmla="*/ 323850 h 3524250"/>
              <a:gd name="connsiteX14" fmla="*/ 342900 w 889024"/>
              <a:gd name="connsiteY14" fmla="*/ 400050 h 3524250"/>
              <a:gd name="connsiteX15" fmla="*/ 349250 w 889024"/>
              <a:gd name="connsiteY15" fmla="*/ 419100 h 3524250"/>
              <a:gd name="connsiteX16" fmla="*/ 355600 w 889024"/>
              <a:gd name="connsiteY16" fmla="*/ 438150 h 3524250"/>
              <a:gd name="connsiteX17" fmla="*/ 368300 w 889024"/>
              <a:gd name="connsiteY17" fmla="*/ 482600 h 3524250"/>
              <a:gd name="connsiteX18" fmla="*/ 374650 w 889024"/>
              <a:gd name="connsiteY18" fmla="*/ 546100 h 3524250"/>
              <a:gd name="connsiteX19" fmla="*/ 381000 w 889024"/>
              <a:gd name="connsiteY19" fmla="*/ 596900 h 3524250"/>
              <a:gd name="connsiteX20" fmla="*/ 393700 w 889024"/>
              <a:gd name="connsiteY20" fmla="*/ 723900 h 3524250"/>
              <a:gd name="connsiteX21" fmla="*/ 406400 w 889024"/>
              <a:gd name="connsiteY21" fmla="*/ 812800 h 3524250"/>
              <a:gd name="connsiteX22" fmla="*/ 419100 w 889024"/>
              <a:gd name="connsiteY22" fmla="*/ 838200 h 3524250"/>
              <a:gd name="connsiteX23" fmla="*/ 431800 w 889024"/>
              <a:gd name="connsiteY23" fmla="*/ 889000 h 3524250"/>
              <a:gd name="connsiteX24" fmla="*/ 444500 w 889024"/>
              <a:gd name="connsiteY24" fmla="*/ 927100 h 3524250"/>
              <a:gd name="connsiteX25" fmla="*/ 450850 w 889024"/>
              <a:gd name="connsiteY25" fmla="*/ 946150 h 3524250"/>
              <a:gd name="connsiteX26" fmla="*/ 457200 w 889024"/>
              <a:gd name="connsiteY26" fmla="*/ 965200 h 3524250"/>
              <a:gd name="connsiteX27" fmla="*/ 463550 w 889024"/>
              <a:gd name="connsiteY27" fmla="*/ 996950 h 3524250"/>
              <a:gd name="connsiteX28" fmla="*/ 488950 w 889024"/>
              <a:gd name="connsiteY28" fmla="*/ 1035050 h 3524250"/>
              <a:gd name="connsiteX29" fmla="*/ 501650 w 889024"/>
              <a:gd name="connsiteY29" fmla="*/ 1098550 h 3524250"/>
              <a:gd name="connsiteX30" fmla="*/ 508000 w 889024"/>
              <a:gd name="connsiteY30" fmla="*/ 1117600 h 3524250"/>
              <a:gd name="connsiteX31" fmla="*/ 520700 w 889024"/>
              <a:gd name="connsiteY31" fmla="*/ 1174750 h 3524250"/>
              <a:gd name="connsiteX32" fmla="*/ 533400 w 889024"/>
              <a:gd name="connsiteY32" fmla="*/ 1212850 h 3524250"/>
              <a:gd name="connsiteX33" fmla="*/ 539750 w 889024"/>
              <a:gd name="connsiteY33" fmla="*/ 1250950 h 3524250"/>
              <a:gd name="connsiteX34" fmla="*/ 552450 w 889024"/>
              <a:gd name="connsiteY34" fmla="*/ 1301750 h 3524250"/>
              <a:gd name="connsiteX35" fmla="*/ 558800 w 889024"/>
              <a:gd name="connsiteY35" fmla="*/ 1339850 h 3524250"/>
              <a:gd name="connsiteX36" fmla="*/ 565150 w 889024"/>
              <a:gd name="connsiteY36" fmla="*/ 1365250 h 3524250"/>
              <a:gd name="connsiteX37" fmla="*/ 577850 w 889024"/>
              <a:gd name="connsiteY37" fmla="*/ 1441450 h 3524250"/>
              <a:gd name="connsiteX38" fmla="*/ 590550 w 889024"/>
              <a:gd name="connsiteY38" fmla="*/ 1631950 h 3524250"/>
              <a:gd name="connsiteX39" fmla="*/ 596900 w 889024"/>
              <a:gd name="connsiteY39" fmla="*/ 1809750 h 3524250"/>
              <a:gd name="connsiteX40" fmla="*/ 603250 w 889024"/>
              <a:gd name="connsiteY40" fmla="*/ 1841500 h 3524250"/>
              <a:gd name="connsiteX41" fmla="*/ 615950 w 889024"/>
              <a:gd name="connsiteY41" fmla="*/ 1905000 h 3524250"/>
              <a:gd name="connsiteX42" fmla="*/ 622300 w 889024"/>
              <a:gd name="connsiteY42" fmla="*/ 1981200 h 3524250"/>
              <a:gd name="connsiteX43" fmla="*/ 628650 w 889024"/>
              <a:gd name="connsiteY43" fmla="*/ 2000250 h 3524250"/>
              <a:gd name="connsiteX44" fmla="*/ 641350 w 889024"/>
              <a:gd name="connsiteY44" fmla="*/ 2197100 h 3524250"/>
              <a:gd name="connsiteX45" fmla="*/ 635000 w 889024"/>
              <a:gd name="connsiteY45" fmla="*/ 2730500 h 3524250"/>
              <a:gd name="connsiteX46" fmla="*/ 628650 w 889024"/>
              <a:gd name="connsiteY46" fmla="*/ 2787650 h 3524250"/>
              <a:gd name="connsiteX47" fmla="*/ 635000 w 889024"/>
              <a:gd name="connsiteY47" fmla="*/ 2851150 h 3524250"/>
              <a:gd name="connsiteX48" fmla="*/ 654050 w 889024"/>
              <a:gd name="connsiteY48" fmla="*/ 2978150 h 3524250"/>
              <a:gd name="connsiteX49" fmla="*/ 660400 w 889024"/>
              <a:gd name="connsiteY49" fmla="*/ 3016250 h 3524250"/>
              <a:gd name="connsiteX50" fmla="*/ 666750 w 889024"/>
              <a:gd name="connsiteY50" fmla="*/ 3067050 h 3524250"/>
              <a:gd name="connsiteX51" fmla="*/ 673100 w 889024"/>
              <a:gd name="connsiteY51" fmla="*/ 3086100 h 3524250"/>
              <a:gd name="connsiteX52" fmla="*/ 685800 w 889024"/>
              <a:gd name="connsiteY52" fmla="*/ 3130550 h 3524250"/>
              <a:gd name="connsiteX53" fmla="*/ 698500 w 889024"/>
              <a:gd name="connsiteY53" fmla="*/ 3149600 h 3524250"/>
              <a:gd name="connsiteX54" fmla="*/ 723900 w 889024"/>
              <a:gd name="connsiteY54" fmla="*/ 3181350 h 3524250"/>
              <a:gd name="connsiteX55" fmla="*/ 736600 w 889024"/>
              <a:gd name="connsiteY55" fmla="*/ 3219450 h 3524250"/>
              <a:gd name="connsiteX56" fmla="*/ 755650 w 889024"/>
              <a:gd name="connsiteY56" fmla="*/ 3257550 h 3524250"/>
              <a:gd name="connsiteX57" fmla="*/ 762000 w 889024"/>
              <a:gd name="connsiteY57" fmla="*/ 3295650 h 3524250"/>
              <a:gd name="connsiteX58" fmla="*/ 774700 w 889024"/>
              <a:gd name="connsiteY58" fmla="*/ 3333750 h 3524250"/>
              <a:gd name="connsiteX59" fmla="*/ 787400 w 889024"/>
              <a:gd name="connsiteY59" fmla="*/ 3378200 h 3524250"/>
              <a:gd name="connsiteX60" fmla="*/ 793750 w 889024"/>
              <a:gd name="connsiteY60" fmla="*/ 3397250 h 3524250"/>
              <a:gd name="connsiteX61" fmla="*/ 812800 w 889024"/>
              <a:gd name="connsiteY61" fmla="*/ 3409950 h 3524250"/>
              <a:gd name="connsiteX62" fmla="*/ 838200 w 889024"/>
              <a:gd name="connsiteY62" fmla="*/ 3441700 h 3524250"/>
              <a:gd name="connsiteX63" fmla="*/ 850900 w 889024"/>
              <a:gd name="connsiteY63" fmla="*/ 3460750 h 3524250"/>
              <a:gd name="connsiteX64" fmla="*/ 869950 w 889024"/>
              <a:gd name="connsiteY64" fmla="*/ 3479800 h 3524250"/>
              <a:gd name="connsiteX65" fmla="*/ 876300 w 889024"/>
              <a:gd name="connsiteY65" fmla="*/ 3498850 h 3524250"/>
              <a:gd name="connsiteX66" fmla="*/ 889000 w 889024"/>
              <a:gd name="connsiteY66" fmla="*/ 3524250 h 35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889024" h="3524250">
                <a:moveTo>
                  <a:pt x="0" y="0"/>
                </a:moveTo>
                <a:cubicBezTo>
                  <a:pt x="10583" y="8467"/>
                  <a:pt x="22930" y="15110"/>
                  <a:pt x="31750" y="25400"/>
                </a:cubicBezTo>
                <a:cubicBezTo>
                  <a:pt x="36106" y="30482"/>
                  <a:pt x="33919" y="39223"/>
                  <a:pt x="38100" y="44450"/>
                </a:cubicBezTo>
                <a:cubicBezTo>
                  <a:pt x="42868" y="50409"/>
                  <a:pt x="51446" y="52080"/>
                  <a:pt x="57150" y="57150"/>
                </a:cubicBezTo>
                <a:cubicBezTo>
                  <a:pt x="70574" y="69082"/>
                  <a:pt x="82550" y="82550"/>
                  <a:pt x="95250" y="95250"/>
                </a:cubicBezTo>
                <a:cubicBezTo>
                  <a:pt x="101600" y="101600"/>
                  <a:pt x="105781" y="111460"/>
                  <a:pt x="114300" y="114300"/>
                </a:cubicBezTo>
                <a:lnTo>
                  <a:pt x="133350" y="120650"/>
                </a:lnTo>
                <a:cubicBezTo>
                  <a:pt x="168209" y="172939"/>
                  <a:pt x="122631" y="113019"/>
                  <a:pt x="165100" y="146050"/>
                </a:cubicBezTo>
                <a:lnTo>
                  <a:pt x="222250" y="203200"/>
                </a:lnTo>
                <a:cubicBezTo>
                  <a:pt x="227646" y="208596"/>
                  <a:pt x="234950" y="211667"/>
                  <a:pt x="241300" y="215900"/>
                </a:cubicBezTo>
                <a:cubicBezTo>
                  <a:pt x="245095" y="227285"/>
                  <a:pt x="252503" y="252503"/>
                  <a:pt x="260350" y="260350"/>
                </a:cubicBezTo>
                <a:cubicBezTo>
                  <a:pt x="265083" y="265083"/>
                  <a:pt x="273050" y="264583"/>
                  <a:pt x="279400" y="266700"/>
                </a:cubicBezTo>
                <a:cubicBezTo>
                  <a:pt x="281517" y="273050"/>
                  <a:pt x="282757" y="279763"/>
                  <a:pt x="285750" y="285750"/>
                </a:cubicBezTo>
                <a:cubicBezTo>
                  <a:pt x="294591" y="303431"/>
                  <a:pt x="303456" y="309806"/>
                  <a:pt x="317500" y="323850"/>
                </a:cubicBezTo>
                <a:lnTo>
                  <a:pt x="342900" y="400050"/>
                </a:lnTo>
                <a:lnTo>
                  <a:pt x="349250" y="419100"/>
                </a:lnTo>
                <a:cubicBezTo>
                  <a:pt x="351367" y="425450"/>
                  <a:pt x="353977" y="431656"/>
                  <a:pt x="355600" y="438150"/>
                </a:cubicBezTo>
                <a:cubicBezTo>
                  <a:pt x="363573" y="470044"/>
                  <a:pt x="359190" y="455271"/>
                  <a:pt x="368300" y="482600"/>
                </a:cubicBezTo>
                <a:cubicBezTo>
                  <a:pt x="370417" y="503767"/>
                  <a:pt x="372301" y="524958"/>
                  <a:pt x="374650" y="546100"/>
                </a:cubicBezTo>
                <a:cubicBezTo>
                  <a:pt x="376535" y="563061"/>
                  <a:pt x="379639" y="579889"/>
                  <a:pt x="381000" y="596900"/>
                </a:cubicBezTo>
                <a:cubicBezTo>
                  <a:pt x="390937" y="721114"/>
                  <a:pt x="375358" y="668875"/>
                  <a:pt x="393700" y="723900"/>
                </a:cubicBezTo>
                <a:cubicBezTo>
                  <a:pt x="395258" y="737919"/>
                  <a:pt x="399661" y="792582"/>
                  <a:pt x="406400" y="812800"/>
                </a:cubicBezTo>
                <a:cubicBezTo>
                  <a:pt x="409393" y="821780"/>
                  <a:pt x="416107" y="829220"/>
                  <a:pt x="419100" y="838200"/>
                </a:cubicBezTo>
                <a:cubicBezTo>
                  <a:pt x="424620" y="854759"/>
                  <a:pt x="427567" y="872067"/>
                  <a:pt x="431800" y="889000"/>
                </a:cubicBezTo>
                <a:cubicBezTo>
                  <a:pt x="435047" y="901987"/>
                  <a:pt x="440267" y="914400"/>
                  <a:pt x="444500" y="927100"/>
                </a:cubicBezTo>
                <a:lnTo>
                  <a:pt x="450850" y="946150"/>
                </a:lnTo>
                <a:cubicBezTo>
                  <a:pt x="452967" y="952500"/>
                  <a:pt x="455887" y="958636"/>
                  <a:pt x="457200" y="965200"/>
                </a:cubicBezTo>
                <a:cubicBezTo>
                  <a:pt x="459317" y="975783"/>
                  <a:pt x="459084" y="987124"/>
                  <a:pt x="463550" y="996950"/>
                </a:cubicBezTo>
                <a:cubicBezTo>
                  <a:pt x="469866" y="1010845"/>
                  <a:pt x="488950" y="1035050"/>
                  <a:pt x="488950" y="1035050"/>
                </a:cubicBezTo>
                <a:cubicBezTo>
                  <a:pt x="493183" y="1056217"/>
                  <a:pt x="494824" y="1078072"/>
                  <a:pt x="501650" y="1098550"/>
                </a:cubicBezTo>
                <a:cubicBezTo>
                  <a:pt x="503767" y="1104900"/>
                  <a:pt x="506377" y="1111106"/>
                  <a:pt x="508000" y="1117600"/>
                </a:cubicBezTo>
                <a:cubicBezTo>
                  <a:pt x="517064" y="1153854"/>
                  <a:pt x="510922" y="1142157"/>
                  <a:pt x="520700" y="1174750"/>
                </a:cubicBezTo>
                <a:cubicBezTo>
                  <a:pt x="524547" y="1187572"/>
                  <a:pt x="529167" y="1200150"/>
                  <a:pt x="533400" y="1212850"/>
                </a:cubicBezTo>
                <a:cubicBezTo>
                  <a:pt x="537471" y="1225064"/>
                  <a:pt x="537052" y="1238361"/>
                  <a:pt x="539750" y="1250950"/>
                </a:cubicBezTo>
                <a:cubicBezTo>
                  <a:pt x="543407" y="1268017"/>
                  <a:pt x="549581" y="1284533"/>
                  <a:pt x="552450" y="1301750"/>
                </a:cubicBezTo>
                <a:cubicBezTo>
                  <a:pt x="554567" y="1314450"/>
                  <a:pt x="556275" y="1327225"/>
                  <a:pt x="558800" y="1339850"/>
                </a:cubicBezTo>
                <a:cubicBezTo>
                  <a:pt x="560512" y="1348408"/>
                  <a:pt x="563715" y="1356642"/>
                  <a:pt x="565150" y="1365250"/>
                </a:cubicBezTo>
                <a:cubicBezTo>
                  <a:pt x="580015" y="1454440"/>
                  <a:pt x="563560" y="1384290"/>
                  <a:pt x="577850" y="1441450"/>
                </a:cubicBezTo>
                <a:lnTo>
                  <a:pt x="590550" y="1631950"/>
                </a:lnTo>
                <a:cubicBezTo>
                  <a:pt x="594495" y="1691123"/>
                  <a:pt x="593312" y="1750554"/>
                  <a:pt x="596900" y="1809750"/>
                </a:cubicBezTo>
                <a:cubicBezTo>
                  <a:pt x="597553" y="1820523"/>
                  <a:pt x="601476" y="1830854"/>
                  <a:pt x="603250" y="1841500"/>
                </a:cubicBezTo>
                <a:cubicBezTo>
                  <a:pt x="612979" y="1899873"/>
                  <a:pt x="603779" y="1868488"/>
                  <a:pt x="615950" y="1905000"/>
                </a:cubicBezTo>
                <a:cubicBezTo>
                  <a:pt x="618067" y="1930400"/>
                  <a:pt x="618931" y="1955936"/>
                  <a:pt x="622300" y="1981200"/>
                </a:cubicBezTo>
                <a:cubicBezTo>
                  <a:pt x="623185" y="1987835"/>
                  <a:pt x="627868" y="1993602"/>
                  <a:pt x="628650" y="2000250"/>
                </a:cubicBezTo>
                <a:cubicBezTo>
                  <a:pt x="631798" y="2027004"/>
                  <a:pt x="640257" y="2178516"/>
                  <a:pt x="641350" y="2197100"/>
                </a:cubicBezTo>
                <a:cubicBezTo>
                  <a:pt x="639233" y="2374900"/>
                  <a:pt x="638823" y="2552729"/>
                  <a:pt x="635000" y="2730500"/>
                </a:cubicBezTo>
                <a:cubicBezTo>
                  <a:pt x="634588" y="2749663"/>
                  <a:pt x="628650" y="2768483"/>
                  <a:pt x="628650" y="2787650"/>
                </a:cubicBezTo>
                <a:cubicBezTo>
                  <a:pt x="628650" y="2808922"/>
                  <a:pt x="633304" y="2829946"/>
                  <a:pt x="635000" y="2851150"/>
                </a:cubicBezTo>
                <a:cubicBezTo>
                  <a:pt x="643885" y="2962216"/>
                  <a:pt x="628896" y="2915264"/>
                  <a:pt x="654050" y="2978150"/>
                </a:cubicBezTo>
                <a:cubicBezTo>
                  <a:pt x="656167" y="2990850"/>
                  <a:pt x="658579" y="3003504"/>
                  <a:pt x="660400" y="3016250"/>
                </a:cubicBezTo>
                <a:cubicBezTo>
                  <a:pt x="662813" y="3033144"/>
                  <a:pt x="663697" y="3050260"/>
                  <a:pt x="666750" y="3067050"/>
                </a:cubicBezTo>
                <a:cubicBezTo>
                  <a:pt x="667947" y="3073636"/>
                  <a:pt x="671261" y="3079664"/>
                  <a:pt x="673100" y="3086100"/>
                </a:cubicBezTo>
                <a:cubicBezTo>
                  <a:pt x="675813" y="3095595"/>
                  <a:pt x="680725" y="3120400"/>
                  <a:pt x="685800" y="3130550"/>
                </a:cubicBezTo>
                <a:cubicBezTo>
                  <a:pt x="689213" y="3137376"/>
                  <a:pt x="695087" y="3142774"/>
                  <a:pt x="698500" y="3149600"/>
                </a:cubicBezTo>
                <a:cubicBezTo>
                  <a:pt x="713836" y="3180272"/>
                  <a:pt x="691787" y="3159941"/>
                  <a:pt x="723900" y="3181350"/>
                </a:cubicBezTo>
                <a:cubicBezTo>
                  <a:pt x="728133" y="3194050"/>
                  <a:pt x="729174" y="3208311"/>
                  <a:pt x="736600" y="3219450"/>
                </a:cubicBezTo>
                <a:cubicBezTo>
                  <a:pt x="748017" y="3236575"/>
                  <a:pt x="751268" y="3237832"/>
                  <a:pt x="755650" y="3257550"/>
                </a:cubicBezTo>
                <a:cubicBezTo>
                  <a:pt x="758443" y="3270119"/>
                  <a:pt x="758877" y="3283159"/>
                  <a:pt x="762000" y="3295650"/>
                </a:cubicBezTo>
                <a:cubicBezTo>
                  <a:pt x="765247" y="3308637"/>
                  <a:pt x="771022" y="3320878"/>
                  <a:pt x="774700" y="3333750"/>
                </a:cubicBezTo>
                <a:cubicBezTo>
                  <a:pt x="778933" y="3348567"/>
                  <a:pt x="782972" y="3363440"/>
                  <a:pt x="787400" y="3378200"/>
                </a:cubicBezTo>
                <a:cubicBezTo>
                  <a:pt x="789323" y="3384611"/>
                  <a:pt x="789569" y="3392023"/>
                  <a:pt x="793750" y="3397250"/>
                </a:cubicBezTo>
                <a:cubicBezTo>
                  <a:pt x="798518" y="3403209"/>
                  <a:pt x="806450" y="3405717"/>
                  <a:pt x="812800" y="3409950"/>
                </a:cubicBezTo>
                <a:cubicBezTo>
                  <a:pt x="825162" y="3447036"/>
                  <a:pt x="809477" y="3412977"/>
                  <a:pt x="838200" y="3441700"/>
                </a:cubicBezTo>
                <a:cubicBezTo>
                  <a:pt x="843596" y="3447096"/>
                  <a:pt x="846014" y="3454887"/>
                  <a:pt x="850900" y="3460750"/>
                </a:cubicBezTo>
                <a:cubicBezTo>
                  <a:pt x="856649" y="3467649"/>
                  <a:pt x="863600" y="3473450"/>
                  <a:pt x="869950" y="3479800"/>
                </a:cubicBezTo>
                <a:cubicBezTo>
                  <a:pt x="872067" y="3486150"/>
                  <a:pt x="873307" y="3492863"/>
                  <a:pt x="876300" y="3498850"/>
                </a:cubicBezTo>
                <a:cubicBezTo>
                  <a:pt x="890174" y="3526598"/>
                  <a:pt x="889000" y="3508344"/>
                  <a:pt x="889000" y="3524250"/>
                </a:cubicBezTo>
              </a:path>
            </a:pathLst>
          </a:custGeom>
          <a:noFill/>
          <a:ln w="19050" cap="flat" cmpd="sng" algn="ctr">
            <a:solidFill>
              <a:schemeClr val="accent1"/>
            </a:solidFill>
            <a:prstDash val="dash"/>
          </a:ln>
          <a:effectLst/>
        </p:spPr>
        <p:txBody>
          <a:bodyPr rtlCol="0" anchor="ctr"/>
          <a:lstStyle/>
          <a:p>
            <a:pPr algn="ctr" defTabSz="914400">
              <a:defRPr/>
            </a:pPr>
            <a:endParaRPr lang="en-AU" kern="0">
              <a:solidFill>
                <a:srgbClr val="008A82"/>
              </a:solidFill>
              <a:latin typeface="Arial" panose="020B0604020202020204"/>
            </a:endParaRPr>
          </a:p>
        </p:txBody>
      </p:sp>
      <p:sp>
        <p:nvSpPr>
          <p:cNvPr id="38" name="Oval 37">
            <a:extLst>
              <a:ext uri="{FF2B5EF4-FFF2-40B4-BE49-F238E27FC236}">
                <a16:creationId xmlns:a16="http://schemas.microsoft.com/office/drawing/2014/main" id="{3F539447-6760-459C-8CFE-26C7778E5411}"/>
              </a:ext>
            </a:extLst>
          </p:cNvPr>
          <p:cNvSpPr/>
          <p:nvPr/>
        </p:nvSpPr>
        <p:spPr>
          <a:xfrm>
            <a:off x="6226534" y="1392552"/>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144000" tIns="0" rIns="0" bIns="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r>
              <a:rPr lang="en-AU" sz="600" b="1" kern="0" dirty="0">
                <a:solidFill>
                  <a:srgbClr val="4A545D"/>
                </a:solidFill>
                <a:cs typeface="Arial" pitchFamily="34" charset="0"/>
              </a:rPr>
              <a:t>Darwin</a:t>
            </a:r>
          </a:p>
        </p:txBody>
      </p:sp>
      <p:sp>
        <p:nvSpPr>
          <p:cNvPr id="48" name="Oval 47">
            <a:extLst>
              <a:ext uri="{FF2B5EF4-FFF2-40B4-BE49-F238E27FC236}">
                <a16:creationId xmlns:a16="http://schemas.microsoft.com/office/drawing/2014/main" id="{4DF839BD-AF79-42EB-AF77-F8D5200EC26D}"/>
              </a:ext>
            </a:extLst>
          </p:cNvPr>
          <p:cNvSpPr/>
          <p:nvPr/>
        </p:nvSpPr>
        <p:spPr>
          <a:xfrm>
            <a:off x="8919473" y="4851738"/>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108000" bIns="72000" numCol="1" spcCol="0" rtlCol="0" fromWordArt="0" anchor="t" anchorCtr="0" forceAA="0" compatLnSpc="1">
            <a:prstTxWarp prst="textNoShape">
              <a:avLst/>
            </a:prstTxWarp>
            <a:noAutofit/>
          </a:bodyPr>
          <a:lstStyle/>
          <a:p>
            <a:pPr algn="r" defTabSz="914400">
              <a:lnSpc>
                <a:spcPct val="90000"/>
              </a:lnSpc>
              <a:spcBef>
                <a:spcPts val="900"/>
              </a:spcBef>
              <a:buClr>
                <a:srgbClr val="007A68"/>
              </a:buClr>
              <a:defRPr/>
            </a:pPr>
            <a:r>
              <a:rPr lang="en-AU" sz="600" b="1" kern="0" dirty="0">
                <a:cs typeface="Arial" pitchFamily="34" charset="0"/>
              </a:rPr>
              <a:t>Sydney</a:t>
            </a:r>
          </a:p>
        </p:txBody>
      </p:sp>
      <p:sp>
        <p:nvSpPr>
          <p:cNvPr id="59" name="Oval 58">
            <a:extLst>
              <a:ext uri="{FF2B5EF4-FFF2-40B4-BE49-F238E27FC236}">
                <a16:creationId xmlns:a16="http://schemas.microsoft.com/office/drawing/2014/main" id="{E337B61A-C116-4192-893D-68A8232E880C}"/>
              </a:ext>
            </a:extLst>
          </p:cNvPr>
          <p:cNvSpPr/>
          <p:nvPr/>
        </p:nvSpPr>
        <p:spPr>
          <a:xfrm>
            <a:off x="4390902" y="4641279"/>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16000" tIns="0" rIns="0" bIns="7112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endParaRPr lang="en-AU" sz="600" kern="0" dirty="0">
              <a:solidFill>
                <a:srgbClr val="4A545D"/>
              </a:solidFill>
              <a:cs typeface="Arial" pitchFamily="34" charset="0"/>
            </a:endParaRPr>
          </a:p>
        </p:txBody>
      </p:sp>
      <p:sp>
        <p:nvSpPr>
          <p:cNvPr id="60" name="Oval 59">
            <a:extLst>
              <a:ext uri="{FF2B5EF4-FFF2-40B4-BE49-F238E27FC236}">
                <a16:creationId xmlns:a16="http://schemas.microsoft.com/office/drawing/2014/main" id="{C783EC1F-E6B1-4EDE-A952-8F0A3A35A0D6}"/>
              </a:ext>
            </a:extLst>
          </p:cNvPr>
          <p:cNvSpPr/>
          <p:nvPr/>
        </p:nvSpPr>
        <p:spPr>
          <a:xfrm>
            <a:off x="7322609" y="4954925"/>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144000" bIns="0" numCol="1" spcCol="0" rtlCol="0" fromWordArt="0" anchor="t" anchorCtr="0" forceAA="0" compatLnSpc="1">
            <a:prstTxWarp prst="textNoShape">
              <a:avLst/>
            </a:prstTxWarp>
            <a:noAutofit/>
          </a:bodyPr>
          <a:lstStyle/>
          <a:p>
            <a:pPr algn="r" defTabSz="914400">
              <a:lnSpc>
                <a:spcPct val="90000"/>
              </a:lnSpc>
              <a:spcBef>
                <a:spcPts val="900"/>
              </a:spcBef>
              <a:buClr>
                <a:srgbClr val="007A68"/>
              </a:buClr>
              <a:defRPr/>
            </a:pPr>
            <a:r>
              <a:rPr lang="en-AU" sz="600" b="1" kern="0" dirty="0">
                <a:cs typeface="Arial" pitchFamily="34" charset="0"/>
              </a:rPr>
              <a:t>Adelaide</a:t>
            </a:r>
          </a:p>
        </p:txBody>
      </p:sp>
      <p:sp>
        <p:nvSpPr>
          <p:cNvPr id="76" name="Oval 75">
            <a:extLst>
              <a:ext uri="{FF2B5EF4-FFF2-40B4-BE49-F238E27FC236}">
                <a16:creationId xmlns:a16="http://schemas.microsoft.com/office/drawing/2014/main" id="{F1000355-E372-4B16-9032-C00D04083CDE}"/>
              </a:ext>
            </a:extLst>
          </p:cNvPr>
          <p:cNvSpPr/>
          <p:nvPr/>
        </p:nvSpPr>
        <p:spPr>
          <a:xfrm>
            <a:off x="8056870" y="5374483"/>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16000" tIns="0" rIns="71120" bIns="18000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r>
              <a:rPr lang="en-AU" sz="600" b="1" kern="0" dirty="0">
                <a:cs typeface="Arial" pitchFamily="34" charset="0"/>
              </a:rPr>
              <a:t>Melbourne</a:t>
            </a:r>
          </a:p>
        </p:txBody>
      </p:sp>
      <p:sp>
        <p:nvSpPr>
          <p:cNvPr id="55" name="TextBox 54">
            <a:extLst>
              <a:ext uri="{FF2B5EF4-FFF2-40B4-BE49-F238E27FC236}">
                <a16:creationId xmlns:a16="http://schemas.microsoft.com/office/drawing/2014/main" id="{896A149B-2B54-F1B9-EC62-61A4B9CB0EE3}"/>
              </a:ext>
            </a:extLst>
          </p:cNvPr>
          <p:cNvSpPr txBox="1"/>
          <p:nvPr/>
        </p:nvSpPr>
        <p:spPr>
          <a:xfrm>
            <a:off x="4059227" y="4582349"/>
            <a:ext cx="381836" cy="184666"/>
          </a:xfrm>
          <a:prstGeom prst="rect">
            <a:avLst/>
          </a:prstGeom>
          <a:noFill/>
        </p:spPr>
        <p:txBody>
          <a:bodyPr wrap="none" rtlCol="0">
            <a:spAutoFit/>
          </a:bodyPr>
          <a:lstStyle/>
          <a:p>
            <a:r>
              <a:rPr lang="en-AU" sz="600" b="1" dirty="0"/>
              <a:t>Perth</a:t>
            </a:r>
          </a:p>
        </p:txBody>
      </p:sp>
      <p:sp>
        <p:nvSpPr>
          <p:cNvPr id="2" name="Title 1">
            <a:extLst>
              <a:ext uri="{FF2B5EF4-FFF2-40B4-BE49-F238E27FC236}">
                <a16:creationId xmlns:a16="http://schemas.microsoft.com/office/drawing/2014/main" id="{FA84D0F6-9A21-954F-E041-F7AF1D9A1FF0}"/>
              </a:ext>
            </a:extLst>
          </p:cNvPr>
          <p:cNvSpPr txBox="1">
            <a:spLocks/>
          </p:cNvSpPr>
          <p:nvPr/>
        </p:nvSpPr>
        <p:spPr>
          <a:xfrm>
            <a:off x="405900" y="191265"/>
            <a:ext cx="11415357" cy="784830"/>
          </a:xfrm>
          <a:prstGeom prst="rect">
            <a:avLst/>
          </a:prstGeom>
        </p:spPr>
        <p:txBody>
          <a:bodyPr/>
          <a:lstStyle>
            <a:lvl1pPr algn="l" defTabSz="914400" rtl="0" eaLnBrk="1" latinLnBrk="0" hangingPunct="1">
              <a:lnSpc>
                <a:spcPct val="90000"/>
              </a:lnSpc>
              <a:spcBef>
                <a:spcPct val="0"/>
              </a:spcBef>
              <a:buNone/>
              <a:defRPr sz="3200" kern="1200">
                <a:solidFill>
                  <a:schemeClr val="bg2"/>
                </a:solidFill>
                <a:latin typeface="Franklin Gothic Demi" panose="020B0703020102020204" pitchFamily="34" charset="0"/>
                <a:ea typeface="+mj-ea"/>
                <a:cs typeface="+mj-cs"/>
              </a:defRPr>
            </a:lvl1pPr>
          </a:lstStyle>
          <a:p>
            <a:r>
              <a:rPr lang="en-US" sz="5000" dirty="0">
                <a:solidFill>
                  <a:schemeClr val="tx1"/>
                </a:solidFill>
              </a:rPr>
              <a:t>Our National Network</a:t>
            </a:r>
            <a:endParaRPr lang="en-AU" sz="5000" dirty="0">
              <a:solidFill>
                <a:schemeClr val="tx1"/>
              </a:solidFill>
            </a:endParaRPr>
          </a:p>
        </p:txBody>
      </p:sp>
      <p:sp>
        <p:nvSpPr>
          <p:cNvPr id="4" name="TextBox 3">
            <a:extLst>
              <a:ext uri="{FF2B5EF4-FFF2-40B4-BE49-F238E27FC236}">
                <a16:creationId xmlns:a16="http://schemas.microsoft.com/office/drawing/2014/main" id="{CB2A51B8-FF51-50F1-951C-14BCB54DA052}"/>
              </a:ext>
            </a:extLst>
          </p:cNvPr>
          <p:cNvSpPr txBox="1"/>
          <p:nvPr/>
        </p:nvSpPr>
        <p:spPr>
          <a:xfrm>
            <a:off x="458016" y="1061428"/>
            <a:ext cx="5189796" cy="492443"/>
          </a:xfrm>
          <a:prstGeom prst="rect">
            <a:avLst/>
          </a:prstGeom>
          <a:noFill/>
        </p:spPr>
        <p:txBody>
          <a:bodyPr wrap="square">
            <a:spAutoFit/>
          </a:bodyPr>
          <a:lstStyle/>
          <a:p>
            <a:r>
              <a:rPr lang="en-US" sz="2600" b="1" dirty="0">
                <a:latin typeface="Franklin Gothic Demi" panose="020B0703020102020204" pitchFamily="34" charset="0"/>
                <a:ea typeface="LF_Kai" panose="03000509000000000000" pitchFamily="65" charset="-120"/>
              </a:rPr>
              <a:t>Rail</a:t>
            </a:r>
            <a:endParaRPr lang="en-US" sz="2600" b="1" dirty="0">
              <a:solidFill>
                <a:schemeClr val="tx1"/>
              </a:solidFill>
              <a:latin typeface="Franklin Gothic Demi" panose="020B0703020102020204" pitchFamily="34" charset="0"/>
              <a:ea typeface="LF_Kai" panose="03000509000000000000" pitchFamily="65" charset="-120"/>
            </a:endParaRPr>
          </a:p>
        </p:txBody>
      </p:sp>
      <p:cxnSp>
        <p:nvCxnSpPr>
          <p:cNvPr id="5" name="Straight Connector 4">
            <a:extLst>
              <a:ext uri="{FF2B5EF4-FFF2-40B4-BE49-F238E27FC236}">
                <a16:creationId xmlns:a16="http://schemas.microsoft.com/office/drawing/2014/main" id="{89F4F427-2FC4-F907-4B75-4E23F941F7C3}"/>
              </a:ext>
            </a:extLst>
          </p:cNvPr>
          <p:cNvCxnSpPr>
            <a:cxnSpLocks/>
            <a:endCxn id="4" idx="2"/>
          </p:cNvCxnSpPr>
          <p:nvPr/>
        </p:nvCxnSpPr>
        <p:spPr>
          <a:xfrm>
            <a:off x="568191" y="1538715"/>
            <a:ext cx="24847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0CC5E79-8765-732B-21C6-9A1D5605705B}"/>
              </a:ext>
            </a:extLst>
          </p:cNvPr>
          <p:cNvSpPr txBox="1"/>
          <p:nvPr/>
        </p:nvSpPr>
        <p:spPr>
          <a:xfrm>
            <a:off x="8124232" y="2199868"/>
            <a:ext cx="418412" cy="169277"/>
          </a:xfrm>
          <a:prstGeom prst="rect">
            <a:avLst/>
          </a:prstGeom>
          <a:noFill/>
        </p:spPr>
        <p:txBody>
          <a:bodyPr wrap="square" rtlCol="0">
            <a:spAutoFit/>
          </a:bodyPr>
          <a:lstStyle/>
          <a:p>
            <a:pPr algn="r"/>
            <a:r>
              <a:rPr lang="en-AU" sz="500" dirty="0"/>
              <a:t>Innisfail</a:t>
            </a:r>
          </a:p>
        </p:txBody>
      </p:sp>
      <p:sp>
        <p:nvSpPr>
          <p:cNvPr id="30" name="TextBox 29">
            <a:extLst>
              <a:ext uri="{FF2B5EF4-FFF2-40B4-BE49-F238E27FC236}">
                <a16:creationId xmlns:a16="http://schemas.microsoft.com/office/drawing/2014/main" id="{8467ED2A-71A5-5810-3C62-F1018C09AEC1}"/>
              </a:ext>
            </a:extLst>
          </p:cNvPr>
          <p:cNvSpPr txBox="1"/>
          <p:nvPr/>
        </p:nvSpPr>
        <p:spPr>
          <a:xfrm>
            <a:off x="8181027" y="2517842"/>
            <a:ext cx="482824" cy="169277"/>
          </a:xfrm>
          <a:prstGeom prst="rect">
            <a:avLst/>
          </a:prstGeom>
          <a:noFill/>
        </p:spPr>
        <p:txBody>
          <a:bodyPr wrap="none" rtlCol="0">
            <a:spAutoFit/>
          </a:bodyPr>
          <a:lstStyle/>
          <a:p>
            <a:r>
              <a:rPr lang="en-AU" sz="500" dirty="0"/>
              <a:t>Townsville</a:t>
            </a:r>
          </a:p>
        </p:txBody>
      </p:sp>
      <p:grpSp>
        <p:nvGrpSpPr>
          <p:cNvPr id="42" name="Group 41">
            <a:extLst>
              <a:ext uri="{FF2B5EF4-FFF2-40B4-BE49-F238E27FC236}">
                <a16:creationId xmlns:a16="http://schemas.microsoft.com/office/drawing/2014/main" id="{D4C89C11-1D77-AF9E-CCD5-259E97894F74}"/>
              </a:ext>
            </a:extLst>
          </p:cNvPr>
          <p:cNvGrpSpPr/>
          <p:nvPr/>
        </p:nvGrpSpPr>
        <p:grpSpPr>
          <a:xfrm>
            <a:off x="814865" y="5411609"/>
            <a:ext cx="1158596" cy="786100"/>
            <a:chOff x="814865" y="5411609"/>
            <a:chExt cx="1158596" cy="786100"/>
          </a:xfrm>
        </p:grpSpPr>
        <p:cxnSp>
          <p:nvCxnSpPr>
            <p:cNvPr id="8" name="Straight Connector 7">
              <a:extLst>
                <a:ext uri="{FF2B5EF4-FFF2-40B4-BE49-F238E27FC236}">
                  <a16:creationId xmlns:a16="http://schemas.microsoft.com/office/drawing/2014/main" id="{AFC6A5DA-A2D7-AA90-E635-BB918F1A7111}"/>
                </a:ext>
              </a:extLst>
            </p:cNvPr>
            <p:cNvCxnSpPr/>
            <p:nvPr/>
          </p:nvCxnSpPr>
          <p:spPr bwMode="auto">
            <a:xfrm>
              <a:off x="904409" y="5730119"/>
              <a:ext cx="205442" cy="0"/>
            </a:xfrm>
            <a:prstGeom prst="line">
              <a:avLst/>
            </a:prstGeom>
            <a:noFill/>
            <a:ln w="19050" cap="flat" cmpd="sng" algn="ctr">
              <a:solidFill>
                <a:schemeClr val="accent1"/>
              </a:solidFill>
              <a:prstDash val="dash"/>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Rectangle 34">
              <a:extLst>
                <a:ext uri="{FF2B5EF4-FFF2-40B4-BE49-F238E27FC236}">
                  <a16:creationId xmlns:a16="http://schemas.microsoft.com/office/drawing/2014/main" id="{7C28D2D6-CFDC-3B6B-5AEA-9657836C8DEC}"/>
                </a:ext>
              </a:extLst>
            </p:cNvPr>
            <p:cNvSpPr/>
            <p:nvPr/>
          </p:nvSpPr>
          <p:spPr bwMode="auto">
            <a:xfrm>
              <a:off x="1086635" y="5649398"/>
              <a:ext cx="886826" cy="162538"/>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Rail</a:t>
              </a:r>
            </a:p>
          </p:txBody>
        </p:sp>
        <p:sp>
          <p:nvSpPr>
            <p:cNvPr id="54" name="TextBox 53">
              <a:extLst>
                <a:ext uri="{FF2B5EF4-FFF2-40B4-BE49-F238E27FC236}">
                  <a16:creationId xmlns:a16="http://schemas.microsoft.com/office/drawing/2014/main" id="{9966A455-E431-029B-5809-0DB50DB38F9D}"/>
                </a:ext>
              </a:extLst>
            </p:cNvPr>
            <p:cNvSpPr txBox="1"/>
            <p:nvPr/>
          </p:nvSpPr>
          <p:spPr>
            <a:xfrm>
              <a:off x="814865" y="5411609"/>
              <a:ext cx="574618" cy="211199"/>
            </a:xfrm>
            <a:prstGeom prst="rect">
              <a:avLst/>
            </a:prstGeom>
            <a:noFill/>
          </p:spPr>
          <p:txBody>
            <a:bodyPr vert="horz" wrap="none" lIns="82918" tIns="41459" rIns="82918" bIns="41459" rtlCol="0" anchor="t">
              <a:spAutoFit/>
            </a:bodyPr>
            <a:lstStyle/>
            <a:p>
              <a:pPr algn="l">
                <a:lnSpc>
                  <a:spcPct val="110000"/>
                </a:lnSpc>
              </a:pPr>
              <a:r>
                <a:rPr lang="en-AU" sz="816" b="1" dirty="0">
                  <a:latin typeface="Arial"/>
                </a:rPr>
                <a:t>Legend</a:t>
              </a:r>
              <a:r>
                <a:rPr lang="en-AU" sz="816" b="1" dirty="0">
                  <a:solidFill>
                    <a:schemeClr val="tx2"/>
                  </a:solidFill>
                  <a:latin typeface="Arial"/>
                </a:rPr>
                <a:t>:</a:t>
              </a:r>
            </a:p>
          </p:txBody>
        </p:sp>
        <p:sp>
          <p:nvSpPr>
            <p:cNvPr id="19" name="Rectangle 18">
              <a:extLst>
                <a:ext uri="{FF2B5EF4-FFF2-40B4-BE49-F238E27FC236}">
                  <a16:creationId xmlns:a16="http://schemas.microsoft.com/office/drawing/2014/main" id="{7C1E91DD-B474-0D33-97B7-70178CACE6CD}"/>
                </a:ext>
              </a:extLst>
            </p:cNvPr>
            <p:cNvSpPr/>
            <p:nvPr/>
          </p:nvSpPr>
          <p:spPr bwMode="auto">
            <a:xfrm>
              <a:off x="1086635" y="5837978"/>
              <a:ext cx="886826" cy="162538"/>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Intermodal depots</a:t>
              </a:r>
            </a:p>
          </p:txBody>
        </p:sp>
        <p:sp>
          <p:nvSpPr>
            <p:cNvPr id="31" name="Rectangle 30">
              <a:extLst>
                <a:ext uri="{FF2B5EF4-FFF2-40B4-BE49-F238E27FC236}">
                  <a16:creationId xmlns:a16="http://schemas.microsoft.com/office/drawing/2014/main" id="{7E5BF0BF-1A0F-EC10-CFDB-524A9AD54741}"/>
                </a:ext>
              </a:extLst>
            </p:cNvPr>
            <p:cNvSpPr/>
            <p:nvPr/>
          </p:nvSpPr>
          <p:spPr bwMode="auto">
            <a:xfrm>
              <a:off x="1086635" y="6035171"/>
              <a:ext cx="886826" cy="162538"/>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Major depots</a:t>
              </a:r>
            </a:p>
          </p:txBody>
        </p:sp>
        <p:sp>
          <p:nvSpPr>
            <p:cNvPr id="22" name="Oval 21">
              <a:extLst>
                <a:ext uri="{FF2B5EF4-FFF2-40B4-BE49-F238E27FC236}">
                  <a16:creationId xmlns:a16="http://schemas.microsoft.com/office/drawing/2014/main" id="{2C5949BE-ED5B-B8F7-1DC6-AA4C0BCD2A7A}"/>
                </a:ext>
              </a:extLst>
            </p:cNvPr>
            <p:cNvSpPr/>
            <p:nvPr/>
          </p:nvSpPr>
          <p:spPr>
            <a:xfrm>
              <a:off x="949896" y="5885006"/>
              <a:ext cx="68481" cy="68481"/>
            </a:xfrm>
            <a:prstGeom prst="ellipse">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accent1"/>
                </a:solidFill>
              </a:endParaRPr>
            </a:p>
          </p:txBody>
        </p:sp>
        <p:sp>
          <p:nvSpPr>
            <p:cNvPr id="32" name="Freeform 115">
              <a:extLst>
                <a:ext uri="{FF2B5EF4-FFF2-40B4-BE49-F238E27FC236}">
                  <a16:creationId xmlns:a16="http://schemas.microsoft.com/office/drawing/2014/main" id="{CB45C516-8067-9B72-96EA-009ED3C866E5}"/>
                </a:ext>
              </a:extLst>
            </p:cNvPr>
            <p:cNvSpPr>
              <a:spLocks noEditPoints="1"/>
            </p:cNvSpPr>
            <p:nvPr/>
          </p:nvSpPr>
          <p:spPr bwMode="auto">
            <a:xfrm rot="14581681" flipV="1">
              <a:off x="922731" y="6054122"/>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grpSp>
      <p:sp>
        <p:nvSpPr>
          <p:cNvPr id="33" name="Freeform 115">
            <a:extLst>
              <a:ext uri="{FF2B5EF4-FFF2-40B4-BE49-F238E27FC236}">
                <a16:creationId xmlns:a16="http://schemas.microsoft.com/office/drawing/2014/main" id="{5BEC4444-EF75-76AD-6A86-40BDF4746303}"/>
              </a:ext>
            </a:extLst>
          </p:cNvPr>
          <p:cNvSpPr>
            <a:spLocks noEditPoints="1"/>
          </p:cNvSpPr>
          <p:nvPr/>
        </p:nvSpPr>
        <p:spPr bwMode="auto">
          <a:xfrm rot="14581681" flipV="1">
            <a:off x="9371373" y="3801121"/>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34" name="Freeform 115">
            <a:extLst>
              <a:ext uri="{FF2B5EF4-FFF2-40B4-BE49-F238E27FC236}">
                <a16:creationId xmlns:a16="http://schemas.microsoft.com/office/drawing/2014/main" id="{07B1827A-40E9-7D76-DBEB-DF6599D09CC6}"/>
              </a:ext>
            </a:extLst>
          </p:cNvPr>
          <p:cNvSpPr>
            <a:spLocks noEditPoints="1"/>
          </p:cNvSpPr>
          <p:nvPr/>
        </p:nvSpPr>
        <p:spPr bwMode="auto">
          <a:xfrm rot="14581681" flipV="1">
            <a:off x="7348984" y="4840526"/>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37" name="Freeform 115">
            <a:extLst>
              <a:ext uri="{FF2B5EF4-FFF2-40B4-BE49-F238E27FC236}">
                <a16:creationId xmlns:a16="http://schemas.microsoft.com/office/drawing/2014/main" id="{0F20D758-4D88-3A66-2CA5-FBAB04450FA4}"/>
              </a:ext>
            </a:extLst>
          </p:cNvPr>
          <p:cNvSpPr>
            <a:spLocks noEditPoints="1"/>
          </p:cNvSpPr>
          <p:nvPr/>
        </p:nvSpPr>
        <p:spPr bwMode="auto">
          <a:xfrm rot="14581681" flipV="1">
            <a:off x="4398101" y="4506510"/>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39" name="Freeform 115">
            <a:extLst>
              <a:ext uri="{FF2B5EF4-FFF2-40B4-BE49-F238E27FC236}">
                <a16:creationId xmlns:a16="http://schemas.microsoft.com/office/drawing/2014/main" id="{1E1240BC-B1D6-ACEA-DD23-785342C3FF07}"/>
              </a:ext>
            </a:extLst>
          </p:cNvPr>
          <p:cNvSpPr>
            <a:spLocks noEditPoints="1"/>
          </p:cNvSpPr>
          <p:nvPr/>
        </p:nvSpPr>
        <p:spPr bwMode="auto">
          <a:xfrm rot="16200000" flipV="1">
            <a:off x="8979191" y="4763555"/>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40" name="Freeform 115">
            <a:extLst>
              <a:ext uri="{FF2B5EF4-FFF2-40B4-BE49-F238E27FC236}">
                <a16:creationId xmlns:a16="http://schemas.microsoft.com/office/drawing/2014/main" id="{5E110111-A2A2-0713-88B0-A3529FDAF6D0}"/>
              </a:ext>
            </a:extLst>
          </p:cNvPr>
          <p:cNvSpPr>
            <a:spLocks noEditPoints="1"/>
          </p:cNvSpPr>
          <p:nvPr/>
        </p:nvSpPr>
        <p:spPr bwMode="auto">
          <a:xfrm rot="13153012" flipV="1">
            <a:off x="8017383" y="5234960"/>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41" name="Freeform 115">
            <a:extLst>
              <a:ext uri="{FF2B5EF4-FFF2-40B4-BE49-F238E27FC236}">
                <a16:creationId xmlns:a16="http://schemas.microsoft.com/office/drawing/2014/main" id="{2B1EC93D-89B9-2718-9FFF-AD04F2340A4C}"/>
              </a:ext>
            </a:extLst>
          </p:cNvPr>
          <p:cNvSpPr>
            <a:spLocks noEditPoints="1"/>
          </p:cNvSpPr>
          <p:nvPr/>
        </p:nvSpPr>
        <p:spPr bwMode="auto">
          <a:xfrm rot="16200000" flipV="1">
            <a:off x="6284898" y="1291230"/>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Tree>
    <p:extLst>
      <p:ext uri="{BB962C8B-B14F-4D97-AF65-F5344CB8AC3E}">
        <p14:creationId xmlns:p14="http://schemas.microsoft.com/office/powerpoint/2010/main" val="56499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394">
            <a:extLst>
              <a:ext uri="{FF2B5EF4-FFF2-40B4-BE49-F238E27FC236}">
                <a16:creationId xmlns:a16="http://schemas.microsoft.com/office/drawing/2014/main" id="{9045A072-97E3-47D7-9350-A6599FA1A6E9}"/>
              </a:ext>
            </a:extLst>
          </p:cNvPr>
          <p:cNvSpPr/>
          <p:nvPr>
            <p:custDataLst>
              <p:tags r:id="rId1"/>
            </p:custDataLst>
          </p:nvPr>
        </p:nvSpPr>
        <p:spPr bwMode="auto">
          <a:xfrm>
            <a:off x="7336109" y="1180878"/>
            <a:ext cx="2138510" cy="3001116"/>
          </a:xfrm>
          <a:custGeom>
            <a:avLst/>
            <a:gdLst>
              <a:gd name="connsiteX0" fmla="*/ 176212 w 1990725"/>
              <a:gd name="connsiteY0" fmla="*/ 876300 h 2956153"/>
              <a:gd name="connsiteX1" fmla="*/ 214312 w 1990725"/>
              <a:gd name="connsiteY1" fmla="*/ 942975 h 2956153"/>
              <a:gd name="connsiteX2" fmla="*/ 309562 w 1990725"/>
              <a:gd name="connsiteY2" fmla="*/ 995362 h 2956153"/>
              <a:gd name="connsiteX3" fmla="*/ 328612 w 1990725"/>
              <a:gd name="connsiteY3" fmla="*/ 1014412 h 2956153"/>
              <a:gd name="connsiteX4" fmla="*/ 442912 w 1990725"/>
              <a:gd name="connsiteY4" fmla="*/ 981075 h 2956153"/>
              <a:gd name="connsiteX5" fmla="*/ 447675 w 1990725"/>
              <a:gd name="connsiteY5" fmla="*/ 919162 h 2956153"/>
              <a:gd name="connsiteX6" fmla="*/ 528637 w 1990725"/>
              <a:gd name="connsiteY6" fmla="*/ 795337 h 2956153"/>
              <a:gd name="connsiteX7" fmla="*/ 533400 w 1990725"/>
              <a:gd name="connsiteY7" fmla="*/ 704850 h 2956153"/>
              <a:gd name="connsiteX8" fmla="*/ 581025 w 1990725"/>
              <a:gd name="connsiteY8" fmla="*/ 638175 h 2956153"/>
              <a:gd name="connsiteX9" fmla="*/ 561975 w 1990725"/>
              <a:gd name="connsiteY9" fmla="*/ 552450 h 2956153"/>
              <a:gd name="connsiteX10" fmla="*/ 585787 w 1990725"/>
              <a:gd name="connsiteY10" fmla="*/ 500062 h 2956153"/>
              <a:gd name="connsiteX11" fmla="*/ 552450 w 1990725"/>
              <a:gd name="connsiteY11" fmla="*/ 461962 h 2956153"/>
              <a:gd name="connsiteX12" fmla="*/ 552450 w 1990725"/>
              <a:gd name="connsiteY12" fmla="*/ 428625 h 2956153"/>
              <a:gd name="connsiteX13" fmla="*/ 595312 w 1990725"/>
              <a:gd name="connsiteY13" fmla="*/ 376237 h 2956153"/>
              <a:gd name="connsiteX14" fmla="*/ 595312 w 1990725"/>
              <a:gd name="connsiteY14" fmla="*/ 304800 h 2956153"/>
              <a:gd name="connsiteX15" fmla="*/ 628650 w 1990725"/>
              <a:gd name="connsiteY15" fmla="*/ 276225 h 2956153"/>
              <a:gd name="connsiteX16" fmla="*/ 585787 w 1990725"/>
              <a:gd name="connsiteY16" fmla="*/ 252412 h 2956153"/>
              <a:gd name="connsiteX17" fmla="*/ 633412 w 1990725"/>
              <a:gd name="connsiteY17" fmla="*/ 209550 h 2956153"/>
              <a:gd name="connsiteX18" fmla="*/ 676275 w 1990725"/>
              <a:gd name="connsiteY18" fmla="*/ 80962 h 2956153"/>
              <a:gd name="connsiteX19" fmla="*/ 676275 w 1990725"/>
              <a:gd name="connsiteY19" fmla="*/ 28575 h 2956153"/>
              <a:gd name="connsiteX20" fmla="*/ 747712 w 1990725"/>
              <a:gd name="connsiteY20" fmla="*/ 0 h 2956153"/>
              <a:gd name="connsiteX21" fmla="*/ 757237 w 1990725"/>
              <a:gd name="connsiteY21" fmla="*/ 42862 h 2956153"/>
              <a:gd name="connsiteX22" fmla="*/ 785812 w 1990725"/>
              <a:gd name="connsiteY22" fmla="*/ 66675 h 2956153"/>
              <a:gd name="connsiteX23" fmla="*/ 781050 w 1990725"/>
              <a:gd name="connsiteY23" fmla="*/ 166687 h 2956153"/>
              <a:gd name="connsiteX24" fmla="*/ 823912 w 1990725"/>
              <a:gd name="connsiteY24" fmla="*/ 214312 h 2956153"/>
              <a:gd name="connsiteX25" fmla="*/ 847725 w 1990725"/>
              <a:gd name="connsiteY25" fmla="*/ 171450 h 2956153"/>
              <a:gd name="connsiteX26" fmla="*/ 809625 w 1990725"/>
              <a:gd name="connsiteY26" fmla="*/ 257175 h 2956153"/>
              <a:gd name="connsiteX27" fmla="*/ 823912 w 1990725"/>
              <a:gd name="connsiteY27" fmla="*/ 271462 h 2956153"/>
              <a:gd name="connsiteX28" fmla="*/ 852487 w 1990725"/>
              <a:gd name="connsiteY28" fmla="*/ 242887 h 2956153"/>
              <a:gd name="connsiteX29" fmla="*/ 833437 w 1990725"/>
              <a:gd name="connsiteY29" fmla="*/ 323850 h 2956153"/>
              <a:gd name="connsiteX30" fmla="*/ 862012 w 1990725"/>
              <a:gd name="connsiteY30" fmla="*/ 338137 h 2956153"/>
              <a:gd name="connsiteX31" fmla="*/ 862012 w 1990725"/>
              <a:gd name="connsiteY31" fmla="*/ 495300 h 2956153"/>
              <a:gd name="connsiteX32" fmla="*/ 890587 w 1990725"/>
              <a:gd name="connsiteY32" fmla="*/ 523875 h 2956153"/>
              <a:gd name="connsiteX33" fmla="*/ 890587 w 1990725"/>
              <a:gd name="connsiteY33" fmla="*/ 581025 h 2956153"/>
              <a:gd name="connsiteX34" fmla="*/ 971550 w 1990725"/>
              <a:gd name="connsiteY34" fmla="*/ 552450 h 2956153"/>
              <a:gd name="connsiteX35" fmla="*/ 1028700 w 1990725"/>
              <a:gd name="connsiteY35" fmla="*/ 542925 h 2956153"/>
              <a:gd name="connsiteX36" fmla="*/ 995362 w 1990725"/>
              <a:gd name="connsiteY36" fmla="*/ 571500 h 2956153"/>
              <a:gd name="connsiteX37" fmla="*/ 1023937 w 1990725"/>
              <a:gd name="connsiteY37" fmla="*/ 614362 h 2956153"/>
              <a:gd name="connsiteX38" fmla="*/ 1090612 w 1990725"/>
              <a:gd name="connsiteY38" fmla="*/ 657225 h 2956153"/>
              <a:gd name="connsiteX39" fmla="*/ 1066800 w 1990725"/>
              <a:gd name="connsiteY39" fmla="*/ 700087 h 2956153"/>
              <a:gd name="connsiteX40" fmla="*/ 1090612 w 1990725"/>
              <a:gd name="connsiteY40" fmla="*/ 800100 h 2956153"/>
              <a:gd name="connsiteX41" fmla="*/ 1081087 w 1990725"/>
              <a:gd name="connsiteY41" fmla="*/ 933450 h 2956153"/>
              <a:gd name="connsiteX42" fmla="*/ 1147762 w 1990725"/>
              <a:gd name="connsiteY42" fmla="*/ 957262 h 2956153"/>
              <a:gd name="connsiteX43" fmla="*/ 1152525 w 1990725"/>
              <a:gd name="connsiteY43" fmla="*/ 1047750 h 2956153"/>
              <a:gd name="connsiteX44" fmla="*/ 1143000 w 1990725"/>
              <a:gd name="connsiteY44" fmla="*/ 1152525 h 2956153"/>
              <a:gd name="connsiteX45" fmla="*/ 1190625 w 1990725"/>
              <a:gd name="connsiteY45" fmla="*/ 1185862 h 2956153"/>
              <a:gd name="connsiteX46" fmla="*/ 1171575 w 1990725"/>
              <a:gd name="connsiteY46" fmla="*/ 1233487 h 2956153"/>
              <a:gd name="connsiteX47" fmla="*/ 1171575 w 1990725"/>
              <a:gd name="connsiteY47" fmla="*/ 1281112 h 2956153"/>
              <a:gd name="connsiteX48" fmla="*/ 1219200 w 1990725"/>
              <a:gd name="connsiteY48" fmla="*/ 1285875 h 2956153"/>
              <a:gd name="connsiteX49" fmla="*/ 1281112 w 1990725"/>
              <a:gd name="connsiteY49" fmla="*/ 1357312 h 2956153"/>
              <a:gd name="connsiteX50" fmla="*/ 1328737 w 1990725"/>
              <a:gd name="connsiteY50" fmla="*/ 1343025 h 2956153"/>
              <a:gd name="connsiteX51" fmla="*/ 1338262 w 1990725"/>
              <a:gd name="connsiteY51" fmla="*/ 1390650 h 2956153"/>
              <a:gd name="connsiteX52" fmla="*/ 1371600 w 1990725"/>
              <a:gd name="connsiteY52" fmla="*/ 1395412 h 2956153"/>
              <a:gd name="connsiteX53" fmla="*/ 1433512 w 1990725"/>
              <a:gd name="connsiteY53" fmla="*/ 1457325 h 2956153"/>
              <a:gd name="connsiteX54" fmla="*/ 1500187 w 1990725"/>
              <a:gd name="connsiteY54" fmla="*/ 1485900 h 2956153"/>
              <a:gd name="connsiteX55" fmla="*/ 1519237 w 1990725"/>
              <a:gd name="connsiteY55" fmla="*/ 1476375 h 2956153"/>
              <a:gd name="connsiteX56" fmla="*/ 1514475 w 1990725"/>
              <a:gd name="connsiteY56" fmla="*/ 1519237 h 2956153"/>
              <a:gd name="connsiteX57" fmla="*/ 1462087 w 1990725"/>
              <a:gd name="connsiteY57" fmla="*/ 1528762 h 2956153"/>
              <a:gd name="connsiteX58" fmla="*/ 1462087 w 1990725"/>
              <a:gd name="connsiteY58" fmla="*/ 1557337 h 2956153"/>
              <a:gd name="connsiteX59" fmla="*/ 1543050 w 1990725"/>
              <a:gd name="connsiteY59" fmla="*/ 1614487 h 2956153"/>
              <a:gd name="connsiteX60" fmla="*/ 1543050 w 1990725"/>
              <a:gd name="connsiteY60" fmla="*/ 1676400 h 2956153"/>
              <a:gd name="connsiteX61" fmla="*/ 1576387 w 1990725"/>
              <a:gd name="connsiteY61" fmla="*/ 1695450 h 2956153"/>
              <a:gd name="connsiteX62" fmla="*/ 1552575 w 1990725"/>
              <a:gd name="connsiteY62" fmla="*/ 1771650 h 2956153"/>
              <a:gd name="connsiteX63" fmla="*/ 1590675 w 1990725"/>
              <a:gd name="connsiteY63" fmla="*/ 1843087 h 2956153"/>
              <a:gd name="connsiteX64" fmla="*/ 1624012 w 1990725"/>
              <a:gd name="connsiteY64" fmla="*/ 1857375 h 2956153"/>
              <a:gd name="connsiteX65" fmla="*/ 1624012 w 1990725"/>
              <a:gd name="connsiteY65" fmla="*/ 1747837 h 2956153"/>
              <a:gd name="connsiteX66" fmla="*/ 1671637 w 1990725"/>
              <a:gd name="connsiteY66" fmla="*/ 1828800 h 2956153"/>
              <a:gd name="connsiteX67" fmla="*/ 1685925 w 1990725"/>
              <a:gd name="connsiteY67" fmla="*/ 1795462 h 2956153"/>
              <a:gd name="connsiteX68" fmla="*/ 1714500 w 1990725"/>
              <a:gd name="connsiteY68" fmla="*/ 1885950 h 2956153"/>
              <a:gd name="connsiteX69" fmla="*/ 1676400 w 1990725"/>
              <a:gd name="connsiteY69" fmla="*/ 1947862 h 2956153"/>
              <a:gd name="connsiteX70" fmla="*/ 1738312 w 1990725"/>
              <a:gd name="connsiteY70" fmla="*/ 2000250 h 2956153"/>
              <a:gd name="connsiteX71" fmla="*/ 1762125 w 1990725"/>
              <a:gd name="connsiteY71" fmla="*/ 2052637 h 2956153"/>
              <a:gd name="connsiteX72" fmla="*/ 1833562 w 1990725"/>
              <a:gd name="connsiteY72" fmla="*/ 2095500 h 2956153"/>
              <a:gd name="connsiteX73" fmla="*/ 1833562 w 1990725"/>
              <a:gd name="connsiteY73" fmla="*/ 2157412 h 2956153"/>
              <a:gd name="connsiteX74" fmla="*/ 1890712 w 1990725"/>
              <a:gd name="connsiteY74" fmla="*/ 2219325 h 2956153"/>
              <a:gd name="connsiteX75" fmla="*/ 1895475 w 1990725"/>
              <a:gd name="connsiteY75" fmla="*/ 2266950 h 2956153"/>
              <a:gd name="connsiteX76" fmla="*/ 1966912 w 1990725"/>
              <a:gd name="connsiteY76" fmla="*/ 2238375 h 2956153"/>
              <a:gd name="connsiteX77" fmla="*/ 1990725 w 1990725"/>
              <a:gd name="connsiteY77" fmla="*/ 2190750 h 2956153"/>
              <a:gd name="connsiteX78" fmla="*/ 1990725 w 1990725"/>
              <a:gd name="connsiteY78" fmla="*/ 2252662 h 2956153"/>
              <a:gd name="connsiteX79" fmla="*/ 1928812 w 1990725"/>
              <a:gd name="connsiteY79" fmla="*/ 2314575 h 2956153"/>
              <a:gd name="connsiteX80" fmla="*/ 1952625 w 1990725"/>
              <a:gd name="connsiteY80" fmla="*/ 2376487 h 2956153"/>
              <a:gd name="connsiteX81" fmla="*/ 1919287 w 1990725"/>
              <a:gd name="connsiteY81" fmla="*/ 2428875 h 2956153"/>
              <a:gd name="connsiteX82" fmla="*/ 1919287 w 1990725"/>
              <a:gd name="connsiteY82" fmla="*/ 2543175 h 2956153"/>
              <a:gd name="connsiteX83" fmla="*/ 1900237 w 1990725"/>
              <a:gd name="connsiteY83" fmla="*/ 2581275 h 2956153"/>
              <a:gd name="connsiteX84" fmla="*/ 1938337 w 1990725"/>
              <a:gd name="connsiteY84" fmla="*/ 2638425 h 2956153"/>
              <a:gd name="connsiteX85" fmla="*/ 1933575 w 1990725"/>
              <a:gd name="connsiteY85" fmla="*/ 2705100 h 2956153"/>
              <a:gd name="connsiteX86" fmla="*/ 1847850 w 1990725"/>
              <a:gd name="connsiteY86" fmla="*/ 2700337 h 2956153"/>
              <a:gd name="connsiteX87" fmla="*/ 1795462 w 1990725"/>
              <a:gd name="connsiteY87" fmla="*/ 2676525 h 2956153"/>
              <a:gd name="connsiteX88" fmla="*/ 1733550 w 1990725"/>
              <a:gd name="connsiteY88" fmla="*/ 2728912 h 2956153"/>
              <a:gd name="connsiteX89" fmla="*/ 1728787 w 1990725"/>
              <a:gd name="connsiteY89" fmla="*/ 2757487 h 2956153"/>
              <a:gd name="connsiteX90" fmla="*/ 1681162 w 1990725"/>
              <a:gd name="connsiteY90" fmla="*/ 2747962 h 2956153"/>
              <a:gd name="connsiteX91" fmla="*/ 1657350 w 1990725"/>
              <a:gd name="connsiteY91" fmla="*/ 2781300 h 2956153"/>
              <a:gd name="connsiteX92" fmla="*/ 1600200 w 1990725"/>
              <a:gd name="connsiteY92" fmla="*/ 2705100 h 2956153"/>
              <a:gd name="connsiteX93" fmla="*/ 1543050 w 1990725"/>
              <a:gd name="connsiteY93" fmla="*/ 2724150 h 2956153"/>
              <a:gd name="connsiteX94" fmla="*/ 1504950 w 1990725"/>
              <a:gd name="connsiteY94" fmla="*/ 2676525 h 2956153"/>
              <a:gd name="connsiteX95" fmla="*/ 1452562 w 1990725"/>
              <a:gd name="connsiteY95" fmla="*/ 2695575 h 2956153"/>
              <a:gd name="connsiteX96" fmla="*/ 1423987 w 1990725"/>
              <a:gd name="connsiteY96" fmla="*/ 2662237 h 2956153"/>
              <a:gd name="connsiteX97" fmla="*/ 1357312 w 1990725"/>
              <a:gd name="connsiteY97" fmla="*/ 2724150 h 2956153"/>
              <a:gd name="connsiteX98" fmla="*/ 352425 w 1990725"/>
              <a:gd name="connsiteY98" fmla="*/ 2619375 h 2956153"/>
              <a:gd name="connsiteX99" fmla="*/ 390525 w 1990725"/>
              <a:gd name="connsiteY99" fmla="*/ 2209800 h 2956153"/>
              <a:gd name="connsiteX100" fmla="*/ 0 w 1990725"/>
              <a:gd name="connsiteY100" fmla="*/ 2181225 h 2956153"/>
              <a:gd name="connsiteX101" fmla="*/ 42862 w 1990725"/>
              <a:gd name="connsiteY101" fmla="*/ 838200 h 2956153"/>
              <a:gd name="connsiteX102" fmla="*/ 123825 w 1990725"/>
              <a:gd name="connsiteY102" fmla="*/ 862012 h 2956153"/>
              <a:gd name="connsiteX103" fmla="*/ 176212 w 1990725"/>
              <a:gd name="connsiteY103" fmla="*/ 876300 h 2956153"/>
              <a:gd name="connsiteX0" fmla="*/ 176212 w 1990725"/>
              <a:gd name="connsiteY0" fmla="*/ 876300 h 2781300"/>
              <a:gd name="connsiteX1" fmla="*/ 214312 w 1990725"/>
              <a:gd name="connsiteY1" fmla="*/ 942975 h 2781300"/>
              <a:gd name="connsiteX2" fmla="*/ 309562 w 1990725"/>
              <a:gd name="connsiteY2" fmla="*/ 995362 h 2781300"/>
              <a:gd name="connsiteX3" fmla="*/ 328612 w 1990725"/>
              <a:gd name="connsiteY3" fmla="*/ 1014412 h 2781300"/>
              <a:gd name="connsiteX4" fmla="*/ 442912 w 1990725"/>
              <a:gd name="connsiteY4" fmla="*/ 981075 h 2781300"/>
              <a:gd name="connsiteX5" fmla="*/ 447675 w 1990725"/>
              <a:gd name="connsiteY5" fmla="*/ 919162 h 2781300"/>
              <a:gd name="connsiteX6" fmla="*/ 528637 w 1990725"/>
              <a:gd name="connsiteY6" fmla="*/ 795337 h 2781300"/>
              <a:gd name="connsiteX7" fmla="*/ 533400 w 1990725"/>
              <a:gd name="connsiteY7" fmla="*/ 704850 h 2781300"/>
              <a:gd name="connsiteX8" fmla="*/ 581025 w 1990725"/>
              <a:gd name="connsiteY8" fmla="*/ 638175 h 2781300"/>
              <a:gd name="connsiteX9" fmla="*/ 561975 w 1990725"/>
              <a:gd name="connsiteY9" fmla="*/ 552450 h 2781300"/>
              <a:gd name="connsiteX10" fmla="*/ 585787 w 1990725"/>
              <a:gd name="connsiteY10" fmla="*/ 500062 h 2781300"/>
              <a:gd name="connsiteX11" fmla="*/ 552450 w 1990725"/>
              <a:gd name="connsiteY11" fmla="*/ 461962 h 2781300"/>
              <a:gd name="connsiteX12" fmla="*/ 552450 w 1990725"/>
              <a:gd name="connsiteY12" fmla="*/ 428625 h 2781300"/>
              <a:gd name="connsiteX13" fmla="*/ 595312 w 1990725"/>
              <a:gd name="connsiteY13" fmla="*/ 376237 h 2781300"/>
              <a:gd name="connsiteX14" fmla="*/ 595312 w 1990725"/>
              <a:gd name="connsiteY14" fmla="*/ 304800 h 2781300"/>
              <a:gd name="connsiteX15" fmla="*/ 628650 w 1990725"/>
              <a:gd name="connsiteY15" fmla="*/ 276225 h 2781300"/>
              <a:gd name="connsiteX16" fmla="*/ 585787 w 1990725"/>
              <a:gd name="connsiteY16" fmla="*/ 252412 h 2781300"/>
              <a:gd name="connsiteX17" fmla="*/ 633412 w 1990725"/>
              <a:gd name="connsiteY17" fmla="*/ 209550 h 2781300"/>
              <a:gd name="connsiteX18" fmla="*/ 676275 w 1990725"/>
              <a:gd name="connsiteY18" fmla="*/ 80962 h 2781300"/>
              <a:gd name="connsiteX19" fmla="*/ 676275 w 1990725"/>
              <a:gd name="connsiteY19" fmla="*/ 28575 h 2781300"/>
              <a:gd name="connsiteX20" fmla="*/ 747712 w 1990725"/>
              <a:gd name="connsiteY20" fmla="*/ 0 h 2781300"/>
              <a:gd name="connsiteX21" fmla="*/ 757237 w 1990725"/>
              <a:gd name="connsiteY21" fmla="*/ 42862 h 2781300"/>
              <a:gd name="connsiteX22" fmla="*/ 785812 w 1990725"/>
              <a:gd name="connsiteY22" fmla="*/ 66675 h 2781300"/>
              <a:gd name="connsiteX23" fmla="*/ 781050 w 1990725"/>
              <a:gd name="connsiteY23" fmla="*/ 166687 h 2781300"/>
              <a:gd name="connsiteX24" fmla="*/ 823912 w 1990725"/>
              <a:gd name="connsiteY24" fmla="*/ 214312 h 2781300"/>
              <a:gd name="connsiteX25" fmla="*/ 847725 w 1990725"/>
              <a:gd name="connsiteY25" fmla="*/ 171450 h 2781300"/>
              <a:gd name="connsiteX26" fmla="*/ 809625 w 1990725"/>
              <a:gd name="connsiteY26" fmla="*/ 257175 h 2781300"/>
              <a:gd name="connsiteX27" fmla="*/ 823912 w 1990725"/>
              <a:gd name="connsiteY27" fmla="*/ 271462 h 2781300"/>
              <a:gd name="connsiteX28" fmla="*/ 852487 w 1990725"/>
              <a:gd name="connsiteY28" fmla="*/ 242887 h 2781300"/>
              <a:gd name="connsiteX29" fmla="*/ 833437 w 1990725"/>
              <a:gd name="connsiteY29" fmla="*/ 323850 h 2781300"/>
              <a:gd name="connsiteX30" fmla="*/ 862012 w 1990725"/>
              <a:gd name="connsiteY30" fmla="*/ 338137 h 2781300"/>
              <a:gd name="connsiteX31" fmla="*/ 862012 w 1990725"/>
              <a:gd name="connsiteY31" fmla="*/ 495300 h 2781300"/>
              <a:gd name="connsiteX32" fmla="*/ 890587 w 1990725"/>
              <a:gd name="connsiteY32" fmla="*/ 523875 h 2781300"/>
              <a:gd name="connsiteX33" fmla="*/ 890587 w 1990725"/>
              <a:gd name="connsiteY33" fmla="*/ 581025 h 2781300"/>
              <a:gd name="connsiteX34" fmla="*/ 971550 w 1990725"/>
              <a:gd name="connsiteY34" fmla="*/ 552450 h 2781300"/>
              <a:gd name="connsiteX35" fmla="*/ 1028700 w 1990725"/>
              <a:gd name="connsiteY35" fmla="*/ 542925 h 2781300"/>
              <a:gd name="connsiteX36" fmla="*/ 995362 w 1990725"/>
              <a:gd name="connsiteY36" fmla="*/ 571500 h 2781300"/>
              <a:gd name="connsiteX37" fmla="*/ 1023937 w 1990725"/>
              <a:gd name="connsiteY37" fmla="*/ 614362 h 2781300"/>
              <a:gd name="connsiteX38" fmla="*/ 1090612 w 1990725"/>
              <a:gd name="connsiteY38" fmla="*/ 657225 h 2781300"/>
              <a:gd name="connsiteX39" fmla="*/ 1066800 w 1990725"/>
              <a:gd name="connsiteY39" fmla="*/ 700087 h 2781300"/>
              <a:gd name="connsiteX40" fmla="*/ 1090612 w 1990725"/>
              <a:gd name="connsiteY40" fmla="*/ 800100 h 2781300"/>
              <a:gd name="connsiteX41" fmla="*/ 1081087 w 1990725"/>
              <a:gd name="connsiteY41" fmla="*/ 933450 h 2781300"/>
              <a:gd name="connsiteX42" fmla="*/ 1147762 w 1990725"/>
              <a:gd name="connsiteY42" fmla="*/ 957262 h 2781300"/>
              <a:gd name="connsiteX43" fmla="*/ 1152525 w 1990725"/>
              <a:gd name="connsiteY43" fmla="*/ 1047750 h 2781300"/>
              <a:gd name="connsiteX44" fmla="*/ 1143000 w 1990725"/>
              <a:gd name="connsiteY44" fmla="*/ 1152525 h 2781300"/>
              <a:gd name="connsiteX45" fmla="*/ 1190625 w 1990725"/>
              <a:gd name="connsiteY45" fmla="*/ 1185862 h 2781300"/>
              <a:gd name="connsiteX46" fmla="*/ 1171575 w 1990725"/>
              <a:gd name="connsiteY46" fmla="*/ 1233487 h 2781300"/>
              <a:gd name="connsiteX47" fmla="*/ 1171575 w 1990725"/>
              <a:gd name="connsiteY47" fmla="*/ 1281112 h 2781300"/>
              <a:gd name="connsiteX48" fmla="*/ 1219200 w 1990725"/>
              <a:gd name="connsiteY48" fmla="*/ 1285875 h 2781300"/>
              <a:gd name="connsiteX49" fmla="*/ 1281112 w 1990725"/>
              <a:gd name="connsiteY49" fmla="*/ 1357312 h 2781300"/>
              <a:gd name="connsiteX50" fmla="*/ 1328737 w 1990725"/>
              <a:gd name="connsiteY50" fmla="*/ 1343025 h 2781300"/>
              <a:gd name="connsiteX51" fmla="*/ 1338262 w 1990725"/>
              <a:gd name="connsiteY51" fmla="*/ 1390650 h 2781300"/>
              <a:gd name="connsiteX52" fmla="*/ 1371600 w 1990725"/>
              <a:gd name="connsiteY52" fmla="*/ 1395412 h 2781300"/>
              <a:gd name="connsiteX53" fmla="*/ 1433512 w 1990725"/>
              <a:gd name="connsiteY53" fmla="*/ 1457325 h 2781300"/>
              <a:gd name="connsiteX54" fmla="*/ 1500187 w 1990725"/>
              <a:gd name="connsiteY54" fmla="*/ 1485900 h 2781300"/>
              <a:gd name="connsiteX55" fmla="*/ 1519237 w 1990725"/>
              <a:gd name="connsiteY55" fmla="*/ 1476375 h 2781300"/>
              <a:gd name="connsiteX56" fmla="*/ 1514475 w 1990725"/>
              <a:gd name="connsiteY56" fmla="*/ 1519237 h 2781300"/>
              <a:gd name="connsiteX57" fmla="*/ 1462087 w 1990725"/>
              <a:gd name="connsiteY57" fmla="*/ 1528762 h 2781300"/>
              <a:gd name="connsiteX58" fmla="*/ 1462087 w 1990725"/>
              <a:gd name="connsiteY58" fmla="*/ 1557337 h 2781300"/>
              <a:gd name="connsiteX59" fmla="*/ 1543050 w 1990725"/>
              <a:gd name="connsiteY59" fmla="*/ 1614487 h 2781300"/>
              <a:gd name="connsiteX60" fmla="*/ 1543050 w 1990725"/>
              <a:gd name="connsiteY60" fmla="*/ 1676400 h 2781300"/>
              <a:gd name="connsiteX61" fmla="*/ 1576387 w 1990725"/>
              <a:gd name="connsiteY61" fmla="*/ 1695450 h 2781300"/>
              <a:gd name="connsiteX62" fmla="*/ 1552575 w 1990725"/>
              <a:gd name="connsiteY62" fmla="*/ 1771650 h 2781300"/>
              <a:gd name="connsiteX63" fmla="*/ 1590675 w 1990725"/>
              <a:gd name="connsiteY63" fmla="*/ 1843087 h 2781300"/>
              <a:gd name="connsiteX64" fmla="*/ 1624012 w 1990725"/>
              <a:gd name="connsiteY64" fmla="*/ 1857375 h 2781300"/>
              <a:gd name="connsiteX65" fmla="*/ 1624012 w 1990725"/>
              <a:gd name="connsiteY65" fmla="*/ 1747837 h 2781300"/>
              <a:gd name="connsiteX66" fmla="*/ 1671637 w 1990725"/>
              <a:gd name="connsiteY66" fmla="*/ 1828800 h 2781300"/>
              <a:gd name="connsiteX67" fmla="*/ 1685925 w 1990725"/>
              <a:gd name="connsiteY67" fmla="*/ 1795462 h 2781300"/>
              <a:gd name="connsiteX68" fmla="*/ 1714500 w 1990725"/>
              <a:gd name="connsiteY68" fmla="*/ 1885950 h 2781300"/>
              <a:gd name="connsiteX69" fmla="*/ 1676400 w 1990725"/>
              <a:gd name="connsiteY69" fmla="*/ 1947862 h 2781300"/>
              <a:gd name="connsiteX70" fmla="*/ 1738312 w 1990725"/>
              <a:gd name="connsiteY70" fmla="*/ 2000250 h 2781300"/>
              <a:gd name="connsiteX71" fmla="*/ 1762125 w 1990725"/>
              <a:gd name="connsiteY71" fmla="*/ 2052637 h 2781300"/>
              <a:gd name="connsiteX72" fmla="*/ 1833562 w 1990725"/>
              <a:gd name="connsiteY72" fmla="*/ 2095500 h 2781300"/>
              <a:gd name="connsiteX73" fmla="*/ 1833562 w 1990725"/>
              <a:gd name="connsiteY73" fmla="*/ 2157412 h 2781300"/>
              <a:gd name="connsiteX74" fmla="*/ 1890712 w 1990725"/>
              <a:gd name="connsiteY74" fmla="*/ 2219325 h 2781300"/>
              <a:gd name="connsiteX75" fmla="*/ 1895475 w 1990725"/>
              <a:gd name="connsiteY75" fmla="*/ 2266950 h 2781300"/>
              <a:gd name="connsiteX76" fmla="*/ 1966912 w 1990725"/>
              <a:gd name="connsiteY76" fmla="*/ 2238375 h 2781300"/>
              <a:gd name="connsiteX77" fmla="*/ 1990725 w 1990725"/>
              <a:gd name="connsiteY77" fmla="*/ 2190750 h 2781300"/>
              <a:gd name="connsiteX78" fmla="*/ 1990725 w 1990725"/>
              <a:gd name="connsiteY78" fmla="*/ 2252662 h 2781300"/>
              <a:gd name="connsiteX79" fmla="*/ 1928812 w 1990725"/>
              <a:gd name="connsiteY79" fmla="*/ 2314575 h 2781300"/>
              <a:gd name="connsiteX80" fmla="*/ 1952625 w 1990725"/>
              <a:gd name="connsiteY80" fmla="*/ 2376487 h 2781300"/>
              <a:gd name="connsiteX81" fmla="*/ 1919287 w 1990725"/>
              <a:gd name="connsiteY81" fmla="*/ 2428875 h 2781300"/>
              <a:gd name="connsiteX82" fmla="*/ 1919287 w 1990725"/>
              <a:gd name="connsiteY82" fmla="*/ 2543175 h 2781300"/>
              <a:gd name="connsiteX83" fmla="*/ 1900237 w 1990725"/>
              <a:gd name="connsiteY83" fmla="*/ 2581275 h 2781300"/>
              <a:gd name="connsiteX84" fmla="*/ 1938337 w 1990725"/>
              <a:gd name="connsiteY84" fmla="*/ 2638425 h 2781300"/>
              <a:gd name="connsiteX85" fmla="*/ 1933575 w 1990725"/>
              <a:gd name="connsiteY85" fmla="*/ 2705100 h 2781300"/>
              <a:gd name="connsiteX86" fmla="*/ 1847850 w 1990725"/>
              <a:gd name="connsiteY86" fmla="*/ 2700337 h 2781300"/>
              <a:gd name="connsiteX87" fmla="*/ 1795462 w 1990725"/>
              <a:gd name="connsiteY87" fmla="*/ 2676525 h 2781300"/>
              <a:gd name="connsiteX88" fmla="*/ 1733550 w 1990725"/>
              <a:gd name="connsiteY88" fmla="*/ 2728912 h 2781300"/>
              <a:gd name="connsiteX89" fmla="*/ 1728787 w 1990725"/>
              <a:gd name="connsiteY89" fmla="*/ 2757487 h 2781300"/>
              <a:gd name="connsiteX90" fmla="*/ 1681162 w 1990725"/>
              <a:gd name="connsiteY90" fmla="*/ 2747962 h 2781300"/>
              <a:gd name="connsiteX91" fmla="*/ 1657350 w 1990725"/>
              <a:gd name="connsiteY91" fmla="*/ 2781300 h 2781300"/>
              <a:gd name="connsiteX92" fmla="*/ 1600200 w 1990725"/>
              <a:gd name="connsiteY92" fmla="*/ 2705100 h 2781300"/>
              <a:gd name="connsiteX93" fmla="*/ 1543050 w 1990725"/>
              <a:gd name="connsiteY93" fmla="*/ 2724150 h 2781300"/>
              <a:gd name="connsiteX94" fmla="*/ 1504950 w 1990725"/>
              <a:gd name="connsiteY94" fmla="*/ 2676525 h 2781300"/>
              <a:gd name="connsiteX95" fmla="*/ 1452562 w 1990725"/>
              <a:gd name="connsiteY95" fmla="*/ 2695575 h 2781300"/>
              <a:gd name="connsiteX96" fmla="*/ 1423987 w 1990725"/>
              <a:gd name="connsiteY96" fmla="*/ 2662237 h 2781300"/>
              <a:gd name="connsiteX97" fmla="*/ 1357312 w 1990725"/>
              <a:gd name="connsiteY97" fmla="*/ 2724150 h 2781300"/>
              <a:gd name="connsiteX98" fmla="*/ 352425 w 1990725"/>
              <a:gd name="connsiteY98" fmla="*/ 2619375 h 2781300"/>
              <a:gd name="connsiteX99" fmla="*/ 390525 w 1990725"/>
              <a:gd name="connsiteY99" fmla="*/ 2209800 h 2781300"/>
              <a:gd name="connsiteX100" fmla="*/ 0 w 1990725"/>
              <a:gd name="connsiteY100" fmla="*/ 2181225 h 2781300"/>
              <a:gd name="connsiteX101" fmla="*/ 42862 w 1990725"/>
              <a:gd name="connsiteY101" fmla="*/ 838200 h 2781300"/>
              <a:gd name="connsiteX102" fmla="*/ 123825 w 1990725"/>
              <a:gd name="connsiteY102" fmla="*/ 862012 h 2781300"/>
              <a:gd name="connsiteX103" fmla="*/ 176212 w 1990725"/>
              <a:gd name="connsiteY103" fmla="*/ 876300 h 2781300"/>
              <a:gd name="connsiteX0" fmla="*/ 176212 w 1990725"/>
              <a:gd name="connsiteY0" fmla="*/ 876300 h 2781300"/>
              <a:gd name="connsiteX1" fmla="*/ 214312 w 1990725"/>
              <a:gd name="connsiteY1" fmla="*/ 942975 h 2781300"/>
              <a:gd name="connsiteX2" fmla="*/ 309562 w 1990725"/>
              <a:gd name="connsiteY2" fmla="*/ 995362 h 2781300"/>
              <a:gd name="connsiteX3" fmla="*/ 328612 w 1990725"/>
              <a:gd name="connsiteY3" fmla="*/ 1014412 h 2781300"/>
              <a:gd name="connsiteX4" fmla="*/ 442912 w 1990725"/>
              <a:gd name="connsiteY4" fmla="*/ 981075 h 2781300"/>
              <a:gd name="connsiteX5" fmla="*/ 447675 w 1990725"/>
              <a:gd name="connsiteY5" fmla="*/ 919162 h 2781300"/>
              <a:gd name="connsiteX6" fmla="*/ 528637 w 1990725"/>
              <a:gd name="connsiteY6" fmla="*/ 795337 h 2781300"/>
              <a:gd name="connsiteX7" fmla="*/ 533400 w 1990725"/>
              <a:gd name="connsiteY7" fmla="*/ 704850 h 2781300"/>
              <a:gd name="connsiteX8" fmla="*/ 581025 w 1990725"/>
              <a:gd name="connsiteY8" fmla="*/ 638175 h 2781300"/>
              <a:gd name="connsiteX9" fmla="*/ 561975 w 1990725"/>
              <a:gd name="connsiteY9" fmla="*/ 552450 h 2781300"/>
              <a:gd name="connsiteX10" fmla="*/ 585787 w 1990725"/>
              <a:gd name="connsiteY10" fmla="*/ 500062 h 2781300"/>
              <a:gd name="connsiteX11" fmla="*/ 552450 w 1990725"/>
              <a:gd name="connsiteY11" fmla="*/ 461962 h 2781300"/>
              <a:gd name="connsiteX12" fmla="*/ 552450 w 1990725"/>
              <a:gd name="connsiteY12" fmla="*/ 428625 h 2781300"/>
              <a:gd name="connsiteX13" fmla="*/ 595312 w 1990725"/>
              <a:gd name="connsiteY13" fmla="*/ 376237 h 2781300"/>
              <a:gd name="connsiteX14" fmla="*/ 595312 w 1990725"/>
              <a:gd name="connsiteY14" fmla="*/ 304800 h 2781300"/>
              <a:gd name="connsiteX15" fmla="*/ 628650 w 1990725"/>
              <a:gd name="connsiteY15" fmla="*/ 276225 h 2781300"/>
              <a:gd name="connsiteX16" fmla="*/ 585787 w 1990725"/>
              <a:gd name="connsiteY16" fmla="*/ 252412 h 2781300"/>
              <a:gd name="connsiteX17" fmla="*/ 633412 w 1990725"/>
              <a:gd name="connsiteY17" fmla="*/ 209550 h 2781300"/>
              <a:gd name="connsiteX18" fmla="*/ 676275 w 1990725"/>
              <a:gd name="connsiteY18" fmla="*/ 80962 h 2781300"/>
              <a:gd name="connsiteX19" fmla="*/ 676275 w 1990725"/>
              <a:gd name="connsiteY19" fmla="*/ 28575 h 2781300"/>
              <a:gd name="connsiteX20" fmla="*/ 747712 w 1990725"/>
              <a:gd name="connsiteY20" fmla="*/ 0 h 2781300"/>
              <a:gd name="connsiteX21" fmla="*/ 757237 w 1990725"/>
              <a:gd name="connsiteY21" fmla="*/ 42862 h 2781300"/>
              <a:gd name="connsiteX22" fmla="*/ 785812 w 1990725"/>
              <a:gd name="connsiteY22" fmla="*/ 66675 h 2781300"/>
              <a:gd name="connsiteX23" fmla="*/ 781050 w 1990725"/>
              <a:gd name="connsiteY23" fmla="*/ 166687 h 2781300"/>
              <a:gd name="connsiteX24" fmla="*/ 823912 w 1990725"/>
              <a:gd name="connsiteY24" fmla="*/ 214312 h 2781300"/>
              <a:gd name="connsiteX25" fmla="*/ 847725 w 1990725"/>
              <a:gd name="connsiteY25" fmla="*/ 171450 h 2781300"/>
              <a:gd name="connsiteX26" fmla="*/ 809625 w 1990725"/>
              <a:gd name="connsiteY26" fmla="*/ 257175 h 2781300"/>
              <a:gd name="connsiteX27" fmla="*/ 823912 w 1990725"/>
              <a:gd name="connsiteY27" fmla="*/ 271462 h 2781300"/>
              <a:gd name="connsiteX28" fmla="*/ 852487 w 1990725"/>
              <a:gd name="connsiteY28" fmla="*/ 242887 h 2781300"/>
              <a:gd name="connsiteX29" fmla="*/ 833437 w 1990725"/>
              <a:gd name="connsiteY29" fmla="*/ 323850 h 2781300"/>
              <a:gd name="connsiteX30" fmla="*/ 862012 w 1990725"/>
              <a:gd name="connsiteY30" fmla="*/ 338137 h 2781300"/>
              <a:gd name="connsiteX31" fmla="*/ 862012 w 1990725"/>
              <a:gd name="connsiteY31" fmla="*/ 495300 h 2781300"/>
              <a:gd name="connsiteX32" fmla="*/ 890587 w 1990725"/>
              <a:gd name="connsiteY32" fmla="*/ 523875 h 2781300"/>
              <a:gd name="connsiteX33" fmla="*/ 890587 w 1990725"/>
              <a:gd name="connsiteY33" fmla="*/ 581025 h 2781300"/>
              <a:gd name="connsiteX34" fmla="*/ 971550 w 1990725"/>
              <a:gd name="connsiteY34" fmla="*/ 552450 h 2781300"/>
              <a:gd name="connsiteX35" fmla="*/ 1028700 w 1990725"/>
              <a:gd name="connsiteY35" fmla="*/ 542925 h 2781300"/>
              <a:gd name="connsiteX36" fmla="*/ 995362 w 1990725"/>
              <a:gd name="connsiteY36" fmla="*/ 571500 h 2781300"/>
              <a:gd name="connsiteX37" fmla="*/ 1023937 w 1990725"/>
              <a:gd name="connsiteY37" fmla="*/ 614362 h 2781300"/>
              <a:gd name="connsiteX38" fmla="*/ 1090612 w 1990725"/>
              <a:gd name="connsiteY38" fmla="*/ 657225 h 2781300"/>
              <a:gd name="connsiteX39" fmla="*/ 1066800 w 1990725"/>
              <a:gd name="connsiteY39" fmla="*/ 700087 h 2781300"/>
              <a:gd name="connsiteX40" fmla="*/ 1090612 w 1990725"/>
              <a:gd name="connsiteY40" fmla="*/ 800100 h 2781300"/>
              <a:gd name="connsiteX41" fmla="*/ 1081087 w 1990725"/>
              <a:gd name="connsiteY41" fmla="*/ 933450 h 2781300"/>
              <a:gd name="connsiteX42" fmla="*/ 1147762 w 1990725"/>
              <a:gd name="connsiteY42" fmla="*/ 957262 h 2781300"/>
              <a:gd name="connsiteX43" fmla="*/ 1152525 w 1990725"/>
              <a:gd name="connsiteY43" fmla="*/ 1047750 h 2781300"/>
              <a:gd name="connsiteX44" fmla="*/ 1143000 w 1990725"/>
              <a:gd name="connsiteY44" fmla="*/ 1152525 h 2781300"/>
              <a:gd name="connsiteX45" fmla="*/ 1190625 w 1990725"/>
              <a:gd name="connsiteY45" fmla="*/ 1185862 h 2781300"/>
              <a:gd name="connsiteX46" fmla="*/ 1171575 w 1990725"/>
              <a:gd name="connsiteY46" fmla="*/ 1233487 h 2781300"/>
              <a:gd name="connsiteX47" fmla="*/ 1171575 w 1990725"/>
              <a:gd name="connsiteY47" fmla="*/ 1281112 h 2781300"/>
              <a:gd name="connsiteX48" fmla="*/ 1219200 w 1990725"/>
              <a:gd name="connsiteY48" fmla="*/ 1285875 h 2781300"/>
              <a:gd name="connsiteX49" fmla="*/ 1281112 w 1990725"/>
              <a:gd name="connsiteY49" fmla="*/ 1357312 h 2781300"/>
              <a:gd name="connsiteX50" fmla="*/ 1328737 w 1990725"/>
              <a:gd name="connsiteY50" fmla="*/ 1343025 h 2781300"/>
              <a:gd name="connsiteX51" fmla="*/ 1338262 w 1990725"/>
              <a:gd name="connsiteY51" fmla="*/ 1390650 h 2781300"/>
              <a:gd name="connsiteX52" fmla="*/ 1371600 w 1990725"/>
              <a:gd name="connsiteY52" fmla="*/ 1395412 h 2781300"/>
              <a:gd name="connsiteX53" fmla="*/ 1433512 w 1990725"/>
              <a:gd name="connsiteY53" fmla="*/ 1457325 h 2781300"/>
              <a:gd name="connsiteX54" fmla="*/ 1500187 w 1990725"/>
              <a:gd name="connsiteY54" fmla="*/ 1485900 h 2781300"/>
              <a:gd name="connsiteX55" fmla="*/ 1519237 w 1990725"/>
              <a:gd name="connsiteY55" fmla="*/ 1476375 h 2781300"/>
              <a:gd name="connsiteX56" fmla="*/ 1514475 w 1990725"/>
              <a:gd name="connsiteY56" fmla="*/ 1519237 h 2781300"/>
              <a:gd name="connsiteX57" fmla="*/ 1462087 w 1990725"/>
              <a:gd name="connsiteY57" fmla="*/ 1528762 h 2781300"/>
              <a:gd name="connsiteX58" fmla="*/ 1462087 w 1990725"/>
              <a:gd name="connsiteY58" fmla="*/ 1557337 h 2781300"/>
              <a:gd name="connsiteX59" fmla="*/ 1543050 w 1990725"/>
              <a:gd name="connsiteY59" fmla="*/ 1614487 h 2781300"/>
              <a:gd name="connsiteX60" fmla="*/ 1543050 w 1990725"/>
              <a:gd name="connsiteY60" fmla="*/ 1676400 h 2781300"/>
              <a:gd name="connsiteX61" fmla="*/ 1576387 w 1990725"/>
              <a:gd name="connsiteY61" fmla="*/ 1695450 h 2781300"/>
              <a:gd name="connsiteX62" fmla="*/ 1552575 w 1990725"/>
              <a:gd name="connsiteY62" fmla="*/ 1771650 h 2781300"/>
              <a:gd name="connsiteX63" fmla="*/ 1590675 w 1990725"/>
              <a:gd name="connsiteY63" fmla="*/ 1843087 h 2781300"/>
              <a:gd name="connsiteX64" fmla="*/ 1624012 w 1990725"/>
              <a:gd name="connsiteY64" fmla="*/ 1857375 h 2781300"/>
              <a:gd name="connsiteX65" fmla="*/ 1624012 w 1990725"/>
              <a:gd name="connsiteY65" fmla="*/ 1747837 h 2781300"/>
              <a:gd name="connsiteX66" fmla="*/ 1671637 w 1990725"/>
              <a:gd name="connsiteY66" fmla="*/ 1828800 h 2781300"/>
              <a:gd name="connsiteX67" fmla="*/ 1685925 w 1990725"/>
              <a:gd name="connsiteY67" fmla="*/ 1795462 h 2781300"/>
              <a:gd name="connsiteX68" fmla="*/ 1714500 w 1990725"/>
              <a:gd name="connsiteY68" fmla="*/ 1885950 h 2781300"/>
              <a:gd name="connsiteX69" fmla="*/ 1676400 w 1990725"/>
              <a:gd name="connsiteY69" fmla="*/ 1947862 h 2781300"/>
              <a:gd name="connsiteX70" fmla="*/ 1738312 w 1990725"/>
              <a:gd name="connsiteY70" fmla="*/ 2000250 h 2781300"/>
              <a:gd name="connsiteX71" fmla="*/ 1762125 w 1990725"/>
              <a:gd name="connsiteY71" fmla="*/ 2052637 h 2781300"/>
              <a:gd name="connsiteX72" fmla="*/ 1833562 w 1990725"/>
              <a:gd name="connsiteY72" fmla="*/ 2095500 h 2781300"/>
              <a:gd name="connsiteX73" fmla="*/ 1833562 w 1990725"/>
              <a:gd name="connsiteY73" fmla="*/ 2157412 h 2781300"/>
              <a:gd name="connsiteX74" fmla="*/ 1890712 w 1990725"/>
              <a:gd name="connsiteY74" fmla="*/ 2219325 h 2781300"/>
              <a:gd name="connsiteX75" fmla="*/ 1895475 w 1990725"/>
              <a:gd name="connsiteY75" fmla="*/ 2266950 h 2781300"/>
              <a:gd name="connsiteX76" fmla="*/ 1966912 w 1990725"/>
              <a:gd name="connsiteY76" fmla="*/ 2238375 h 2781300"/>
              <a:gd name="connsiteX77" fmla="*/ 1990725 w 1990725"/>
              <a:gd name="connsiteY77" fmla="*/ 2190750 h 2781300"/>
              <a:gd name="connsiteX78" fmla="*/ 1990725 w 1990725"/>
              <a:gd name="connsiteY78" fmla="*/ 2252662 h 2781300"/>
              <a:gd name="connsiteX79" fmla="*/ 1928812 w 1990725"/>
              <a:gd name="connsiteY79" fmla="*/ 2314575 h 2781300"/>
              <a:gd name="connsiteX80" fmla="*/ 1952625 w 1990725"/>
              <a:gd name="connsiteY80" fmla="*/ 2376487 h 2781300"/>
              <a:gd name="connsiteX81" fmla="*/ 1919287 w 1990725"/>
              <a:gd name="connsiteY81" fmla="*/ 2428875 h 2781300"/>
              <a:gd name="connsiteX82" fmla="*/ 1919287 w 1990725"/>
              <a:gd name="connsiteY82" fmla="*/ 2543175 h 2781300"/>
              <a:gd name="connsiteX83" fmla="*/ 1900237 w 1990725"/>
              <a:gd name="connsiteY83" fmla="*/ 2581275 h 2781300"/>
              <a:gd name="connsiteX84" fmla="*/ 1938337 w 1990725"/>
              <a:gd name="connsiteY84" fmla="*/ 2638425 h 2781300"/>
              <a:gd name="connsiteX85" fmla="*/ 1933575 w 1990725"/>
              <a:gd name="connsiteY85" fmla="*/ 2705100 h 2781300"/>
              <a:gd name="connsiteX86" fmla="*/ 1847850 w 1990725"/>
              <a:gd name="connsiteY86" fmla="*/ 2700337 h 2781300"/>
              <a:gd name="connsiteX87" fmla="*/ 1795462 w 1990725"/>
              <a:gd name="connsiteY87" fmla="*/ 2676525 h 2781300"/>
              <a:gd name="connsiteX88" fmla="*/ 1733550 w 1990725"/>
              <a:gd name="connsiteY88" fmla="*/ 2728912 h 2781300"/>
              <a:gd name="connsiteX89" fmla="*/ 1728787 w 1990725"/>
              <a:gd name="connsiteY89" fmla="*/ 2757487 h 2781300"/>
              <a:gd name="connsiteX90" fmla="*/ 1681162 w 1990725"/>
              <a:gd name="connsiteY90" fmla="*/ 2747962 h 2781300"/>
              <a:gd name="connsiteX91" fmla="*/ 1657350 w 1990725"/>
              <a:gd name="connsiteY91" fmla="*/ 2781300 h 2781300"/>
              <a:gd name="connsiteX92" fmla="*/ 1600200 w 1990725"/>
              <a:gd name="connsiteY92" fmla="*/ 2705100 h 2781300"/>
              <a:gd name="connsiteX93" fmla="*/ 1543050 w 1990725"/>
              <a:gd name="connsiteY93" fmla="*/ 2724150 h 2781300"/>
              <a:gd name="connsiteX94" fmla="*/ 1504950 w 1990725"/>
              <a:gd name="connsiteY94" fmla="*/ 2676525 h 2781300"/>
              <a:gd name="connsiteX95" fmla="*/ 1452562 w 1990725"/>
              <a:gd name="connsiteY95" fmla="*/ 2695575 h 2781300"/>
              <a:gd name="connsiteX96" fmla="*/ 1427149 w 1990725"/>
              <a:gd name="connsiteY96" fmla="*/ 2668587 h 2781300"/>
              <a:gd name="connsiteX97" fmla="*/ 1357312 w 1990725"/>
              <a:gd name="connsiteY97" fmla="*/ 2724150 h 2781300"/>
              <a:gd name="connsiteX98" fmla="*/ 352425 w 1990725"/>
              <a:gd name="connsiteY98" fmla="*/ 2619375 h 2781300"/>
              <a:gd name="connsiteX99" fmla="*/ 390525 w 1990725"/>
              <a:gd name="connsiteY99" fmla="*/ 2209800 h 2781300"/>
              <a:gd name="connsiteX100" fmla="*/ 0 w 1990725"/>
              <a:gd name="connsiteY100" fmla="*/ 2181225 h 2781300"/>
              <a:gd name="connsiteX101" fmla="*/ 42862 w 1990725"/>
              <a:gd name="connsiteY101" fmla="*/ 838200 h 2781300"/>
              <a:gd name="connsiteX102" fmla="*/ 123825 w 1990725"/>
              <a:gd name="connsiteY102" fmla="*/ 862012 h 2781300"/>
              <a:gd name="connsiteX103" fmla="*/ 176212 w 1990725"/>
              <a:gd name="connsiteY103" fmla="*/ 876300 h 278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1990725" h="2781300">
                <a:moveTo>
                  <a:pt x="176212" y="876300"/>
                </a:moveTo>
                <a:lnTo>
                  <a:pt x="214312" y="942975"/>
                </a:lnTo>
                <a:lnTo>
                  <a:pt x="309562" y="995362"/>
                </a:lnTo>
                <a:lnTo>
                  <a:pt x="328612" y="1014412"/>
                </a:lnTo>
                <a:lnTo>
                  <a:pt x="442912" y="981075"/>
                </a:lnTo>
                <a:lnTo>
                  <a:pt x="447675" y="919162"/>
                </a:lnTo>
                <a:cubicBezTo>
                  <a:pt x="530472" y="802271"/>
                  <a:pt x="528637" y="851552"/>
                  <a:pt x="528637" y="795337"/>
                </a:cubicBezTo>
                <a:lnTo>
                  <a:pt x="533400" y="704850"/>
                </a:lnTo>
                <a:lnTo>
                  <a:pt x="581025" y="638175"/>
                </a:lnTo>
                <a:cubicBezTo>
                  <a:pt x="556153" y="558587"/>
                  <a:pt x="545310" y="585776"/>
                  <a:pt x="561975" y="552450"/>
                </a:cubicBezTo>
                <a:cubicBezTo>
                  <a:pt x="586497" y="503405"/>
                  <a:pt x="585787" y="522574"/>
                  <a:pt x="585787" y="500062"/>
                </a:cubicBezTo>
                <a:cubicBezTo>
                  <a:pt x="551327" y="465602"/>
                  <a:pt x="552450" y="482440"/>
                  <a:pt x="552450" y="461962"/>
                </a:cubicBezTo>
                <a:lnTo>
                  <a:pt x="552450" y="428625"/>
                </a:lnTo>
                <a:cubicBezTo>
                  <a:pt x="596374" y="379820"/>
                  <a:pt x="595312" y="402358"/>
                  <a:pt x="595312" y="376237"/>
                </a:cubicBezTo>
                <a:lnTo>
                  <a:pt x="595312" y="304800"/>
                </a:lnTo>
                <a:cubicBezTo>
                  <a:pt x="631407" y="284175"/>
                  <a:pt x="628650" y="298549"/>
                  <a:pt x="628650" y="276225"/>
                </a:cubicBezTo>
                <a:lnTo>
                  <a:pt x="585787" y="252412"/>
                </a:lnTo>
                <a:lnTo>
                  <a:pt x="633412" y="209550"/>
                </a:lnTo>
                <a:cubicBezTo>
                  <a:pt x="676794" y="84225"/>
                  <a:pt x="676275" y="129403"/>
                  <a:pt x="676275" y="80962"/>
                </a:cubicBezTo>
                <a:lnTo>
                  <a:pt x="676275" y="28575"/>
                </a:lnTo>
                <a:lnTo>
                  <a:pt x="747712" y="0"/>
                </a:lnTo>
                <a:lnTo>
                  <a:pt x="757237" y="42862"/>
                </a:lnTo>
                <a:lnTo>
                  <a:pt x="785812" y="66675"/>
                </a:lnTo>
                <a:lnTo>
                  <a:pt x="781050" y="166687"/>
                </a:lnTo>
                <a:lnTo>
                  <a:pt x="823912" y="214312"/>
                </a:lnTo>
                <a:lnTo>
                  <a:pt x="847725" y="171450"/>
                </a:lnTo>
                <a:lnTo>
                  <a:pt x="809625" y="257175"/>
                </a:lnTo>
                <a:lnTo>
                  <a:pt x="823912" y="271462"/>
                </a:lnTo>
                <a:lnTo>
                  <a:pt x="852487" y="242887"/>
                </a:lnTo>
                <a:lnTo>
                  <a:pt x="833437" y="323850"/>
                </a:lnTo>
                <a:lnTo>
                  <a:pt x="862012" y="338137"/>
                </a:lnTo>
                <a:lnTo>
                  <a:pt x="862012" y="495300"/>
                </a:lnTo>
                <a:lnTo>
                  <a:pt x="890587" y="523875"/>
                </a:lnTo>
                <a:lnTo>
                  <a:pt x="890587" y="581025"/>
                </a:lnTo>
                <a:lnTo>
                  <a:pt x="971550" y="552450"/>
                </a:lnTo>
                <a:lnTo>
                  <a:pt x="1028700" y="542925"/>
                </a:lnTo>
                <a:lnTo>
                  <a:pt x="995362" y="571500"/>
                </a:lnTo>
                <a:lnTo>
                  <a:pt x="1023937" y="614362"/>
                </a:lnTo>
                <a:lnTo>
                  <a:pt x="1090612" y="657225"/>
                </a:lnTo>
                <a:lnTo>
                  <a:pt x="1066800" y="700087"/>
                </a:lnTo>
                <a:lnTo>
                  <a:pt x="1090612" y="800100"/>
                </a:lnTo>
                <a:lnTo>
                  <a:pt x="1081087" y="933450"/>
                </a:lnTo>
                <a:lnTo>
                  <a:pt x="1147762" y="957262"/>
                </a:lnTo>
                <a:lnTo>
                  <a:pt x="1152525" y="1047750"/>
                </a:lnTo>
                <a:lnTo>
                  <a:pt x="1143000" y="1152525"/>
                </a:lnTo>
                <a:lnTo>
                  <a:pt x="1190625" y="1185862"/>
                </a:lnTo>
                <a:lnTo>
                  <a:pt x="1171575" y="1233487"/>
                </a:lnTo>
                <a:lnTo>
                  <a:pt x="1171575" y="1281112"/>
                </a:lnTo>
                <a:lnTo>
                  <a:pt x="1219200" y="1285875"/>
                </a:lnTo>
                <a:lnTo>
                  <a:pt x="1281112" y="1357312"/>
                </a:lnTo>
                <a:lnTo>
                  <a:pt x="1328737" y="1343025"/>
                </a:lnTo>
                <a:lnTo>
                  <a:pt x="1338262" y="1390650"/>
                </a:lnTo>
                <a:lnTo>
                  <a:pt x="1371600" y="1395412"/>
                </a:lnTo>
                <a:lnTo>
                  <a:pt x="1433512" y="1457325"/>
                </a:lnTo>
                <a:lnTo>
                  <a:pt x="1500187" y="1485900"/>
                </a:lnTo>
                <a:lnTo>
                  <a:pt x="1519237" y="1476375"/>
                </a:lnTo>
                <a:lnTo>
                  <a:pt x="1514475" y="1519237"/>
                </a:lnTo>
                <a:lnTo>
                  <a:pt x="1462087" y="1528762"/>
                </a:lnTo>
                <a:lnTo>
                  <a:pt x="1462087" y="1557337"/>
                </a:lnTo>
                <a:lnTo>
                  <a:pt x="1543050" y="1614487"/>
                </a:lnTo>
                <a:lnTo>
                  <a:pt x="1543050" y="1676400"/>
                </a:lnTo>
                <a:lnTo>
                  <a:pt x="1576387" y="1695450"/>
                </a:lnTo>
                <a:lnTo>
                  <a:pt x="1552575" y="1771650"/>
                </a:lnTo>
                <a:lnTo>
                  <a:pt x="1590675" y="1843087"/>
                </a:lnTo>
                <a:cubicBezTo>
                  <a:pt x="1620670" y="1858085"/>
                  <a:pt x="1608601" y="1857375"/>
                  <a:pt x="1624012" y="1857375"/>
                </a:cubicBezTo>
                <a:lnTo>
                  <a:pt x="1624012" y="1747837"/>
                </a:lnTo>
                <a:cubicBezTo>
                  <a:pt x="1672408" y="1834950"/>
                  <a:pt x="1671637" y="1866251"/>
                  <a:pt x="1671637" y="1828800"/>
                </a:cubicBezTo>
                <a:lnTo>
                  <a:pt x="1685925" y="1795462"/>
                </a:lnTo>
                <a:lnTo>
                  <a:pt x="1714500" y="1885950"/>
                </a:lnTo>
                <a:lnTo>
                  <a:pt x="1676400" y="1947862"/>
                </a:lnTo>
                <a:lnTo>
                  <a:pt x="1738312" y="2000250"/>
                </a:lnTo>
                <a:lnTo>
                  <a:pt x="1762125" y="2052637"/>
                </a:lnTo>
                <a:lnTo>
                  <a:pt x="1833562" y="2095500"/>
                </a:lnTo>
                <a:lnTo>
                  <a:pt x="1833562" y="2157412"/>
                </a:lnTo>
                <a:lnTo>
                  <a:pt x="1890712" y="2219325"/>
                </a:lnTo>
                <a:lnTo>
                  <a:pt x="1895475" y="2266950"/>
                </a:lnTo>
                <a:lnTo>
                  <a:pt x="1966912" y="2238375"/>
                </a:lnTo>
                <a:lnTo>
                  <a:pt x="1990725" y="2190750"/>
                </a:lnTo>
                <a:lnTo>
                  <a:pt x="1990725" y="2252662"/>
                </a:lnTo>
                <a:lnTo>
                  <a:pt x="1928812" y="2314575"/>
                </a:lnTo>
                <a:lnTo>
                  <a:pt x="1952625" y="2376487"/>
                </a:lnTo>
                <a:lnTo>
                  <a:pt x="1919287" y="2428875"/>
                </a:lnTo>
                <a:lnTo>
                  <a:pt x="1919287" y="2543175"/>
                </a:lnTo>
                <a:lnTo>
                  <a:pt x="1900237" y="2581275"/>
                </a:lnTo>
                <a:lnTo>
                  <a:pt x="1938337" y="2638425"/>
                </a:lnTo>
                <a:lnTo>
                  <a:pt x="1933575" y="2705100"/>
                </a:lnTo>
                <a:lnTo>
                  <a:pt x="1847850" y="2700337"/>
                </a:lnTo>
                <a:lnTo>
                  <a:pt x="1795462" y="2676525"/>
                </a:lnTo>
                <a:lnTo>
                  <a:pt x="1733550" y="2728912"/>
                </a:lnTo>
                <a:lnTo>
                  <a:pt x="1728787" y="2757487"/>
                </a:lnTo>
                <a:lnTo>
                  <a:pt x="1681162" y="2747962"/>
                </a:lnTo>
                <a:lnTo>
                  <a:pt x="1657350" y="2781300"/>
                </a:lnTo>
                <a:lnTo>
                  <a:pt x="1600200" y="2705100"/>
                </a:lnTo>
                <a:lnTo>
                  <a:pt x="1543050" y="2724150"/>
                </a:lnTo>
                <a:lnTo>
                  <a:pt x="1504950" y="2676525"/>
                </a:lnTo>
                <a:lnTo>
                  <a:pt x="1452562" y="2695575"/>
                </a:lnTo>
                <a:cubicBezTo>
                  <a:pt x="1431937" y="2659480"/>
                  <a:pt x="1449473" y="2668587"/>
                  <a:pt x="1427149" y="2668587"/>
                </a:cubicBezTo>
                <a:cubicBezTo>
                  <a:pt x="1359352" y="2736384"/>
                  <a:pt x="1357312" y="2760343"/>
                  <a:pt x="1357312" y="2724150"/>
                </a:cubicBezTo>
                <a:lnTo>
                  <a:pt x="352425" y="2619375"/>
                </a:lnTo>
                <a:lnTo>
                  <a:pt x="390525" y="2209800"/>
                </a:lnTo>
                <a:lnTo>
                  <a:pt x="0" y="2181225"/>
                </a:lnTo>
                <a:lnTo>
                  <a:pt x="42862" y="838200"/>
                </a:lnTo>
                <a:lnTo>
                  <a:pt x="123825" y="862012"/>
                </a:lnTo>
                <a:lnTo>
                  <a:pt x="176212" y="876300"/>
                </a:ln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49" name="Oval 48">
            <a:extLst>
              <a:ext uri="{FF2B5EF4-FFF2-40B4-BE49-F238E27FC236}">
                <a16:creationId xmlns:a16="http://schemas.microsoft.com/office/drawing/2014/main" id="{CA3E3010-813F-41E6-AA15-B9A8935BD7F5}"/>
              </a:ext>
            </a:extLst>
          </p:cNvPr>
          <p:cNvSpPr/>
          <p:nvPr/>
        </p:nvSpPr>
        <p:spPr>
          <a:xfrm>
            <a:off x="8918886" y="2892905"/>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360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r>
              <a:rPr lang="en-AU" sz="500" kern="0" dirty="0">
                <a:cs typeface="Arial" pitchFamily="34" charset="0"/>
              </a:rPr>
              <a:t>Mackay</a:t>
            </a:r>
          </a:p>
        </p:txBody>
      </p:sp>
      <p:sp>
        <p:nvSpPr>
          <p:cNvPr id="51" name="Oval 50">
            <a:extLst>
              <a:ext uri="{FF2B5EF4-FFF2-40B4-BE49-F238E27FC236}">
                <a16:creationId xmlns:a16="http://schemas.microsoft.com/office/drawing/2014/main" id="{6C0D5EC0-39B7-4B0F-9292-0E23EA5CB598}"/>
              </a:ext>
            </a:extLst>
          </p:cNvPr>
          <p:cNvSpPr/>
          <p:nvPr/>
        </p:nvSpPr>
        <p:spPr>
          <a:xfrm>
            <a:off x="9065251" y="3219465"/>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36000" rIns="504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r>
              <a:rPr lang="en-AU" sz="500" kern="0" dirty="0">
                <a:cs typeface="Arial" pitchFamily="34" charset="0"/>
              </a:rPr>
              <a:t>Rockhampton</a:t>
            </a:r>
          </a:p>
        </p:txBody>
      </p:sp>
      <p:sp>
        <p:nvSpPr>
          <p:cNvPr id="53" name="Oval 52">
            <a:extLst>
              <a:ext uri="{FF2B5EF4-FFF2-40B4-BE49-F238E27FC236}">
                <a16:creationId xmlns:a16="http://schemas.microsoft.com/office/drawing/2014/main" id="{2DA1731C-7F56-4F2B-8F19-12DB02128E50}"/>
              </a:ext>
            </a:extLst>
          </p:cNvPr>
          <p:cNvSpPr/>
          <p:nvPr/>
        </p:nvSpPr>
        <p:spPr>
          <a:xfrm>
            <a:off x="8435942" y="2123827"/>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324000" bIns="7200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r>
              <a:rPr lang="en-AU" sz="500" kern="0" dirty="0">
                <a:cs typeface="Arial" pitchFamily="34" charset="0"/>
              </a:rPr>
              <a:t>Cairns</a:t>
            </a:r>
          </a:p>
        </p:txBody>
      </p:sp>
      <p:sp>
        <p:nvSpPr>
          <p:cNvPr id="65" name="Oval 64">
            <a:extLst>
              <a:ext uri="{FF2B5EF4-FFF2-40B4-BE49-F238E27FC236}">
                <a16:creationId xmlns:a16="http://schemas.microsoft.com/office/drawing/2014/main" id="{A726E765-5066-4620-8481-2A2C3E56E35F}"/>
              </a:ext>
            </a:extLst>
          </p:cNvPr>
          <p:cNvSpPr/>
          <p:nvPr/>
        </p:nvSpPr>
        <p:spPr>
          <a:xfrm>
            <a:off x="8607901" y="2575467"/>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108000" rIns="360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endParaRPr lang="en-AU" sz="500" kern="0" dirty="0">
              <a:cs typeface="Arial" pitchFamily="34" charset="0"/>
            </a:endParaRPr>
          </a:p>
        </p:txBody>
      </p:sp>
      <p:sp>
        <p:nvSpPr>
          <p:cNvPr id="124" name="Oval 123">
            <a:extLst>
              <a:ext uri="{FF2B5EF4-FFF2-40B4-BE49-F238E27FC236}">
                <a16:creationId xmlns:a16="http://schemas.microsoft.com/office/drawing/2014/main" id="{BA2DBE7E-FBE9-418C-9B5C-83B02A022550}"/>
              </a:ext>
            </a:extLst>
          </p:cNvPr>
          <p:cNvSpPr/>
          <p:nvPr/>
        </p:nvSpPr>
        <p:spPr>
          <a:xfrm>
            <a:off x="8487776" y="2253022"/>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108000" rIns="360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endParaRPr lang="en-AU" sz="500" kern="0" dirty="0">
              <a:cs typeface="Arial" pitchFamily="34" charset="0"/>
            </a:endParaRPr>
          </a:p>
        </p:txBody>
      </p:sp>
      <p:sp>
        <p:nvSpPr>
          <p:cNvPr id="125" name="Oval 124">
            <a:extLst>
              <a:ext uri="{FF2B5EF4-FFF2-40B4-BE49-F238E27FC236}">
                <a16:creationId xmlns:a16="http://schemas.microsoft.com/office/drawing/2014/main" id="{23D69516-1C82-4CE1-B45F-14EEE62CB68F}"/>
              </a:ext>
            </a:extLst>
          </p:cNvPr>
          <p:cNvSpPr/>
          <p:nvPr/>
        </p:nvSpPr>
        <p:spPr>
          <a:xfrm>
            <a:off x="8786121" y="2798070"/>
            <a:ext cx="55950" cy="56201"/>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360000" bIns="0" numCol="1" spcCol="0" rtlCol="0" fromWordArt="0" anchor="t" anchorCtr="1" forceAA="0" compatLnSpc="1">
            <a:prstTxWarp prst="textNoShape">
              <a:avLst/>
            </a:prstTxWarp>
            <a:noAutofit/>
          </a:bodyPr>
          <a:lstStyle/>
          <a:p>
            <a:pPr algn="r" defTabSz="914400">
              <a:lnSpc>
                <a:spcPct val="90000"/>
              </a:lnSpc>
              <a:spcBef>
                <a:spcPts val="900"/>
              </a:spcBef>
              <a:buClr>
                <a:srgbClr val="007A68"/>
              </a:buClr>
              <a:defRPr/>
            </a:pPr>
            <a:r>
              <a:rPr lang="en-AU" sz="500" kern="0" dirty="0">
                <a:cs typeface="Arial" pitchFamily="34" charset="0"/>
              </a:rPr>
              <a:t>Bowen</a:t>
            </a:r>
          </a:p>
        </p:txBody>
      </p:sp>
      <p:sp>
        <p:nvSpPr>
          <p:cNvPr id="9" name="Freeform 401">
            <a:extLst>
              <a:ext uri="{FF2B5EF4-FFF2-40B4-BE49-F238E27FC236}">
                <a16:creationId xmlns:a16="http://schemas.microsoft.com/office/drawing/2014/main" id="{D8A91F3E-9419-42C2-BADB-B1E878359A8B}"/>
              </a:ext>
            </a:extLst>
          </p:cNvPr>
          <p:cNvSpPr/>
          <p:nvPr>
            <p:custDataLst>
              <p:tags r:id="rId2"/>
            </p:custDataLst>
          </p:nvPr>
        </p:nvSpPr>
        <p:spPr bwMode="auto">
          <a:xfrm>
            <a:off x="6077561" y="3527643"/>
            <a:ext cx="1671243" cy="1915095"/>
          </a:xfrm>
          <a:custGeom>
            <a:avLst/>
            <a:gdLst>
              <a:gd name="connsiteX0" fmla="*/ 0 w 1555750"/>
              <a:gd name="connsiteY0" fmla="*/ 3175 h 1774825"/>
              <a:gd name="connsiteX1" fmla="*/ 1171575 w 1555750"/>
              <a:gd name="connsiteY1" fmla="*/ 0 h 1774825"/>
              <a:gd name="connsiteX2" fmla="*/ 1555750 w 1555750"/>
              <a:gd name="connsiteY2" fmla="*/ 28575 h 1774825"/>
              <a:gd name="connsiteX3" fmla="*/ 1438275 w 1555750"/>
              <a:gd name="connsiteY3" fmla="*/ 1774825 h 1774825"/>
              <a:gd name="connsiteX4" fmla="*/ 1368425 w 1555750"/>
              <a:gd name="connsiteY4" fmla="*/ 1720850 h 1774825"/>
              <a:gd name="connsiteX5" fmla="*/ 1358900 w 1555750"/>
              <a:gd name="connsiteY5" fmla="*/ 1682750 h 1774825"/>
              <a:gd name="connsiteX6" fmla="*/ 1311275 w 1555750"/>
              <a:gd name="connsiteY6" fmla="*/ 1635125 h 1774825"/>
              <a:gd name="connsiteX7" fmla="*/ 1308100 w 1555750"/>
              <a:gd name="connsiteY7" fmla="*/ 1590675 h 1774825"/>
              <a:gd name="connsiteX8" fmla="*/ 1327150 w 1555750"/>
              <a:gd name="connsiteY8" fmla="*/ 1520825 h 1774825"/>
              <a:gd name="connsiteX9" fmla="*/ 1285875 w 1555750"/>
              <a:gd name="connsiteY9" fmla="*/ 1425575 h 1774825"/>
              <a:gd name="connsiteX10" fmla="*/ 1209675 w 1555750"/>
              <a:gd name="connsiteY10" fmla="*/ 1381125 h 1774825"/>
              <a:gd name="connsiteX11" fmla="*/ 1171575 w 1555750"/>
              <a:gd name="connsiteY11" fmla="*/ 1403350 h 1774825"/>
              <a:gd name="connsiteX12" fmla="*/ 1136650 w 1555750"/>
              <a:gd name="connsiteY12" fmla="*/ 1384300 h 1774825"/>
              <a:gd name="connsiteX13" fmla="*/ 1177925 w 1555750"/>
              <a:gd name="connsiteY13" fmla="*/ 1320800 h 1774825"/>
              <a:gd name="connsiteX14" fmla="*/ 1187450 w 1555750"/>
              <a:gd name="connsiteY14" fmla="*/ 1254125 h 1774825"/>
              <a:gd name="connsiteX15" fmla="*/ 1152525 w 1555750"/>
              <a:gd name="connsiteY15" fmla="*/ 1222375 h 1774825"/>
              <a:gd name="connsiteX16" fmla="*/ 1143000 w 1555750"/>
              <a:gd name="connsiteY16" fmla="*/ 1181100 h 1774825"/>
              <a:gd name="connsiteX17" fmla="*/ 1133475 w 1555750"/>
              <a:gd name="connsiteY17" fmla="*/ 1168400 h 1774825"/>
              <a:gd name="connsiteX18" fmla="*/ 1111250 w 1555750"/>
              <a:gd name="connsiteY18" fmla="*/ 1190625 h 1774825"/>
              <a:gd name="connsiteX19" fmla="*/ 1120775 w 1555750"/>
              <a:gd name="connsiteY19" fmla="*/ 1209675 h 1774825"/>
              <a:gd name="connsiteX20" fmla="*/ 1089025 w 1555750"/>
              <a:gd name="connsiteY20" fmla="*/ 1241425 h 1774825"/>
              <a:gd name="connsiteX21" fmla="*/ 1104900 w 1555750"/>
              <a:gd name="connsiteY21" fmla="*/ 1276350 h 1774825"/>
              <a:gd name="connsiteX22" fmla="*/ 1082675 w 1555750"/>
              <a:gd name="connsiteY22" fmla="*/ 1295400 h 1774825"/>
              <a:gd name="connsiteX23" fmla="*/ 1085850 w 1555750"/>
              <a:gd name="connsiteY23" fmla="*/ 1330325 h 1774825"/>
              <a:gd name="connsiteX24" fmla="*/ 1047750 w 1555750"/>
              <a:gd name="connsiteY24" fmla="*/ 1349375 h 1774825"/>
              <a:gd name="connsiteX25" fmla="*/ 1016000 w 1555750"/>
              <a:gd name="connsiteY25" fmla="*/ 1349375 h 1774825"/>
              <a:gd name="connsiteX26" fmla="*/ 984250 w 1555750"/>
              <a:gd name="connsiteY26" fmla="*/ 1301750 h 1774825"/>
              <a:gd name="connsiteX27" fmla="*/ 1009650 w 1555750"/>
              <a:gd name="connsiteY27" fmla="*/ 1282700 h 1774825"/>
              <a:gd name="connsiteX28" fmla="*/ 1031875 w 1555750"/>
              <a:gd name="connsiteY28" fmla="*/ 1292225 h 1774825"/>
              <a:gd name="connsiteX29" fmla="*/ 1060450 w 1555750"/>
              <a:gd name="connsiteY29" fmla="*/ 1247775 h 1774825"/>
              <a:gd name="connsiteX30" fmla="*/ 1063625 w 1555750"/>
              <a:gd name="connsiteY30" fmla="*/ 1155700 h 1774825"/>
              <a:gd name="connsiteX31" fmla="*/ 1114425 w 1555750"/>
              <a:gd name="connsiteY31" fmla="*/ 1095375 h 1774825"/>
              <a:gd name="connsiteX32" fmla="*/ 1117600 w 1555750"/>
              <a:gd name="connsiteY32" fmla="*/ 1028700 h 1774825"/>
              <a:gd name="connsiteX33" fmla="*/ 1127125 w 1555750"/>
              <a:gd name="connsiteY33" fmla="*/ 1016000 h 1774825"/>
              <a:gd name="connsiteX34" fmla="*/ 1104900 w 1555750"/>
              <a:gd name="connsiteY34" fmla="*/ 942975 h 1774825"/>
              <a:gd name="connsiteX35" fmla="*/ 1085850 w 1555750"/>
              <a:gd name="connsiteY35" fmla="*/ 1000125 h 1774825"/>
              <a:gd name="connsiteX36" fmla="*/ 1057275 w 1555750"/>
              <a:gd name="connsiteY36" fmla="*/ 1028700 h 1774825"/>
              <a:gd name="connsiteX37" fmla="*/ 1038225 w 1555750"/>
              <a:gd name="connsiteY37" fmla="*/ 1098550 h 1774825"/>
              <a:gd name="connsiteX38" fmla="*/ 993775 w 1555750"/>
              <a:gd name="connsiteY38" fmla="*/ 1111250 h 1774825"/>
              <a:gd name="connsiteX39" fmla="*/ 984250 w 1555750"/>
              <a:gd name="connsiteY39" fmla="*/ 1136650 h 1774825"/>
              <a:gd name="connsiteX40" fmla="*/ 952500 w 1555750"/>
              <a:gd name="connsiteY40" fmla="*/ 1133475 h 1774825"/>
              <a:gd name="connsiteX41" fmla="*/ 873125 w 1555750"/>
              <a:gd name="connsiteY41" fmla="*/ 1222375 h 1774825"/>
              <a:gd name="connsiteX42" fmla="*/ 876300 w 1555750"/>
              <a:gd name="connsiteY42" fmla="*/ 1282700 h 1774825"/>
              <a:gd name="connsiteX43" fmla="*/ 835025 w 1555750"/>
              <a:gd name="connsiteY43" fmla="*/ 1282700 h 1774825"/>
              <a:gd name="connsiteX44" fmla="*/ 806450 w 1555750"/>
              <a:gd name="connsiteY44" fmla="*/ 1238250 h 1774825"/>
              <a:gd name="connsiteX45" fmla="*/ 803275 w 1555750"/>
              <a:gd name="connsiteY45" fmla="*/ 1162050 h 1774825"/>
              <a:gd name="connsiteX46" fmla="*/ 777875 w 1555750"/>
              <a:gd name="connsiteY46" fmla="*/ 1136650 h 1774825"/>
              <a:gd name="connsiteX47" fmla="*/ 781050 w 1555750"/>
              <a:gd name="connsiteY47" fmla="*/ 1114425 h 1774825"/>
              <a:gd name="connsiteX48" fmla="*/ 739775 w 1555750"/>
              <a:gd name="connsiteY48" fmla="*/ 1085850 h 1774825"/>
              <a:gd name="connsiteX49" fmla="*/ 736600 w 1555750"/>
              <a:gd name="connsiteY49" fmla="*/ 1041400 h 1774825"/>
              <a:gd name="connsiteX50" fmla="*/ 676275 w 1555750"/>
              <a:gd name="connsiteY50" fmla="*/ 1022350 h 1774825"/>
              <a:gd name="connsiteX51" fmla="*/ 657225 w 1555750"/>
              <a:gd name="connsiteY51" fmla="*/ 971550 h 1774825"/>
              <a:gd name="connsiteX52" fmla="*/ 682625 w 1555750"/>
              <a:gd name="connsiteY52" fmla="*/ 949325 h 1774825"/>
              <a:gd name="connsiteX53" fmla="*/ 657225 w 1555750"/>
              <a:gd name="connsiteY53" fmla="*/ 920750 h 1774825"/>
              <a:gd name="connsiteX54" fmla="*/ 625475 w 1555750"/>
              <a:gd name="connsiteY54" fmla="*/ 923925 h 1774825"/>
              <a:gd name="connsiteX55" fmla="*/ 606425 w 1555750"/>
              <a:gd name="connsiteY55" fmla="*/ 889000 h 1774825"/>
              <a:gd name="connsiteX56" fmla="*/ 568325 w 1555750"/>
              <a:gd name="connsiteY56" fmla="*/ 901700 h 1774825"/>
              <a:gd name="connsiteX57" fmla="*/ 485775 w 1555750"/>
              <a:gd name="connsiteY57" fmla="*/ 844550 h 1774825"/>
              <a:gd name="connsiteX58" fmla="*/ 425450 w 1555750"/>
              <a:gd name="connsiteY58" fmla="*/ 857250 h 1774825"/>
              <a:gd name="connsiteX59" fmla="*/ 333375 w 1555750"/>
              <a:gd name="connsiteY59" fmla="*/ 793750 h 1774825"/>
              <a:gd name="connsiteX60" fmla="*/ 273050 w 1555750"/>
              <a:gd name="connsiteY60" fmla="*/ 793750 h 1774825"/>
              <a:gd name="connsiteX61" fmla="*/ 117475 w 1555750"/>
              <a:gd name="connsiteY61" fmla="*/ 800100 h 1774825"/>
              <a:gd name="connsiteX62" fmla="*/ 95250 w 1555750"/>
              <a:gd name="connsiteY62" fmla="*/ 819150 h 1774825"/>
              <a:gd name="connsiteX63" fmla="*/ 31750 w 1555750"/>
              <a:gd name="connsiteY63" fmla="*/ 809625 h 1774825"/>
              <a:gd name="connsiteX64" fmla="*/ 0 w 1555750"/>
              <a:gd name="connsiteY64" fmla="*/ 3175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55750" h="1774825">
                <a:moveTo>
                  <a:pt x="0" y="3175"/>
                </a:moveTo>
                <a:lnTo>
                  <a:pt x="1171575" y="0"/>
                </a:lnTo>
                <a:lnTo>
                  <a:pt x="1555750" y="28575"/>
                </a:lnTo>
                <a:lnTo>
                  <a:pt x="1438275" y="1774825"/>
                </a:lnTo>
                <a:lnTo>
                  <a:pt x="1368425" y="1720850"/>
                </a:lnTo>
                <a:lnTo>
                  <a:pt x="1358900" y="1682750"/>
                </a:lnTo>
                <a:lnTo>
                  <a:pt x="1311275" y="1635125"/>
                </a:lnTo>
                <a:lnTo>
                  <a:pt x="1308100" y="1590675"/>
                </a:lnTo>
                <a:lnTo>
                  <a:pt x="1327150" y="1520825"/>
                </a:lnTo>
                <a:cubicBezTo>
                  <a:pt x="1284984" y="1430005"/>
                  <a:pt x="1285875" y="1464596"/>
                  <a:pt x="1285875" y="1425575"/>
                </a:cubicBezTo>
                <a:lnTo>
                  <a:pt x="1209675" y="1381125"/>
                </a:lnTo>
                <a:lnTo>
                  <a:pt x="1171575" y="1403350"/>
                </a:lnTo>
                <a:lnTo>
                  <a:pt x="1136650" y="1384300"/>
                </a:lnTo>
                <a:cubicBezTo>
                  <a:pt x="1178523" y="1323102"/>
                  <a:pt x="1177925" y="1348340"/>
                  <a:pt x="1177925" y="1320800"/>
                </a:cubicBezTo>
                <a:cubicBezTo>
                  <a:pt x="1187607" y="1256253"/>
                  <a:pt x="1187450" y="1278703"/>
                  <a:pt x="1187450" y="1254125"/>
                </a:cubicBezTo>
                <a:lnTo>
                  <a:pt x="1152525" y="1222375"/>
                </a:lnTo>
                <a:lnTo>
                  <a:pt x="1143000" y="1181100"/>
                </a:lnTo>
                <a:lnTo>
                  <a:pt x="1133475" y="1168400"/>
                </a:lnTo>
                <a:lnTo>
                  <a:pt x="1111250" y="1190625"/>
                </a:lnTo>
                <a:lnTo>
                  <a:pt x="1120775" y="1209675"/>
                </a:lnTo>
                <a:lnTo>
                  <a:pt x="1089025" y="1241425"/>
                </a:lnTo>
                <a:lnTo>
                  <a:pt x="1104900" y="1276350"/>
                </a:lnTo>
                <a:lnTo>
                  <a:pt x="1082675" y="1295400"/>
                </a:lnTo>
                <a:lnTo>
                  <a:pt x="1085850" y="1330325"/>
                </a:lnTo>
                <a:lnTo>
                  <a:pt x="1047750" y="1349375"/>
                </a:lnTo>
                <a:lnTo>
                  <a:pt x="1016000" y="1349375"/>
                </a:lnTo>
                <a:lnTo>
                  <a:pt x="984250" y="1301750"/>
                </a:lnTo>
                <a:cubicBezTo>
                  <a:pt x="1004797" y="1281203"/>
                  <a:pt x="994320" y="1282700"/>
                  <a:pt x="1009650" y="1282700"/>
                </a:cubicBezTo>
                <a:lnTo>
                  <a:pt x="1031875" y="1292225"/>
                </a:lnTo>
                <a:cubicBezTo>
                  <a:pt x="1061052" y="1250080"/>
                  <a:pt x="1060450" y="1267684"/>
                  <a:pt x="1060450" y="1247775"/>
                </a:cubicBezTo>
                <a:lnTo>
                  <a:pt x="1063625" y="1155700"/>
                </a:lnTo>
                <a:cubicBezTo>
                  <a:pt x="1115128" y="1097759"/>
                  <a:pt x="1114425" y="1124038"/>
                  <a:pt x="1114425" y="1095375"/>
                </a:cubicBezTo>
                <a:lnTo>
                  <a:pt x="1117600" y="1028700"/>
                </a:lnTo>
                <a:lnTo>
                  <a:pt x="1127125" y="1016000"/>
                </a:lnTo>
                <a:lnTo>
                  <a:pt x="1104900" y="942975"/>
                </a:lnTo>
                <a:lnTo>
                  <a:pt x="1085850" y="1000125"/>
                </a:lnTo>
                <a:lnTo>
                  <a:pt x="1057275" y="1028700"/>
                </a:lnTo>
                <a:lnTo>
                  <a:pt x="1038225" y="1098550"/>
                </a:lnTo>
                <a:lnTo>
                  <a:pt x="993775" y="1111250"/>
                </a:lnTo>
                <a:lnTo>
                  <a:pt x="984250" y="1136650"/>
                </a:lnTo>
                <a:lnTo>
                  <a:pt x="952500" y="1133475"/>
                </a:lnTo>
                <a:lnTo>
                  <a:pt x="873125" y="1222375"/>
                </a:lnTo>
                <a:cubicBezTo>
                  <a:pt x="879586" y="1283753"/>
                  <a:pt x="899694" y="1282700"/>
                  <a:pt x="876300" y="1282700"/>
                </a:cubicBezTo>
                <a:cubicBezTo>
                  <a:pt x="836708" y="1285999"/>
                  <a:pt x="847211" y="1294886"/>
                  <a:pt x="835025" y="1282700"/>
                </a:cubicBezTo>
                <a:lnTo>
                  <a:pt x="806450" y="1238250"/>
                </a:lnTo>
                <a:lnTo>
                  <a:pt x="803275" y="1162050"/>
                </a:lnTo>
                <a:lnTo>
                  <a:pt x="777875" y="1136650"/>
                </a:lnTo>
                <a:cubicBezTo>
                  <a:pt x="781465" y="1118699"/>
                  <a:pt x="781050" y="1126171"/>
                  <a:pt x="781050" y="1114425"/>
                </a:cubicBezTo>
                <a:lnTo>
                  <a:pt x="739775" y="1085850"/>
                </a:lnTo>
                <a:lnTo>
                  <a:pt x="736600" y="1041400"/>
                </a:lnTo>
                <a:lnTo>
                  <a:pt x="676275" y="1022350"/>
                </a:lnTo>
                <a:cubicBezTo>
                  <a:pt x="656832" y="973742"/>
                  <a:pt x="657225" y="991823"/>
                  <a:pt x="657225" y="971550"/>
                </a:cubicBezTo>
                <a:lnTo>
                  <a:pt x="682625" y="949325"/>
                </a:lnTo>
                <a:lnTo>
                  <a:pt x="657225" y="920750"/>
                </a:lnTo>
                <a:lnTo>
                  <a:pt x="625475" y="923925"/>
                </a:lnTo>
                <a:lnTo>
                  <a:pt x="606425" y="889000"/>
                </a:lnTo>
                <a:lnTo>
                  <a:pt x="568325" y="901700"/>
                </a:lnTo>
                <a:cubicBezTo>
                  <a:pt x="490432" y="843280"/>
                  <a:pt x="523875" y="844550"/>
                  <a:pt x="485775" y="844550"/>
                </a:cubicBezTo>
                <a:lnTo>
                  <a:pt x="425450" y="857250"/>
                </a:lnTo>
                <a:lnTo>
                  <a:pt x="333375" y="793750"/>
                </a:lnTo>
                <a:lnTo>
                  <a:pt x="273050" y="793750"/>
                </a:lnTo>
                <a:lnTo>
                  <a:pt x="117475" y="800100"/>
                </a:lnTo>
                <a:lnTo>
                  <a:pt x="95250" y="819150"/>
                </a:lnTo>
                <a:lnTo>
                  <a:pt x="31750" y="809625"/>
                </a:lnTo>
                <a:lnTo>
                  <a:pt x="0" y="3175"/>
                </a:ln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0" name="Freeform 402">
            <a:extLst>
              <a:ext uri="{FF2B5EF4-FFF2-40B4-BE49-F238E27FC236}">
                <a16:creationId xmlns:a16="http://schemas.microsoft.com/office/drawing/2014/main" id="{6663A743-3BAF-4550-91DD-7415E3ACD304}"/>
              </a:ext>
            </a:extLst>
          </p:cNvPr>
          <p:cNvSpPr/>
          <p:nvPr>
            <p:custDataLst>
              <p:tags r:id="rId3"/>
            </p:custDataLst>
          </p:nvPr>
        </p:nvSpPr>
        <p:spPr bwMode="auto">
          <a:xfrm>
            <a:off x="3852079" y="1643381"/>
            <a:ext cx="2266410" cy="3427645"/>
          </a:xfrm>
          <a:custGeom>
            <a:avLst/>
            <a:gdLst>
              <a:gd name="connsiteX0" fmla="*/ 33338 w 2109788"/>
              <a:gd name="connsiteY0" fmla="*/ 1728788 h 3176588"/>
              <a:gd name="connsiteX1" fmla="*/ 28575 w 2109788"/>
              <a:gd name="connsiteY1" fmla="*/ 1628775 h 3176588"/>
              <a:gd name="connsiteX2" fmla="*/ 61913 w 2109788"/>
              <a:gd name="connsiteY2" fmla="*/ 1585913 h 3176588"/>
              <a:gd name="connsiteX3" fmla="*/ 47625 w 2109788"/>
              <a:gd name="connsiteY3" fmla="*/ 1533525 h 3176588"/>
              <a:gd name="connsiteX4" fmla="*/ 47625 w 2109788"/>
              <a:gd name="connsiteY4" fmla="*/ 1500188 h 3176588"/>
              <a:gd name="connsiteX5" fmla="*/ 14288 w 2109788"/>
              <a:gd name="connsiteY5" fmla="*/ 1457325 h 3176588"/>
              <a:gd name="connsiteX6" fmla="*/ 42863 w 2109788"/>
              <a:gd name="connsiteY6" fmla="*/ 1414463 h 3176588"/>
              <a:gd name="connsiteX7" fmla="*/ 47625 w 2109788"/>
              <a:gd name="connsiteY7" fmla="*/ 1347788 h 3176588"/>
              <a:gd name="connsiteX8" fmla="*/ 100013 w 2109788"/>
              <a:gd name="connsiteY8" fmla="*/ 1443038 h 3176588"/>
              <a:gd name="connsiteX9" fmla="*/ 123825 w 2109788"/>
              <a:gd name="connsiteY9" fmla="*/ 1395413 h 3176588"/>
              <a:gd name="connsiteX10" fmla="*/ 123825 w 2109788"/>
              <a:gd name="connsiteY10" fmla="*/ 1347788 h 3176588"/>
              <a:gd name="connsiteX11" fmla="*/ 242888 w 2109788"/>
              <a:gd name="connsiteY11" fmla="*/ 1266825 h 3176588"/>
              <a:gd name="connsiteX12" fmla="*/ 309563 w 2109788"/>
              <a:gd name="connsiteY12" fmla="*/ 1195388 h 3176588"/>
              <a:gd name="connsiteX13" fmla="*/ 347663 w 2109788"/>
              <a:gd name="connsiteY13" fmla="*/ 1152525 h 3176588"/>
              <a:gd name="connsiteX14" fmla="*/ 361950 w 2109788"/>
              <a:gd name="connsiteY14" fmla="*/ 1109663 h 3176588"/>
              <a:gd name="connsiteX15" fmla="*/ 390525 w 2109788"/>
              <a:gd name="connsiteY15" fmla="*/ 1095375 h 3176588"/>
              <a:gd name="connsiteX16" fmla="*/ 414338 w 2109788"/>
              <a:gd name="connsiteY16" fmla="*/ 1128713 h 3176588"/>
              <a:gd name="connsiteX17" fmla="*/ 481013 w 2109788"/>
              <a:gd name="connsiteY17" fmla="*/ 1128713 h 3176588"/>
              <a:gd name="connsiteX18" fmla="*/ 576263 w 2109788"/>
              <a:gd name="connsiteY18" fmla="*/ 1057275 h 3176588"/>
              <a:gd name="connsiteX19" fmla="*/ 623888 w 2109788"/>
              <a:gd name="connsiteY19" fmla="*/ 1057275 h 3176588"/>
              <a:gd name="connsiteX20" fmla="*/ 728663 w 2109788"/>
              <a:gd name="connsiteY20" fmla="*/ 962025 h 3176588"/>
              <a:gd name="connsiteX21" fmla="*/ 747713 w 2109788"/>
              <a:gd name="connsiteY21" fmla="*/ 1009650 h 3176588"/>
              <a:gd name="connsiteX22" fmla="*/ 890588 w 2109788"/>
              <a:gd name="connsiteY22" fmla="*/ 952500 h 3176588"/>
              <a:gd name="connsiteX23" fmla="*/ 923925 w 2109788"/>
              <a:gd name="connsiteY23" fmla="*/ 914400 h 3176588"/>
              <a:gd name="connsiteX24" fmla="*/ 952500 w 2109788"/>
              <a:gd name="connsiteY24" fmla="*/ 914400 h 3176588"/>
              <a:gd name="connsiteX25" fmla="*/ 1009650 w 2109788"/>
              <a:gd name="connsiteY25" fmla="*/ 842963 h 3176588"/>
              <a:gd name="connsiteX26" fmla="*/ 1047750 w 2109788"/>
              <a:gd name="connsiteY26" fmla="*/ 728663 h 3176588"/>
              <a:gd name="connsiteX27" fmla="*/ 1095375 w 2109788"/>
              <a:gd name="connsiteY27" fmla="*/ 700088 h 3176588"/>
              <a:gd name="connsiteX28" fmla="*/ 1109663 w 2109788"/>
              <a:gd name="connsiteY28" fmla="*/ 666750 h 3176588"/>
              <a:gd name="connsiteX29" fmla="*/ 1071563 w 2109788"/>
              <a:gd name="connsiteY29" fmla="*/ 600075 h 3176588"/>
              <a:gd name="connsiteX30" fmla="*/ 1081088 w 2109788"/>
              <a:gd name="connsiteY30" fmla="*/ 528638 h 3176588"/>
              <a:gd name="connsiteX31" fmla="*/ 1143000 w 2109788"/>
              <a:gd name="connsiteY31" fmla="*/ 490538 h 3176588"/>
              <a:gd name="connsiteX32" fmla="*/ 1162050 w 2109788"/>
              <a:gd name="connsiteY32" fmla="*/ 461963 h 3176588"/>
              <a:gd name="connsiteX33" fmla="*/ 1176338 w 2109788"/>
              <a:gd name="connsiteY33" fmla="*/ 423863 h 3176588"/>
              <a:gd name="connsiteX34" fmla="*/ 1204913 w 2109788"/>
              <a:gd name="connsiteY34" fmla="*/ 485775 h 3176588"/>
              <a:gd name="connsiteX35" fmla="*/ 1266825 w 2109788"/>
              <a:gd name="connsiteY35" fmla="*/ 576263 h 3176588"/>
              <a:gd name="connsiteX36" fmla="*/ 1266825 w 2109788"/>
              <a:gd name="connsiteY36" fmla="*/ 504825 h 3176588"/>
              <a:gd name="connsiteX37" fmla="*/ 1319213 w 2109788"/>
              <a:gd name="connsiteY37" fmla="*/ 509588 h 3176588"/>
              <a:gd name="connsiteX38" fmla="*/ 1247775 w 2109788"/>
              <a:gd name="connsiteY38" fmla="*/ 438150 h 3176588"/>
              <a:gd name="connsiteX39" fmla="*/ 1271588 w 2109788"/>
              <a:gd name="connsiteY39" fmla="*/ 414338 h 3176588"/>
              <a:gd name="connsiteX40" fmla="*/ 1266825 w 2109788"/>
              <a:gd name="connsiteY40" fmla="*/ 381000 h 3176588"/>
              <a:gd name="connsiteX41" fmla="*/ 1285875 w 2109788"/>
              <a:gd name="connsiteY41" fmla="*/ 381000 h 3176588"/>
              <a:gd name="connsiteX42" fmla="*/ 1300163 w 2109788"/>
              <a:gd name="connsiteY42" fmla="*/ 423863 h 3176588"/>
              <a:gd name="connsiteX43" fmla="*/ 1323975 w 2109788"/>
              <a:gd name="connsiteY43" fmla="*/ 390525 h 3176588"/>
              <a:gd name="connsiteX44" fmla="*/ 1357313 w 2109788"/>
              <a:gd name="connsiteY44" fmla="*/ 414338 h 3176588"/>
              <a:gd name="connsiteX45" fmla="*/ 1433513 w 2109788"/>
              <a:gd name="connsiteY45" fmla="*/ 404813 h 3176588"/>
              <a:gd name="connsiteX46" fmla="*/ 1366838 w 2109788"/>
              <a:gd name="connsiteY46" fmla="*/ 381000 h 3176588"/>
              <a:gd name="connsiteX47" fmla="*/ 1409700 w 2109788"/>
              <a:gd name="connsiteY47" fmla="*/ 347663 h 3176588"/>
              <a:gd name="connsiteX48" fmla="*/ 1376363 w 2109788"/>
              <a:gd name="connsiteY48" fmla="*/ 319088 h 3176588"/>
              <a:gd name="connsiteX49" fmla="*/ 1376363 w 2109788"/>
              <a:gd name="connsiteY49" fmla="*/ 257175 h 3176588"/>
              <a:gd name="connsiteX50" fmla="*/ 1347788 w 2109788"/>
              <a:gd name="connsiteY50" fmla="*/ 233363 h 3176588"/>
              <a:gd name="connsiteX51" fmla="*/ 1395413 w 2109788"/>
              <a:gd name="connsiteY51" fmla="*/ 257175 h 3176588"/>
              <a:gd name="connsiteX52" fmla="*/ 1433513 w 2109788"/>
              <a:gd name="connsiteY52" fmla="*/ 238125 h 3176588"/>
              <a:gd name="connsiteX53" fmla="*/ 1466850 w 2109788"/>
              <a:gd name="connsiteY53" fmla="*/ 285750 h 3176588"/>
              <a:gd name="connsiteX54" fmla="*/ 1481138 w 2109788"/>
              <a:gd name="connsiteY54" fmla="*/ 257175 h 3176588"/>
              <a:gd name="connsiteX55" fmla="*/ 1423988 w 2109788"/>
              <a:gd name="connsiteY55" fmla="*/ 190500 h 3176588"/>
              <a:gd name="connsiteX56" fmla="*/ 1500188 w 2109788"/>
              <a:gd name="connsiteY56" fmla="*/ 190500 h 3176588"/>
              <a:gd name="connsiteX57" fmla="*/ 1462088 w 2109788"/>
              <a:gd name="connsiteY57" fmla="*/ 104775 h 3176588"/>
              <a:gd name="connsiteX58" fmla="*/ 1528763 w 2109788"/>
              <a:gd name="connsiteY58" fmla="*/ 123825 h 3176588"/>
              <a:gd name="connsiteX59" fmla="*/ 1538288 w 2109788"/>
              <a:gd name="connsiteY59" fmla="*/ 57150 h 3176588"/>
              <a:gd name="connsiteX60" fmla="*/ 1576388 w 2109788"/>
              <a:gd name="connsiteY60" fmla="*/ 128588 h 3176588"/>
              <a:gd name="connsiteX61" fmla="*/ 1609725 w 2109788"/>
              <a:gd name="connsiteY61" fmla="*/ 71438 h 3176588"/>
              <a:gd name="connsiteX62" fmla="*/ 1566863 w 2109788"/>
              <a:gd name="connsiteY62" fmla="*/ 23813 h 3176588"/>
              <a:gd name="connsiteX63" fmla="*/ 1595438 w 2109788"/>
              <a:gd name="connsiteY63" fmla="*/ 19050 h 3176588"/>
              <a:gd name="connsiteX64" fmla="*/ 1624013 w 2109788"/>
              <a:gd name="connsiteY64" fmla="*/ 57150 h 3176588"/>
              <a:gd name="connsiteX65" fmla="*/ 1647825 w 2109788"/>
              <a:gd name="connsiteY65" fmla="*/ 19050 h 3176588"/>
              <a:gd name="connsiteX66" fmla="*/ 1690688 w 2109788"/>
              <a:gd name="connsiteY66" fmla="*/ 52388 h 3176588"/>
              <a:gd name="connsiteX67" fmla="*/ 1704975 w 2109788"/>
              <a:gd name="connsiteY67" fmla="*/ 0 h 3176588"/>
              <a:gd name="connsiteX68" fmla="*/ 1771650 w 2109788"/>
              <a:gd name="connsiteY68" fmla="*/ 23813 h 3176588"/>
              <a:gd name="connsiteX69" fmla="*/ 1900238 w 2109788"/>
              <a:gd name="connsiteY69" fmla="*/ 142875 h 3176588"/>
              <a:gd name="connsiteX70" fmla="*/ 1895475 w 2109788"/>
              <a:gd name="connsiteY70" fmla="*/ 233363 h 3176588"/>
              <a:gd name="connsiteX71" fmla="*/ 1909763 w 2109788"/>
              <a:gd name="connsiteY71" fmla="*/ 252413 h 3176588"/>
              <a:gd name="connsiteX72" fmla="*/ 1928813 w 2109788"/>
              <a:gd name="connsiteY72" fmla="*/ 214313 h 3176588"/>
              <a:gd name="connsiteX73" fmla="*/ 1924050 w 2109788"/>
              <a:gd name="connsiteY73" fmla="*/ 166688 h 3176588"/>
              <a:gd name="connsiteX74" fmla="*/ 1938338 w 2109788"/>
              <a:gd name="connsiteY74" fmla="*/ 171450 h 3176588"/>
              <a:gd name="connsiteX75" fmla="*/ 1957388 w 2109788"/>
              <a:gd name="connsiteY75" fmla="*/ 133350 h 3176588"/>
              <a:gd name="connsiteX76" fmla="*/ 2014538 w 2109788"/>
              <a:gd name="connsiteY76" fmla="*/ 157163 h 3176588"/>
              <a:gd name="connsiteX77" fmla="*/ 2109788 w 2109788"/>
              <a:gd name="connsiteY77" fmla="*/ 2562225 h 3176588"/>
              <a:gd name="connsiteX78" fmla="*/ 1895475 w 2109788"/>
              <a:gd name="connsiteY78" fmla="*/ 2657475 h 3176588"/>
              <a:gd name="connsiteX79" fmla="*/ 1852613 w 2109788"/>
              <a:gd name="connsiteY79" fmla="*/ 2671763 h 3176588"/>
              <a:gd name="connsiteX80" fmla="*/ 1733550 w 2109788"/>
              <a:gd name="connsiteY80" fmla="*/ 2657475 h 3176588"/>
              <a:gd name="connsiteX81" fmla="*/ 1671638 w 2109788"/>
              <a:gd name="connsiteY81" fmla="*/ 2728913 h 3176588"/>
              <a:gd name="connsiteX82" fmla="*/ 1519238 w 2109788"/>
              <a:gd name="connsiteY82" fmla="*/ 2786063 h 3176588"/>
              <a:gd name="connsiteX83" fmla="*/ 1514475 w 2109788"/>
              <a:gd name="connsiteY83" fmla="*/ 2876550 h 3176588"/>
              <a:gd name="connsiteX84" fmla="*/ 1457325 w 2109788"/>
              <a:gd name="connsiteY84" fmla="*/ 2933700 h 3176588"/>
              <a:gd name="connsiteX85" fmla="*/ 1419225 w 2109788"/>
              <a:gd name="connsiteY85" fmla="*/ 2943225 h 3176588"/>
              <a:gd name="connsiteX86" fmla="*/ 1366838 w 2109788"/>
              <a:gd name="connsiteY86" fmla="*/ 2919413 h 3176588"/>
              <a:gd name="connsiteX87" fmla="*/ 1295400 w 2109788"/>
              <a:gd name="connsiteY87" fmla="*/ 2962275 h 3176588"/>
              <a:gd name="connsiteX88" fmla="*/ 1223963 w 2109788"/>
              <a:gd name="connsiteY88" fmla="*/ 2933700 h 3176588"/>
              <a:gd name="connsiteX89" fmla="*/ 1109663 w 2109788"/>
              <a:gd name="connsiteY89" fmla="*/ 2952750 h 3176588"/>
              <a:gd name="connsiteX90" fmla="*/ 1095375 w 2109788"/>
              <a:gd name="connsiteY90" fmla="*/ 2976563 h 3176588"/>
              <a:gd name="connsiteX91" fmla="*/ 1033463 w 2109788"/>
              <a:gd name="connsiteY91" fmla="*/ 2957513 h 3176588"/>
              <a:gd name="connsiteX92" fmla="*/ 976313 w 2109788"/>
              <a:gd name="connsiteY92" fmla="*/ 3014663 h 3176588"/>
              <a:gd name="connsiteX93" fmla="*/ 985838 w 2109788"/>
              <a:gd name="connsiteY93" fmla="*/ 3043238 h 3176588"/>
              <a:gd name="connsiteX94" fmla="*/ 914400 w 2109788"/>
              <a:gd name="connsiteY94" fmla="*/ 3052763 h 3176588"/>
              <a:gd name="connsiteX95" fmla="*/ 838200 w 2109788"/>
              <a:gd name="connsiteY95" fmla="*/ 3157538 h 3176588"/>
              <a:gd name="connsiteX96" fmla="*/ 762000 w 2109788"/>
              <a:gd name="connsiteY96" fmla="*/ 3167063 h 3176588"/>
              <a:gd name="connsiteX97" fmla="*/ 681038 w 2109788"/>
              <a:gd name="connsiteY97" fmla="*/ 3157538 h 3176588"/>
              <a:gd name="connsiteX98" fmla="*/ 638175 w 2109788"/>
              <a:gd name="connsiteY98" fmla="*/ 3176588 h 3176588"/>
              <a:gd name="connsiteX99" fmla="*/ 619125 w 2109788"/>
              <a:gd name="connsiteY99" fmla="*/ 3138488 h 3176588"/>
              <a:gd name="connsiteX100" fmla="*/ 581025 w 2109788"/>
              <a:gd name="connsiteY100" fmla="*/ 3157538 h 3176588"/>
              <a:gd name="connsiteX101" fmla="*/ 523875 w 2109788"/>
              <a:gd name="connsiteY101" fmla="*/ 3090863 h 3176588"/>
              <a:gd name="connsiteX102" fmla="*/ 452438 w 2109788"/>
              <a:gd name="connsiteY102" fmla="*/ 3105150 h 3176588"/>
              <a:gd name="connsiteX103" fmla="*/ 428625 w 2109788"/>
              <a:gd name="connsiteY103" fmla="*/ 2971800 h 3176588"/>
              <a:gd name="connsiteX104" fmla="*/ 466725 w 2109788"/>
              <a:gd name="connsiteY104" fmla="*/ 3009900 h 3176588"/>
              <a:gd name="connsiteX105" fmla="*/ 509588 w 2109788"/>
              <a:gd name="connsiteY105" fmla="*/ 2967038 h 3176588"/>
              <a:gd name="connsiteX106" fmla="*/ 500063 w 2109788"/>
              <a:gd name="connsiteY106" fmla="*/ 2886075 h 3176588"/>
              <a:gd name="connsiteX107" fmla="*/ 495300 w 2109788"/>
              <a:gd name="connsiteY107" fmla="*/ 2805113 h 3176588"/>
              <a:gd name="connsiteX108" fmla="*/ 471488 w 2109788"/>
              <a:gd name="connsiteY108" fmla="*/ 2762250 h 3176588"/>
              <a:gd name="connsiteX109" fmla="*/ 495300 w 2109788"/>
              <a:gd name="connsiteY109" fmla="*/ 2733675 h 3176588"/>
              <a:gd name="connsiteX110" fmla="*/ 433388 w 2109788"/>
              <a:gd name="connsiteY110" fmla="*/ 2662238 h 3176588"/>
              <a:gd name="connsiteX111" fmla="*/ 414338 w 2109788"/>
              <a:gd name="connsiteY111" fmla="*/ 2614613 h 3176588"/>
              <a:gd name="connsiteX112" fmla="*/ 366713 w 2109788"/>
              <a:gd name="connsiteY112" fmla="*/ 2576513 h 3176588"/>
              <a:gd name="connsiteX113" fmla="*/ 342900 w 2109788"/>
              <a:gd name="connsiteY113" fmla="*/ 2505075 h 3176588"/>
              <a:gd name="connsiteX114" fmla="*/ 338138 w 2109788"/>
              <a:gd name="connsiteY114" fmla="*/ 2386013 h 3176588"/>
              <a:gd name="connsiteX115" fmla="*/ 276225 w 2109788"/>
              <a:gd name="connsiteY115" fmla="*/ 2309813 h 3176588"/>
              <a:gd name="connsiteX116" fmla="*/ 200025 w 2109788"/>
              <a:gd name="connsiteY116" fmla="*/ 2200275 h 3176588"/>
              <a:gd name="connsiteX117" fmla="*/ 190500 w 2109788"/>
              <a:gd name="connsiteY117" fmla="*/ 2143125 h 3176588"/>
              <a:gd name="connsiteX118" fmla="*/ 9525 w 2109788"/>
              <a:gd name="connsiteY118" fmla="*/ 1938338 h 3176588"/>
              <a:gd name="connsiteX119" fmla="*/ 0 w 2109788"/>
              <a:gd name="connsiteY119" fmla="*/ 1895475 h 3176588"/>
              <a:gd name="connsiteX120" fmla="*/ 38100 w 2109788"/>
              <a:gd name="connsiteY120" fmla="*/ 1957388 h 3176588"/>
              <a:gd name="connsiteX121" fmla="*/ 104775 w 2109788"/>
              <a:gd name="connsiteY121" fmla="*/ 2014538 h 3176588"/>
              <a:gd name="connsiteX122" fmla="*/ 123825 w 2109788"/>
              <a:gd name="connsiteY122" fmla="*/ 2038350 h 3176588"/>
              <a:gd name="connsiteX123" fmla="*/ 142875 w 2109788"/>
              <a:gd name="connsiteY123" fmla="*/ 1995488 h 3176588"/>
              <a:gd name="connsiteX124" fmla="*/ 85725 w 2109788"/>
              <a:gd name="connsiteY124" fmla="*/ 1933575 h 3176588"/>
              <a:gd name="connsiteX125" fmla="*/ 76200 w 2109788"/>
              <a:gd name="connsiteY125" fmla="*/ 1881188 h 3176588"/>
              <a:gd name="connsiteX126" fmla="*/ 128588 w 2109788"/>
              <a:gd name="connsiteY126" fmla="*/ 1938338 h 3176588"/>
              <a:gd name="connsiteX127" fmla="*/ 157163 w 2109788"/>
              <a:gd name="connsiteY127" fmla="*/ 1985963 h 3176588"/>
              <a:gd name="connsiteX128" fmla="*/ 176213 w 2109788"/>
              <a:gd name="connsiteY128" fmla="*/ 1933575 h 3176588"/>
              <a:gd name="connsiteX129" fmla="*/ 157163 w 2109788"/>
              <a:gd name="connsiteY129" fmla="*/ 1895475 h 3176588"/>
              <a:gd name="connsiteX130" fmla="*/ 123825 w 2109788"/>
              <a:gd name="connsiteY130" fmla="*/ 1852613 h 3176588"/>
              <a:gd name="connsiteX131" fmla="*/ 71438 w 2109788"/>
              <a:gd name="connsiteY131" fmla="*/ 1800225 h 3176588"/>
              <a:gd name="connsiteX132" fmla="*/ 33338 w 2109788"/>
              <a:gd name="connsiteY132" fmla="*/ 1728788 h 3176588"/>
              <a:gd name="connsiteX0" fmla="*/ 33338 w 2109788"/>
              <a:gd name="connsiteY0" fmla="*/ 1728788 h 3176588"/>
              <a:gd name="connsiteX1" fmla="*/ 28575 w 2109788"/>
              <a:gd name="connsiteY1" fmla="*/ 1628775 h 3176588"/>
              <a:gd name="connsiteX2" fmla="*/ 61913 w 2109788"/>
              <a:gd name="connsiteY2" fmla="*/ 1585913 h 3176588"/>
              <a:gd name="connsiteX3" fmla="*/ 47625 w 2109788"/>
              <a:gd name="connsiteY3" fmla="*/ 1533525 h 3176588"/>
              <a:gd name="connsiteX4" fmla="*/ 47625 w 2109788"/>
              <a:gd name="connsiteY4" fmla="*/ 1500188 h 3176588"/>
              <a:gd name="connsiteX5" fmla="*/ 14288 w 2109788"/>
              <a:gd name="connsiteY5" fmla="*/ 1457325 h 3176588"/>
              <a:gd name="connsiteX6" fmla="*/ 42863 w 2109788"/>
              <a:gd name="connsiteY6" fmla="*/ 1414463 h 3176588"/>
              <a:gd name="connsiteX7" fmla="*/ 47625 w 2109788"/>
              <a:gd name="connsiteY7" fmla="*/ 1347788 h 3176588"/>
              <a:gd name="connsiteX8" fmla="*/ 100013 w 2109788"/>
              <a:gd name="connsiteY8" fmla="*/ 1443038 h 3176588"/>
              <a:gd name="connsiteX9" fmla="*/ 123825 w 2109788"/>
              <a:gd name="connsiteY9" fmla="*/ 1395413 h 3176588"/>
              <a:gd name="connsiteX10" fmla="*/ 123825 w 2109788"/>
              <a:gd name="connsiteY10" fmla="*/ 1347788 h 3176588"/>
              <a:gd name="connsiteX11" fmla="*/ 242888 w 2109788"/>
              <a:gd name="connsiteY11" fmla="*/ 1266825 h 3176588"/>
              <a:gd name="connsiteX12" fmla="*/ 309563 w 2109788"/>
              <a:gd name="connsiteY12" fmla="*/ 1195388 h 3176588"/>
              <a:gd name="connsiteX13" fmla="*/ 347663 w 2109788"/>
              <a:gd name="connsiteY13" fmla="*/ 1152525 h 3176588"/>
              <a:gd name="connsiteX14" fmla="*/ 361950 w 2109788"/>
              <a:gd name="connsiteY14" fmla="*/ 1109663 h 3176588"/>
              <a:gd name="connsiteX15" fmla="*/ 390525 w 2109788"/>
              <a:gd name="connsiteY15" fmla="*/ 1095375 h 3176588"/>
              <a:gd name="connsiteX16" fmla="*/ 414338 w 2109788"/>
              <a:gd name="connsiteY16" fmla="*/ 1128713 h 3176588"/>
              <a:gd name="connsiteX17" fmla="*/ 481013 w 2109788"/>
              <a:gd name="connsiteY17" fmla="*/ 1128713 h 3176588"/>
              <a:gd name="connsiteX18" fmla="*/ 576263 w 2109788"/>
              <a:gd name="connsiteY18" fmla="*/ 1057275 h 3176588"/>
              <a:gd name="connsiteX19" fmla="*/ 623888 w 2109788"/>
              <a:gd name="connsiteY19" fmla="*/ 1057275 h 3176588"/>
              <a:gd name="connsiteX20" fmla="*/ 728663 w 2109788"/>
              <a:gd name="connsiteY20" fmla="*/ 962025 h 3176588"/>
              <a:gd name="connsiteX21" fmla="*/ 747713 w 2109788"/>
              <a:gd name="connsiteY21" fmla="*/ 1009650 h 3176588"/>
              <a:gd name="connsiteX22" fmla="*/ 890588 w 2109788"/>
              <a:gd name="connsiteY22" fmla="*/ 952500 h 3176588"/>
              <a:gd name="connsiteX23" fmla="*/ 923925 w 2109788"/>
              <a:gd name="connsiteY23" fmla="*/ 914400 h 3176588"/>
              <a:gd name="connsiteX24" fmla="*/ 952500 w 2109788"/>
              <a:gd name="connsiteY24" fmla="*/ 914400 h 3176588"/>
              <a:gd name="connsiteX25" fmla="*/ 1009650 w 2109788"/>
              <a:gd name="connsiteY25" fmla="*/ 842963 h 3176588"/>
              <a:gd name="connsiteX26" fmla="*/ 1047750 w 2109788"/>
              <a:gd name="connsiteY26" fmla="*/ 728663 h 3176588"/>
              <a:gd name="connsiteX27" fmla="*/ 1095375 w 2109788"/>
              <a:gd name="connsiteY27" fmla="*/ 700088 h 3176588"/>
              <a:gd name="connsiteX28" fmla="*/ 1109663 w 2109788"/>
              <a:gd name="connsiteY28" fmla="*/ 666750 h 3176588"/>
              <a:gd name="connsiteX29" fmla="*/ 1071563 w 2109788"/>
              <a:gd name="connsiteY29" fmla="*/ 600075 h 3176588"/>
              <a:gd name="connsiteX30" fmla="*/ 1081088 w 2109788"/>
              <a:gd name="connsiteY30" fmla="*/ 528638 h 3176588"/>
              <a:gd name="connsiteX31" fmla="*/ 1143000 w 2109788"/>
              <a:gd name="connsiteY31" fmla="*/ 490538 h 3176588"/>
              <a:gd name="connsiteX32" fmla="*/ 1162050 w 2109788"/>
              <a:gd name="connsiteY32" fmla="*/ 461963 h 3176588"/>
              <a:gd name="connsiteX33" fmla="*/ 1176338 w 2109788"/>
              <a:gd name="connsiteY33" fmla="*/ 423863 h 3176588"/>
              <a:gd name="connsiteX34" fmla="*/ 1204913 w 2109788"/>
              <a:gd name="connsiteY34" fmla="*/ 485775 h 3176588"/>
              <a:gd name="connsiteX35" fmla="*/ 1266825 w 2109788"/>
              <a:gd name="connsiteY35" fmla="*/ 576263 h 3176588"/>
              <a:gd name="connsiteX36" fmla="*/ 1266825 w 2109788"/>
              <a:gd name="connsiteY36" fmla="*/ 504825 h 3176588"/>
              <a:gd name="connsiteX37" fmla="*/ 1319213 w 2109788"/>
              <a:gd name="connsiteY37" fmla="*/ 509588 h 3176588"/>
              <a:gd name="connsiteX38" fmla="*/ 1247775 w 2109788"/>
              <a:gd name="connsiteY38" fmla="*/ 438150 h 3176588"/>
              <a:gd name="connsiteX39" fmla="*/ 1271588 w 2109788"/>
              <a:gd name="connsiteY39" fmla="*/ 414338 h 3176588"/>
              <a:gd name="connsiteX40" fmla="*/ 1266825 w 2109788"/>
              <a:gd name="connsiteY40" fmla="*/ 381000 h 3176588"/>
              <a:gd name="connsiteX41" fmla="*/ 1285875 w 2109788"/>
              <a:gd name="connsiteY41" fmla="*/ 381000 h 3176588"/>
              <a:gd name="connsiteX42" fmla="*/ 1300163 w 2109788"/>
              <a:gd name="connsiteY42" fmla="*/ 423863 h 3176588"/>
              <a:gd name="connsiteX43" fmla="*/ 1323975 w 2109788"/>
              <a:gd name="connsiteY43" fmla="*/ 390525 h 3176588"/>
              <a:gd name="connsiteX44" fmla="*/ 1357313 w 2109788"/>
              <a:gd name="connsiteY44" fmla="*/ 414338 h 3176588"/>
              <a:gd name="connsiteX45" fmla="*/ 1433513 w 2109788"/>
              <a:gd name="connsiteY45" fmla="*/ 404813 h 3176588"/>
              <a:gd name="connsiteX46" fmla="*/ 1366838 w 2109788"/>
              <a:gd name="connsiteY46" fmla="*/ 381000 h 3176588"/>
              <a:gd name="connsiteX47" fmla="*/ 1409700 w 2109788"/>
              <a:gd name="connsiteY47" fmla="*/ 347663 h 3176588"/>
              <a:gd name="connsiteX48" fmla="*/ 1376363 w 2109788"/>
              <a:gd name="connsiteY48" fmla="*/ 319088 h 3176588"/>
              <a:gd name="connsiteX49" fmla="*/ 1376363 w 2109788"/>
              <a:gd name="connsiteY49" fmla="*/ 257175 h 3176588"/>
              <a:gd name="connsiteX50" fmla="*/ 1347788 w 2109788"/>
              <a:gd name="connsiteY50" fmla="*/ 233363 h 3176588"/>
              <a:gd name="connsiteX51" fmla="*/ 1395413 w 2109788"/>
              <a:gd name="connsiteY51" fmla="*/ 257175 h 3176588"/>
              <a:gd name="connsiteX52" fmla="*/ 1433513 w 2109788"/>
              <a:gd name="connsiteY52" fmla="*/ 238125 h 3176588"/>
              <a:gd name="connsiteX53" fmla="*/ 1466850 w 2109788"/>
              <a:gd name="connsiteY53" fmla="*/ 285750 h 3176588"/>
              <a:gd name="connsiteX54" fmla="*/ 1481138 w 2109788"/>
              <a:gd name="connsiteY54" fmla="*/ 257175 h 3176588"/>
              <a:gd name="connsiteX55" fmla="*/ 1423988 w 2109788"/>
              <a:gd name="connsiteY55" fmla="*/ 190500 h 3176588"/>
              <a:gd name="connsiteX56" fmla="*/ 1500188 w 2109788"/>
              <a:gd name="connsiteY56" fmla="*/ 190500 h 3176588"/>
              <a:gd name="connsiteX57" fmla="*/ 1462088 w 2109788"/>
              <a:gd name="connsiteY57" fmla="*/ 104775 h 3176588"/>
              <a:gd name="connsiteX58" fmla="*/ 1528763 w 2109788"/>
              <a:gd name="connsiteY58" fmla="*/ 123825 h 3176588"/>
              <a:gd name="connsiteX59" fmla="*/ 1538288 w 2109788"/>
              <a:gd name="connsiteY59" fmla="*/ 57150 h 3176588"/>
              <a:gd name="connsiteX60" fmla="*/ 1576388 w 2109788"/>
              <a:gd name="connsiteY60" fmla="*/ 128588 h 3176588"/>
              <a:gd name="connsiteX61" fmla="*/ 1609725 w 2109788"/>
              <a:gd name="connsiteY61" fmla="*/ 71438 h 3176588"/>
              <a:gd name="connsiteX62" fmla="*/ 1566863 w 2109788"/>
              <a:gd name="connsiteY62" fmla="*/ 23813 h 3176588"/>
              <a:gd name="connsiteX63" fmla="*/ 1595438 w 2109788"/>
              <a:gd name="connsiteY63" fmla="*/ 19050 h 3176588"/>
              <a:gd name="connsiteX64" fmla="*/ 1624013 w 2109788"/>
              <a:gd name="connsiteY64" fmla="*/ 57150 h 3176588"/>
              <a:gd name="connsiteX65" fmla="*/ 1647825 w 2109788"/>
              <a:gd name="connsiteY65" fmla="*/ 19050 h 3176588"/>
              <a:gd name="connsiteX66" fmla="*/ 1690688 w 2109788"/>
              <a:gd name="connsiteY66" fmla="*/ 52388 h 3176588"/>
              <a:gd name="connsiteX67" fmla="*/ 1704975 w 2109788"/>
              <a:gd name="connsiteY67" fmla="*/ 0 h 3176588"/>
              <a:gd name="connsiteX68" fmla="*/ 1771650 w 2109788"/>
              <a:gd name="connsiteY68" fmla="*/ 23813 h 3176588"/>
              <a:gd name="connsiteX69" fmla="*/ 1900238 w 2109788"/>
              <a:gd name="connsiteY69" fmla="*/ 142875 h 3176588"/>
              <a:gd name="connsiteX70" fmla="*/ 1895475 w 2109788"/>
              <a:gd name="connsiteY70" fmla="*/ 233363 h 3176588"/>
              <a:gd name="connsiteX71" fmla="*/ 1909763 w 2109788"/>
              <a:gd name="connsiteY71" fmla="*/ 252413 h 3176588"/>
              <a:gd name="connsiteX72" fmla="*/ 1928813 w 2109788"/>
              <a:gd name="connsiteY72" fmla="*/ 214313 h 3176588"/>
              <a:gd name="connsiteX73" fmla="*/ 1924050 w 2109788"/>
              <a:gd name="connsiteY73" fmla="*/ 166688 h 3176588"/>
              <a:gd name="connsiteX74" fmla="*/ 1938338 w 2109788"/>
              <a:gd name="connsiteY74" fmla="*/ 171450 h 3176588"/>
              <a:gd name="connsiteX75" fmla="*/ 1957388 w 2109788"/>
              <a:gd name="connsiteY75" fmla="*/ 133350 h 3176588"/>
              <a:gd name="connsiteX76" fmla="*/ 2024063 w 2109788"/>
              <a:gd name="connsiteY76" fmla="*/ 158759 h 3176588"/>
              <a:gd name="connsiteX77" fmla="*/ 2109788 w 2109788"/>
              <a:gd name="connsiteY77" fmla="*/ 2562225 h 3176588"/>
              <a:gd name="connsiteX78" fmla="*/ 1895475 w 2109788"/>
              <a:gd name="connsiteY78" fmla="*/ 2657475 h 3176588"/>
              <a:gd name="connsiteX79" fmla="*/ 1852613 w 2109788"/>
              <a:gd name="connsiteY79" fmla="*/ 2671763 h 3176588"/>
              <a:gd name="connsiteX80" fmla="*/ 1733550 w 2109788"/>
              <a:gd name="connsiteY80" fmla="*/ 2657475 h 3176588"/>
              <a:gd name="connsiteX81" fmla="*/ 1671638 w 2109788"/>
              <a:gd name="connsiteY81" fmla="*/ 2728913 h 3176588"/>
              <a:gd name="connsiteX82" fmla="*/ 1519238 w 2109788"/>
              <a:gd name="connsiteY82" fmla="*/ 2786063 h 3176588"/>
              <a:gd name="connsiteX83" fmla="*/ 1514475 w 2109788"/>
              <a:gd name="connsiteY83" fmla="*/ 2876550 h 3176588"/>
              <a:gd name="connsiteX84" fmla="*/ 1457325 w 2109788"/>
              <a:gd name="connsiteY84" fmla="*/ 2933700 h 3176588"/>
              <a:gd name="connsiteX85" fmla="*/ 1419225 w 2109788"/>
              <a:gd name="connsiteY85" fmla="*/ 2943225 h 3176588"/>
              <a:gd name="connsiteX86" fmla="*/ 1366838 w 2109788"/>
              <a:gd name="connsiteY86" fmla="*/ 2919413 h 3176588"/>
              <a:gd name="connsiteX87" fmla="*/ 1295400 w 2109788"/>
              <a:gd name="connsiteY87" fmla="*/ 2962275 h 3176588"/>
              <a:gd name="connsiteX88" fmla="*/ 1223963 w 2109788"/>
              <a:gd name="connsiteY88" fmla="*/ 2933700 h 3176588"/>
              <a:gd name="connsiteX89" fmla="*/ 1109663 w 2109788"/>
              <a:gd name="connsiteY89" fmla="*/ 2952750 h 3176588"/>
              <a:gd name="connsiteX90" fmla="*/ 1095375 w 2109788"/>
              <a:gd name="connsiteY90" fmla="*/ 2976563 h 3176588"/>
              <a:gd name="connsiteX91" fmla="*/ 1033463 w 2109788"/>
              <a:gd name="connsiteY91" fmla="*/ 2957513 h 3176588"/>
              <a:gd name="connsiteX92" fmla="*/ 976313 w 2109788"/>
              <a:gd name="connsiteY92" fmla="*/ 3014663 h 3176588"/>
              <a:gd name="connsiteX93" fmla="*/ 985838 w 2109788"/>
              <a:gd name="connsiteY93" fmla="*/ 3043238 h 3176588"/>
              <a:gd name="connsiteX94" fmla="*/ 914400 w 2109788"/>
              <a:gd name="connsiteY94" fmla="*/ 3052763 h 3176588"/>
              <a:gd name="connsiteX95" fmla="*/ 838200 w 2109788"/>
              <a:gd name="connsiteY95" fmla="*/ 3157538 h 3176588"/>
              <a:gd name="connsiteX96" fmla="*/ 762000 w 2109788"/>
              <a:gd name="connsiteY96" fmla="*/ 3167063 h 3176588"/>
              <a:gd name="connsiteX97" fmla="*/ 681038 w 2109788"/>
              <a:gd name="connsiteY97" fmla="*/ 3157538 h 3176588"/>
              <a:gd name="connsiteX98" fmla="*/ 638175 w 2109788"/>
              <a:gd name="connsiteY98" fmla="*/ 3176588 h 3176588"/>
              <a:gd name="connsiteX99" fmla="*/ 619125 w 2109788"/>
              <a:gd name="connsiteY99" fmla="*/ 3138488 h 3176588"/>
              <a:gd name="connsiteX100" fmla="*/ 581025 w 2109788"/>
              <a:gd name="connsiteY100" fmla="*/ 3157538 h 3176588"/>
              <a:gd name="connsiteX101" fmla="*/ 523875 w 2109788"/>
              <a:gd name="connsiteY101" fmla="*/ 3090863 h 3176588"/>
              <a:gd name="connsiteX102" fmla="*/ 452438 w 2109788"/>
              <a:gd name="connsiteY102" fmla="*/ 3105150 h 3176588"/>
              <a:gd name="connsiteX103" fmla="*/ 428625 w 2109788"/>
              <a:gd name="connsiteY103" fmla="*/ 2971800 h 3176588"/>
              <a:gd name="connsiteX104" fmla="*/ 466725 w 2109788"/>
              <a:gd name="connsiteY104" fmla="*/ 3009900 h 3176588"/>
              <a:gd name="connsiteX105" fmla="*/ 509588 w 2109788"/>
              <a:gd name="connsiteY105" fmla="*/ 2967038 h 3176588"/>
              <a:gd name="connsiteX106" fmla="*/ 500063 w 2109788"/>
              <a:gd name="connsiteY106" fmla="*/ 2886075 h 3176588"/>
              <a:gd name="connsiteX107" fmla="*/ 495300 w 2109788"/>
              <a:gd name="connsiteY107" fmla="*/ 2805113 h 3176588"/>
              <a:gd name="connsiteX108" fmla="*/ 471488 w 2109788"/>
              <a:gd name="connsiteY108" fmla="*/ 2762250 h 3176588"/>
              <a:gd name="connsiteX109" fmla="*/ 495300 w 2109788"/>
              <a:gd name="connsiteY109" fmla="*/ 2733675 h 3176588"/>
              <a:gd name="connsiteX110" fmla="*/ 433388 w 2109788"/>
              <a:gd name="connsiteY110" fmla="*/ 2662238 h 3176588"/>
              <a:gd name="connsiteX111" fmla="*/ 414338 w 2109788"/>
              <a:gd name="connsiteY111" fmla="*/ 2614613 h 3176588"/>
              <a:gd name="connsiteX112" fmla="*/ 366713 w 2109788"/>
              <a:gd name="connsiteY112" fmla="*/ 2576513 h 3176588"/>
              <a:gd name="connsiteX113" fmla="*/ 342900 w 2109788"/>
              <a:gd name="connsiteY113" fmla="*/ 2505075 h 3176588"/>
              <a:gd name="connsiteX114" fmla="*/ 338138 w 2109788"/>
              <a:gd name="connsiteY114" fmla="*/ 2386013 h 3176588"/>
              <a:gd name="connsiteX115" fmla="*/ 276225 w 2109788"/>
              <a:gd name="connsiteY115" fmla="*/ 2309813 h 3176588"/>
              <a:gd name="connsiteX116" fmla="*/ 200025 w 2109788"/>
              <a:gd name="connsiteY116" fmla="*/ 2200275 h 3176588"/>
              <a:gd name="connsiteX117" fmla="*/ 190500 w 2109788"/>
              <a:gd name="connsiteY117" fmla="*/ 2143125 h 3176588"/>
              <a:gd name="connsiteX118" fmla="*/ 9525 w 2109788"/>
              <a:gd name="connsiteY118" fmla="*/ 1938338 h 3176588"/>
              <a:gd name="connsiteX119" fmla="*/ 0 w 2109788"/>
              <a:gd name="connsiteY119" fmla="*/ 1895475 h 3176588"/>
              <a:gd name="connsiteX120" fmla="*/ 38100 w 2109788"/>
              <a:gd name="connsiteY120" fmla="*/ 1957388 h 3176588"/>
              <a:gd name="connsiteX121" fmla="*/ 104775 w 2109788"/>
              <a:gd name="connsiteY121" fmla="*/ 2014538 h 3176588"/>
              <a:gd name="connsiteX122" fmla="*/ 123825 w 2109788"/>
              <a:gd name="connsiteY122" fmla="*/ 2038350 h 3176588"/>
              <a:gd name="connsiteX123" fmla="*/ 142875 w 2109788"/>
              <a:gd name="connsiteY123" fmla="*/ 1995488 h 3176588"/>
              <a:gd name="connsiteX124" fmla="*/ 85725 w 2109788"/>
              <a:gd name="connsiteY124" fmla="*/ 1933575 h 3176588"/>
              <a:gd name="connsiteX125" fmla="*/ 76200 w 2109788"/>
              <a:gd name="connsiteY125" fmla="*/ 1881188 h 3176588"/>
              <a:gd name="connsiteX126" fmla="*/ 128588 w 2109788"/>
              <a:gd name="connsiteY126" fmla="*/ 1938338 h 3176588"/>
              <a:gd name="connsiteX127" fmla="*/ 157163 w 2109788"/>
              <a:gd name="connsiteY127" fmla="*/ 1985963 h 3176588"/>
              <a:gd name="connsiteX128" fmla="*/ 176213 w 2109788"/>
              <a:gd name="connsiteY128" fmla="*/ 1933575 h 3176588"/>
              <a:gd name="connsiteX129" fmla="*/ 157163 w 2109788"/>
              <a:gd name="connsiteY129" fmla="*/ 1895475 h 3176588"/>
              <a:gd name="connsiteX130" fmla="*/ 123825 w 2109788"/>
              <a:gd name="connsiteY130" fmla="*/ 1852613 h 3176588"/>
              <a:gd name="connsiteX131" fmla="*/ 71438 w 2109788"/>
              <a:gd name="connsiteY131" fmla="*/ 1800225 h 3176588"/>
              <a:gd name="connsiteX132" fmla="*/ 33338 w 2109788"/>
              <a:gd name="connsiteY132" fmla="*/ 1728788 h 317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2109788" h="3176588">
                <a:moveTo>
                  <a:pt x="33338" y="1728788"/>
                </a:moveTo>
                <a:lnTo>
                  <a:pt x="28575" y="1628775"/>
                </a:lnTo>
                <a:lnTo>
                  <a:pt x="61913" y="1585913"/>
                </a:lnTo>
                <a:cubicBezTo>
                  <a:pt x="47169" y="1536767"/>
                  <a:pt x="47625" y="1554862"/>
                  <a:pt x="47625" y="1533525"/>
                </a:cubicBezTo>
                <a:cubicBezTo>
                  <a:pt x="58022" y="1497135"/>
                  <a:pt x="68707" y="1500188"/>
                  <a:pt x="47625" y="1500188"/>
                </a:cubicBezTo>
                <a:lnTo>
                  <a:pt x="14288" y="1457325"/>
                </a:lnTo>
                <a:lnTo>
                  <a:pt x="42863" y="1414463"/>
                </a:lnTo>
                <a:lnTo>
                  <a:pt x="47625" y="1347788"/>
                </a:lnTo>
                <a:lnTo>
                  <a:pt x="100013" y="1443038"/>
                </a:lnTo>
                <a:cubicBezTo>
                  <a:pt x="124596" y="1398787"/>
                  <a:pt x="123825" y="1416519"/>
                  <a:pt x="123825" y="1395413"/>
                </a:cubicBezTo>
                <a:lnTo>
                  <a:pt x="123825" y="1347788"/>
                </a:lnTo>
                <a:lnTo>
                  <a:pt x="242888" y="1266825"/>
                </a:lnTo>
                <a:lnTo>
                  <a:pt x="309563" y="1195388"/>
                </a:lnTo>
                <a:lnTo>
                  <a:pt x="347663" y="1152525"/>
                </a:lnTo>
                <a:lnTo>
                  <a:pt x="361950" y="1109663"/>
                </a:lnTo>
                <a:lnTo>
                  <a:pt x="390525" y="1095375"/>
                </a:lnTo>
                <a:lnTo>
                  <a:pt x="414338" y="1128713"/>
                </a:lnTo>
                <a:lnTo>
                  <a:pt x="481013" y="1128713"/>
                </a:lnTo>
                <a:lnTo>
                  <a:pt x="576263" y="1057275"/>
                </a:lnTo>
                <a:lnTo>
                  <a:pt x="623888" y="1057275"/>
                </a:lnTo>
                <a:lnTo>
                  <a:pt x="728663" y="962025"/>
                </a:lnTo>
                <a:lnTo>
                  <a:pt x="747713" y="1009650"/>
                </a:lnTo>
                <a:lnTo>
                  <a:pt x="890588" y="952500"/>
                </a:lnTo>
                <a:lnTo>
                  <a:pt x="923925" y="914400"/>
                </a:lnTo>
                <a:cubicBezTo>
                  <a:pt x="955512" y="924929"/>
                  <a:pt x="952500" y="933965"/>
                  <a:pt x="952500" y="914400"/>
                </a:cubicBezTo>
                <a:cubicBezTo>
                  <a:pt x="1010683" y="846520"/>
                  <a:pt x="1009650" y="876997"/>
                  <a:pt x="1009650" y="842963"/>
                </a:cubicBezTo>
                <a:lnTo>
                  <a:pt x="1047750" y="728663"/>
                </a:lnTo>
                <a:cubicBezTo>
                  <a:pt x="1096795" y="704140"/>
                  <a:pt x="1095375" y="722599"/>
                  <a:pt x="1095375" y="700088"/>
                </a:cubicBezTo>
                <a:lnTo>
                  <a:pt x="1109663" y="666750"/>
                </a:lnTo>
                <a:lnTo>
                  <a:pt x="1071563" y="600075"/>
                </a:lnTo>
                <a:lnTo>
                  <a:pt x="1081088" y="528638"/>
                </a:lnTo>
                <a:lnTo>
                  <a:pt x="1143000" y="490538"/>
                </a:lnTo>
                <a:cubicBezTo>
                  <a:pt x="1163042" y="465485"/>
                  <a:pt x="1162050" y="476890"/>
                  <a:pt x="1162050" y="461963"/>
                </a:cubicBezTo>
                <a:lnTo>
                  <a:pt x="1176338" y="423863"/>
                </a:lnTo>
                <a:lnTo>
                  <a:pt x="1204913" y="485775"/>
                </a:lnTo>
                <a:lnTo>
                  <a:pt x="1266825" y="576263"/>
                </a:lnTo>
                <a:lnTo>
                  <a:pt x="1266825" y="504825"/>
                </a:lnTo>
                <a:cubicBezTo>
                  <a:pt x="1325557" y="509720"/>
                  <a:pt x="1343091" y="509588"/>
                  <a:pt x="1319213" y="509588"/>
                </a:cubicBezTo>
                <a:lnTo>
                  <a:pt x="1247775" y="438150"/>
                </a:lnTo>
                <a:lnTo>
                  <a:pt x="1271588" y="414338"/>
                </a:lnTo>
                <a:lnTo>
                  <a:pt x="1266825" y="381000"/>
                </a:lnTo>
                <a:lnTo>
                  <a:pt x="1285875" y="381000"/>
                </a:lnTo>
                <a:lnTo>
                  <a:pt x="1300163" y="423863"/>
                </a:lnTo>
                <a:cubicBezTo>
                  <a:pt x="1324816" y="384417"/>
                  <a:pt x="1323975" y="370787"/>
                  <a:pt x="1323975" y="390525"/>
                </a:cubicBezTo>
                <a:cubicBezTo>
                  <a:pt x="1358518" y="420133"/>
                  <a:pt x="1357313" y="433736"/>
                  <a:pt x="1357313" y="414338"/>
                </a:cubicBezTo>
                <a:cubicBezTo>
                  <a:pt x="1439851" y="404628"/>
                  <a:pt x="1465448" y="404813"/>
                  <a:pt x="1433513" y="404813"/>
                </a:cubicBezTo>
                <a:lnTo>
                  <a:pt x="1366838" y="381000"/>
                </a:lnTo>
                <a:lnTo>
                  <a:pt x="1409700" y="347663"/>
                </a:lnTo>
                <a:lnTo>
                  <a:pt x="1376363" y="319088"/>
                </a:lnTo>
                <a:lnTo>
                  <a:pt x="1376363" y="257175"/>
                </a:lnTo>
                <a:lnTo>
                  <a:pt x="1347788" y="233363"/>
                </a:lnTo>
                <a:lnTo>
                  <a:pt x="1395413" y="257175"/>
                </a:lnTo>
                <a:lnTo>
                  <a:pt x="1433513" y="238125"/>
                </a:lnTo>
                <a:lnTo>
                  <a:pt x="1466850" y="285750"/>
                </a:lnTo>
                <a:lnTo>
                  <a:pt x="1481138" y="257175"/>
                </a:lnTo>
                <a:lnTo>
                  <a:pt x="1423988" y="190500"/>
                </a:lnTo>
                <a:cubicBezTo>
                  <a:pt x="1508475" y="200440"/>
                  <a:pt x="1517101" y="224330"/>
                  <a:pt x="1500188" y="190500"/>
                </a:cubicBezTo>
                <a:lnTo>
                  <a:pt x="1462088" y="104775"/>
                </a:lnTo>
                <a:cubicBezTo>
                  <a:pt x="1531681" y="134601"/>
                  <a:pt x="1528763" y="157530"/>
                  <a:pt x="1528763" y="123825"/>
                </a:cubicBezTo>
                <a:lnTo>
                  <a:pt x="1538288" y="57150"/>
                </a:lnTo>
                <a:lnTo>
                  <a:pt x="1576388" y="128588"/>
                </a:lnTo>
                <a:lnTo>
                  <a:pt x="1609725" y="71438"/>
                </a:lnTo>
                <a:lnTo>
                  <a:pt x="1566863" y="23813"/>
                </a:lnTo>
                <a:lnTo>
                  <a:pt x="1595438" y="19050"/>
                </a:lnTo>
                <a:lnTo>
                  <a:pt x="1624013" y="57150"/>
                </a:lnTo>
                <a:lnTo>
                  <a:pt x="1647825" y="19050"/>
                </a:lnTo>
                <a:lnTo>
                  <a:pt x="1690688" y="52388"/>
                </a:lnTo>
                <a:lnTo>
                  <a:pt x="1704975" y="0"/>
                </a:lnTo>
                <a:lnTo>
                  <a:pt x="1771650" y="23813"/>
                </a:lnTo>
                <a:lnTo>
                  <a:pt x="1900238" y="142875"/>
                </a:lnTo>
                <a:lnTo>
                  <a:pt x="1895475" y="233363"/>
                </a:lnTo>
                <a:lnTo>
                  <a:pt x="1909763" y="252413"/>
                </a:lnTo>
                <a:lnTo>
                  <a:pt x="1928813" y="214313"/>
                </a:lnTo>
                <a:lnTo>
                  <a:pt x="1924050" y="166688"/>
                </a:lnTo>
                <a:lnTo>
                  <a:pt x="1938338" y="171450"/>
                </a:lnTo>
                <a:cubicBezTo>
                  <a:pt x="1953182" y="131863"/>
                  <a:pt x="1939061" y="133350"/>
                  <a:pt x="1957388" y="133350"/>
                </a:cubicBezTo>
                <a:lnTo>
                  <a:pt x="2024063" y="158759"/>
                </a:lnTo>
                <a:lnTo>
                  <a:pt x="2109788" y="2562225"/>
                </a:lnTo>
                <a:lnTo>
                  <a:pt x="1895475" y="2657475"/>
                </a:lnTo>
                <a:lnTo>
                  <a:pt x="1852613" y="2671763"/>
                </a:lnTo>
                <a:lnTo>
                  <a:pt x="1733550" y="2657475"/>
                </a:lnTo>
                <a:lnTo>
                  <a:pt x="1671638" y="2728913"/>
                </a:lnTo>
                <a:lnTo>
                  <a:pt x="1519238" y="2786063"/>
                </a:lnTo>
                <a:lnTo>
                  <a:pt x="1514475" y="2876550"/>
                </a:lnTo>
                <a:lnTo>
                  <a:pt x="1457325" y="2933700"/>
                </a:lnTo>
                <a:lnTo>
                  <a:pt x="1419225" y="2943225"/>
                </a:lnTo>
                <a:lnTo>
                  <a:pt x="1366838" y="2919413"/>
                </a:lnTo>
                <a:lnTo>
                  <a:pt x="1295400" y="2962275"/>
                </a:lnTo>
                <a:lnTo>
                  <a:pt x="1223963" y="2933700"/>
                </a:lnTo>
                <a:lnTo>
                  <a:pt x="1109663" y="2952750"/>
                </a:lnTo>
                <a:lnTo>
                  <a:pt x="1095375" y="2976563"/>
                </a:lnTo>
                <a:lnTo>
                  <a:pt x="1033463" y="2957513"/>
                </a:lnTo>
                <a:lnTo>
                  <a:pt x="976313" y="3014663"/>
                </a:lnTo>
                <a:lnTo>
                  <a:pt x="985838" y="3043238"/>
                </a:lnTo>
                <a:lnTo>
                  <a:pt x="914400" y="3052763"/>
                </a:lnTo>
                <a:lnTo>
                  <a:pt x="838200" y="3157538"/>
                </a:lnTo>
                <a:lnTo>
                  <a:pt x="762000" y="3167063"/>
                </a:lnTo>
                <a:lnTo>
                  <a:pt x="681038" y="3157538"/>
                </a:lnTo>
                <a:lnTo>
                  <a:pt x="638175" y="3176588"/>
                </a:lnTo>
                <a:lnTo>
                  <a:pt x="619125" y="3138488"/>
                </a:lnTo>
                <a:lnTo>
                  <a:pt x="581025" y="3157538"/>
                </a:lnTo>
                <a:lnTo>
                  <a:pt x="523875" y="3090863"/>
                </a:lnTo>
                <a:lnTo>
                  <a:pt x="452438" y="3105150"/>
                </a:lnTo>
                <a:lnTo>
                  <a:pt x="428625" y="2971800"/>
                </a:lnTo>
                <a:cubicBezTo>
                  <a:pt x="463008" y="3011095"/>
                  <a:pt x="445088" y="3009900"/>
                  <a:pt x="466725" y="3009900"/>
                </a:cubicBezTo>
                <a:lnTo>
                  <a:pt x="509588" y="2967038"/>
                </a:lnTo>
                <a:lnTo>
                  <a:pt x="500063" y="2886075"/>
                </a:lnTo>
                <a:lnTo>
                  <a:pt x="495300" y="2805113"/>
                </a:lnTo>
                <a:lnTo>
                  <a:pt x="471488" y="2762250"/>
                </a:lnTo>
                <a:lnTo>
                  <a:pt x="495300" y="2733675"/>
                </a:lnTo>
                <a:cubicBezTo>
                  <a:pt x="436689" y="2665296"/>
                  <a:pt x="458848" y="2687698"/>
                  <a:pt x="433388" y="2662238"/>
                </a:cubicBezTo>
                <a:lnTo>
                  <a:pt x="414338" y="2614613"/>
                </a:lnTo>
                <a:lnTo>
                  <a:pt x="366713" y="2576513"/>
                </a:lnTo>
                <a:lnTo>
                  <a:pt x="342900" y="2505075"/>
                </a:lnTo>
                <a:lnTo>
                  <a:pt x="338138" y="2386013"/>
                </a:lnTo>
                <a:cubicBezTo>
                  <a:pt x="280035" y="2308543"/>
                  <a:pt x="312738" y="2309813"/>
                  <a:pt x="276225" y="2309813"/>
                </a:cubicBezTo>
                <a:lnTo>
                  <a:pt x="200025" y="2200275"/>
                </a:lnTo>
                <a:cubicBezTo>
                  <a:pt x="195060" y="2145652"/>
                  <a:pt x="207662" y="2160287"/>
                  <a:pt x="190500" y="2143125"/>
                </a:cubicBezTo>
                <a:cubicBezTo>
                  <a:pt x="130282" y="2074769"/>
                  <a:pt x="73948" y="2002747"/>
                  <a:pt x="9525" y="1938338"/>
                </a:cubicBezTo>
                <a:lnTo>
                  <a:pt x="0" y="1895475"/>
                </a:lnTo>
                <a:lnTo>
                  <a:pt x="38100" y="1957388"/>
                </a:lnTo>
                <a:lnTo>
                  <a:pt x="104775" y="2014538"/>
                </a:lnTo>
                <a:lnTo>
                  <a:pt x="123825" y="2038350"/>
                </a:lnTo>
                <a:lnTo>
                  <a:pt x="142875" y="1995488"/>
                </a:lnTo>
                <a:lnTo>
                  <a:pt x="85725" y="1933575"/>
                </a:lnTo>
                <a:cubicBezTo>
                  <a:pt x="75889" y="1884393"/>
                  <a:pt x="76200" y="1902139"/>
                  <a:pt x="76200" y="1881188"/>
                </a:cubicBezTo>
                <a:lnTo>
                  <a:pt x="128588" y="1938338"/>
                </a:lnTo>
                <a:lnTo>
                  <a:pt x="157163" y="1985963"/>
                </a:lnTo>
                <a:lnTo>
                  <a:pt x="176213" y="1933575"/>
                </a:lnTo>
                <a:lnTo>
                  <a:pt x="157163" y="1895475"/>
                </a:lnTo>
                <a:lnTo>
                  <a:pt x="123825" y="1852613"/>
                </a:lnTo>
                <a:lnTo>
                  <a:pt x="71438" y="1800225"/>
                </a:lnTo>
                <a:lnTo>
                  <a:pt x="33338" y="1728788"/>
                </a:ln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2" name="Freeform 395">
            <a:extLst>
              <a:ext uri="{FF2B5EF4-FFF2-40B4-BE49-F238E27FC236}">
                <a16:creationId xmlns:a16="http://schemas.microsoft.com/office/drawing/2014/main" id="{A7B259E6-01BA-43BD-8379-0DF846C3EF5E}"/>
              </a:ext>
            </a:extLst>
          </p:cNvPr>
          <p:cNvSpPr/>
          <p:nvPr>
            <p:custDataLst>
              <p:tags r:id="rId4"/>
            </p:custDataLst>
          </p:nvPr>
        </p:nvSpPr>
        <p:spPr bwMode="auto">
          <a:xfrm>
            <a:off x="6016168" y="1174027"/>
            <a:ext cx="1364280" cy="2363892"/>
          </a:xfrm>
          <a:custGeom>
            <a:avLst/>
            <a:gdLst>
              <a:gd name="connsiteX0" fmla="*/ 104775 w 1270000"/>
              <a:gd name="connsiteY0" fmla="*/ 381000 h 2639728"/>
              <a:gd name="connsiteX1" fmla="*/ 155575 w 1270000"/>
              <a:gd name="connsiteY1" fmla="*/ 371475 h 2639728"/>
              <a:gd name="connsiteX2" fmla="*/ 171450 w 1270000"/>
              <a:gd name="connsiteY2" fmla="*/ 342900 h 2639728"/>
              <a:gd name="connsiteX3" fmla="*/ 168275 w 1270000"/>
              <a:gd name="connsiteY3" fmla="*/ 339725 h 2639728"/>
              <a:gd name="connsiteX4" fmla="*/ 152400 w 1270000"/>
              <a:gd name="connsiteY4" fmla="*/ 292100 h 2639728"/>
              <a:gd name="connsiteX5" fmla="*/ 171450 w 1270000"/>
              <a:gd name="connsiteY5" fmla="*/ 285750 h 2639728"/>
              <a:gd name="connsiteX6" fmla="*/ 193675 w 1270000"/>
              <a:gd name="connsiteY6" fmla="*/ 250825 h 2639728"/>
              <a:gd name="connsiteX7" fmla="*/ 219075 w 1270000"/>
              <a:gd name="connsiteY7" fmla="*/ 257175 h 2639728"/>
              <a:gd name="connsiteX8" fmla="*/ 222250 w 1270000"/>
              <a:gd name="connsiteY8" fmla="*/ 209550 h 2639728"/>
              <a:gd name="connsiteX9" fmla="*/ 266700 w 1270000"/>
              <a:gd name="connsiteY9" fmla="*/ 219075 h 2639728"/>
              <a:gd name="connsiteX10" fmla="*/ 288925 w 1270000"/>
              <a:gd name="connsiteY10" fmla="*/ 168275 h 2639728"/>
              <a:gd name="connsiteX11" fmla="*/ 339725 w 1270000"/>
              <a:gd name="connsiteY11" fmla="*/ 196850 h 2639728"/>
              <a:gd name="connsiteX12" fmla="*/ 431800 w 1270000"/>
              <a:gd name="connsiteY12" fmla="*/ 200025 h 2639728"/>
              <a:gd name="connsiteX13" fmla="*/ 463550 w 1270000"/>
              <a:gd name="connsiteY13" fmla="*/ 177800 h 2639728"/>
              <a:gd name="connsiteX14" fmla="*/ 495300 w 1270000"/>
              <a:gd name="connsiteY14" fmla="*/ 206375 h 2639728"/>
              <a:gd name="connsiteX15" fmla="*/ 495300 w 1270000"/>
              <a:gd name="connsiteY15" fmla="*/ 161925 h 2639728"/>
              <a:gd name="connsiteX16" fmla="*/ 514350 w 1270000"/>
              <a:gd name="connsiteY16" fmla="*/ 171450 h 2639728"/>
              <a:gd name="connsiteX17" fmla="*/ 514350 w 1270000"/>
              <a:gd name="connsiteY17" fmla="*/ 130175 h 2639728"/>
              <a:gd name="connsiteX18" fmla="*/ 501650 w 1270000"/>
              <a:gd name="connsiteY18" fmla="*/ 120650 h 2639728"/>
              <a:gd name="connsiteX19" fmla="*/ 495300 w 1270000"/>
              <a:gd name="connsiteY19" fmla="*/ 88900 h 2639728"/>
              <a:gd name="connsiteX20" fmla="*/ 476250 w 1270000"/>
              <a:gd name="connsiteY20" fmla="*/ 66675 h 2639728"/>
              <a:gd name="connsiteX21" fmla="*/ 431800 w 1270000"/>
              <a:gd name="connsiteY21" fmla="*/ 79375 h 2639728"/>
              <a:gd name="connsiteX22" fmla="*/ 384175 w 1270000"/>
              <a:gd name="connsiteY22" fmla="*/ 47625 h 2639728"/>
              <a:gd name="connsiteX23" fmla="*/ 428625 w 1270000"/>
              <a:gd name="connsiteY23" fmla="*/ 22225 h 2639728"/>
              <a:gd name="connsiteX24" fmla="*/ 444500 w 1270000"/>
              <a:gd name="connsiteY24" fmla="*/ 41275 h 2639728"/>
              <a:gd name="connsiteX25" fmla="*/ 479425 w 1270000"/>
              <a:gd name="connsiteY25" fmla="*/ 34925 h 2639728"/>
              <a:gd name="connsiteX26" fmla="*/ 498475 w 1270000"/>
              <a:gd name="connsiteY26" fmla="*/ 0 h 2639728"/>
              <a:gd name="connsiteX27" fmla="*/ 517525 w 1270000"/>
              <a:gd name="connsiteY27" fmla="*/ 41275 h 2639728"/>
              <a:gd name="connsiteX28" fmla="*/ 514350 w 1270000"/>
              <a:gd name="connsiteY28" fmla="*/ 66675 h 2639728"/>
              <a:gd name="connsiteX29" fmla="*/ 527050 w 1270000"/>
              <a:gd name="connsiteY29" fmla="*/ 76200 h 2639728"/>
              <a:gd name="connsiteX30" fmla="*/ 555625 w 1270000"/>
              <a:gd name="connsiteY30" fmla="*/ 53975 h 2639728"/>
              <a:gd name="connsiteX31" fmla="*/ 574675 w 1270000"/>
              <a:gd name="connsiteY31" fmla="*/ 76200 h 2639728"/>
              <a:gd name="connsiteX32" fmla="*/ 574675 w 1270000"/>
              <a:gd name="connsiteY32" fmla="*/ 107950 h 2639728"/>
              <a:gd name="connsiteX33" fmla="*/ 625475 w 1270000"/>
              <a:gd name="connsiteY33" fmla="*/ 111125 h 2639728"/>
              <a:gd name="connsiteX34" fmla="*/ 631825 w 1270000"/>
              <a:gd name="connsiteY34" fmla="*/ 79375 h 2639728"/>
              <a:gd name="connsiteX35" fmla="*/ 641350 w 1270000"/>
              <a:gd name="connsiteY35" fmla="*/ 130175 h 2639728"/>
              <a:gd name="connsiteX36" fmla="*/ 682625 w 1270000"/>
              <a:gd name="connsiteY36" fmla="*/ 111125 h 2639728"/>
              <a:gd name="connsiteX37" fmla="*/ 708025 w 1270000"/>
              <a:gd name="connsiteY37" fmla="*/ 142875 h 2639728"/>
              <a:gd name="connsiteX38" fmla="*/ 739775 w 1270000"/>
              <a:gd name="connsiteY38" fmla="*/ 142875 h 2639728"/>
              <a:gd name="connsiteX39" fmla="*/ 752475 w 1270000"/>
              <a:gd name="connsiteY39" fmla="*/ 165100 h 2639728"/>
              <a:gd name="connsiteX40" fmla="*/ 825500 w 1270000"/>
              <a:gd name="connsiteY40" fmla="*/ 142875 h 2639728"/>
              <a:gd name="connsiteX41" fmla="*/ 882650 w 1270000"/>
              <a:gd name="connsiteY41" fmla="*/ 212725 h 2639728"/>
              <a:gd name="connsiteX42" fmla="*/ 914400 w 1270000"/>
              <a:gd name="connsiteY42" fmla="*/ 200025 h 2639728"/>
              <a:gd name="connsiteX43" fmla="*/ 917575 w 1270000"/>
              <a:gd name="connsiteY43" fmla="*/ 165100 h 2639728"/>
              <a:gd name="connsiteX44" fmla="*/ 968375 w 1270000"/>
              <a:gd name="connsiteY44" fmla="*/ 146050 h 2639728"/>
              <a:gd name="connsiteX45" fmla="*/ 981075 w 1270000"/>
              <a:gd name="connsiteY45" fmla="*/ 161925 h 2639728"/>
              <a:gd name="connsiteX46" fmla="*/ 962025 w 1270000"/>
              <a:gd name="connsiteY46" fmla="*/ 193675 h 2639728"/>
              <a:gd name="connsiteX47" fmla="*/ 993775 w 1270000"/>
              <a:gd name="connsiteY47" fmla="*/ 187325 h 2639728"/>
              <a:gd name="connsiteX48" fmla="*/ 1028700 w 1270000"/>
              <a:gd name="connsiteY48" fmla="*/ 234950 h 2639728"/>
              <a:gd name="connsiteX49" fmla="*/ 1057275 w 1270000"/>
              <a:gd name="connsiteY49" fmla="*/ 206375 h 2639728"/>
              <a:gd name="connsiteX50" fmla="*/ 1025525 w 1270000"/>
              <a:gd name="connsiteY50" fmla="*/ 174625 h 2639728"/>
              <a:gd name="connsiteX51" fmla="*/ 1060450 w 1270000"/>
              <a:gd name="connsiteY51" fmla="*/ 149225 h 2639728"/>
              <a:gd name="connsiteX52" fmla="*/ 1082675 w 1270000"/>
              <a:gd name="connsiteY52" fmla="*/ 114300 h 2639728"/>
              <a:gd name="connsiteX53" fmla="*/ 1085850 w 1270000"/>
              <a:gd name="connsiteY53" fmla="*/ 174625 h 2639728"/>
              <a:gd name="connsiteX54" fmla="*/ 1101725 w 1270000"/>
              <a:gd name="connsiteY54" fmla="*/ 203200 h 2639728"/>
              <a:gd name="connsiteX55" fmla="*/ 1120775 w 1270000"/>
              <a:gd name="connsiteY55" fmla="*/ 184150 h 2639728"/>
              <a:gd name="connsiteX56" fmla="*/ 1139825 w 1270000"/>
              <a:gd name="connsiteY56" fmla="*/ 187325 h 2639728"/>
              <a:gd name="connsiteX57" fmla="*/ 1149350 w 1270000"/>
              <a:gd name="connsiteY57" fmla="*/ 222250 h 2639728"/>
              <a:gd name="connsiteX58" fmla="*/ 1114425 w 1270000"/>
              <a:gd name="connsiteY58" fmla="*/ 234950 h 2639728"/>
              <a:gd name="connsiteX59" fmla="*/ 1076325 w 1270000"/>
              <a:gd name="connsiteY59" fmla="*/ 282575 h 2639728"/>
              <a:gd name="connsiteX60" fmla="*/ 1079500 w 1270000"/>
              <a:gd name="connsiteY60" fmla="*/ 320675 h 2639728"/>
              <a:gd name="connsiteX61" fmla="*/ 1057275 w 1270000"/>
              <a:gd name="connsiteY61" fmla="*/ 336550 h 2639728"/>
              <a:gd name="connsiteX62" fmla="*/ 1022350 w 1270000"/>
              <a:gd name="connsiteY62" fmla="*/ 327025 h 2639728"/>
              <a:gd name="connsiteX63" fmla="*/ 1006475 w 1270000"/>
              <a:gd name="connsiteY63" fmla="*/ 336550 h 2639728"/>
              <a:gd name="connsiteX64" fmla="*/ 1016000 w 1270000"/>
              <a:gd name="connsiteY64" fmla="*/ 368300 h 2639728"/>
              <a:gd name="connsiteX65" fmla="*/ 984250 w 1270000"/>
              <a:gd name="connsiteY65" fmla="*/ 355600 h 2639728"/>
              <a:gd name="connsiteX66" fmla="*/ 965200 w 1270000"/>
              <a:gd name="connsiteY66" fmla="*/ 377825 h 2639728"/>
              <a:gd name="connsiteX67" fmla="*/ 990600 w 1270000"/>
              <a:gd name="connsiteY67" fmla="*/ 412750 h 2639728"/>
              <a:gd name="connsiteX68" fmla="*/ 1050925 w 1270000"/>
              <a:gd name="connsiteY68" fmla="*/ 431800 h 2639728"/>
              <a:gd name="connsiteX69" fmla="*/ 1082675 w 1270000"/>
              <a:gd name="connsiteY69" fmla="*/ 406400 h 2639728"/>
              <a:gd name="connsiteX70" fmla="*/ 1120775 w 1270000"/>
              <a:gd name="connsiteY70" fmla="*/ 419100 h 2639728"/>
              <a:gd name="connsiteX71" fmla="*/ 1123950 w 1270000"/>
              <a:gd name="connsiteY71" fmla="*/ 447675 h 2639728"/>
              <a:gd name="connsiteX72" fmla="*/ 1111250 w 1270000"/>
              <a:gd name="connsiteY72" fmla="*/ 463550 h 2639728"/>
              <a:gd name="connsiteX73" fmla="*/ 1149350 w 1270000"/>
              <a:gd name="connsiteY73" fmla="*/ 485775 h 2639728"/>
              <a:gd name="connsiteX74" fmla="*/ 1123950 w 1270000"/>
              <a:gd name="connsiteY74" fmla="*/ 504825 h 2639728"/>
              <a:gd name="connsiteX75" fmla="*/ 1089025 w 1270000"/>
              <a:gd name="connsiteY75" fmla="*/ 495300 h 2639728"/>
              <a:gd name="connsiteX76" fmla="*/ 1054100 w 1270000"/>
              <a:gd name="connsiteY76" fmla="*/ 488950 h 2639728"/>
              <a:gd name="connsiteX77" fmla="*/ 1044575 w 1270000"/>
              <a:gd name="connsiteY77" fmla="*/ 438150 h 2639728"/>
              <a:gd name="connsiteX78" fmla="*/ 987425 w 1270000"/>
              <a:gd name="connsiteY78" fmla="*/ 422275 h 2639728"/>
              <a:gd name="connsiteX79" fmla="*/ 984250 w 1270000"/>
              <a:gd name="connsiteY79" fmla="*/ 473075 h 2639728"/>
              <a:gd name="connsiteX80" fmla="*/ 920750 w 1270000"/>
              <a:gd name="connsiteY80" fmla="*/ 527050 h 2639728"/>
              <a:gd name="connsiteX81" fmla="*/ 923925 w 1270000"/>
              <a:gd name="connsiteY81" fmla="*/ 546100 h 2639728"/>
              <a:gd name="connsiteX82" fmla="*/ 898525 w 1270000"/>
              <a:gd name="connsiteY82" fmla="*/ 565150 h 2639728"/>
              <a:gd name="connsiteX83" fmla="*/ 914400 w 1270000"/>
              <a:gd name="connsiteY83" fmla="*/ 590550 h 2639728"/>
              <a:gd name="connsiteX84" fmla="*/ 942975 w 1270000"/>
              <a:gd name="connsiteY84" fmla="*/ 600075 h 2639728"/>
              <a:gd name="connsiteX85" fmla="*/ 971550 w 1270000"/>
              <a:gd name="connsiteY85" fmla="*/ 635000 h 2639728"/>
              <a:gd name="connsiteX86" fmla="*/ 1000125 w 1270000"/>
              <a:gd name="connsiteY86" fmla="*/ 628650 h 2639728"/>
              <a:gd name="connsiteX87" fmla="*/ 1025525 w 1270000"/>
              <a:gd name="connsiteY87" fmla="*/ 673100 h 2639728"/>
              <a:gd name="connsiteX88" fmla="*/ 1060450 w 1270000"/>
              <a:gd name="connsiteY88" fmla="*/ 688975 h 2639728"/>
              <a:gd name="connsiteX89" fmla="*/ 1082675 w 1270000"/>
              <a:gd name="connsiteY89" fmla="*/ 727075 h 2639728"/>
              <a:gd name="connsiteX90" fmla="*/ 1104900 w 1270000"/>
              <a:gd name="connsiteY90" fmla="*/ 746125 h 2639728"/>
              <a:gd name="connsiteX91" fmla="*/ 1155700 w 1270000"/>
              <a:gd name="connsiteY91" fmla="*/ 736600 h 2639728"/>
              <a:gd name="connsiteX92" fmla="*/ 1193800 w 1270000"/>
              <a:gd name="connsiteY92" fmla="*/ 774700 h 2639728"/>
              <a:gd name="connsiteX93" fmla="*/ 1228725 w 1270000"/>
              <a:gd name="connsiteY93" fmla="*/ 777875 h 2639728"/>
              <a:gd name="connsiteX94" fmla="*/ 1270000 w 1270000"/>
              <a:gd name="connsiteY94" fmla="*/ 844550 h 2639728"/>
              <a:gd name="connsiteX95" fmla="*/ 1225550 w 1270000"/>
              <a:gd name="connsiteY95" fmla="*/ 2190750 h 2639728"/>
              <a:gd name="connsiteX96" fmla="*/ 60325 w 1270000"/>
              <a:gd name="connsiteY96" fmla="*/ 2187575 h 2639728"/>
              <a:gd name="connsiteX97" fmla="*/ 0 w 1270000"/>
              <a:gd name="connsiteY97" fmla="*/ 587375 h 2639728"/>
              <a:gd name="connsiteX98" fmla="*/ 28575 w 1270000"/>
              <a:gd name="connsiteY98" fmla="*/ 600075 h 2639728"/>
              <a:gd name="connsiteX99" fmla="*/ 34925 w 1270000"/>
              <a:gd name="connsiteY99" fmla="*/ 622300 h 2639728"/>
              <a:gd name="connsiteX100" fmla="*/ 53975 w 1270000"/>
              <a:gd name="connsiteY100" fmla="*/ 577850 h 2639728"/>
              <a:gd name="connsiteX101" fmla="*/ 82550 w 1270000"/>
              <a:gd name="connsiteY101" fmla="*/ 609600 h 2639728"/>
              <a:gd name="connsiteX102" fmla="*/ 95250 w 1270000"/>
              <a:gd name="connsiteY102" fmla="*/ 631825 h 2639728"/>
              <a:gd name="connsiteX103" fmla="*/ 85725 w 1270000"/>
              <a:gd name="connsiteY103" fmla="*/ 584200 h 2639728"/>
              <a:gd name="connsiteX104" fmla="*/ 107950 w 1270000"/>
              <a:gd name="connsiteY104" fmla="*/ 558800 h 2639728"/>
              <a:gd name="connsiteX105" fmla="*/ 44450 w 1270000"/>
              <a:gd name="connsiteY105" fmla="*/ 501650 h 2639728"/>
              <a:gd name="connsiteX106" fmla="*/ 47625 w 1270000"/>
              <a:gd name="connsiteY106" fmla="*/ 476250 h 2639728"/>
              <a:gd name="connsiteX107" fmla="*/ 92075 w 1270000"/>
              <a:gd name="connsiteY107" fmla="*/ 463550 h 2639728"/>
              <a:gd name="connsiteX108" fmla="*/ 104775 w 1270000"/>
              <a:gd name="connsiteY108" fmla="*/ 381000 h 2639728"/>
              <a:gd name="connsiteX0" fmla="*/ 104775 w 1419886"/>
              <a:gd name="connsiteY0" fmla="*/ 381000 h 2471473"/>
              <a:gd name="connsiteX1" fmla="*/ 155575 w 1419886"/>
              <a:gd name="connsiteY1" fmla="*/ 371475 h 2471473"/>
              <a:gd name="connsiteX2" fmla="*/ 171450 w 1419886"/>
              <a:gd name="connsiteY2" fmla="*/ 342900 h 2471473"/>
              <a:gd name="connsiteX3" fmla="*/ 168275 w 1419886"/>
              <a:gd name="connsiteY3" fmla="*/ 339725 h 2471473"/>
              <a:gd name="connsiteX4" fmla="*/ 152400 w 1419886"/>
              <a:gd name="connsiteY4" fmla="*/ 292100 h 2471473"/>
              <a:gd name="connsiteX5" fmla="*/ 171450 w 1419886"/>
              <a:gd name="connsiteY5" fmla="*/ 285750 h 2471473"/>
              <a:gd name="connsiteX6" fmla="*/ 193675 w 1419886"/>
              <a:gd name="connsiteY6" fmla="*/ 250825 h 2471473"/>
              <a:gd name="connsiteX7" fmla="*/ 219075 w 1419886"/>
              <a:gd name="connsiteY7" fmla="*/ 257175 h 2471473"/>
              <a:gd name="connsiteX8" fmla="*/ 222250 w 1419886"/>
              <a:gd name="connsiteY8" fmla="*/ 209550 h 2471473"/>
              <a:gd name="connsiteX9" fmla="*/ 266700 w 1419886"/>
              <a:gd name="connsiteY9" fmla="*/ 219075 h 2471473"/>
              <a:gd name="connsiteX10" fmla="*/ 288925 w 1419886"/>
              <a:gd name="connsiteY10" fmla="*/ 168275 h 2471473"/>
              <a:gd name="connsiteX11" fmla="*/ 339725 w 1419886"/>
              <a:gd name="connsiteY11" fmla="*/ 196850 h 2471473"/>
              <a:gd name="connsiteX12" fmla="*/ 431800 w 1419886"/>
              <a:gd name="connsiteY12" fmla="*/ 200025 h 2471473"/>
              <a:gd name="connsiteX13" fmla="*/ 463550 w 1419886"/>
              <a:gd name="connsiteY13" fmla="*/ 177800 h 2471473"/>
              <a:gd name="connsiteX14" fmla="*/ 495300 w 1419886"/>
              <a:gd name="connsiteY14" fmla="*/ 206375 h 2471473"/>
              <a:gd name="connsiteX15" fmla="*/ 495300 w 1419886"/>
              <a:gd name="connsiteY15" fmla="*/ 161925 h 2471473"/>
              <a:gd name="connsiteX16" fmla="*/ 514350 w 1419886"/>
              <a:gd name="connsiteY16" fmla="*/ 171450 h 2471473"/>
              <a:gd name="connsiteX17" fmla="*/ 514350 w 1419886"/>
              <a:gd name="connsiteY17" fmla="*/ 130175 h 2471473"/>
              <a:gd name="connsiteX18" fmla="*/ 501650 w 1419886"/>
              <a:gd name="connsiteY18" fmla="*/ 120650 h 2471473"/>
              <a:gd name="connsiteX19" fmla="*/ 495300 w 1419886"/>
              <a:gd name="connsiteY19" fmla="*/ 88900 h 2471473"/>
              <a:gd name="connsiteX20" fmla="*/ 476250 w 1419886"/>
              <a:gd name="connsiteY20" fmla="*/ 66675 h 2471473"/>
              <a:gd name="connsiteX21" fmla="*/ 431800 w 1419886"/>
              <a:gd name="connsiteY21" fmla="*/ 79375 h 2471473"/>
              <a:gd name="connsiteX22" fmla="*/ 384175 w 1419886"/>
              <a:gd name="connsiteY22" fmla="*/ 47625 h 2471473"/>
              <a:gd name="connsiteX23" fmla="*/ 428625 w 1419886"/>
              <a:gd name="connsiteY23" fmla="*/ 22225 h 2471473"/>
              <a:gd name="connsiteX24" fmla="*/ 444500 w 1419886"/>
              <a:gd name="connsiteY24" fmla="*/ 41275 h 2471473"/>
              <a:gd name="connsiteX25" fmla="*/ 479425 w 1419886"/>
              <a:gd name="connsiteY25" fmla="*/ 34925 h 2471473"/>
              <a:gd name="connsiteX26" fmla="*/ 498475 w 1419886"/>
              <a:gd name="connsiteY26" fmla="*/ 0 h 2471473"/>
              <a:gd name="connsiteX27" fmla="*/ 517525 w 1419886"/>
              <a:gd name="connsiteY27" fmla="*/ 41275 h 2471473"/>
              <a:gd name="connsiteX28" fmla="*/ 514350 w 1419886"/>
              <a:gd name="connsiteY28" fmla="*/ 66675 h 2471473"/>
              <a:gd name="connsiteX29" fmla="*/ 527050 w 1419886"/>
              <a:gd name="connsiteY29" fmla="*/ 76200 h 2471473"/>
              <a:gd name="connsiteX30" fmla="*/ 555625 w 1419886"/>
              <a:gd name="connsiteY30" fmla="*/ 53975 h 2471473"/>
              <a:gd name="connsiteX31" fmla="*/ 574675 w 1419886"/>
              <a:gd name="connsiteY31" fmla="*/ 76200 h 2471473"/>
              <a:gd name="connsiteX32" fmla="*/ 574675 w 1419886"/>
              <a:gd name="connsiteY32" fmla="*/ 107950 h 2471473"/>
              <a:gd name="connsiteX33" fmla="*/ 625475 w 1419886"/>
              <a:gd name="connsiteY33" fmla="*/ 111125 h 2471473"/>
              <a:gd name="connsiteX34" fmla="*/ 631825 w 1419886"/>
              <a:gd name="connsiteY34" fmla="*/ 79375 h 2471473"/>
              <a:gd name="connsiteX35" fmla="*/ 641350 w 1419886"/>
              <a:gd name="connsiteY35" fmla="*/ 130175 h 2471473"/>
              <a:gd name="connsiteX36" fmla="*/ 682625 w 1419886"/>
              <a:gd name="connsiteY36" fmla="*/ 111125 h 2471473"/>
              <a:gd name="connsiteX37" fmla="*/ 708025 w 1419886"/>
              <a:gd name="connsiteY37" fmla="*/ 142875 h 2471473"/>
              <a:gd name="connsiteX38" fmla="*/ 739775 w 1419886"/>
              <a:gd name="connsiteY38" fmla="*/ 142875 h 2471473"/>
              <a:gd name="connsiteX39" fmla="*/ 752475 w 1419886"/>
              <a:gd name="connsiteY39" fmla="*/ 165100 h 2471473"/>
              <a:gd name="connsiteX40" fmla="*/ 825500 w 1419886"/>
              <a:gd name="connsiteY40" fmla="*/ 142875 h 2471473"/>
              <a:gd name="connsiteX41" fmla="*/ 882650 w 1419886"/>
              <a:gd name="connsiteY41" fmla="*/ 212725 h 2471473"/>
              <a:gd name="connsiteX42" fmla="*/ 914400 w 1419886"/>
              <a:gd name="connsiteY42" fmla="*/ 200025 h 2471473"/>
              <a:gd name="connsiteX43" fmla="*/ 917575 w 1419886"/>
              <a:gd name="connsiteY43" fmla="*/ 165100 h 2471473"/>
              <a:gd name="connsiteX44" fmla="*/ 968375 w 1419886"/>
              <a:gd name="connsiteY44" fmla="*/ 146050 h 2471473"/>
              <a:gd name="connsiteX45" fmla="*/ 981075 w 1419886"/>
              <a:gd name="connsiteY45" fmla="*/ 161925 h 2471473"/>
              <a:gd name="connsiteX46" fmla="*/ 962025 w 1419886"/>
              <a:gd name="connsiteY46" fmla="*/ 193675 h 2471473"/>
              <a:gd name="connsiteX47" fmla="*/ 993775 w 1419886"/>
              <a:gd name="connsiteY47" fmla="*/ 187325 h 2471473"/>
              <a:gd name="connsiteX48" fmla="*/ 1028700 w 1419886"/>
              <a:gd name="connsiteY48" fmla="*/ 234950 h 2471473"/>
              <a:gd name="connsiteX49" fmla="*/ 1057275 w 1419886"/>
              <a:gd name="connsiteY49" fmla="*/ 206375 h 2471473"/>
              <a:gd name="connsiteX50" fmla="*/ 1025525 w 1419886"/>
              <a:gd name="connsiteY50" fmla="*/ 174625 h 2471473"/>
              <a:gd name="connsiteX51" fmla="*/ 1060450 w 1419886"/>
              <a:gd name="connsiteY51" fmla="*/ 149225 h 2471473"/>
              <a:gd name="connsiteX52" fmla="*/ 1082675 w 1419886"/>
              <a:gd name="connsiteY52" fmla="*/ 114300 h 2471473"/>
              <a:gd name="connsiteX53" fmla="*/ 1085850 w 1419886"/>
              <a:gd name="connsiteY53" fmla="*/ 174625 h 2471473"/>
              <a:gd name="connsiteX54" fmla="*/ 1101725 w 1419886"/>
              <a:gd name="connsiteY54" fmla="*/ 203200 h 2471473"/>
              <a:gd name="connsiteX55" fmla="*/ 1120775 w 1419886"/>
              <a:gd name="connsiteY55" fmla="*/ 184150 h 2471473"/>
              <a:gd name="connsiteX56" fmla="*/ 1139825 w 1419886"/>
              <a:gd name="connsiteY56" fmla="*/ 187325 h 2471473"/>
              <a:gd name="connsiteX57" fmla="*/ 1149350 w 1419886"/>
              <a:gd name="connsiteY57" fmla="*/ 222250 h 2471473"/>
              <a:gd name="connsiteX58" fmla="*/ 1114425 w 1419886"/>
              <a:gd name="connsiteY58" fmla="*/ 234950 h 2471473"/>
              <a:gd name="connsiteX59" fmla="*/ 1076325 w 1419886"/>
              <a:gd name="connsiteY59" fmla="*/ 282575 h 2471473"/>
              <a:gd name="connsiteX60" fmla="*/ 1079500 w 1419886"/>
              <a:gd name="connsiteY60" fmla="*/ 320675 h 2471473"/>
              <a:gd name="connsiteX61" fmla="*/ 1057275 w 1419886"/>
              <a:gd name="connsiteY61" fmla="*/ 336550 h 2471473"/>
              <a:gd name="connsiteX62" fmla="*/ 1022350 w 1419886"/>
              <a:gd name="connsiteY62" fmla="*/ 327025 h 2471473"/>
              <a:gd name="connsiteX63" fmla="*/ 1006475 w 1419886"/>
              <a:gd name="connsiteY63" fmla="*/ 336550 h 2471473"/>
              <a:gd name="connsiteX64" fmla="*/ 1016000 w 1419886"/>
              <a:gd name="connsiteY64" fmla="*/ 368300 h 2471473"/>
              <a:gd name="connsiteX65" fmla="*/ 984250 w 1419886"/>
              <a:gd name="connsiteY65" fmla="*/ 355600 h 2471473"/>
              <a:gd name="connsiteX66" fmla="*/ 965200 w 1419886"/>
              <a:gd name="connsiteY66" fmla="*/ 377825 h 2471473"/>
              <a:gd name="connsiteX67" fmla="*/ 990600 w 1419886"/>
              <a:gd name="connsiteY67" fmla="*/ 412750 h 2471473"/>
              <a:gd name="connsiteX68" fmla="*/ 1050925 w 1419886"/>
              <a:gd name="connsiteY68" fmla="*/ 431800 h 2471473"/>
              <a:gd name="connsiteX69" fmla="*/ 1082675 w 1419886"/>
              <a:gd name="connsiteY69" fmla="*/ 406400 h 2471473"/>
              <a:gd name="connsiteX70" fmla="*/ 1120775 w 1419886"/>
              <a:gd name="connsiteY70" fmla="*/ 419100 h 2471473"/>
              <a:gd name="connsiteX71" fmla="*/ 1123950 w 1419886"/>
              <a:gd name="connsiteY71" fmla="*/ 447675 h 2471473"/>
              <a:gd name="connsiteX72" fmla="*/ 1111250 w 1419886"/>
              <a:gd name="connsiteY72" fmla="*/ 463550 h 2471473"/>
              <a:gd name="connsiteX73" fmla="*/ 1149350 w 1419886"/>
              <a:gd name="connsiteY73" fmla="*/ 485775 h 2471473"/>
              <a:gd name="connsiteX74" fmla="*/ 1123950 w 1419886"/>
              <a:gd name="connsiteY74" fmla="*/ 504825 h 2471473"/>
              <a:gd name="connsiteX75" fmla="*/ 1089025 w 1419886"/>
              <a:gd name="connsiteY75" fmla="*/ 495300 h 2471473"/>
              <a:gd name="connsiteX76" fmla="*/ 1054100 w 1419886"/>
              <a:gd name="connsiteY76" fmla="*/ 488950 h 2471473"/>
              <a:gd name="connsiteX77" fmla="*/ 1044575 w 1419886"/>
              <a:gd name="connsiteY77" fmla="*/ 438150 h 2471473"/>
              <a:gd name="connsiteX78" fmla="*/ 987425 w 1419886"/>
              <a:gd name="connsiteY78" fmla="*/ 422275 h 2471473"/>
              <a:gd name="connsiteX79" fmla="*/ 984250 w 1419886"/>
              <a:gd name="connsiteY79" fmla="*/ 473075 h 2471473"/>
              <a:gd name="connsiteX80" fmla="*/ 920750 w 1419886"/>
              <a:gd name="connsiteY80" fmla="*/ 527050 h 2471473"/>
              <a:gd name="connsiteX81" fmla="*/ 923925 w 1419886"/>
              <a:gd name="connsiteY81" fmla="*/ 546100 h 2471473"/>
              <a:gd name="connsiteX82" fmla="*/ 898525 w 1419886"/>
              <a:gd name="connsiteY82" fmla="*/ 565150 h 2471473"/>
              <a:gd name="connsiteX83" fmla="*/ 914400 w 1419886"/>
              <a:gd name="connsiteY83" fmla="*/ 590550 h 2471473"/>
              <a:gd name="connsiteX84" fmla="*/ 942975 w 1419886"/>
              <a:gd name="connsiteY84" fmla="*/ 600075 h 2471473"/>
              <a:gd name="connsiteX85" fmla="*/ 971550 w 1419886"/>
              <a:gd name="connsiteY85" fmla="*/ 635000 h 2471473"/>
              <a:gd name="connsiteX86" fmla="*/ 1000125 w 1419886"/>
              <a:gd name="connsiteY86" fmla="*/ 628650 h 2471473"/>
              <a:gd name="connsiteX87" fmla="*/ 1025525 w 1419886"/>
              <a:gd name="connsiteY87" fmla="*/ 673100 h 2471473"/>
              <a:gd name="connsiteX88" fmla="*/ 1060450 w 1419886"/>
              <a:gd name="connsiteY88" fmla="*/ 688975 h 2471473"/>
              <a:gd name="connsiteX89" fmla="*/ 1082675 w 1419886"/>
              <a:gd name="connsiteY89" fmla="*/ 727075 h 2471473"/>
              <a:gd name="connsiteX90" fmla="*/ 1104900 w 1419886"/>
              <a:gd name="connsiteY90" fmla="*/ 746125 h 2471473"/>
              <a:gd name="connsiteX91" fmla="*/ 1155700 w 1419886"/>
              <a:gd name="connsiteY91" fmla="*/ 736600 h 2471473"/>
              <a:gd name="connsiteX92" fmla="*/ 1193800 w 1419886"/>
              <a:gd name="connsiteY92" fmla="*/ 774700 h 2471473"/>
              <a:gd name="connsiteX93" fmla="*/ 1228725 w 1419886"/>
              <a:gd name="connsiteY93" fmla="*/ 777875 h 2471473"/>
              <a:gd name="connsiteX94" fmla="*/ 1270000 w 1419886"/>
              <a:gd name="connsiteY94" fmla="*/ 844550 h 2471473"/>
              <a:gd name="connsiteX95" fmla="*/ 1226344 w 1419886"/>
              <a:gd name="connsiteY95" fmla="*/ 2247106 h 2471473"/>
              <a:gd name="connsiteX96" fmla="*/ 1225550 w 1419886"/>
              <a:gd name="connsiteY96" fmla="*/ 2190750 h 2471473"/>
              <a:gd name="connsiteX97" fmla="*/ 60325 w 1419886"/>
              <a:gd name="connsiteY97" fmla="*/ 2187575 h 2471473"/>
              <a:gd name="connsiteX98" fmla="*/ 0 w 1419886"/>
              <a:gd name="connsiteY98" fmla="*/ 587375 h 2471473"/>
              <a:gd name="connsiteX99" fmla="*/ 28575 w 1419886"/>
              <a:gd name="connsiteY99" fmla="*/ 600075 h 2471473"/>
              <a:gd name="connsiteX100" fmla="*/ 34925 w 1419886"/>
              <a:gd name="connsiteY100" fmla="*/ 622300 h 2471473"/>
              <a:gd name="connsiteX101" fmla="*/ 53975 w 1419886"/>
              <a:gd name="connsiteY101" fmla="*/ 577850 h 2471473"/>
              <a:gd name="connsiteX102" fmla="*/ 82550 w 1419886"/>
              <a:gd name="connsiteY102" fmla="*/ 609600 h 2471473"/>
              <a:gd name="connsiteX103" fmla="*/ 95250 w 1419886"/>
              <a:gd name="connsiteY103" fmla="*/ 631825 h 2471473"/>
              <a:gd name="connsiteX104" fmla="*/ 85725 w 1419886"/>
              <a:gd name="connsiteY104" fmla="*/ 584200 h 2471473"/>
              <a:gd name="connsiteX105" fmla="*/ 107950 w 1419886"/>
              <a:gd name="connsiteY105" fmla="*/ 558800 h 2471473"/>
              <a:gd name="connsiteX106" fmla="*/ 44450 w 1419886"/>
              <a:gd name="connsiteY106" fmla="*/ 501650 h 2471473"/>
              <a:gd name="connsiteX107" fmla="*/ 47625 w 1419886"/>
              <a:gd name="connsiteY107" fmla="*/ 476250 h 2471473"/>
              <a:gd name="connsiteX108" fmla="*/ 92075 w 1419886"/>
              <a:gd name="connsiteY108" fmla="*/ 463550 h 2471473"/>
              <a:gd name="connsiteX109" fmla="*/ 104775 w 1419886"/>
              <a:gd name="connsiteY109" fmla="*/ 381000 h 2471473"/>
              <a:gd name="connsiteX0" fmla="*/ 104775 w 1419886"/>
              <a:gd name="connsiteY0" fmla="*/ 381000 h 2471473"/>
              <a:gd name="connsiteX1" fmla="*/ 155575 w 1419886"/>
              <a:gd name="connsiteY1" fmla="*/ 371475 h 2471473"/>
              <a:gd name="connsiteX2" fmla="*/ 171450 w 1419886"/>
              <a:gd name="connsiteY2" fmla="*/ 342900 h 2471473"/>
              <a:gd name="connsiteX3" fmla="*/ 168275 w 1419886"/>
              <a:gd name="connsiteY3" fmla="*/ 339725 h 2471473"/>
              <a:gd name="connsiteX4" fmla="*/ 152400 w 1419886"/>
              <a:gd name="connsiteY4" fmla="*/ 292100 h 2471473"/>
              <a:gd name="connsiteX5" fmla="*/ 171450 w 1419886"/>
              <a:gd name="connsiteY5" fmla="*/ 285750 h 2471473"/>
              <a:gd name="connsiteX6" fmla="*/ 193675 w 1419886"/>
              <a:gd name="connsiteY6" fmla="*/ 250825 h 2471473"/>
              <a:gd name="connsiteX7" fmla="*/ 219075 w 1419886"/>
              <a:gd name="connsiteY7" fmla="*/ 257175 h 2471473"/>
              <a:gd name="connsiteX8" fmla="*/ 222250 w 1419886"/>
              <a:gd name="connsiteY8" fmla="*/ 209550 h 2471473"/>
              <a:gd name="connsiteX9" fmla="*/ 266700 w 1419886"/>
              <a:gd name="connsiteY9" fmla="*/ 219075 h 2471473"/>
              <a:gd name="connsiteX10" fmla="*/ 288925 w 1419886"/>
              <a:gd name="connsiteY10" fmla="*/ 168275 h 2471473"/>
              <a:gd name="connsiteX11" fmla="*/ 339725 w 1419886"/>
              <a:gd name="connsiteY11" fmla="*/ 196850 h 2471473"/>
              <a:gd name="connsiteX12" fmla="*/ 431800 w 1419886"/>
              <a:gd name="connsiteY12" fmla="*/ 200025 h 2471473"/>
              <a:gd name="connsiteX13" fmla="*/ 463550 w 1419886"/>
              <a:gd name="connsiteY13" fmla="*/ 177800 h 2471473"/>
              <a:gd name="connsiteX14" fmla="*/ 495300 w 1419886"/>
              <a:gd name="connsiteY14" fmla="*/ 206375 h 2471473"/>
              <a:gd name="connsiteX15" fmla="*/ 495300 w 1419886"/>
              <a:gd name="connsiteY15" fmla="*/ 161925 h 2471473"/>
              <a:gd name="connsiteX16" fmla="*/ 514350 w 1419886"/>
              <a:gd name="connsiteY16" fmla="*/ 171450 h 2471473"/>
              <a:gd name="connsiteX17" fmla="*/ 514350 w 1419886"/>
              <a:gd name="connsiteY17" fmla="*/ 130175 h 2471473"/>
              <a:gd name="connsiteX18" fmla="*/ 501650 w 1419886"/>
              <a:gd name="connsiteY18" fmla="*/ 120650 h 2471473"/>
              <a:gd name="connsiteX19" fmla="*/ 495300 w 1419886"/>
              <a:gd name="connsiteY19" fmla="*/ 88900 h 2471473"/>
              <a:gd name="connsiteX20" fmla="*/ 476250 w 1419886"/>
              <a:gd name="connsiteY20" fmla="*/ 66675 h 2471473"/>
              <a:gd name="connsiteX21" fmla="*/ 431800 w 1419886"/>
              <a:gd name="connsiteY21" fmla="*/ 79375 h 2471473"/>
              <a:gd name="connsiteX22" fmla="*/ 384175 w 1419886"/>
              <a:gd name="connsiteY22" fmla="*/ 47625 h 2471473"/>
              <a:gd name="connsiteX23" fmla="*/ 428625 w 1419886"/>
              <a:gd name="connsiteY23" fmla="*/ 22225 h 2471473"/>
              <a:gd name="connsiteX24" fmla="*/ 444500 w 1419886"/>
              <a:gd name="connsiteY24" fmla="*/ 41275 h 2471473"/>
              <a:gd name="connsiteX25" fmla="*/ 479425 w 1419886"/>
              <a:gd name="connsiteY25" fmla="*/ 34925 h 2471473"/>
              <a:gd name="connsiteX26" fmla="*/ 498475 w 1419886"/>
              <a:gd name="connsiteY26" fmla="*/ 0 h 2471473"/>
              <a:gd name="connsiteX27" fmla="*/ 517525 w 1419886"/>
              <a:gd name="connsiteY27" fmla="*/ 41275 h 2471473"/>
              <a:gd name="connsiteX28" fmla="*/ 514350 w 1419886"/>
              <a:gd name="connsiteY28" fmla="*/ 66675 h 2471473"/>
              <a:gd name="connsiteX29" fmla="*/ 527050 w 1419886"/>
              <a:gd name="connsiteY29" fmla="*/ 76200 h 2471473"/>
              <a:gd name="connsiteX30" fmla="*/ 555625 w 1419886"/>
              <a:gd name="connsiteY30" fmla="*/ 53975 h 2471473"/>
              <a:gd name="connsiteX31" fmla="*/ 574675 w 1419886"/>
              <a:gd name="connsiteY31" fmla="*/ 76200 h 2471473"/>
              <a:gd name="connsiteX32" fmla="*/ 574675 w 1419886"/>
              <a:gd name="connsiteY32" fmla="*/ 107950 h 2471473"/>
              <a:gd name="connsiteX33" fmla="*/ 625475 w 1419886"/>
              <a:gd name="connsiteY33" fmla="*/ 111125 h 2471473"/>
              <a:gd name="connsiteX34" fmla="*/ 631825 w 1419886"/>
              <a:gd name="connsiteY34" fmla="*/ 79375 h 2471473"/>
              <a:gd name="connsiteX35" fmla="*/ 641350 w 1419886"/>
              <a:gd name="connsiteY35" fmla="*/ 130175 h 2471473"/>
              <a:gd name="connsiteX36" fmla="*/ 682625 w 1419886"/>
              <a:gd name="connsiteY36" fmla="*/ 111125 h 2471473"/>
              <a:gd name="connsiteX37" fmla="*/ 708025 w 1419886"/>
              <a:gd name="connsiteY37" fmla="*/ 142875 h 2471473"/>
              <a:gd name="connsiteX38" fmla="*/ 739775 w 1419886"/>
              <a:gd name="connsiteY38" fmla="*/ 142875 h 2471473"/>
              <a:gd name="connsiteX39" fmla="*/ 752475 w 1419886"/>
              <a:gd name="connsiteY39" fmla="*/ 165100 h 2471473"/>
              <a:gd name="connsiteX40" fmla="*/ 825500 w 1419886"/>
              <a:gd name="connsiteY40" fmla="*/ 142875 h 2471473"/>
              <a:gd name="connsiteX41" fmla="*/ 882650 w 1419886"/>
              <a:gd name="connsiteY41" fmla="*/ 212725 h 2471473"/>
              <a:gd name="connsiteX42" fmla="*/ 914400 w 1419886"/>
              <a:gd name="connsiteY42" fmla="*/ 200025 h 2471473"/>
              <a:gd name="connsiteX43" fmla="*/ 917575 w 1419886"/>
              <a:gd name="connsiteY43" fmla="*/ 165100 h 2471473"/>
              <a:gd name="connsiteX44" fmla="*/ 968375 w 1419886"/>
              <a:gd name="connsiteY44" fmla="*/ 146050 h 2471473"/>
              <a:gd name="connsiteX45" fmla="*/ 981075 w 1419886"/>
              <a:gd name="connsiteY45" fmla="*/ 161925 h 2471473"/>
              <a:gd name="connsiteX46" fmla="*/ 962025 w 1419886"/>
              <a:gd name="connsiteY46" fmla="*/ 193675 h 2471473"/>
              <a:gd name="connsiteX47" fmla="*/ 993775 w 1419886"/>
              <a:gd name="connsiteY47" fmla="*/ 187325 h 2471473"/>
              <a:gd name="connsiteX48" fmla="*/ 1028700 w 1419886"/>
              <a:gd name="connsiteY48" fmla="*/ 234950 h 2471473"/>
              <a:gd name="connsiteX49" fmla="*/ 1057275 w 1419886"/>
              <a:gd name="connsiteY49" fmla="*/ 206375 h 2471473"/>
              <a:gd name="connsiteX50" fmla="*/ 1025525 w 1419886"/>
              <a:gd name="connsiteY50" fmla="*/ 174625 h 2471473"/>
              <a:gd name="connsiteX51" fmla="*/ 1060450 w 1419886"/>
              <a:gd name="connsiteY51" fmla="*/ 149225 h 2471473"/>
              <a:gd name="connsiteX52" fmla="*/ 1082675 w 1419886"/>
              <a:gd name="connsiteY52" fmla="*/ 114300 h 2471473"/>
              <a:gd name="connsiteX53" fmla="*/ 1085850 w 1419886"/>
              <a:gd name="connsiteY53" fmla="*/ 174625 h 2471473"/>
              <a:gd name="connsiteX54" fmla="*/ 1101725 w 1419886"/>
              <a:gd name="connsiteY54" fmla="*/ 203200 h 2471473"/>
              <a:gd name="connsiteX55" fmla="*/ 1120775 w 1419886"/>
              <a:gd name="connsiteY55" fmla="*/ 184150 h 2471473"/>
              <a:gd name="connsiteX56" fmla="*/ 1139825 w 1419886"/>
              <a:gd name="connsiteY56" fmla="*/ 187325 h 2471473"/>
              <a:gd name="connsiteX57" fmla="*/ 1149350 w 1419886"/>
              <a:gd name="connsiteY57" fmla="*/ 222250 h 2471473"/>
              <a:gd name="connsiteX58" fmla="*/ 1114425 w 1419886"/>
              <a:gd name="connsiteY58" fmla="*/ 234950 h 2471473"/>
              <a:gd name="connsiteX59" fmla="*/ 1076325 w 1419886"/>
              <a:gd name="connsiteY59" fmla="*/ 282575 h 2471473"/>
              <a:gd name="connsiteX60" fmla="*/ 1079500 w 1419886"/>
              <a:gd name="connsiteY60" fmla="*/ 320675 h 2471473"/>
              <a:gd name="connsiteX61" fmla="*/ 1057275 w 1419886"/>
              <a:gd name="connsiteY61" fmla="*/ 336550 h 2471473"/>
              <a:gd name="connsiteX62" fmla="*/ 1022350 w 1419886"/>
              <a:gd name="connsiteY62" fmla="*/ 327025 h 2471473"/>
              <a:gd name="connsiteX63" fmla="*/ 1006475 w 1419886"/>
              <a:gd name="connsiteY63" fmla="*/ 336550 h 2471473"/>
              <a:gd name="connsiteX64" fmla="*/ 1016000 w 1419886"/>
              <a:gd name="connsiteY64" fmla="*/ 368300 h 2471473"/>
              <a:gd name="connsiteX65" fmla="*/ 984250 w 1419886"/>
              <a:gd name="connsiteY65" fmla="*/ 355600 h 2471473"/>
              <a:gd name="connsiteX66" fmla="*/ 965200 w 1419886"/>
              <a:gd name="connsiteY66" fmla="*/ 377825 h 2471473"/>
              <a:gd name="connsiteX67" fmla="*/ 990600 w 1419886"/>
              <a:gd name="connsiteY67" fmla="*/ 412750 h 2471473"/>
              <a:gd name="connsiteX68" fmla="*/ 1050925 w 1419886"/>
              <a:gd name="connsiteY68" fmla="*/ 431800 h 2471473"/>
              <a:gd name="connsiteX69" fmla="*/ 1082675 w 1419886"/>
              <a:gd name="connsiteY69" fmla="*/ 406400 h 2471473"/>
              <a:gd name="connsiteX70" fmla="*/ 1120775 w 1419886"/>
              <a:gd name="connsiteY70" fmla="*/ 419100 h 2471473"/>
              <a:gd name="connsiteX71" fmla="*/ 1123950 w 1419886"/>
              <a:gd name="connsiteY71" fmla="*/ 447675 h 2471473"/>
              <a:gd name="connsiteX72" fmla="*/ 1111250 w 1419886"/>
              <a:gd name="connsiteY72" fmla="*/ 463550 h 2471473"/>
              <a:gd name="connsiteX73" fmla="*/ 1149350 w 1419886"/>
              <a:gd name="connsiteY73" fmla="*/ 485775 h 2471473"/>
              <a:gd name="connsiteX74" fmla="*/ 1123950 w 1419886"/>
              <a:gd name="connsiteY74" fmla="*/ 504825 h 2471473"/>
              <a:gd name="connsiteX75" fmla="*/ 1089025 w 1419886"/>
              <a:gd name="connsiteY75" fmla="*/ 495300 h 2471473"/>
              <a:gd name="connsiteX76" fmla="*/ 1054100 w 1419886"/>
              <a:gd name="connsiteY76" fmla="*/ 488950 h 2471473"/>
              <a:gd name="connsiteX77" fmla="*/ 1044575 w 1419886"/>
              <a:gd name="connsiteY77" fmla="*/ 438150 h 2471473"/>
              <a:gd name="connsiteX78" fmla="*/ 987425 w 1419886"/>
              <a:gd name="connsiteY78" fmla="*/ 422275 h 2471473"/>
              <a:gd name="connsiteX79" fmla="*/ 984250 w 1419886"/>
              <a:gd name="connsiteY79" fmla="*/ 473075 h 2471473"/>
              <a:gd name="connsiteX80" fmla="*/ 920750 w 1419886"/>
              <a:gd name="connsiteY80" fmla="*/ 527050 h 2471473"/>
              <a:gd name="connsiteX81" fmla="*/ 923925 w 1419886"/>
              <a:gd name="connsiteY81" fmla="*/ 546100 h 2471473"/>
              <a:gd name="connsiteX82" fmla="*/ 898525 w 1419886"/>
              <a:gd name="connsiteY82" fmla="*/ 565150 h 2471473"/>
              <a:gd name="connsiteX83" fmla="*/ 914400 w 1419886"/>
              <a:gd name="connsiteY83" fmla="*/ 590550 h 2471473"/>
              <a:gd name="connsiteX84" fmla="*/ 942975 w 1419886"/>
              <a:gd name="connsiteY84" fmla="*/ 600075 h 2471473"/>
              <a:gd name="connsiteX85" fmla="*/ 971550 w 1419886"/>
              <a:gd name="connsiteY85" fmla="*/ 635000 h 2471473"/>
              <a:gd name="connsiteX86" fmla="*/ 1000125 w 1419886"/>
              <a:gd name="connsiteY86" fmla="*/ 628650 h 2471473"/>
              <a:gd name="connsiteX87" fmla="*/ 1025525 w 1419886"/>
              <a:gd name="connsiteY87" fmla="*/ 673100 h 2471473"/>
              <a:gd name="connsiteX88" fmla="*/ 1060450 w 1419886"/>
              <a:gd name="connsiteY88" fmla="*/ 688975 h 2471473"/>
              <a:gd name="connsiteX89" fmla="*/ 1082675 w 1419886"/>
              <a:gd name="connsiteY89" fmla="*/ 727075 h 2471473"/>
              <a:gd name="connsiteX90" fmla="*/ 1104900 w 1419886"/>
              <a:gd name="connsiteY90" fmla="*/ 746125 h 2471473"/>
              <a:gd name="connsiteX91" fmla="*/ 1155700 w 1419886"/>
              <a:gd name="connsiteY91" fmla="*/ 736600 h 2471473"/>
              <a:gd name="connsiteX92" fmla="*/ 1193800 w 1419886"/>
              <a:gd name="connsiteY92" fmla="*/ 774700 h 2471473"/>
              <a:gd name="connsiteX93" fmla="*/ 1228725 w 1419886"/>
              <a:gd name="connsiteY93" fmla="*/ 777875 h 2471473"/>
              <a:gd name="connsiteX94" fmla="*/ 1270000 w 1419886"/>
              <a:gd name="connsiteY94" fmla="*/ 844550 h 2471473"/>
              <a:gd name="connsiteX95" fmla="*/ 1226344 w 1419886"/>
              <a:gd name="connsiteY95" fmla="*/ 2247106 h 2471473"/>
              <a:gd name="connsiteX96" fmla="*/ 1225550 w 1419886"/>
              <a:gd name="connsiteY96" fmla="*/ 2190750 h 2471473"/>
              <a:gd name="connsiteX97" fmla="*/ 60325 w 1419886"/>
              <a:gd name="connsiteY97" fmla="*/ 2187575 h 2471473"/>
              <a:gd name="connsiteX98" fmla="*/ 0 w 1419886"/>
              <a:gd name="connsiteY98" fmla="*/ 587375 h 2471473"/>
              <a:gd name="connsiteX99" fmla="*/ 28575 w 1419886"/>
              <a:gd name="connsiteY99" fmla="*/ 600075 h 2471473"/>
              <a:gd name="connsiteX100" fmla="*/ 34925 w 1419886"/>
              <a:gd name="connsiteY100" fmla="*/ 622300 h 2471473"/>
              <a:gd name="connsiteX101" fmla="*/ 53975 w 1419886"/>
              <a:gd name="connsiteY101" fmla="*/ 577850 h 2471473"/>
              <a:gd name="connsiteX102" fmla="*/ 82550 w 1419886"/>
              <a:gd name="connsiteY102" fmla="*/ 609600 h 2471473"/>
              <a:gd name="connsiteX103" fmla="*/ 95250 w 1419886"/>
              <a:gd name="connsiteY103" fmla="*/ 631825 h 2471473"/>
              <a:gd name="connsiteX104" fmla="*/ 85725 w 1419886"/>
              <a:gd name="connsiteY104" fmla="*/ 584200 h 2471473"/>
              <a:gd name="connsiteX105" fmla="*/ 107950 w 1419886"/>
              <a:gd name="connsiteY105" fmla="*/ 558800 h 2471473"/>
              <a:gd name="connsiteX106" fmla="*/ 44450 w 1419886"/>
              <a:gd name="connsiteY106" fmla="*/ 501650 h 2471473"/>
              <a:gd name="connsiteX107" fmla="*/ 47625 w 1419886"/>
              <a:gd name="connsiteY107" fmla="*/ 476250 h 2471473"/>
              <a:gd name="connsiteX108" fmla="*/ 92075 w 1419886"/>
              <a:gd name="connsiteY108" fmla="*/ 463550 h 2471473"/>
              <a:gd name="connsiteX109" fmla="*/ 104775 w 1419886"/>
              <a:gd name="connsiteY109" fmla="*/ 381000 h 2471473"/>
              <a:gd name="connsiteX0" fmla="*/ 104775 w 1270000"/>
              <a:gd name="connsiteY0" fmla="*/ 381000 h 2247106"/>
              <a:gd name="connsiteX1" fmla="*/ 155575 w 1270000"/>
              <a:gd name="connsiteY1" fmla="*/ 371475 h 2247106"/>
              <a:gd name="connsiteX2" fmla="*/ 171450 w 1270000"/>
              <a:gd name="connsiteY2" fmla="*/ 342900 h 2247106"/>
              <a:gd name="connsiteX3" fmla="*/ 168275 w 1270000"/>
              <a:gd name="connsiteY3" fmla="*/ 339725 h 2247106"/>
              <a:gd name="connsiteX4" fmla="*/ 152400 w 1270000"/>
              <a:gd name="connsiteY4" fmla="*/ 292100 h 2247106"/>
              <a:gd name="connsiteX5" fmla="*/ 171450 w 1270000"/>
              <a:gd name="connsiteY5" fmla="*/ 285750 h 2247106"/>
              <a:gd name="connsiteX6" fmla="*/ 193675 w 1270000"/>
              <a:gd name="connsiteY6" fmla="*/ 250825 h 2247106"/>
              <a:gd name="connsiteX7" fmla="*/ 219075 w 1270000"/>
              <a:gd name="connsiteY7" fmla="*/ 257175 h 2247106"/>
              <a:gd name="connsiteX8" fmla="*/ 222250 w 1270000"/>
              <a:gd name="connsiteY8" fmla="*/ 209550 h 2247106"/>
              <a:gd name="connsiteX9" fmla="*/ 266700 w 1270000"/>
              <a:gd name="connsiteY9" fmla="*/ 219075 h 2247106"/>
              <a:gd name="connsiteX10" fmla="*/ 288925 w 1270000"/>
              <a:gd name="connsiteY10" fmla="*/ 168275 h 2247106"/>
              <a:gd name="connsiteX11" fmla="*/ 339725 w 1270000"/>
              <a:gd name="connsiteY11" fmla="*/ 196850 h 2247106"/>
              <a:gd name="connsiteX12" fmla="*/ 431800 w 1270000"/>
              <a:gd name="connsiteY12" fmla="*/ 200025 h 2247106"/>
              <a:gd name="connsiteX13" fmla="*/ 463550 w 1270000"/>
              <a:gd name="connsiteY13" fmla="*/ 177800 h 2247106"/>
              <a:gd name="connsiteX14" fmla="*/ 495300 w 1270000"/>
              <a:gd name="connsiteY14" fmla="*/ 206375 h 2247106"/>
              <a:gd name="connsiteX15" fmla="*/ 495300 w 1270000"/>
              <a:gd name="connsiteY15" fmla="*/ 161925 h 2247106"/>
              <a:gd name="connsiteX16" fmla="*/ 514350 w 1270000"/>
              <a:gd name="connsiteY16" fmla="*/ 171450 h 2247106"/>
              <a:gd name="connsiteX17" fmla="*/ 514350 w 1270000"/>
              <a:gd name="connsiteY17" fmla="*/ 130175 h 2247106"/>
              <a:gd name="connsiteX18" fmla="*/ 501650 w 1270000"/>
              <a:gd name="connsiteY18" fmla="*/ 120650 h 2247106"/>
              <a:gd name="connsiteX19" fmla="*/ 495300 w 1270000"/>
              <a:gd name="connsiteY19" fmla="*/ 88900 h 2247106"/>
              <a:gd name="connsiteX20" fmla="*/ 476250 w 1270000"/>
              <a:gd name="connsiteY20" fmla="*/ 66675 h 2247106"/>
              <a:gd name="connsiteX21" fmla="*/ 431800 w 1270000"/>
              <a:gd name="connsiteY21" fmla="*/ 79375 h 2247106"/>
              <a:gd name="connsiteX22" fmla="*/ 384175 w 1270000"/>
              <a:gd name="connsiteY22" fmla="*/ 47625 h 2247106"/>
              <a:gd name="connsiteX23" fmla="*/ 428625 w 1270000"/>
              <a:gd name="connsiteY23" fmla="*/ 22225 h 2247106"/>
              <a:gd name="connsiteX24" fmla="*/ 444500 w 1270000"/>
              <a:gd name="connsiteY24" fmla="*/ 41275 h 2247106"/>
              <a:gd name="connsiteX25" fmla="*/ 479425 w 1270000"/>
              <a:gd name="connsiteY25" fmla="*/ 34925 h 2247106"/>
              <a:gd name="connsiteX26" fmla="*/ 498475 w 1270000"/>
              <a:gd name="connsiteY26" fmla="*/ 0 h 2247106"/>
              <a:gd name="connsiteX27" fmla="*/ 517525 w 1270000"/>
              <a:gd name="connsiteY27" fmla="*/ 41275 h 2247106"/>
              <a:gd name="connsiteX28" fmla="*/ 514350 w 1270000"/>
              <a:gd name="connsiteY28" fmla="*/ 66675 h 2247106"/>
              <a:gd name="connsiteX29" fmla="*/ 527050 w 1270000"/>
              <a:gd name="connsiteY29" fmla="*/ 76200 h 2247106"/>
              <a:gd name="connsiteX30" fmla="*/ 555625 w 1270000"/>
              <a:gd name="connsiteY30" fmla="*/ 53975 h 2247106"/>
              <a:gd name="connsiteX31" fmla="*/ 574675 w 1270000"/>
              <a:gd name="connsiteY31" fmla="*/ 76200 h 2247106"/>
              <a:gd name="connsiteX32" fmla="*/ 574675 w 1270000"/>
              <a:gd name="connsiteY32" fmla="*/ 107950 h 2247106"/>
              <a:gd name="connsiteX33" fmla="*/ 625475 w 1270000"/>
              <a:gd name="connsiteY33" fmla="*/ 111125 h 2247106"/>
              <a:gd name="connsiteX34" fmla="*/ 631825 w 1270000"/>
              <a:gd name="connsiteY34" fmla="*/ 79375 h 2247106"/>
              <a:gd name="connsiteX35" fmla="*/ 641350 w 1270000"/>
              <a:gd name="connsiteY35" fmla="*/ 130175 h 2247106"/>
              <a:gd name="connsiteX36" fmla="*/ 682625 w 1270000"/>
              <a:gd name="connsiteY36" fmla="*/ 111125 h 2247106"/>
              <a:gd name="connsiteX37" fmla="*/ 708025 w 1270000"/>
              <a:gd name="connsiteY37" fmla="*/ 142875 h 2247106"/>
              <a:gd name="connsiteX38" fmla="*/ 739775 w 1270000"/>
              <a:gd name="connsiteY38" fmla="*/ 142875 h 2247106"/>
              <a:gd name="connsiteX39" fmla="*/ 752475 w 1270000"/>
              <a:gd name="connsiteY39" fmla="*/ 165100 h 2247106"/>
              <a:gd name="connsiteX40" fmla="*/ 825500 w 1270000"/>
              <a:gd name="connsiteY40" fmla="*/ 142875 h 2247106"/>
              <a:gd name="connsiteX41" fmla="*/ 882650 w 1270000"/>
              <a:gd name="connsiteY41" fmla="*/ 212725 h 2247106"/>
              <a:gd name="connsiteX42" fmla="*/ 914400 w 1270000"/>
              <a:gd name="connsiteY42" fmla="*/ 200025 h 2247106"/>
              <a:gd name="connsiteX43" fmla="*/ 917575 w 1270000"/>
              <a:gd name="connsiteY43" fmla="*/ 165100 h 2247106"/>
              <a:gd name="connsiteX44" fmla="*/ 968375 w 1270000"/>
              <a:gd name="connsiteY44" fmla="*/ 146050 h 2247106"/>
              <a:gd name="connsiteX45" fmla="*/ 981075 w 1270000"/>
              <a:gd name="connsiteY45" fmla="*/ 161925 h 2247106"/>
              <a:gd name="connsiteX46" fmla="*/ 962025 w 1270000"/>
              <a:gd name="connsiteY46" fmla="*/ 193675 h 2247106"/>
              <a:gd name="connsiteX47" fmla="*/ 993775 w 1270000"/>
              <a:gd name="connsiteY47" fmla="*/ 187325 h 2247106"/>
              <a:gd name="connsiteX48" fmla="*/ 1028700 w 1270000"/>
              <a:gd name="connsiteY48" fmla="*/ 234950 h 2247106"/>
              <a:gd name="connsiteX49" fmla="*/ 1057275 w 1270000"/>
              <a:gd name="connsiteY49" fmla="*/ 206375 h 2247106"/>
              <a:gd name="connsiteX50" fmla="*/ 1025525 w 1270000"/>
              <a:gd name="connsiteY50" fmla="*/ 174625 h 2247106"/>
              <a:gd name="connsiteX51" fmla="*/ 1060450 w 1270000"/>
              <a:gd name="connsiteY51" fmla="*/ 149225 h 2247106"/>
              <a:gd name="connsiteX52" fmla="*/ 1082675 w 1270000"/>
              <a:gd name="connsiteY52" fmla="*/ 114300 h 2247106"/>
              <a:gd name="connsiteX53" fmla="*/ 1085850 w 1270000"/>
              <a:gd name="connsiteY53" fmla="*/ 174625 h 2247106"/>
              <a:gd name="connsiteX54" fmla="*/ 1101725 w 1270000"/>
              <a:gd name="connsiteY54" fmla="*/ 203200 h 2247106"/>
              <a:gd name="connsiteX55" fmla="*/ 1120775 w 1270000"/>
              <a:gd name="connsiteY55" fmla="*/ 184150 h 2247106"/>
              <a:gd name="connsiteX56" fmla="*/ 1139825 w 1270000"/>
              <a:gd name="connsiteY56" fmla="*/ 187325 h 2247106"/>
              <a:gd name="connsiteX57" fmla="*/ 1149350 w 1270000"/>
              <a:gd name="connsiteY57" fmla="*/ 222250 h 2247106"/>
              <a:gd name="connsiteX58" fmla="*/ 1114425 w 1270000"/>
              <a:gd name="connsiteY58" fmla="*/ 234950 h 2247106"/>
              <a:gd name="connsiteX59" fmla="*/ 1076325 w 1270000"/>
              <a:gd name="connsiteY59" fmla="*/ 282575 h 2247106"/>
              <a:gd name="connsiteX60" fmla="*/ 1079500 w 1270000"/>
              <a:gd name="connsiteY60" fmla="*/ 320675 h 2247106"/>
              <a:gd name="connsiteX61" fmla="*/ 1057275 w 1270000"/>
              <a:gd name="connsiteY61" fmla="*/ 336550 h 2247106"/>
              <a:gd name="connsiteX62" fmla="*/ 1022350 w 1270000"/>
              <a:gd name="connsiteY62" fmla="*/ 327025 h 2247106"/>
              <a:gd name="connsiteX63" fmla="*/ 1006475 w 1270000"/>
              <a:gd name="connsiteY63" fmla="*/ 336550 h 2247106"/>
              <a:gd name="connsiteX64" fmla="*/ 1016000 w 1270000"/>
              <a:gd name="connsiteY64" fmla="*/ 368300 h 2247106"/>
              <a:gd name="connsiteX65" fmla="*/ 984250 w 1270000"/>
              <a:gd name="connsiteY65" fmla="*/ 355600 h 2247106"/>
              <a:gd name="connsiteX66" fmla="*/ 965200 w 1270000"/>
              <a:gd name="connsiteY66" fmla="*/ 377825 h 2247106"/>
              <a:gd name="connsiteX67" fmla="*/ 990600 w 1270000"/>
              <a:gd name="connsiteY67" fmla="*/ 412750 h 2247106"/>
              <a:gd name="connsiteX68" fmla="*/ 1050925 w 1270000"/>
              <a:gd name="connsiteY68" fmla="*/ 431800 h 2247106"/>
              <a:gd name="connsiteX69" fmla="*/ 1082675 w 1270000"/>
              <a:gd name="connsiteY69" fmla="*/ 406400 h 2247106"/>
              <a:gd name="connsiteX70" fmla="*/ 1120775 w 1270000"/>
              <a:gd name="connsiteY70" fmla="*/ 419100 h 2247106"/>
              <a:gd name="connsiteX71" fmla="*/ 1123950 w 1270000"/>
              <a:gd name="connsiteY71" fmla="*/ 447675 h 2247106"/>
              <a:gd name="connsiteX72" fmla="*/ 1111250 w 1270000"/>
              <a:gd name="connsiteY72" fmla="*/ 463550 h 2247106"/>
              <a:gd name="connsiteX73" fmla="*/ 1149350 w 1270000"/>
              <a:gd name="connsiteY73" fmla="*/ 485775 h 2247106"/>
              <a:gd name="connsiteX74" fmla="*/ 1123950 w 1270000"/>
              <a:gd name="connsiteY74" fmla="*/ 504825 h 2247106"/>
              <a:gd name="connsiteX75" fmla="*/ 1089025 w 1270000"/>
              <a:gd name="connsiteY75" fmla="*/ 495300 h 2247106"/>
              <a:gd name="connsiteX76" fmla="*/ 1054100 w 1270000"/>
              <a:gd name="connsiteY76" fmla="*/ 488950 h 2247106"/>
              <a:gd name="connsiteX77" fmla="*/ 1044575 w 1270000"/>
              <a:gd name="connsiteY77" fmla="*/ 438150 h 2247106"/>
              <a:gd name="connsiteX78" fmla="*/ 987425 w 1270000"/>
              <a:gd name="connsiteY78" fmla="*/ 422275 h 2247106"/>
              <a:gd name="connsiteX79" fmla="*/ 984250 w 1270000"/>
              <a:gd name="connsiteY79" fmla="*/ 473075 h 2247106"/>
              <a:gd name="connsiteX80" fmla="*/ 920750 w 1270000"/>
              <a:gd name="connsiteY80" fmla="*/ 527050 h 2247106"/>
              <a:gd name="connsiteX81" fmla="*/ 923925 w 1270000"/>
              <a:gd name="connsiteY81" fmla="*/ 546100 h 2247106"/>
              <a:gd name="connsiteX82" fmla="*/ 898525 w 1270000"/>
              <a:gd name="connsiteY82" fmla="*/ 565150 h 2247106"/>
              <a:gd name="connsiteX83" fmla="*/ 914400 w 1270000"/>
              <a:gd name="connsiteY83" fmla="*/ 590550 h 2247106"/>
              <a:gd name="connsiteX84" fmla="*/ 942975 w 1270000"/>
              <a:gd name="connsiteY84" fmla="*/ 600075 h 2247106"/>
              <a:gd name="connsiteX85" fmla="*/ 971550 w 1270000"/>
              <a:gd name="connsiteY85" fmla="*/ 635000 h 2247106"/>
              <a:gd name="connsiteX86" fmla="*/ 1000125 w 1270000"/>
              <a:gd name="connsiteY86" fmla="*/ 628650 h 2247106"/>
              <a:gd name="connsiteX87" fmla="*/ 1025525 w 1270000"/>
              <a:gd name="connsiteY87" fmla="*/ 673100 h 2247106"/>
              <a:gd name="connsiteX88" fmla="*/ 1060450 w 1270000"/>
              <a:gd name="connsiteY88" fmla="*/ 688975 h 2247106"/>
              <a:gd name="connsiteX89" fmla="*/ 1082675 w 1270000"/>
              <a:gd name="connsiteY89" fmla="*/ 727075 h 2247106"/>
              <a:gd name="connsiteX90" fmla="*/ 1104900 w 1270000"/>
              <a:gd name="connsiteY90" fmla="*/ 746125 h 2247106"/>
              <a:gd name="connsiteX91" fmla="*/ 1155700 w 1270000"/>
              <a:gd name="connsiteY91" fmla="*/ 736600 h 2247106"/>
              <a:gd name="connsiteX92" fmla="*/ 1193800 w 1270000"/>
              <a:gd name="connsiteY92" fmla="*/ 774700 h 2247106"/>
              <a:gd name="connsiteX93" fmla="*/ 1228725 w 1270000"/>
              <a:gd name="connsiteY93" fmla="*/ 777875 h 2247106"/>
              <a:gd name="connsiteX94" fmla="*/ 1270000 w 1270000"/>
              <a:gd name="connsiteY94" fmla="*/ 844550 h 2247106"/>
              <a:gd name="connsiteX95" fmla="*/ 1226344 w 1270000"/>
              <a:gd name="connsiteY95" fmla="*/ 2247106 h 2247106"/>
              <a:gd name="connsiteX96" fmla="*/ 1225550 w 1270000"/>
              <a:gd name="connsiteY96" fmla="*/ 2190750 h 2247106"/>
              <a:gd name="connsiteX97" fmla="*/ 60325 w 1270000"/>
              <a:gd name="connsiteY97" fmla="*/ 2187575 h 2247106"/>
              <a:gd name="connsiteX98" fmla="*/ 0 w 1270000"/>
              <a:gd name="connsiteY98" fmla="*/ 587375 h 2247106"/>
              <a:gd name="connsiteX99" fmla="*/ 28575 w 1270000"/>
              <a:gd name="connsiteY99" fmla="*/ 600075 h 2247106"/>
              <a:gd name="connsiteX100" fmla="*/ 34925 w 1270000"/>
              <a:gd name="connsiteY100" fmla="*/ 622300 h 2247106"/>
              <a:gd name="connsiteX101" fmla="*/ 53975 w 1270000"/>
              <a:gd name="connsiteY101" fmla="*/ 577850 h 2247106"/>
              <a:gd name="connsiteX102" fmla="*/ 82550 w 1270000"/>
              <a:gd name="connsiteY102" fmla="*/ 609600 h 2247106"/>
              <a:gd name="connsiteX103" fmla="*/ 95250 w 1270000"/>
              <a:gd name="connsiteY103" fmla="*/ 631825 h 2247106"/>
              <a:gd name="connsiteX104" fmla="*/ 85725 w 1270000"/>
              <a:gd name="connsiteY104" fmla="*/ 584200 h 2247106"/>
              <a:gd name="connsiteX105" fmla="*/ 107950 w 1270000"/>
              <a:gd name="connsiteY105" fmla="*/ 558800 h 2247106"/>
              <a:gd name="connsiteX106" fmla="*/ 44450 w 1270000"/>
              <a:gd name="connsiteY106" fmla="*/ 501650 h 2247106"/>
              <a:gd name="connsiteX107" fmla="*/ 47625 w 1270000"/>
              <a:gd name="connsiteY107" fmla="*/ 476250 h 2247106"/>
              <a:gd name="connsiteX108" fmla="*/ 92075 w 1270000"/>
              <a:gd name="connsiteY108" fmla="*/ 463550 h 2247106"/>
              <a:gd name="connsiteX109" fmla="*/ 104775 w 1270000"/>
              <a:gd name="connsiteY109" fmla="*/ 381000 h 2247106"/>
              <a:gd name="connsiteX0" fmla="*/ 104775 w 1427163"/>
              <a:gd name="connsiteY0" fmla="*/ 381000 h 2190750"/>
              <a:gd name="connsiteX1" fmla="*/ 155575 w 1427163"/>
              <a:gd name="connsiteY1" fmla="*/ 371475 h 2190750"/>
              <a:gd name="connsiteX2" fmla="*/ 171450 w 1427163"/>
              <a:gd name="connsiteY2" fmla="*/ 342900 h 2190750"/>
              <a:gd name="connsiteX3" fmla="*/ 168275 w 1427163"/>
              <a:gd name="connsiteY3" fmla="*/ 339725 h 2190750"/>
              <a:gd name="connsiteX4" fmla="*/ 152400 w 1427163"/>
              <a:gd name="connsiteY4" fmla="*/ 292100 h 2190750"/>
              <a:gd name="connsiteX5" fmla="*/ 171450 w 1427163"/>
              <a:gd name="connsiteY5" fmla="*/ 285750 h 2190750"/>
              <a:gd name="connsiteX6" fmla="*/ 193675 w 1427163"/>
              <a:gd name="connsiteY6" fmla="*/ 250825 h 2190750"/>
              <a:gd name="connsiteX7" fmla="*/ 219075 w 1427163"/>
              <a:gd name="connsiteY7" fmla="*/ 257175 h 2190750"/>
              <a:gd name="connsiteX8" fmla="*/ 222250 w 1427163"/>
              <a:gd name="connsiteY8" fmla="*/ 209550 h 2190750"/>
              <a:gd name="connsiteX9" fmla="*/ 266700 w 1427163"/>
              <a:gd name="connsiteY9" fmla="*/ 219075 h 2190750"/>
              <a:gd name="connsiteX10" fmla="*/ 288925 w 1427163"/>
              <a:gd name="connsiteY10" fmla="*/ 168275 h 2190750"/>
              <a:gd name="connsiteX11" fmla="*/ 339725 w 1427163"/>
              <a:gd name="connsiteY11" fmla="*/ 196850 h 2190750"/>
              <a:gd name="connsiteX12" fmla="*/ 431800 w 1427163"/>
              <a:gd name="connsiteY12" fmla="*/ 200025 h 2190750"/>
              <a:gd name="connsiteX13" fmla="*/ 463550 w 1427163"/>
              <a:gd name="connsiteY13" fmla="*/ 177800 h 2190750"/>
              <a:gd name="connsiteX14" fmla="*/ 495300 w 1427163"/>
              <a:gd name="connsiteY14" fmla="*/ 206375 h 2190750"/>
              <a:gd name="connsiteX15" fmla="*/ 495300 w 1427163"/>
              <a:gd name="connsiteY15" fmla="*/ 161925 h 2190750"/>
              <a:gd name="connsiteX16" fmla="*/ 514350 w 1427163"/>
              <a:gd name="connsiteY16" fmla="*/ 171450 h 2190750"/>
              <a:gd name="connsiteX17" fmla="*/ 514350 w 1427163"/>
              <a:gd name="connsiteY17" fmla="*/ 130175 h 2190750"/>
              <a:gd name="connsiteX18" fmla="*/ 501650 w 1427163"/>
              <a:gd name="connsiteY18" fmla="*/ 120650 h 2190750"/>
              <a:gd name="connsiteX19" fmla="*/ 495300 w 1427163"/>
              <a:gd name="connsiteY19" fmla="*/ 88900 h 2190750"/>
              <a:gd name="connsiteX20" fmla="*/ 476250 w 1427163"/>
              <a:gd name="connsiteY20" fmla="*/ 66675 h 2190750"/>
              <a:gd name="connsiteX21" fmla="*/ 431800 w 1427163"/>
              <a:gd name="connsiteY21" fmla="*/ 79375 h 2190750"/>
              <a:gd name="connsiteX22" fmla="*/ 384175 w 1427163"/>
              <a:gd name="connsiteY22" fmla="*/ 47625 h 2190750"/>
              <a:gd name="connsiteX23" fmla="*/ 428625 w 1427163"/>
              <a:gd name="connsiteY23" fmla="*/ 22225 h 2190750"/>
              <a:gd name="connsiteX24" fmla="*/ 444500 w 1427163"/>
              <a:gd name="connsiteY24" fmla="*/ 41275 h 2190750"/>
              <a:gd name="connsiteX25" fmla="*/ 479425 w 1427163"/>
              <a:gd name="connsiteY25" fmla="*/ 34925 h 2190750"/>
              <a:gd name="connsiteX26" fmla="*/ 498475 w 1427163"/>
              <a:gd name="connsiteY26" fmla="*/ 0 h 2190750"/>
              <a:gd name="connsiteX27" fmla="*/ 517525 w 1427163"/>
              <a:gd name="connsiteY27" fmla="*/ 41275 h 2190750"/>
              <a:gd name="connsiteX28" fmla="*/ 514350 w 1427163"/>
              <a:gd name="connsiteY28" fmla="*/ 66675 h 2190750"/>
              <a:gd name="connsiteX29" fmla="*/ 527050 w 1427163"/>
              <a:gd name="connsiteY29" fmla="*/ 76200 h 2190750"/>
              <a:gd name="connsiteX30" fmla="*/ 555625 w 1427163"/>
              <a:gd name="connsiteY30" fmla="*/ 53975 h 2190750"/>
              <a:gd name="connsiteX31" fmla="*/ 574675 w 1427163"/>
              <a:gd name="connsiteY31" fmla="*/ 76200 h 2190750"/>
              <a:gd name="connsiteX32" fmla="*/ 574675 w 1427163"/>
              <a:gd name="connsiteY32" fmla="*/ 107950 h 2190750"/>
              <a:gd name="connsiteX33" fmla="*/ 625475 w 1427163"/>
              <a:gd name="connsiteY33" fmla="*/ 111125 h 2190750"/>
              <a:gd name="connsiteX34" fmla="*/ 631825 w 1427163"/>
              <a:gd name="connsiteY34" fmla="*/ 79375 h 2190750"/>
              <a:gd name="connsiteX35" fmla="*/ 641350 w 1427163"/>
              <a:gd name="connsiteY35" fmla="*/ 130175 h 2190750"/>
              <a:gd name="connsiteX36" fmla="*/ 682625 w 1427163"/>
              <a:gd name="connsiteY36" fmla="*/ 111125 h 2190750"/>
              <a:gd name="connsiteX37" fmla="*/ 708025 w 1427163"/>
              <a:gd name="connsiteY37" fmla="*/ 142875 h 2190750"/>
              <a:gd name="connsiteX38" fmla="*/ 739775 w 1427163"/>
              <a:gd name="connsiteY38" fmla="*/ 142875 h 2190750"/>
              <a:gd name="connsiteX39" fmla="*/ 752475 w 1427163"/>
              <a:gd name="connsiteY39" fmla="*/ 165100 h 2190750"/>
              <a:gd name="connsiteX40" fmla="*/ 825500 w 1427163"/>
              <a:gd name="connsiteY40" fmla="*/ 142875 h 2190750"/>
              <a:gd name="connsiteX41" fmla="*/ 882650 w 1427163"/>
              <a:gd name="connsiteY41" fmla="*/ 212725 h 2190750"/>
              <a:gd name="connsiteX42" fmla="*/ 914400 w 1427163"/>
              <a:gd name="connsiteY42" fmla="*/ 200025 h 2190750"/>
              <a:gd name="connsiteX43" fmla="*/ 917575 w 1427163"/>
              <a:gd name="connsiteY43" fmla="*/ 165100 h 2190750"/>
              <a:gd name="connsiteX44" fmla="*/ 968375 w 1427163"/>
              <a:gd name="connsiteY44" fmla="*/ 146050 h 2190750"/>
              <a:gd name="connsiteX45" fmla="*/ 981075 w 1427163"/>
              <a:gd name="connsiteY45" fmla="*/ 161925 h 2190750"/>
              <a:gd name="connsiteX46" fmla="*/ 962025 w 1427163"/>
              <a:gd name="connsiteY46" fmla="*/ 193675 h 2190750"/>
              <a:gd name="connsiteX47" fmla="*/ 993775 w 1427163"/>
              <a:gd name="connsiteY47" fmla="*/ 187325 h 2190750"/>
              <a:gd name="connsiteX48" fmla="*/ 1028700 w 1427163"/>
              <a:gd name="connsiteY48" fmla="*/ 234950 h 2190750"/>
              <a:gd name="connsiteX49" fmla="*/ 1057275 w 1427163"/>
              <a:gd name="connsiteY49" fmla="*/ 206375 h 2190750"/>
              <a:gd name="connsiteX50" fmla="*/ 1025525 w 1427163"/>
              <a:gd name="connsiteY50" fmla="*/ 174625 h 2190750"/>
              <a:gd name="connsiteX51" fmla="*/ 1060450 w 1427163"/>
              <a:gd name="connsiteY51" fmla="*/ 149225 h 2190750"/>
              <a:gd name="connsiteX52" fmla="*/ 1082675 w 1427163"/>
              <a:gd name="connsiteY52" fmla="*/ 114300 h 2190750"/>
              <a:gd name="connsiteX53" fmla="*/ 1085850 w 1427163"/>
              <a:gd name="connsiteY53" fmla="*/ 174625 h 2190750"/>
              <a:gd name="connsiteX54" fmla="*/ 1101725 w 1427163"/>
              <a:gd name="connsiteY54" fmla="*/ 203200 h 2190750"/>
              <a:gd name="connsiteX55" fmla="*/ 1120775 w 1427163"/>
              <a:gd name="connsiteY55" fmla="*/ 184150 h 2190750"/>
              <a:gd name="connsiteX56" fmla="*/ 1139825 w 1427163"/>
              <a:gd name="connsiteY56" fmla="*/ 187325 h 2190750"/>
              <a:gd name="connsiteX57" fmla="*/ 1149350 w 1427163"/>
              <a:gd name="connsiteY57" fmla="*/ 222250 h 2190750"/>
              <a:gd name="connsiteX58" fmla="*/ 1114425 w 1427163"/>
              <a:gd name="connsiteY58" fmla="*/ 234950 h 2190750"/>
              <a:gd name="connsiteX59" fmla="*/ 1076325 w 1427163"/>
              <a:gd name="connsiteY59" fmla="*/ 282575 h 2190750"/>
              <a:gd name="connsiteX60" fmla="*/ 1079500 w 1427163"/>
              <a:gd name="connsiteY60" fmla="*/ 320675 h 2190750"/>
              <a:gd name="connsiteX61" fmla="*/ 1057275 w 1427163"/>
              <a:gd name="connsiteY61" fmla="*/ 336550 h 2190750"/>
              <a:gd name="connsiteX62" fmla="*/ 1022350 w 1427163"/>
              <a:gd name="connsiteY62" fmla="*/ 327025 h 2190750"/>
              <a:gd name="connsiteX63" fmla="*/ 1006475 w 1427163"/>
              <a:gd name="connsiteY63" fmla="*/ 336550 h 2190750"/>
              <a:gd name="connsiteX64" fmla="*/ 1016000 w 1427163"/>
              <a:gd name="connsiteY64" fmla="*/ 368300 h 2190750"/>
              <a:gd name="connsiteX65" fmla="*/ 984250 w 1427163"/>
              <a:gd name="connsiteY65" fmla="*/ 355600 h 2190750"/>
              <a:gd name="connsiteX66" fmla="*/ 965200 w 1427163"/>
              <a:gd name="connsiteY66" fmla="*/ 377825 h 2190750"/>
              <a:gd name="connsiteX67" fmla="*/ 990600 w 1427163"/>
              <a:gd name="connsiteY67" fmla="*/ 412750 h 2190750"/>
              <a:gd name="connsiteX68" fmla="*/ 1050925 w 1427163"/>
              <a:gd name="connsiteY68" fmla="*/ 431800 h 2190750"/>
              <a:gd name="connsiteX69" fmla="*/ 1082675 w 1427163"/>
              <a:gd name="connsiteY69" fmla="*/ 406400 h 2190750"/>
              <a:gd name="connsiteX70" fmla="*/ 1120775 w 1427163"/>
              <a:gd name="connsiteY70" fmla="*/ 419100 h 2190750"/>
              <a:gd name="connsiteX71" fmla="*/ 1123950 w 1427163"/>
              <a:gd name="connsiteY71" fmla="*/ 447675 h 2190750"/>
              <a:gd name="connsiteX72" fmla="*/ 1111250 w 1427163"/>
              <a:gd name="connsiteY72" fmla="*/ 463550 h 2190750"/>
              <a:gd name="connsiteX73" fmla="*/ 1149350 w 1427163"/>
              <a:gd name="connsiteY73" fmla="*/ 485775 h 2190750"/>
              <a:gd name="connsiteX74" fmla="*/ 1123950 w 1427163"/>
              <a:gd name="connsiteY74" fmla="*/ 504825 h 2190750"/>
              <a:gd name="connsiteX75" fmla="*/ 1089025 w 1427163"/>
              <a:gd name="connsiteY75" fmla="*/ 495300 h 2190750"/>
              <a:gd name="connsiteX76" fmla="*/ 1054100 w 1427163"/>
              <a:gd name="connsiteY76" fmla="*/ 488950 h 2190750"/>
              <a:gd name="connsiteX77" fmla="*/ 1044575 w 1427163"/>
              <a:gd name="connsiteY77" fmla="*/ 438150 h 2190750"/>
              <a:gd name="connsiteX78" fmla="*/ 987425 w 1427163"/>
              <a:gd name="connsiteY78" fmla="*/ 422275 h 2190750"/>
              <a:gd name="connsiteX79" fmla="*/ 984250 w 1427163"/>
              <a:gd name="connsiteY79" fmla="*/ 473075 h 2190750"/>
              <a:gd name="connsiteX80" fmla="*/ 920750 w 1427163"/>
              <a:gd name="connsiteY80" fmla="*/ 527050 h 2190750"/>
              <a:gd name="connsiteX81" fmla="*/ 923925 w 1427163"/>
              <a:gd name="connsiteY81" fmla="*/ 546100 h 2190750"/>
              <a:gd name="connsiteX82" fmla="*/ 898525 w 1427163"/>
              <a:gd name="connsiteY82" fmla="*/ 565150 h 2190750"/>
              <a:gd name="connsiteX83" fmla="*/ 914400 w 1427163"/>
              <a:gd name="connsiteY83" fmla="*/ 590550 h 2190750"/>
              <a:gd name="connsiteX84" fmla="*/ 942975 w 1427163"/>
              <a:gd name="connsiteY84" fmla="*/ 600075 h 2190750"/>
              <a:gd name="connsiteX85" fmla="*/ 971550 w 1427163"/>
              <a:gd name="connsiteY85" fmla="*/ 635000 h 2190750"/>
              <a:gd name="connsiteX86" fmla="*/ 1000125 w 1427163"/>
              <a:gd name="connsiteY86" fmla="*/ 628650 h 2190750"/>
              <a:gd name="connsiteX87" fmla="*/ 1025525 w 1427163"/>
              <a:gd name="connsiteY87" fmla="*/ 673100 h 2190750"/>
              <a:gd name="connsiteX88" fmla="*/ 1060450 w 1427163"/>
              <a:gd name="connsiteY88" fmla="*/ 688975 h 2190750"/>
              <a:gd name="connsiteX89" fmla="*/ 1082675 w 1427163"/>
              <a:gd name="connsiteY89" fmla="*/ 727075 h 2190750"/>
              <a:gd name="connsiteX90" fmla="*/ 1104900 w 1427163"/>
              <a:gd name="connsiteY90" fmla="*/ 746125 h 2190750"/>
              <a:gd name="connsiteX91" fmla="*/ 1155700 w 1427163"/>
              <a:gd name="connsiteY91" fmla="*/ 736600 h 2190750"/>
              <a:gd name="connsiteX92" fmla="*/ 1193800 w 1427163"/>
              <a:gd name="connsiteY92" fmla="*/ 774700 h 2190750"/>
              <a:gd name="connsiteX93" fmla="*/ 1228725 w 1427163"/>
              <a:gd name="connsiteY93" fmla="*/ 777875 h 2190750"/>
              <a:gd name="connsiteX94" fmla="*/ 1270000 w 1427163"/>
              <a:gd name="connsiteY94" fmla="*/ 844550 h 2190750"/>
              <a:gd name="connsiteX95" fmla="*/ 1225550 w 1427163"/>
              <a:gd name="connsiteY95" fmla="*/ 2190750 h 2190750"/>
              <a:gd name="connsiteX96" fmla="*/ 60325 w 1427163"/>
              <a:gd name="connsiteY96" fmla="*/ 2187575 h 2190750"/>
              <a:gd name="connsiteX97" fmla="*/ 0 w 1427163"/>
              <a:gd name="connsiteY97" fmla="*/ 587375 h 2190750"/>
              <a:gd name="connsiteX98" fmla="*/ 28575 w 1427163"/>
              <a:gd name="connsiteY98" fmla="*/ 600075 h 2190750"/>
              <a:gd name="connsiteX99" fmla="*/ 34925 w 1427163"/>
              <a:gd name="connsiteY99" fmla="*/ 622300 h 2190750"/>
              <a:gd name="connsiteX100" fmla="*/ 53975 w 1427163"/>
              <a:gd name="connsiteY100" fmla="*/ 577850 h 2190750"/>
              <a:gd name="connsiteX101" fmla="*/ 82550 w 1427163"/>
              <a:gd name="connsiteY101" fmla="*/ 609600 h 2190750"/>
              <a:gd name="connsiteX102" fmla="*/ 95250 w 1427163"/>
              <a:gd name="connsiteY102" fmla="*/ 631825 h 2190750"/>
              <a:gd name="connsiteX103" fmla="*/ 85725 w 1427163"/>
              <a:gd name="connsiteY103" fmla="*/ 584200 h 2190750"/>
              <a:gd name="connsiteX104" fmla="*/ 107950 w 1427163"/>
              <a:gd name="connsiteY104" fmla="*/ 558800 h 2190750"/>
              <a:gd name="connsiteX105" fmla="*/ 44450 w 1427163"/>
              <a:gd name="connsiteY105" fmla="*/ 501650 h 2190750"/>
              <a:gd name="connsiteX106" fmla="*/ 47625 w 1427163"/>
              <a:gd name="connsiteY106" fmla="*/ 476250 h 2190750"/>
              <a:gd name="connsiteX107" fmla="*/ 92075 w 1427163"/>
              <a:gd name="connsiteY107" fmla="*/ 463550 h 2190750"/>
              <a:gd name="connsiteX108" fmla="*/ 104775 w 1427163"/>
              <a:gd name="connsiteY108" fmla="*/ 381000 h 2190750"/>
              <a:gd name="connsiteX0" fmla="*/ 104775 w 1270000"/>
              <a:gd name="connsiteY0" fmla="*/ 381000 h 2190750"/>
              <a:gd name="connsiteX1" fmla="*/ 155575 w 1270000"/>
              <a:gd name="connsiteY1" fmla="*/ 371475 h 2190750"/>
              <a:gd name="connsiteX2" fmla="*/ 171450 w 1270000"/>
              <a:gd name="connsiteY2" fmla="*/ 342900 h 2190750"/>
              <a:gd name="connsiteX3" fmla="*/ 168275 w 1270000"/>
              <a:gd name="connsiteY3" fmla="*/ 339725 h 2190750"/>
              <a:gd name="connsiteX4" fmla="*/ 152400 w 1270000"/>
              <a:gd name="connsiteY4" fmla="*/ 292100 h 2190750"/>
              <a:gd name="connsiteX5" fmla="*/ 171450 w 1270000"/>
              <a:gd name="connsiteY5" fmla="*/ 285750 h 2190750"/>
              <a:gd name="connsiteX6" fmla="*/ 193675 w 1270000"/>
              <a:gd name="connsiteY6" fmla="*/ 250825 h 2190750"/>
              <a:gd name="connsiteX7" fmla="*/ 219075 w 1270000"/>
              <a:gd name="connsiteY7" fmla="*/ 257175 h 2190750"/>
              <a:gd name="connsiteX8" fmla="*/ 222250 w 1270000"/>
              <a:gd name="connsiteY8" fmla="*/ 209550 h 2190750"/>
              <a:gd name="connsiteX9" fmla="*/ 266700 w 1270000"/>
              <a:gd name="connsiteY9" fmla="*/ 219075 h 2190750"/>
              <a:gd name="connsiteX10" fmla="*/ 288925 w 1270000"/>
              <a:gd name="connsiteY10" fmla="*/ 168275 h 2190750"/>
              <a:gd name="connsiteX11" fmla="*/ 339725 w 1270000"/>
              <a:gd name="connsiteY11" fmla="*/ 196850 h 2190750"/>
              <a:gd name="connsiteX12" fmla="*/ 431800 w 1270000"/>
              <a:gd name="connsiteY12" fmla="*/ 200025 h 2190750"/>
              <a:gd name="connsiteX13" fmla="*/ 463550 w 1270000"/>
              <a:gd name="connsiteY13" fmla="*/ 177800 h 2190750"/>
              <a:gd name="connsiteX14" fmla="*/ 495300 w 1270000"/>
              <a:gd name="connsiteY14" fmla="*/ 206375 h 2190750"/>
              <a:gd name="connsiteX15" fmla="*/ 495300 w 1270000"/>
              <a:gd name="connsiteY15" fmla="*/ 161925 h 2190750"/>
              <a:gd name="connsiteX16" fmla="*/ 514350 w 1270000"/>
              <a:gd name="connsiteY16" fmla="*/ 171450 h 2190750"/>
              <a:gd name="connsiteX17" fmla="*/ 514350 w 1270000"/>
              <a:gd name="connsiteY17" fmla="*/ 130175 h 2190750"/>
              <a:gd name="connsiteX18" fmla="*/ 501650 w 1270000"/>
              <a:gd name="connsiteY18" fmla="*/ 120650 h 2190750"/>
              <a:gd name="connsiteX19" fmla="*/ 495300 w 1270000"/>
              <a:gd name="connsiteY19" fmla="*/ 88900 h 2190750"/>
              <a:gd name="connsiteX20" fmla="*/ 476250 w 1270000"/>
              <a:gd name="connsiteY20" fmla="*/ 66675 h 2190750"/>
              <a:gd name="connsiteX21" fmla="*/ 431800 w 1270000"/>
              <a:gd name="connsiteY21" fmla="*/ 79375 h 2190750"/>
              <a:gd name="connsiteX22" fmla="*/ 384175 w 1270000"/>
              <a:gd name="connsiteY22" fmla="*/ 47625 h 2190750"/>
              <a:gd name="connsiteX23" fmla="*/ 428625 w 1270000"/>
              <a:gd name="connsiteY23" fmla="*/ 22225 h 2190750"/>
              <a:gd name="connsiteX24" fmla="*/ 444500 w 1270000"/>
              <a:gd name="connsiteY24" fmla="*/ 41275 h 2190750"/>
              <a:gd name="connsiteX25" fmla="*/ 479425 w 1270000"/>
              <a:gd name="connsiteY25" fmla="*/ 34925 h 2190750"/>
              <a:gd name="connsiteX26" fmla="*/ 498475 w 1270000"/>
              <a:gd name="connsiteY26" fmla="*/ 0 h 2190750"/>
              <a:gd name="connsiteX27" fmla="*/ 517525 w 1270000"/>
              <a:gd name="connsiteY27" fmla="*/ 41275 h 2190750"/>
              <a:gd name="connsiteX28" fmla="*/ 514350 w 1270000"/>
              <a:gd name="connsiteY28" fmla="*/ 66675 h 2190750"/>
              <a:gd name="connsiteX29" fmla="*/ 527050 w 1270000"/>
              <a:gd name="connsiteY29" fmla="*/ 76200 h 2190750"/>
              <a:gd name="connsiteX30" fmla="*/ 555625 w 1270000"/>
              <a:gd name="connsiteY30" fmla="*/ 53975 h 2190750"/>
              <a:gd name="connsiteX31" fmla="*/ 574675 w 1270000"/>
              <a:gd name="connsiteY31" fmla="*/ 76200 h 2190750"/>
              <a:gd name="connsiteX32" fmla="*/ 574675 w 1270000"/>
              <a:gd name="connsiteY32" fmla="*/ 107950 h 2190750"/>
              <a:gd name="connsiteX33" fmla="*/ 625475 w 1270000"/>
              <a:gd name="connsiteY33" fmla="*/ 111125 h 2190750"/>
              <a:gd name="connsiteX34" fmla="*/ 631825 w 1270000"/>
              <a:gd name="connsiteY34" fmla="*/ 79375 h 2190750"/>
              <a:gd name="connsiteX35" fmla="*/ 641350 w 1270000"/>
              <a:gd name="connsiteY35" fmla="*/ 130175 h 2190750"/>
              <a:gd name="connsiteX36" fmla="*/ 682625 w 1270000"/>
              <a:gd name="connsiteY36" fmla="*/ 111125 h 2190750"/>
              <a:gd name="connsiteX37" fmla="*/ 708025 w 1270000"/>
              <a:gd name="connsiteY37" fmla="*/ 142875 h 2190750"/>
              <a:gd name="connsiteX38" fmla="*/ 739775 w 1270000"/>
              <a:gd name="connsiteY38" fmla="*/ 142875 h 2190750"/>
              <a:gd name="connsiteX39" fmla="*/ 752475 w 1270000"/>
              <a:gd name="connsiteY39" fmla="*/ 165100 h 2190750"/>
              <a:gd name="connsiteX40" fmla="*/ 825500 w 1270000"/>
              <a:gd name="connsiteY40" fmla="*/ 142875 h 2190750"/>
              <a:gd name="connsiteX41" fmla="*/ 882650 w 1270000"/>
              <a:gd name="connsiteY41" fmla="*/ 212725 h 2190750"/>
              <a:gd name="connsiteX42" fmla="*/ 914400 w 1270000"/>
              <a:gd name="connsiteY42" fmla="*/ 200025 h 2190750"/>
              <a:gd name="connsiteX43" fmla="*/ 917575 w 1270000"/>
              <a:gd name="connsiteY43" fmla="*/ 165100 h 2190750"/>
              <a:gd name="connsiteX44" fmla="*/ 968375 w 1270000"/>
              <a:gd name="connsiteY44" fmla="*/ 146050 h 2190750"/>
              <a:gd name="connsiteX45" fmla="*/ 981075 w 1270000"/>
              <a:gd name="connsiteY45" fmla="*/ 161925 h 2190750"/>
              <a:gd name="connsiteX46" fmla="*/ 962025 w 1270000"/>
              <a:gd name="connsiteY46" fmla="*/ 193675 h 2190750"/>
              <a:gd name="connsiteX47" fmla="*/ 993775 w 1270000"/>
              <a:gd name="connsiteY47" fmla="*/ 187325 h 2190750"/>
              <a:gd name="connsiteX48" fmla="*/ 1028700 w 1270000"/>
              <a:gd name="connsiteY48" fmla="*/ 234950 h 2190750"/>
              <a:gd name="connsiteX49" fmla="*/ 1057275 w 1270000"/>
              <a:gd name="connsiteY49" fmla="*/ 206375 h 2190750"/>
              <a:gd name="connsiteX50" fmla="*/ 1025525 w 1270000"/>
              <a:gd name="connsiteY50" fmla="*/ 174625 h 2190750"/>
              <a:gd name="connsiteX51" fmla="*/ 1060450 w 1270000"/>
              <a:gd name="connsiteY51" fmla="*/ 149225 h 2190750"/>
              <a:gd name="connsiteX52" fmla="*/ 1082675 w 1270000"/>
              <a:gd name="connsiteY52" fmla="*/ 114300 h 2190750"/>
              <a:gd name="connsiteX53" fmla="*/ 1085850 w 1270000"/>
              <a:gd name="connsiteY53" fmla="*/ 174625 h 2190750"/>
              <a:gd name="connsiteX54" fmla="*/ 1101725 w 1270000"/>
              <a:gd name="connsiteY54" fmla="*/ 203200 h 2190750"/>
              <a:gd name="connsiteX55" fmla="*/ 1120775 w 1270000"/>
              <a:gd name="connsiteY55" fmla="*/ 184150 h 2190750"/>
              <a:gd name="connsiteX56" fmla="*/ 1139825 w 1270000"/>
              <a:gd name="connsiteY56" fmla="*/ 187325 h 2190750"/>
              <a:gd name="connsiteX57" fmla="*/ 1149350 w 1270000"/>
              <a:gd name="connsiteY57" fmla="*/ 222250 h 2190750"/>
              <a:gd name="connsiteX58" fmla="*/ 1114425 w 1270000"/>
              <a:gd name="connsiteY58" fmla="*/ 234950 h 2190750"/>
              <a:gd name="connsiteX59" fmla="*/ 1076325 w 1270000"/>
              <a:gd name="connsiteY59" fmla="*/ 282575 h 2190750"/>
              <a:gd name="connsiteX60" fmla="*/ 1079500 w 1270000"/>
              <a:gd name="connsiteY60" fmla="*/ 320675 h 2190750"/>
              <a:gd name="connsiteX61" fmla="*/ 1057275 w 1270000"/>
              <a:gd name="connsiteY61" fmla="*/ 336550 h 2190750"/>
              <a:gd name="connsiteX62" fmla="*/ 1022350 w 1270000"/>
              <a:gd name="connsiteY62" fmla="*/ 327025 h 2190750"/>
              <a:gd name="connsiteX63" fmla="*/ 1006475 w 1270000"/>
              <a:gd name="connsiteY63" fmla="*/ 336550 h 2190750"/>
              <a:gd name="connsiteX64" fmla="*/ 1016000 w 1270000"/>
              <a:gd name="connsiteY64" fmla="*/ 368300 h 2190750"/>
              <a:gd name="connsiteX65" fmla="*/ 984250 w 1270000"/>
              <a:gd name="connsiteY65" fmla="*/ 355600 h 2190750"/>
              <a:gd name="connsiteX66" fmla="*/ 965200 w 1270000"/>
              <a:gd name="connsiteY66" fmla="*/ 377825 h 2190750"/>
              <a:gd name="connsiteX67" fmla="*/ 990600 w 1270000"/>
              <a:gd name="connsiteY67" fmla="*/ 412750 h 2190750"/>
              <a:gd name="connsiteX68" fmla="*/ 1050925 w 1270000"/>
              <a:gd name="connsiteY68" fmla="*/ 431800 h 2190750"/>
              <a:gd name="connsiteX69" fmla="*/ 1082675 w 1270000"/>
              <a:gd name="connsiteY69" fmla="*/ 406400 h 2190750"/>
              <a:gd name="connsiteX70" fmla="*/ 1120775 w 1270000"/>
              <a:gd name="connsiteY70" fmla="*/ 419100 h 2190750"/>
              <a:gd name="connsiteX71" fmla="*/ 1123950 w 1270000"/>
              <a:gd name="connsiteY71" fmla="*/ 447675 h 2190750"/>
              <a:gd name="connsiteX72" fmla="*/ 1111250 w 1270000"/>
              <a:gd name="connsiteY72" fmla="*/ 463550 h 2190750"/>
              <a:gd name="connsiteX73" fmla="*/ 1149350 w 1270000"/>
              <a:gd name="connsiteY73" fmla="*/ 485775 h 2190750"/>
              <a:gd name="connsiteX74" fmla="*/ 1123950 w 1270000"/>
              <a:gd name="connsiteY74" fmla="*/ 504825 h 2190750"/>
              <a:gd name="connsiteX75" fmla="*/ 1089025 w 1270000"/>
              <a:gd name="connsiteY75" fmla="*/ 495300 h 2190750"/>
              <a:gd name="connsiteX76" fmla="*/ 1054100 w 1270000"/>
              <a:gd name="connsiteY76" fmla="*/ 488950 h 2190750"/>
              <a:gd name="connsiteX77" fmla="*/ 1044575 w 1270000"/>
              <a:gd name="connsiteY77" fmla="*/ 438150 h 2190750"/>
              <a:gd name="connsiteX78" fmla="*/ 987425 w 1270000"/>
              <a:gd name="connsiteY78" fmla="*/ 422275 h 2190750"/>
              <a:gd name="connsiteX79" fmla="*/ 984250 w 1270000"/>
              <a:gd name="connsiteY79" fmla="*/ 473075 h 2190750"/>
              <a:gd name="connsiteX80" fmla="*/ 920750 w 1270000"/>
              <a:gd name="connsiteY80" fmla="*/ 527050 h 2190750"/>
              <a:gd name="connsiteX81" fmla="*/ 923925 w 1270000"/>
              <a:gd name="connsiteY81" fmla="*/ 546100 h 2190750"/>
              <a:gd name="connsiteX82" fmla="*/ 898525 w 1270000"/>
              <a:gd name="connsiteY82" fmla="*/ 565150 h 2190750"/>
              <a:gd name="connsiteX83" fmla="*/ 914400 w 1270000"/>
              <a:gd name="connsiteY83" fmla="*/ 590550 h 2190750"/>
              <a:gd name="connsiteX84" fmla="*/ 942975 w 1270000"/>
              <a:gd name="connsiteY84" fmla="*/ 600075 h 2190750"/>
              <a:gd name="connsiteX85" fmla="*/ 971550 w 1270000"/>
              <a:gd name="connsiteY85" fmla="*/ 635000 h 2190750"/>
              <a:gd name="connsiteX86" fmla="*/ 1000125 w 1270000"/>
              <a:gd name="connsiteY86" fmla="*/ 628650 h 2190750"/>
              <a:gd name="connsiteX87" fmla="*/ 1025525 w 1270000"/>
              <a:gd name="connsiteY87" fmla="*/ 673100 h 2190750"/>
              <a:gd name="connsiteX88" fmla="*/ 1060450 w 1270000"/>
              <a:gd name="connsiteY88" fmla="*/ 688975 h 2190750"/>
              <a:gd name="connsiteX89" fmla="*/ 1082675 w 1270000"/>
              <a:gd name="connsiteY89" fmla="*/ 727075 h 2190750"/>
              <a:gd name="connsiteX90" fmla="*/ 1104900 w 1270000"/>
              <a:gd name="connsiteY90" fmla="*/ 746125 h 2190750"/>
              <a:gd name="connsiteX91" fmla="*/ 1155700 w 1270000"/>
              <a:gd name="connsiteY91" fmla="*/ 736600 h 2190750"/>
              <a:gd name="connsiteX92" fmla="*/ 1193800 w 1270000"/>
              <a:gd name="connsiteY92" fmla="*/ 774700 h 2190750"/>
              <a:gd name="connsiteX93" fmla="*/ 1228725 w 1270000"/>
              <a:gd name="connsiteY93" fmla="*/ 777875 h 2190750"/>
              <a:gd name="connsiteX94" fmla="*/ 1270000 w 1270000"/>
              <a:gd name="connsiteY94" fmla="*/ 844550 h 2190750"/>
              <a:gd name="connsiteX95" fmla="*/ 1225550 w 1270000"/>
              <a:gd name="connsiteY95" fmla="*/ 2190750 h 2190750"/>
              <a:gd name="connsiteX96" fmla="*/ 60325 w 1270000"/>
              <a:gd name="connsiteY96" fmla="*/ 2187575 h 2190750"/>
              <a:gd name="connsiteX97" fmla="*/ 0 w 1270000"/>
              <a:gd name="connsiteY97" fmla="*/ 587375 h 2190750"/>
              <a:gd name="connsiteX98" fmla="*/ 28575 w 1270000"/>
              <a:gd name="connsiteY98" fmla="*/ 600075 h 2190750"/>
              <a:gd name="connsiteX99" fmla="*/ 34925 w 1270000"/>
              <a:gd name="connsiteY99" fmla="*/ 622300 h 2190750"/>
              <a:gd name="connsiteX100" fmla="*/ 53975 w 1270000"/>
              <a:gd name="connsiteY100" fmla="*/ 577850 h 2190750"/>
              <a:gd name="connsiteX101" fmla="*/ 82550 w 1270000"/>
              <a:gd name="connsiteY101" fmla="*/ 609600 h 2190750"/>
              <a:gd name="connsiteX102" fmla="*/ 95250 w 1270000"/>
              <a:gd name="connsiteY102" fmla="*/ 631825 h 2190750"/>
              <a:gd name="connsiteX103" fmla="*/ 85725 w 1270000"/>
              <a:gd name="connsiteY103" fmla="*/ 584200 h 2190750"/>
              <a:gd name="connsiteX104" fmla="*/ 107950 w 1270000"/>
              <a:gd name="connsiteY104" fmla="*/ 558800 h 2190750"/>
              <a:gd name="connsiteX105" fmla="*/ 44450 w 1270000"/>
              <a:gd name="connsiteY105" fmla="*/ 501650 h 2190750"/>
              <a:gd name="connsiteX106" fmla="*/ 47625 w 1270000"/>
              <a:gd name="connsiteY106" fmla="*/ 476250 h 2190750"/>
              <a:gd name="connsiteX107" fmla="*/ 92075 w 1270000"/>
              <a:gd name="connsiteY107" fmla="*/ 463550 h 2190750"/>
              <a:gd name="connsiteX108" fmla="*/ 104775 w 1270000"/>
              <a:gd name="connsiteY108" fmla="*/ 381000 h 2190750"/>
              <a:gd name="connsiteX0" fmla="*/ 104775 w 1270000"/>
              <a:gd name="connsiteY0" fmla="*/ 381000 h 2197135"/>
              <a:gd name="connsiteX1" fmla="*/ 155575 w 1270000"/>
              <a:gd name="connsiteY1" fmla="*/ 371475 h 2197135"/>
              <a:gd name="connsiteX2" fmla="*/ 171450 w 1270000"/>
              <a:gd name="connsiteY2" fmla="*/ 342900 h 2197135"/>
              <a:gd name="connsiteX3" fmla="*/ 168275 w 1270000"/>
              <a:gd name="connsiteY3" fmla="*/ 339725 h 2197135"/>
              <a:gd name="connsiteX4" fmla="*/ 152400 w 1270000"/>
              <a:gd name="connsiteY4" fmla="*/ 292100 h 2197135"/>
              <a:gd name="connsiteX5" fmla="*/ 171450 w 1270000"/>
              <a:gd name="connsiteY5" fmla="*/ 285750 h 2197135"/>
              <a:gd name="connsiteX6" fmla="*/ 193675 w 1270000"/>
              <a:gd name="connsiteY6" fmla="*/ 250825 h 2197135"/>
              <a:gd name="connsiteX7" fmla="*/ 219075 w 1270000"/>
              <a:gd name="connsiteY7" fmla="*/ 257175 h 2197135"/>
              <a:gd name="connsiteX8" fmla="*/ 222250 w 1270000"/>
              <a:gd name="connsiteY8" fmla="*/ 209550 h 2197135"/>
              <a:gd name="connsiteX9" fmla="*/ 266700 w 1270000"/>
              <a:gd name="connsiteY9" fmla="*/ 219075 h 2197135"/>
              <a:gd name="connsiteX10" fmla="*/ 288925 w 1270000"/>
              <a:gd name="connsiteY10" fmla="*/ 168275 h 2197135"/>
              <a:gd name="connsiteX11" fmla="*/ 339725 w 1270000"/>
              <a:gd name="connsiteY11" fmla="*/ 196850 h 2197135"/>
              <a:gd name="connsiteX12" fmla="*/ 431800 w 1270000"/>
              <a:gd name="connsiteY12" fmla="*/ 200025 h 2197135"/>
              <a:gd name="connsiteX13" fmla="*/ 463550 w 1270000"/>
              <a:gd name="connsiteY13" fmla="*/ 177800 h 2197135"/>
              <a:gd name="connsiteX14" fmla="*/ 495300 w 1270000"/>
              <a:gd name="connsiteY14" fmla="*/ 206375 h 2197135"/>
              <a:gd name="connsiteX15" fmla="*/ 495300 w 1270000"/>
              <a:gd name="connsiteY15" fmla="*/ 161925 h 2197135"/>
              <a:gd name="connsiteX16" fmla="*/ 514350 w 1270000"/>
              <a:gd name="connsiteY16" fmla="*/ 171450 h 2197135"/>
              <a:gd name="connsiteX17" fmla="*/ 514350 w 1270000"/>
              <a:gd name="connsiteY17" fmla="*/ 130175 h 2197135"/>
              <a:gd name="connsiteX18" fmla="*/ 501650 w 1270000"/>
              <a:gd name="connsiteY18" fmla="*/ 120650 h 2197135"/>
              <a:gd name="connsiteX19" fmla="*/ 495300 w 1270000"/>
              <a:gd name="connsiteY19" fmla="*/ 88900 h 2197135"/>
              <a:gd name="connsiteX20" fmla="*/ 476250 w 1270000"/>
              <a:gd name="connsiteY20" fmla="*/ 66675 h 2197135"/>
              <a:gd name="connsiteX21" fmla="*/ 431800 w 1270000"/>
              <a:gd name="connsiteY21" fmla="*/ 79375 h 2197135"/>
              <a:gd name="connsiteX22" fmla="*/ 384175 w 1270000"/>
              <a:gd name="connsiteY22" fmla="*/ 47625 h 2197135"/>
              <a:gd name="connsiteX23" fmla="*/ 428625 w 1270000"/>
              <a:gd name="connsiteY23" fmla="*/ 22225 h 2197135"/>
              <a:gd name="connsiteX24" fmla="*/ 444500 w 1270000"/>
              <a:gd name="connsiteY24" fmla="*/ 41275 h 2197135"/>
              <a:gd name="connsiteX25" fmla="*/ 479425 w 1270000"/>
              <a:gd name="connsiteY25" fmla="*/ 34925 h 2197135"/>
              <a:gd name="connsiteX26" fmla="*/ 498475 w 1270000"/>
              <a:gd name="connsiteY26" fmla="*/ 0 h 2197135"/>
              <a:gd name="connsiteX27" fmla="*/ 517525 w 1270000"/>
              <a:gd name="connsiteY27" fmla="*/ 41275 h 2197135"/>
              <a:gd name="connsiteX28" fmla="*/ 514350 w 1270000"/>
              <a:gd name="connsiteY28" fmla="*/ 66675 h 2197135"/>
              <a:gd name="connsiteX29" fmla="*/ 527050 w 1270000"/>
              <a:gd name="connsiteY29" fmla="*/ 76200 h 2197135"/>
              <a:gd name="connsiteX30" fmla="*/ 555625 w 1270000"/>
              <a:gd name="connsiteY30" fmla="*/ 53975 h 2197135"/>
              <a:gd name="connsiteX31" fmla="*/ 574675 w 1270000"/>
              <a:gd name="connsiteY31" fmla="*/ 76200 h 2197135"/>
              <a:gd name="connsiteX32" fmla="*/ 574675 w 1270000"/>
              <a:gd name="connsiteY32" fmla="*/ 107950 h 2197135"/>
              <a:gd name="connsiteX33" fmla="*/ 625475 w 1270000"/>
              <a:gd name="connsiteY33" fmla="*/ 111125 h 2197135"/>
              <a:gd name="connsiteX34" fmla="*/ 631825 w 1270000"/>
              <a:gd name="connsiteY34" fmla="*/ 79375 h 2197135"/>
              <a:gd name="connsiteX35" fmla="*/ 641350 w 1270000"/>
              <a:gd name="connsiteY35" fmla="*/ 130175 h 2197135"/>
              <a:gd name="connsiteX36" fmla="*/ 682625 w 1270000"/>
              <a:gd name="connsiteY36" fmla="*/ 111125 h 2197135"/>
              <a:gd name="connsiteX37" fmla="*/ 708025 w 1270000"/>
              <a:gd name="connsiteY37" fmla="*/ 142875 h 2197135"/>
              <a:gd name="connsiteX38" fmla="*/ 739775 w 1270000"/>
              <a:gd name="connsiteY38" fmla="*/ 142875 h 2197135"/>
              <a:gd name="connsiteX39" fmla="*/ 752475 w 1270000"/>
              <a:gd name="connsiteY39" fmla="*/ 165100 h 2197135"/>
              <a:gd name="connsiteX40" fmla="*/ 825500 w 1270000"/>
              <a:gd name="connsiteY40" fmla="*/ 142875 h 2197135"/>
              <a:gd name="connsiteX41" fmla="*/ 882650 w 1270000"/>
              <a:gd name="connsiteY41" fmla="*/ 212725 h 2197135"/>
              <a:gd name="connsiteX42" fmla="*/ 914400 w 1270000"/>
              <a:gd name="connsiteY42" fmla="*/ 200025 h 2197135"/>
              <a:gd name="connsiteX43" fmla="*/ 917575 w 1270000"/>
              <a:gd name="connsiteY43" fmla="*/ 165100 h 2197135"/>
              <a:gd name="connsiteX44" fmla="*/ 968375 w 1270000"/>
              <a:gd name="connsiteY44" fmla="*/ 146050 h 2197135"/>
              <a:gd name="connsiteX45" fmla="*/ 981075 w 1270000"/>
              <a:gd name="connsiteY45" fmla="*/ 161925 h 2197135"/>
              <a:gd name="connsiteX46" fmla="*/ 962025 w 1270000"/>
              <a:gd name="connsiteY46" fmla="*/ 193675 h 2197135"/>
              <a:gd name="connsiteX47" fmla="*/ 993775 w 1270000"/>
              <a:gd name="connsiteY47" fmla="*/ 187325 h 2197135"/>
              <a:gd name="connsiteX48" fmla="*/ 1028700 w 1270000"/>
              <a:gd name="connsiteY48" fmla="*/ 234950 h 2197135"/>
              <a:gd name="connsiteX49" fmla="*/ 1057275 w 1270000"/>
              <a:gd name="connsiteY49" fmla="*/ 206375 h 2197135"/>
              <a:gd name="connsiteX50" fmla="*/ 1025525 w 1270000"/>
              <a:gd name="connsiteY50" fmla="*/ 174625 h 2197135"/>
              <a:gd name="connsiteX51" fmla="*/ 1060450 w 1270000"/>
              <a:gd name="connsiteY51" fmla="*/ 149225 h 2197135"/>
              <a:gd name="connsiteX52" fmla="*/ 1082675 w 1270000"/>
              <a:gd name="connsiteY52" fmla="*/ 114300 h 2197135"/>
              <a:gd name="connsiteX53" fmla="*/ 1085850 w 1270000"/>
              <a:gd name="connsiteY53" fmla="*/ 174625 h 2197135"/>
              <a:gd name="connsiteX54" fmla="*/ 1101725 w 1270000"/>
              <a:gd name="connsiteY54" fmla="*/ 203200 h 2197135"/>
              <a:gd name="connsiteX55" fmla="*/ 1120775 w 1270000"/>
              <a:gd name="connsiteY55" fmla="*/ 184150 h 2197135"/>
              <a:gd name="connsiteX56" fmla="*/ 1139825 w 1270000"/>
              <a:gd name="connsiteY56" fmla="*/ 187325 h 2197135"/>
              <a:gd name="connsiteX57" fmla="*/ 1149350 w 1270000"/>
              <a:gd name="connsiteY57" fmla="*/ 222250 h 2197135"/>
              <a:gd name="connsiteX58" fmla="*/ 1114425 w 1270000"/>
              <a:gd name="connsiteY58" fmla="*/ 234950 h 2197135"/>
              <a:gd name="connsiteX59" fmla="*/ 1076325 w 1270000"/>
              <a:gd name="connsiteY59" fmla="*/ 282575 h 2197135"/>
              <a:gd name="connsiteX60" fmla="*/ 1079500 w 1270000"/>
              <a:gd name="connsiteY60" fmla="*/ 320675 h 2197135"/>
              <a:gd name="connsiteX61" fmla="*/ 1057275 w 1270000"/>
              <a:gd name="connsiteY61" fmla="*/ 336550 h 2197135"/>
              <a:gd name="connsiteX62" fmla="*/ 1022350 w 1270000"/>
              <a:gd name="connsiteY62" fmla="*/ 327025 h 2197135"/>
              <a:gd name="connsiteX63" fmla="*/ 1006475 w 1270000"/>
              <a:gd name="connsiteY63" fmla="*/ 336550 h 2197135"/>
              <a:gd name="connsiteX64" fmla="*/ 1016000 w 1270000"/>
              <a:gd name="connsiteY64" fmla="*/ 368300 h 2197135"/>
              <a:gd name="connsiteX65" fmla="*/ 984250 w 1270000"/>
              <a:gd name="connsiteY65" fmla="*/ 355600 h 2197135"/>
              <a:gd name="connsiteX66" fmla="*/ 965200 w 1270000"/>
              <a:gd name="connsiteY66" fmla="*/ 377825 h 2197135"/>
              <a:gd name="connsiteX67" fmla="*/ 990600 w 1270000"/>
              <a:gd name="connsiteY67" fmla="*/ 412750 h 2197135"/>
              <a:gd name="connsiteX68" fmla="*/ 1050925 w 1270000"/>
              <a:gd name="connsiteY68" fmla="*/ 431800 h 2197135"/>
              <a:gd name="connsiteX69" fmla="*/ 1082675 w 1270000"/>
              <a:gd name="connsiteY69" fmla="*/ 406400 h 2197135"/>
              <a:gd name="connsiteX70" fmla="*/ 1120775 w 1270000"/>
              <a:gd name="connsiteY70" fmla="*/ 419100 h 2197135"/>
              <a:gd name="connsiteX71" fmla="*/ 1123950 w 1270000"/>
              <a:gd name="connsiteY71" fmla="*/ 447675 h 2197135"/>
              <a:gd name="connsiteX72" fmla="*/ 1111250 w 1270000"/>
              <a:gd name="connsiteY72" fmla="*/ 463550 h 2197135"/>
              <a:gd name="connsiteX73" fmla="*/ 1149350 w 1270000"/>
              <a:gd name="connsiteY73" fmla="*/ 485775 h 2197135"/>
              <a:gd name="connsiteX74" fmla="*/ 1123950 w 1270000"/>
              <a:gd name="connsiteY74" fmla="*/ 504825 h 2197135"/>
              <a:gd name="connsiteX75" fmla="*/ 1089025 w 1270000"/>
              <a:gd name="connsiteY75" fmla="*/ 495300 h 2197135"/>
              <a:gd name="connsiteX76" fmla="*/ 1054100 w 1270000"/>
              <a:gd name="connsiteY76" fmla="*/ 488950 h 2197135"/>
              <a:gd name="connsiteX77" fmla="*/ 1044575 w 1270000"/>
              <a:gd name="connsiteY77" fmla="*/ 438150 h 2197135"/>
              <a:gd name="connsiteX78" fmla="*/ 987425 w 1270000"/>
              <a:gd name="connsiteY78" fmla="*/ 422275 h 2197135"/>
              <a:gd name="connsiteX79" fmla="*/ 984250 w 1270000"/>
              <a:gd name="connsiteY79" fmla="*/ 473075 h 2197135"/>
              <a:gd name="connsiteX80" fmla="*/ 920750 w 1270000"/>
              <a:gd name="connsiteY80" fmla="*/ 527050 h 2197135"/>
              <a:gd name="connsiteX81" fmla="*/ 923925 w 1270000"/>
              <a:gd name="connsiteY81" fmla="*/ 546100 h 2197135"/>
              <a:gd name="connsiteX82" fmla="*/ 898525 w 1270000"/>
              <a:gd name="connsiteY82" fmla="*/ 565150 h 2197135"/>
              <a:gd name="connsiteX83" fmla="*/ 914400 w 1270000"/>
              <a:gd name="connsiteY83" fmla="*/ 590550 h 2197135"/>
              <a:gd name="connsiteX84" fmla="*/ 942975 w 1270000"/>
              <a:gd name="connsiteY84" fmla="*/ 600075 h 2197135"/>
              <a:gd name="connsiteX85" fmla="*/ 971550 w 1270000"/>
              <a:gd name="connsiteY85" fmla="*/ 635000 h 2197135"/>
              <a:gd name="connsiteX86" fmla="*/ 1000125 w 1270000"/>
              <a:gd name="connsiteY86" fmla="*/ 628650 h 2197135"/>
              <a:gd name="connsiteX87" fmla="*/ 1025525 w 1270000"/>
              <a:gd name="connsiteY87" fmla="*/ 673100 h 2197135"/>
              <a:gd name="connsiteX88" fmla="*/ 1060450 w 1270000"/>
              <a:gd name="connsiteY88" fmla="*/ 688975 h 2197135"/>
              <a:gd name="connsiteX89" fmla="*/ 1082675 w 1270000"/>
              <a:gd name="connsiteY89" fmla="*/ 727075 h 2197135"/>
              <a:gd name="connsiteX90" fmla="*/ 1104900 w 1270000"/>
              <a:gd name="connsiteY90" fmla="*/ 746125 h 2197135"/>
              <a:gd name="connsiteX91" fmla="*/ 1155700 w 1270000"/>
              <a:gd name="connsiteY91" fmla="*/ 736600 h 2197135"/>
              <a:gd name="connsiteX92" fmla="*/ 1193800 w 1270000"/>
              <a:gd name="connsiteY92" fmla="*/ 774700 h 2197135"/>
              <a:gd name="connsiteX93" fmla="*/ 1228725 w 1270000"/>
              <a:gd name="connsiteY93" fmla="*/ 777875 h 2197135"/>
              <a:gd name="connsiteX94" fmla="*/ 1270000 w 1270000"/>
              <a:gd name="connsiteY94" fmla="*/ 844550 h 2197135"/>
              <a:gd name="connsiteX95" fmla="*/ 1225550 w 1270000"/>
              <a:gd name="connsiteY95" fmla="*/ 2190750 h 2197135"/>
              <a:gd name="connsiteX96" fmla="*/ 65088 w 1270000"/>
              <a:gd name="connsiteY96" fmla="*/ 2197135 h 2197135"/>
              <a:gd name="connsiteX97" fmla="*/ 0 w 1270000"/>
              <a:gd name="connsiteY97" fmla="*/ 587375 h 2197135"/>
              <a:gd name="connsiteX98" fmla="*/ 28575 w 1270000"/>
              <a:gd name="connsiteY98" fmla="*/ 600075 h 2197135"/>
              <a:gd name="connsiteX99" fmla="*/ 34925 w 1270000"/>
              <a:gd name="connsiteY99" fmla="*/ 622300 h 2197135"/>
              <a:gd name="connsiteX100" fmla="*/ 53975 w 1270000"/>
              <a:gd name="connsiteY100" fmla="*/ 577850 h 2197135"/>
              <a:gd name="connsiteX101" fmla="*/ 82550 w 1270000"/>
              <a:gd name="connsiteY101" fmla="*/ 609600 h 2197135"/>
              <a:gd name="connsiteX102" fmla="*/ 95250 w 1270000"/>
              <a:gd name="connsiteY102" fmla="*/ 631825 h 2197135"/>
              <a:gd name="connsiteX103" fmla="*/ 85725 w 1270000"/>
              <a:gd name="connsiteY103" fmla="*/ 584200 h 2197135"/>
              <a:gd name="connsiteX104" fmla="*/ 107950 w 1270000"/>
              <a:gd name="connsiteY104" fmla="*/ 558800 h 2197135"/>
              <a:gd name="connsiteX105" fmla="*/ 44450 w 1270000"/>
              <a:gd name="connsiteY105" fmla="*/ 501650 h 2197135"/>
              <a:gd name="connsiteX106" fmla="*/ 47625 w 1270000"/>
              <a:gd name="connsiteY106" fmla="*/ 476250 h 2197135"/>
              <a:gd name="connsiteX107" fmla="*/ 92075 w 1270000"/>
              <a:gd name="connsiteY107" fmla="*/ 463550 h 2197135"/>
              <a:gd name="connsiteX108" fmla="*/ 104775 w 1270000"/>
              <a:gd name="connsiteY108" fmla="*/ 381000 h 2197135"/>
              <a:gd name="connsiteX0" fmla="*/ 104775 w 1270000"/>
              <a:gd name="connsiteY0" fmla="*/ 381000 h 2192406"/>
              <a:gd name="connsiteX1" fmla="*/ 155575 w 1270000"/>
              <a:gd name="connsiteY1" fmla="*/ 371475 h 2192406"/>
              <a:gd name="connsiteX2" fmla="*/ 171450 w 1270000"/>
              <a:gd name="connsiteY2" fmla="*/ 342900 h 2192406"/>
              <a:gd name="connsiteX3" fmla="*/ 168275 w 1270000"/>
              <a:gd name="connsiteY3" fmla="*/ 339725 h 2192406"/>
              <a:gd name="connsiteX4" fmla="*/ 152400 w 1270000"/>
              <a:gd name="connsiteY4" fmla="*/ 292100 h 2192406"/>
              <a:gd name="connsiteX5" fmla="*/ 171450 w 1270000"/>
              <a:gd name="connsiteY5" fmla="*/ 285750 h 2192406"/>
              <a:gd name="connsiteX6" fmla="*/ 193675 w 1270000"/>
              <a:gd name="connsiteY6" fmla="*/ 250825 h 2192406"/>
              <a:gd name="connsiteX7" fmla="*/ 219075 w 1270000"/>
              <a:gd name="connsiteY7" fmla="*/ 257175 h 2192406"/>
              <a:gd name="connsiteX8" fmla="*/ 222250 w 1270000"/>
              <a:gd name="connsiteY8" fmla="*/ 209550 h 2192406"/>
              <a:gd name="connsiteX9" fmla="*/ 266700 w 1270000"/>
              <a:gd name="connsiteY9" fmla="*/ 219075 h 2192406"/>
              <a:gd name="connsiteX10" fmla="*/ 288925 w 1270000"/>
              <a:gd name="connsiteY10" fmla="*/ 168275 h 2192406"/>
              <a:gd name="connsiteX11" fmla="*/ 339725 w 1270000"/>
              <a:gd name="connsiteY11" fmla="*/ 196850 h 2192406"/>
              <a:gd name="connsiteX12" fmla="*/ 431800 w 1270000"/>
              <a:gd name="connsiteY12" fmla="*/ 200025 h 2192406"/>
              <a:gd name="connsiteX13" fmla="*/ 463550 w 1270000"/>
              <a:gd name="connsiteY13" fmla="*/ 177800 h 2192406"/>
              <a:gd name="connsiteX14" fmla="*/ 495300 w 1270000"/>
              <a:gd name="connsiteY14" fmla="*/ 206375 h 2192406"/>
              <a:gd name="connsiteX15" fmla="*/ 495300 w 1270000"/>
              <a:gd name="connsiteY15" fmla="*/ 161925 h 2192406"/>
              <a:gd name="connsiteX16" fmla="*/ 514350 w 1270000"/>
              <a:gd name="connsiteY16" fmla="*/ 171450 h 2192406"/>
              <a:gd name="connsiteX17" fmla="*/ 514350 w 1270000"/>
              <a:gd name="connsiteY17" fmla="*/ 130175 h 2192406"/>
              <a:gd name="connsiteX18" fmla="*/ 501650 w 1270000"/>
              <a:gd name="connsiteY18" fmla="*/ 120650 h 2192406"/>
              <a:gd name="connsiteX19" fmla="*/ 495300 w 1270000"/>
              <a:gd name="connsiteY19" fmla="*/ 88900 h 2192406"/>
              <a:gd name="connsiteX20" fmla="*/ 476250 w 1270000"/>
              <a:gd name="connsiteY20" fmla="*/ 66675 h 2192406"/>
              <a:gd name="connsiteX21" fmla="*/ 431800 w 1270000"/>
              <a:gd name="connsiteY21" fmla="*/ 79375 h 2192406"/>
              <a:gd name="connsiteX22" fmla="*/ 384175 w 1270000"/>
              <a:gd name="connsiteY22" fmla="*/ 47625 h 2192406"/>
              <a:gd name="connsiteX23" fmla="*/ 428625 w 1270000"/>
              <a:gd name="connsiteY23" fmla="*/ 22225 h 2192406"/>
              <a:gd name="connsiteX24" fmla="*/ 444500 w 1270000"/>
              <a:gd name="connsiteY24" fmla="*/ 41275 h 2192406"/>
              <a:gd name="connsiteX25" fmla="*/ 479425 w 1270000"/>
              <a:gd name="connsiteY25" fmla="*/ 34925 h 2192406"/>
              <a:gd name="connsiteX26" fmla="*/ 498475 w 1270000"/>
              <a:gd name="connsiteY26" fmla="*/ 0 h 2192406"/>
              <a:gd name="connsiteX27" fmla="*/ 517525 w 1270000"/>
              <a:gd name="connsiteY27" fmla="*/ 41275 h 2192406"/>
              <a:gd name="connsiteX28" fmla="*/ 514350 w 1270000"/>
              <a:gd name="connsiteY28" fmla="*/ 66675 h 2192406"/>
              <a:gd name="connsiteX29" fmla="*/ 527050 w 1270000"/>
              <a:gd name="connsiteY29" fmla="*/ 76200 h 2192406"/>
              <a:gd name="connsiteX30" fmla="*/ 555625 w 1270000"/>
              <a:gd name="connsiteY30" fmla="*/ 53975 h 2192406"/>
              <a:gd name="connsiteX31" fmla="*/ 574675 w 1270000"/>
              <a:gd name="connsiteY31" fmla="*/ 76200 h 2192406"/>
              <a:gd name="connsiteX32" fmla="*/ 574675 w 1270000"/>
              <a:gd name="connsiteY32" fmla="*/ 107950 h 2192406"/>
              <a:gd name="connsiteX33" fmla="*/ 625475 w 1270000"/>
              <a:gd name="connsiteY33" fmla="*/ 111125 h 2192406"/>
              <a:gd name="connsiteX34" fmla="*/ 631825 w 1270000"/>
              <a:gd name="connsiteY34" fmla="*/ 79375 h 2192406"/>
              <a:gd name="connsiteX35" fmla="*/ 641350 w 1270000"/>
              <a:gd name="connsiteY35" fmla="*/ 130175 h 2192406"/>
              <a:gd name="connsiteX36" fmla="*/ 682625 w 1270000"/>
              <a:gd name="connsiteY36" fmla="*/ 111125 h 2192406"/>
              <a:gd name="connsiteX37" fmla="*/ 708025 w 1270000"/>
              <a:gd name="connsiteY37" fmla="*/ 142875 h 2192406"/>
              <a:gd name="connsiteX38" fmla="*/ 739775 w 1270000"/>
              <a:gd name="connsiteY38" fmla="*/ 142875 h 2192406"/>
              <a:gd name="connsiteX39" fmla="*/ 752475 w 1270000"/>
              <a:gd name="connsiteY39" fmla="*/ 165100 h 2192406"/>
              <a:gd name="connsiteX40" fmla="*/ 825500 w 1270000"/>
              <a:gd name="connsiteY40" fmla="*/ 142875 h 2192406"/>
              <a:gd name="connsiteX41" fmla="*/ 882650 w 1270000"/>
              <a:gd name="connsiteY41" fmla="*/ 212725 h 2192406"/>
              <a:gd name="connsiteX42" fmla="*/ 914400 w 1270000"/>
              <a:gd name="connsiteY42" fmla="*/ 200025 h 2192406"/>
              <a:gd name="connsiteX43" fmla="*/ 917575 w 1270000"/>
              <a:gd name="connsiteY43" fmla="*/ 165100 h 2192406"/>
              <a:gd name="connsiteX44" fmla="*/ 968375 w 1270000"/>
              <a:gd name="connsiteY44" fmla="*/ 146050 h 2192406"/>
              <a:gd name="connsiteX45" fmla="*/ 981075 w 1270000"/>
              <a:gd name="connsiteY45" fmla="*/ 161925 h 2192406"/>
              <a:gd name="connsiteX46" fmla="*/ 962025 w 1270000"/>
              <a:gd name="connsiteY46" fmla="*/ 193675 h 2192406"/>
              <a:gd name="connsiteX47" fmla="*/ 993775 w 1270000"/>
              <a:gd name="connsiteY47" fmla="*/ 187325 h 2192406"/>
              <a:gd name="connsiteX48" fmla="*/ 1028700 w 1270000"/>
              <a:gd name="connsiteY48" fmla="*/ 234950 h 2192406"/>
              <a:gd name="connsiteX49" fmla="*/ 1057275 w 1270000"/>
              <a:gd name="connsiteY49" fmla="*/ 206375 h 2192406"/>
              <a:gd name="connsiteX50" fmla="*/ 1025525 w 1270000"/>
              <a:gd name="connsiteY50" fmla="*/ 174625 h 2192406"/>
              <a:gd name="connsiteX51" fmla="*/ 1060450 w 1270000"/>
              <a:gd name="connsiteY51" fmla="*/ 149225 h 2192406"/>
              <a:gd name="connsiteX52" fmla="*/ 1082675 w 1270000"/>
              <a:gd name="connsiteY52" fmla="*/ 114300 h 2192406"/>
              <a:gd name="connsiteX53" fmla="*/ 1085850 w 1270000"/>
              <a:gd name="connsiteY53" fmla="*/ 174625 h 2192406"/>
              <a:gd name="connsiteX54" fmla="*/ 1101725 w 1270000"/>
              <a:gd name="connsiteY54" fmla="*/ 203200 h 2192406"/>
              <a:gd name="connsiteX55" fmla="*/ 1120775 w 1270000"/>
              <a:gd name="connsiteY55" fmla="*/ 184150 h 2192406"/>
              <a:gd name="connsiteX56" fmla="*/ 1139825 w 1270000"/>
              <a:gd name="connsiteY56" fmla="*/ 187325 h 2192406"/>
              <a:gd name="connsiteX57" fmla="*/ 1149350 w 1270000"/>
              <a:gd name="connsiteY57" fmla="*/ 222250 h 2192406"/>
              <a:gd name="connsiteX58" fmla="*/ 1114425 w 1270000"/>
              <a:gd name="connsiteY58" fmla="*/ 234950 h 2192406"/>
              <a:gd name="connsiteX59" fmla="*/ 1076325 w 1270000"/>
              <a:gd name="connsiteY59" fmla="*/ 282575 h 2192406"/>
              <a:gd name="connsiteX60" fmla="*/ 1079500 w 1270000"/>
              <a:gd name="connsiteY60" fmla="*/ 320675 h 2192406"/>
              <a:gd name="connsiteX61" fmla="*/ 1057275 w 1270000"/>
              <a:gd name="connsiteY61" fmla="*/ 336550 h 2192406"/>
              <a:gd name="connsiteX62" fmla="*/ 1022350 w 1270000"/>
              <a:gd name="connsiteY62" fmla="*/ 327025 h 2192406"/>
              <a:gd name="connsiteX63" fmla="*/ 1006475 w 1270000"/>
              <a:gd name="connsiteY63" fmla="*/ 336550 h 2192406"/>
              <a:gd name="connsiteX64" fmla="*/ 1016000 w 1270000"/>
              <a:gd name="connsiteY64" fmla="*/ 368300 h 2192406"/>
              <a:gd name="connsiteX65" fmla="*/ 984250 w 1270000"/>
              <a:gd name="connsiteY65" fmla="*/ 355600 h 2192406"/>
              <a:gd name="connsiteX66" fmla="*/ 965200 w 1270000"/>
              <a:gd name="connsiteY66" fmla="*/ 377825 h 2192406"/>
              <a:gd name="connsiteX67" fmla="*/ 990600 w 1270000"/>
              <a:gd name="connsiteY67" fmla="*/ 412750 h 2192406"/>
              <a:gd name="connsiteX68" fmla="*/ 1050925 w 1270000"/>
              <a:gd name="connsiteY68" fmla="*/ 431800 h 2192406"/>
              <a:gd name="connsiteX69" fmla="*/ 1082675 w 1270000"/>
              <a:gd name="connsiteY69" fmla="*/ 406400 h 2192406"/>
              <a:gd name="connsiteX70" fmla="*/ 1120775 w 1270000"/>
              <a:gd name="connsiteY70" fmla="*/ 419100 h 2192406"/>
              <a:gd name="connsiteX71" fmla="*/ 1123950 w 1270000"/>
              <a:gd name="connsiteY71" fmla="*/ 447675 h 2192406"/>
              <a:gd name="connsiteX72" fmla="*/ 1111250 w 1270000"/>
              <a:gd name="connsiteY72" fmla="*/ 463550 h 2192406"/>
              <a:gd name="connsiteX73" fmla="*/ 1149350 w 1270000"/>
              <a:gd name="connsiteY73" fmla="*/ 485775 h 2192406"/>
              <a:gd name="connsiteX74" fmla="*/ 1123950 w 1270000"/>
              <a:gd name="connsiteY74" fmla="*/ 504825 h 2192406"/>
              <a:gd name="connsiteX75" fmla="*/ 1089025 w 1270000"/>
              <a:gd name="connsiteY75" fmla="*/ 495300 h 2192406"/>
              <a:gd name="connsiteX76" fmla="*/ 1054100 w 1270000"/>
              <a:gd name="connsiteY76" fmla="*/ 488950 h 2192406"/>
              <a:gd name="connsiteX77" fmla="*/ 1044575 w 1270000"/>
              <a:gd name="connsiteY77" fmla="*/ 438150 h 2192406"/>
              <a:gd name="connsiteX78" fmla="*/ 987425 w 1270000"/>
              <a:gd name="connsiteY78" fmla="*/ 422275 h 2192406"/>
              <a:gd name="connsiteX79" fmla="*/ 984250 w 1270000"/>
              <a:gd name="connsiteY79" fmla="*/ 473075 h 2192406"/>
              <a:gd name="connsiteX80" fmla="*/ 920750 w 1270000"/>
              <a:gd name="connsiteY80" fmla="*/ 527050 h 2192406"/>
              <a:gd name="connsiteX81" fmla="*/ 923925 w 1270000"/>
              <a:gd name="connsiteY81" fmla="*/ 546100 h 2192406"/>
              <a:gd name="connsiteX82" fmla="*/ 898525 w 1270000"/>
              <a:gd name="connsiteY82" fmla="*/ 565150 h 2192406"/>
              <a:gd name="connsiteX83" fmla="*/ 914400 w 1270000"/>
              <a:gd name="connsiteY83" fmla="*/ 590550 h 2192406"/>
              <a:gd name="connsiteX84" fmla="*/ 942975 w 1270000"/>
              <a:gd name="connsiteY84" fmla="*/ 600075 h 2192406"/>
              <a:gd name="connsiteX85" fmla="*/ 971550 w 1270000"/>
              <a:gd name="connsiteY85" fmla="*/ 635000 h 2192406"/>
              <a:gd name="connsiteX86" fmla="*/ 1000125 w 1270000"/>
              <a:gd name="connsiteY86" fmla="*/ 628650 h 2192406"/>
              <a:gd name="connsiteX87" fmla="*/ 1025525 w 1270000"/>
              <a:gd name="connsiteY87" fmla="*/ 673100 h 2192406"/>
              <a:gd name="connsiteX88" fmla="*/ 1060450 w 1270000"/>
              <a:gd name="connsiteY88" fmla="*/ 688975 h 2192406"/>
              <a:gd name="connsiteX89" fmla="*/ 1082675 w 1270000"/>
              <a:gd name="connsiteY89" fmla="*/ 727075 h 2192406"/>
              <a:gd name="connsiteX90" fmla="*/ 1104900 w 1270000"/>
              <a:gd name="connsiteY90" fmla="*/ 746125 h 2192406"/>
              <a:gd name="connsiteX91" fmla="*/ 1155700 w 1270000"/>
              <a:gd name="connsiteY91" fmla="*/ 736600 h 2192406"/>
              <a:gd name="connsiteX92" fmla="*/ 1193800 w 1270000"/>
              <a:gd name="connsiteY92" fmla="*/ 774700 h 2192406"/>
              <a:gd name="connsiteX93" fmla="*/ 1228725 w 1270000"/>
              <a:gd name="connsiteY93" fmla="*/ 777875 h 2192406"/>
              <a:gd name="connsiteX94" fmla="*/ 1270000 w 1270000"/>
              <a:gd name="connsiteY94" fmla="*/ 844550 h 2192406"/>
              <a:gd name="connsiteX95" fmla="*/ 1225550 w 1270000"/>
              <a:gd name="connsiteY95" fmla="*/ 2190750 h 2192406"/>
              <a:gd name="connsiteX96" fmla="*/ 65088 w 1270000"/>
              <a:gd name="connsiteY96" fmla="*/ 2192406 h 2192406"/>
              <a:gd name="connsiteX97" fmla="*/ 0 w 1270000"/>
              <a:gd name="connsiteY97" fmla="*/ 587375 h 2192406"/>
              <a:gd name="connsiteX98" fmla="*/ 28575 w 1270000"/>
              <a:gd name="connsiteY98" fmla="*/ 600075 h 2192406"/>
              <a:gd name="connsiteX99" fmla="*/ 34925 w 1270000"/>
              <a:gd name="connsiteY99" fmla="*/ 622300 h 2192406"/>
              <a:gd name="connsiteX100" fmla="*/ 53975 w 1270000"/>
              <a:gd name="connsiteY100" fmla="*/ 577850 h 2192406"/>
              <a:gd name="connsiteX101" fmla="*/ 82550 w 1270000"/>
              <a:gd name="connsiteY101" fmla="*/ 609600 h 2192406"/>
              <a:gd name="connsiteX102" fmla="*/ 95250 w 1270000"/>
              <a:gd name="connsiteY102" fmla="*/ 631825 h 2192406"/>
              <a:gd name="connsiteX103" fmla="*/ 85725 w 1270000"/>
              <a:gd name="connsiteY103" fmla="*/ 584200 h 2192406"/>
              <a:gd name="connsiteX104" fmla="*/ 107950 w 1270000"/>
              <a:gd name="connsiteY104" fmla="*/ 558800 h 2192406"/>
              <a:gd name="connsiteX105" fmla="*/ 44450 w 1270000"/>
              <a:gd name="connsiteY105" fmla="*/ 501650 h 2192406"/>
              <a:gd name="connsiteX106" fmla="*/ 47625 w 1270000"/>
              <a:gd name="connsiteY106" fmla="*/ 476250 h 2192406"/>
              <a:gd name="connsiteX107" fmla="*/ 92075 w 1270000"/>
              <a:gd name="connsiteY107" fmla="*/ 463550 h 2192406"/>
              <a:gd name="connsiteX108" fmla="*/ 104775 w 1270000"/>
              <a:gd name="connsiteY108" fmla="*/ 381000 h 2192406"/>
              <a:gd name="connsiteX0" fmla="*/ 104775 w 1270000"/>
              <a:gd name="connsiteY0" fmla="*/ 381000 h 2190819"/>
              <a:gd name="connsiteX1" fmla="*/ 155575 w 1270000"/>
              <a:gd name="connsiteY1" fmla="*/ 371475 h 2190819"/>
              <a:gd name="connsiteX2" fmla="*/ 171450 w 1270000"/>
              <a:gd name="connsiteY2" fmla="*/ 342900 h 2190819"/>
              <a:gd name="connsiteX3" fmla="*/ 168275 w 1270000"/>
              <a:gd name="connsiteY3" fmla="*/ 339725 h 2190819"/>
              <a:gd name="connsiteX4" fmla="*/ 152400 w 1270000"/>
              <a:gd name="connsiteY4" fmla="*/ 292100 h 2190819"/>
              <a:gd name="connsiteX5" fmla="*/ 171450 w 1270000"/>
              <a:gd name="connsiteY5" fmla="*/ 285750 h 2190819"/>
              <a:gd name="connsiteX6" fmla="*/ 193675 w 1270000"/>
              <a:gd name="connsiteY6" fmla="*/ 250825 h 2190819"/>
              <a:gd name="connsiteX7" fmla="*/ 219075 w 1270000"/>
              <a:gd name="connsiteY7" fmla="*/ 257175 h 2190819"/>
              <a:gd name="connsiteX8" fmla="*/ 222250 w 1270000"/>
              <a:gd name="connsiteY8" fmla="*/ 209550 h 2190819"/>
              <a:gd name="connsiteX9" fmla="*/ 266700 w 1270000"/>
              <a:gd name="connsiteY9" fmla="*/ 219075 h 2190819"/>
              <a:gd name="connsiteX10" fmla="*/ 288925 w 1270000"/>
              <a:gd name="connsiteY10" fmla="*/ 168275 h 2190819"/>
              <a:gd name="connsiteX11" fmla="*/ 339725 w 1270000"/>
              <a:gd name="connsiteY11" fmla="*/ 196850 h 2190819"/>
              <a:gd name="connsiteX12" fmla="*/ 431800 w 1270000"/>
              <a:gd name="connsiteY12" fmla="*/ 200025 h 2190819"/>
              <a:gd name="connsiteX13" fmla="*/ 463550 w 1270000"/>
              <a:gd name="connsiteY13" fmla="*/ 177800 h 2190819"/>
              <a:gd name="connsiteX14" fmla="*/ 495300 w 1270000"/>
              <a:gd name="connsiteY14" fmla="*/ 206375 h 2190819"/>
              <a:gd name="connsiteX15" fmla="*/ 495300 w 1270000"/>
              <a:gd name="connsiteY15" fmla="*/ 161925 h 2190819"/>
              <a:gd name="connsiteX16" fmla="*/ 514350 w 1270000"/>
              <a:gd name="connsiteY16" fmla="*/ 171450 h 2190819"/>
              <a:gd name="connsiteX17" fmla="*/ 514350 w 1270000"/>
              <a:gd name="connsiteY17" fmla="*/ 130175 h 2190819"/>
              <a:gd name="connsiteX18" fmla="*/ 501650 w 1270000"/>
              <a:gd name="connsiteY18" fmla="*/ 120650 h 2190819"/>
              <a:gd name="connsiteX19" fmla="*/ 495300 w 1270000"/>
              <a:gd name="connsiteY19" fmla="*/ 88900 h 2190819"/>
              <a:gd name="connsiteX20" fmla="*/ 476250 w 1270000"/>
              <a:gd name="connsiteY20" fmla="*/ 66675 h 2190819"/>
              <a:gd name="connsiteX21" fmla="*/ 431800 w 1270000"/>
              <a:gd name="connsiteY21" fmla="*/ 79375 h 2190819"/>
              <a:gd name="connsiteX22" fmla="*/ 384175 w 1270000"/>
              <a:gd name="connsiteY22" fmla="*/ 47625 h 2190819"/>
              <a:gd name="connsiteX23" fmla="*/ 428625 w 1270000"/>
              <a:gd name="connsiteY23" fmla="*/ 22225 h 2190819"/>
              <a:gd name="connsiteX24" fmla="*/ 444500 w 1270000"/>
              <a:gd name="connsiteY24" fmla="*/ 41275 h 2190819"/>
              <a:gd name="connsiteX25" fmla="*/ 479425 w 1270000"/>
              <a:gd name="connsiteY25" fmla="*/ 34925 h 2190819"/>
              <a:gd name="connsiteX26" fmla="*/ 498475 w 1270000"/>
              <a:gd name="connsiteY26" fmla="*/ 0 h 2190819"/>
              <a:gd name="connsiteX27" fmla="*/ 517525 w 1270000"/>
              <a:gd name="connsiteY27" fmla="*/ 41275 h 2190819"/>
              <a:gd name="connsiteX28" fmla="*/ 514350 w 1270000"/>
              <a:gd name="connsiteY28" fmla="*/ 66675 h 2190819"/>
              <a:gd name="connsiteX29" fmla="*/ 527050 w 1270000"/>
              <a:gd name="connsiteY29" fmla="*/ 76200 h 2190819"/>
              <a:gd name="connsiteX30" fmla="*/ 555625 w 1270000"/>
              <a:gd name="connsiteY30" fmla="*/ 53975 h 2190819"/>
              <a:gd name="connsiteX31" fmla="*/ 574675 w 1270000"/>
              <a:gd name="connsiteY31" fmla="*/ 76200 h 2190819"/>
              <a:gd name="connsiteX32" fmla="*/ 574675 w 1270000"/>
              <a:gd name="connsiteY32" fmla="*/ 107950 h 2190819"/>
              <a:gd name="connsiteX33" fmla="*/ 625475 w 1270000"/>
              <a:gd name="connsiteY33" fmla="*/ 111125 h 2190819"/>
              <a:gd name="connsiteX34" fmla="*/ 631825 w 1270000"/>
              <a:gd name="connsiteY34" fmla="*/ 79375 h 2190819"/>
              <a:gd name="connsiteX35" fmla="*/ 641350 w 1270000"/>
              <a:gd name="connsiteY35" fmla="*/ 130175 h 2190819"/>
              <a:gd name="connsiteX36" fmla="*/ 682625 w 1270000"/>
              <a:gd name="connsiteY36" fmla="*/ 111125 h 2190819"/>
              <a:gd name="connsiteX37" fmla="*/ 708025 w 1270000"/>
              <a:gd name="connsiteY37" fmla="*/ 142875 h 2190819"/>
              <a:gd name="connsiteX38" fmla="*/ 739775 w 1270000"/>
              <a:gd name="connsiteY38" fmla="*/ 142875 h 2190819"/>
              <a:gd name="connsiteX39" fmla="*/ 752475 w 1270000"/>
              <a:gd name="connsiteY39" fmla="*/ 165100 h 2190819"/>
              <a:gd name="connsiteX40" fmla="*/ 825500 w 1270000"/>
              <a:gd name="connsiteY40" fmla="*/ 142875 h 2190819"/>
              <a:gd name="connsiteX41" fmla="*/ 882650 w 1270000"/>
              <a:gd name="connsiteY41" fmla="*/ 212725 h 2190819"/>
              <a:gd name="connsiteX42" fmla="*/ 914400 w 1270000"/>
              <a:gd name="connsiteY42" fmla="*/ 200025 h 2190819"/>
              <a:gd name="connsiteX43" fmla="*/ 917575 w 1270000"/>
              <a:gd name="connsiteY43" fmla="*/ 165100 h 2190819"/>
              <a:gd name="connsiteX44" fmla="*/ 968375 w 1270000"/>
              <a:gd name="connsiteY44" fmla="*/ 146050 h 2190819"/>
              <a:gd name="connsiteX45" fmla="*/ 981075 w 1270000"/>
              <a:gd name="connsiteY45" fmla="*/ 161925 h 2190819"/>
              <a:gd name="connsiteX46" fmla="*/ 962025 w 1270000"/>
              <a:gd name="connsiteY46" fmla="*/ 193675 h 2190819"/>
              <a:gd name="connsiteX47" fmla="*/ 993775 w 1270000"/>
              <a:gd name="connsiteY47" fmla="*/ 187325 h 2190819"/>
              <a:gd name="connsiteX48" fmla="*/ 1028700 w 1270000"/>
              <a:gd name="connsiteY48" fmla="*/ 234950 h 2190819"/>
              <a:gd name="connsiteX49" fmla="*/ 1057275 w 1270000"/>
              <a:gd name="connsiteY49" fmla="*/ 206375 h 2190819"/>
              <a:gd name="connsiteX50" fmla="*/ 1025525 w 1270000"/>
              <a:gd name="connsiteY50" fmla="*/ 174625 h 2190819"/>
              <a:gd name="connsiteX51" fmla="*/ 1060450 w 1270000"/>
              <a:gd name="connsiteY51" fmla="*/ 149225 h 2190819"/>
              <a:gd name="connsiteX52" fmla="*/ 1082675 w 1270000"/>
              <a:gd name="connsiteY52" fmla="*/ 114300 h 2190819"/>
              <a:gd name="connsiteX53" fmla="*/ 1085850 w 1270000"/>
              <a:gd name="connsiteY53" fmla="*/ 174625 h 2190819"/>
              <a:gd name="connsiteX54" fmla="*/ 1101725 w 1270000"/>
              <a:gd name="connsiteY54" fmla="*/ 203200 h 2190819"/>
              <a:gd name="connsiteX55" fmla="*/ 1120775 w 1270000"/>
              <a:gd name="connsiteY55" fmla="*/ 184150 h 2190819"/>
              <a:gd name="connsiteX56" fmla="*/ 1139825 w 1270000"/>
              <a:gd name="connsiteY56" fmla="*/ 187325 h 2190819"/>
              <a:gd name="connsiteX57" fmla="*/ 1149350 w 1270000"/>
              <a:gd name="connsiteY57" fmla="*/ 222250 h 2190819"/>
              <a:gd name="connsiteX58" fmla="*/ 1114425 w 1270000"/>
              <a:gd name="connsiteY58" fmla="*/ 234950 h 2190819"/>
              <a:gd name="connsiteX59" fmla="*/ 1076325 w 1270000"/>
              <a:gd name="connsiteY59" fmla="*/ 282575 h 2190819"/>
              <a:gd name="connsiteX60" fmla="*/ 1079500 w 1270000"/>
              <a:gd name="connsiteY60" fmla="*/ 320675 h 2190819"/>
              <a:gd name="connsiteX61" fmla="*/ 1057275 w 1270000"/>
              <a:gd name="connsiteY61" fmla="*/ 336550 h 2190819"/>
              <a:gd name="connsiteX62" fmla="*/ 1022350 w 1270000"/>
              <a:gd name="connsiteY62" fmla="*/ 327025 h 2190819"/>
              <a:gd name="connsiteX63" fmla="*/ 1006475 w 1270000"/>
              <a:gd name="connsiteY63" fmla="*/ 336550 h 2190819"/>
              <a:gd name="connsiteX64" fmla="*/ 1016000 w 1270000"/>
              <a:gd name="connsiteY64" fmla="*/ 368300 h 2190819"/>
              <a:gd name="connsiteX65" fmla="*/ 984250 w 1270000"/>
              <a:gd name="connsiteY65" fmla="*/ 355600 h 2190819"/>
              <a:gd name="connsiteX66" fmla="*/ 965200 w 1270000"/>
              <a:gd name="connsiteY66" fmla="*/ 377825 h 2190819"/>
              <a:gd name="connsiteX67" fmla="*/ 990600 w 1270000"/>
              <a:gd name="connsiteY67" fmla="*/ 412750 h 2190819"/>
              <a:gd name="connsiteX68" fmla="*/ 1050925 w 1270000"/>
              <a:gd name="connsiteY68" fmla="*/ 431800 h 2190819"/>
              <a:gd name="connsiteX69" fmla="*/ 1082675 w 1270000"/>
              <a:gd name="connsiteY69" fmla="*/ 406400 h 2190819"/>
              <a:gd name="connsiteX70" fmla="*/ 1120775 w 1270000"/>
              <a:gd name="connsiteY70" fmla="*/ 419100 h 2190819"/>
              <a:gd name="connsiteX71" fmla="*/ 1123950 w 1270000"/>
              <a:gd name="connsiteY71" fmla="*/ 447675 h 2190819"/>
              <a:gd name="connsiteX72" fmla="*/ 1111250 w 1270000"/>
              <a:gd name="connsiteY72" fmla="*/ 463550 h 2190819"/>
              <a:gd name="connsiteX73" fmla="*/ 1149350 w 1270000"/>
              <a:gd name="connsiteY73" fmla="*/ 485775 h 2190819"/>
              <a:gd name="connsiteX74" fmla="*/ 1123950 w 1270000"/>
              <a:gd name="connsiteY74" fmla="*/ 504825 h 2190819"/>
              <a:gd name="connsiteX75" fmla="*/ 1089025 w 1270000"/>
              <a:gd name="connsiteY75" fmla="*/ 495300 h 2190819"/>
              <a:gd name="connsiteX76" fmla="*/ 1054100 w 1270000"/>
              <a:gd name="connsiteY76" fmla="*/ 488950 h 2190819"/>
              <a:gd name="connsiteX77" fmla="*/ 1044575 w 1270000"/>
              <a:gd name="connsiteY77" fmla="*/ 438150 h 2190819"/>
              <a:gd name="connsiteX78" fmla="*/ 987425 w 1270000"/>
              <a:gd name="connsiteY78" fmla="*/ 422275 h 2190819"/>
              <a:gd name="connsiteX79" fmla="*/ 984250 w 1270000"/>
              <a:gd name="connsiteY79" fmla="*/ 473075 h 2190819"/>
              <a:gd name="connsiteX80" fmla="*/ 920750 w 1270000"/>
              <a:gd name="connsiteY80" fmla="*/ 527050 h 2190819"/>
              <a:gd name="connsiteX81" fmla="*/ 923925 w 1270000"/>
              <a:gd name="connsiteY81" fmla="*/ 546100 h 2190819"/>
              <a:gd name="connsiteX82" fmla="*/ 898525 w 1270000"/>
              <a:gd name="connsiteY82" fmla="*/ 565150 h 2190819"/>
              <a:gd name="connsiteX83" fmla="*/ 914400 w 1270000"/>
              <a:gd name="connsiteY83" fmla="*/ 590550 h 2190819"/>
              <a:gd name="connsiteX84" fmla="*/ 942975 w 1270000"/>
              <a:gd name="connsiteY84" fmla="*/ 600075 h 2190819"/>
              <a:gd name="connsiteX85" fmla="*/ 971550 w 1270000"/>
              <a:gd name="connsiteY85" fmla="*/ 635000 h 2190819"/>
              <a:gd name="connsiteX86" fmla="*/ 1000125 w 1270000"/>
              <a:gd name="connsiteY86" fmla="*/ 628650 h 2190819"/>
              <a:gd name="connsiteX87" fmla="*/ 1025525 w 1270000"/>
              <a:gd name="connsiteY87" fmla="*/ 673100 h 2190819"/>
              <a:gd name="connsiteX88" fmla="*/ 1060450 w 1270000"/>
              <a:gd name="connsiteY88" fmla="*/ 688975 h 2190819"/>
              <a:gd name="connsiteX89" fmla="*/ 1082675 w 1270000"/>
              <a:gd name="connsiteY89" fmla="*/ 727075 h 2190819"/>
              <a:gd name="connsiteX90" fmla="*/ 1104900 w 1270000"/>
              <a:gd name="connsiteY90" fmla="*/ 746125 h 2190819"/>
              <a:gd name="connsiteX91" fmla="*/ 1155700 w 1270000"/>
              <a:gd name="connsiteY91" fmla="*/ 736600 h 2190819"/>
              <a:gd name="connsiteX92" fmla="*/ 1193800 w 1270000"/>
              <a:gd name="connsiteY92" fmla="*/ 774700 h 2190819"/>
              <a:gd name="connsiteX93" fmla="*/ 1228725 w 1270000"/>
              <a:gd name="connsiteY93" fmla="*/ 777875 h 2190819"/>
              <a:gd name="connsiteX94" fmla="*/ 1270000 w 1270000"/>
              <a:gd name="connsiteY94" fmla="*/ 844550 h 2190819"/>
              <a:gd name="connsiteX95" fmla="*/ 1225550 w 1270000"/>
              <a:gd name="connsiteY95" fmla="*/ 2190750 h 2190819"/>
              <a:gd name="connsiteX96" fmla="*/ 55563 w 1270000"/>
              <a:gd name="connsiteY96" fmla="*/ 2190819 h 2190819"/>
              <a:gd name="connsiteX97" fmla="*/ 0 w 1270000"/>
              <a:gd name="connsiteY97" fmla="*/ 587375 h 2190819"/>
              <a:gd name="connsiteX98" fmla="*/ 28575 w 1270000"/>
              <a:gd name="connsiteY98" fmla="*/ 600075 h 2190819"/>
              <a:gd name="connsiteX99" fmla="*/ 34925 w 1270000"/>
              <a:gd name="connsiteY99" fmla="*/ 622300 h 2190819"/>
              <a:gd name="connsiteX100" fmla="*/ 53975 w 1270000"/>
              <a:gd name="connsiteY100" fmla="*/ 577850 h 2190819"/>
              <a:gd name="connsiteX101" fmla="*/ 82550 w 1270000"/>
              <a:gd name="connsiteY101" fmla="*/ 609600 h 2190819"/>
              <a:gd name="connsiteX102" fmla="*/ 95250 w 1270000"/>
              <a:gd name="connsiteY102" fmla="*/ 631825 h 2190819"/>
              <a:gd name="connsiteX103" fmla="*/ 85725 w 1270000"/>
              <a:gd name="connsiteY103" fmla="*/ 584200 h 2190819"/>
              <a:gd name="connsiteX104" fmla="*/ 107950 w 1270000"/>
              <a:gd name="connsiteY104" fmla="*/ 558800 h 2190819"/>
              <a:gd name="connsiteX105" fmla="*/ 44450 w 1270000"/>
              <a:gd name="connsiteY105" fmla="*/ 501650 h 2190819"/>
              <a:gd name="connsiteX106" fmla="*/ 47625 w 1270000"/>
              <a:gd name="connsiteY106" fmla="*/ 476250 h 2190819"/>
              <a:gd name="connsiteX107" fmla="*/ 92075 w 1270000"/>
              <a:gd name="connsiteY107" fmla="*/ 463550 h 2190819"/>
              <a:gd name="connsiteX108" fmla="*/ 104775 w 1270000"/>
              <a:gd name="connsiteY108" fmla="*/ 381000 h 219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270000" h="2190819">
                <a:moveTo>
                  <a:pt x="104775" y="381000"/>
                </a:moveTo>
                <a:cubicBezTo>
                  <a:pt x="154761" y="377668"/>
                  <a:pt x="145285" y="392056"/>
                  <a:pt x="155575" y="371475"/>
                </a:cubicBezTo>
                <a:cubicBezTo>
                  <a:pt x="171612" y="355438"/>
                  <a:pt x="179470" y="358939"/>
                  <a:pt x="171450" y="342900"/>
                </a:cubicBezTo>
                <a:cubicBezTo>
                  <a:pt x="170781" y="341561"/>
                  <a:pt x="169333" y="340783"/>
                  <a:pt x="168275" y="339725"/>
                </a:cubicBezTo>
                <a:lnTo>
                  <a:pt x="152400" y="292100"/>
                </a:lnTo>
                <a:lnTo>
                  <a:pt x="171450" y="285750"/>
                </a:lnTo>
                <a:cubicBezTo>
                  <a:pt x="188201" y="248898"/>
                  <a:pt x="174537" y="250825"/>
                  <a:pt x="193675" y="250825"/>
                </a:cubicBezTo>
                <a:lnTo>
                  <a:pt x="219075" y="257175"/>
                </a:lnTo>
                <a:lnTo>
                  <a:pt x="222250" y="209550"/>
                </a:lnTo>
                <a:lnTo>
                  <a:pt x="266700" y="219075"/>
                </a:lnTo>
                <a:lnTo>
                  <a:pt x="288925" y="168275"/>
                </a:lnTo>
                <a:cubicBezTo>
                  <a:pt x="335155" y="197995"/>
                  <a:pt x="315761" y="196850"/>
                  <a:pt x="339725" y="196850"/>
                </a:cubicBezTo>
                <a:lnTo>
                  <a:pt x="431800" y="200025"/>
                </a:lnTo>
                <a:lnTo>
                  <a:pt x="463550" y="177800"/>
                </a:lnTo>
                <a:lnTo>
                  <a:pt x="495300" y="206375"/>
                </a:lnTo>
                <a:cubicBezTo>
                  <a:pt x="485110" y="158820"/>
                  <a:pt x="470622" y="161925"/>
                  <a:pt x="495300" y="161925"/>
                </a:cubicBezTo>
                <a:cubicBezTo>
                  <a:pt x="512083" y="171995"/>
                  <a:pt x="505004" y="171450"/>
                  <a:pt x="514350" y="171450"/>
                </a:cubicBezTo>
                <a:lnTo>
                  <a:pt x="514350" y="130175"/>
                </a:lnTo>
                <a:lnTo>
                  <a:pt x="501650" y="120650"/>
                </a:lnTo>
                <a:lnTo>
                  <a:pt x="495300" y="88900"/>
                </a:lnTo>
                <a:lnTo>
                  <a:pt x="476250" y="66675"/>
                </a:lnTo>
                <a:lnTo>
                  <a:pt x="431800" y="79375"/>
                </a:lnTo>
                <a:lnTo>
                  <a:pt x="384175" y="47625"/>
                </a:lnTo>
                <a:lnTo>
                  <a:pt x="428625" y="22225"/>
                </a:lnTo>
                <a:lnTo>
                  <a:pt x="444500" y="41275"/>
                </a:lnTo>
                <a:lnTo>
                  <a:pt x="479425" y="34925"/>
                </a:lnTo>
                <a:lnTo>
                  <a:pt x="498475" y="0"/>
                </a:lnTo>
                <a:lnTo>
                  <a:pt x="517525" y="41275"/>
                </a:lnTo>
                <a:lnTo>
                  <a:pt x="514350" y="66675"/>
                </a:lnTo>
                <a:lnTo>
                  <a:pt x="527050" y="76200"/>
                </a:lnTo>
                <a:lnTo>
                  <a:pt x="555625" y="53975"/>
                </a:lnTo>
                <a:cubicBezTo>
                  <a:pt x="578598" y="76948"/>
                  <a:pt x="588327" y="76200"/>
                  <a:pt x="574675" y="76200"/>
                </a:cubicBezTo>
                <a:lnTo>
                  <a:pt x="574675" y="107950"/>
                </a:lnTo>
                <a:lnTo>
                  <a:pt x="625475" y="111125"/>
                </a:lnTo>
                <a:lnTo>
                  <a:pt x="631825" y="79375"/>
                </a:lnTo>
                <a:lnTo>
                  <a:pt x="641350" y="130175"/>
                </a:lnTo>
                <a:lnTo>
                  <a:pt x="682625" y="111125"/>
                </a:lnTo>
                <a:lnTo>
                  <a:pt x="708025" y="142875"/>
                </a:lnTo>
                <a:lnTo>
                  <a:pt x="739775" y="142875"/>
                </a:lnTo>
                <a:lnTo>
                  <a:pt x="752475" y="165100"/>
                </a:lnTo>
                <a:cubicBezTo>
                  <a:pt x="823334" y="142554"/>
                  <a:pt x="797891" y="142875"/>
                  <a:pt x="825500" y="142875"/>
                </a:cubicBezTo>
                <a:lnTo>
                  <a:pt x="882650" y="212725"/>
                </a:lnTo>
                <a:lnTo>
                  <a:pt x="914400" y="200025"/>
                </a:lnTo>
                <a:lnTo>
                  <a:pt x="917575" y="165100"/>
                </a:lnTo>
                <a:lnTo>
                  <a:pt x="968375" y="146050"/>
                </a:lnTo>
                <a:lnTo>
                  <a:pt x="981075" y="161925"/>
                </a:lnTo>
                <a:lnTo>
                  <a:pt x="962025" y="193675"/>
                </a:lnTo>
                <a:lnTo>
                  <a:pt x="993775" y="187325"/>
                </a:lnTo>
                <a:lnTo>
                  <a:pt x="1028700" y="234950"/>
                </a:lnTo>
                <a:cubicBezTo>
                  <a:pt x="1058066" y="208847"/>
                  <a:pt x="1057275" y="222294"/>
                  <a:pt x="1057275" y="206375"/>
                </a:cubicBezTo>
                <a:lnTo>
                  <a:pt x="1025525" y="174625"/>
                </a:lnTo>
                <a:lnTo>
                  <a:pt x="1060450" y="149225"/>
                </a:lnTo>
                <a:lnTo>
                  <a:pt x="1082675" y="114300"/>
                </a:lnTo>
                <a:lnTo>
                  <a:pt x="1085850" y="174625"/>
                </a:lnTo>
                <a:cubicBezTo>
                  <a:pt x="1102198" y="207322"/>
                  <a:pt x="1101725" y="218208"/>
                  <a:pt x="1101725" y="203200"/>
                </a:cubicBezTo>
                <a:lnTo>
                  <a:pt x="1120775" y="184150"/>
                </a:lnTo>
                <a:lnTo>
                  <a:pt x="1139825" y="187325"/>
                </a:lnTo>
                <a:lnTo>
                  <a:pt x="1149350" y="222250"/>
                </a:lnTo>
                <a:cubicBezTo>
                  <a:pt x="1116617" y="235343"/>
                  <a:pt x="1128999" y="234950"/>
                  <a:pt x="1114425" y="234950"/>
                </a:cubicBezTo>
                <a:lnTo>
                  <a:pt x="1076325" y="282575"/>
                </a:lnTo>
                <a:lnTo>
                  <a:pt x="1079500" y="320675"/>
                </a:lnTo>
                <a:lnTo>
                  <a:pt x="1057275" y="336550"/>
                </a:lnTo>
                <a:lnTo>
                  <a:pt x="1022350" y="327025"/>
                </a:lnTo>
                <a:lnTo>
                  <a:pt x="1006475" y="336550"/>
                </a:lnTo>
                <a:lnTo>
                  <a:pt x="1016000" y="368300"/>
                </a:lnTo>
                <a:lnTo>
                  <a:pt x="984250" y="355600"/>
                </a:lnTo>
                <a:lnTo>
                  <a:pt x="965200" y="377825"/>
                </a:lnTo>
                <a:lnTo>
                  <a:pt x="990600" y="412750"/>
                </a:lnTo>
                <a:lnTo>
                  <a:pt x="1050925" y="431800"/>
                </a:lnTo>
                <a:lnTo>
                  <a:pt x="1082675" y="406400"/>
                </a:lnTo>
                <a:lnTo>
                  <a:pt x="1120775" y="419100"/>
                </a:lnTo>
                <a:lnTo>
                  <a:pt x="1123950" y="447675"/>
                </a:lnTo>
                <a:lnTo>
                  <a:pt x="1111250" y="463550"/>
                </a:lnTo>
                <a:lnTo>
                  <a:pt x="1149350" y="485775"/>
                </a:lnTo>
                <a:lnTo>
                  <a:pt x="1123950" y="504825"/>
                </a:lnTo>
                <a:lnTo>
                  <a:pt x="1089025" y="495300"/>
                </a:lnTo>
                <a:lnTo>
                  <a:pt x="1054100" y="488950"/>
                </a:lnTo>
                <a:lnTo>
                  <a:pt x="1044575" y="438150"/>
                </a:lnTo>
                <a:lnTo>
                  <a:pt x="987425" y="422275"/>
                </a:lnTo>
                <a:lnTo>
                  <a:pt x="984250" y="473075"/>
                </a:lnTo>
                <a:lnTo>
                  <a:pt x="920750" y="527050"/>
                </a:lnTo>
                <a:lnTo>
                  <a:pt x="923925" y="546100"/>
                </a:lnTo>
                <a:lnTo>
                  <a:pt x="898525" y="565150"/>
                </a:lnTo>
                <a:cubicBezTo>
                  <a:pt x="911698" y="591497"/>
                  <a:pt x="901759" y="590550"/>
                  <a:pt x="914400" y="590550"/>
                </a:cubicBezTo>
                <a:lnTo>
                  <a:pt x="942975" y="600075"/>
                </a:lnTo>
                <a:lnTo>
                  <a:pt x="971550" y="635000"/>
                </a:lnTo>
                <a:lnTo>
                  <a:pt x="1000125" y="628650"/>
                </a:lnTo>
                <a:lnTo>
                  <a:pt x="1025525" y="673100"/>
                </a:lnTo>
                <a:lnTo>
                  <a:pt x="1060450" y="688975"/>
                </a:lnTo>
                <a:lnTo>
                  <a:pt x="1082675" y="727075"/>
                </a:lnTo>
                <a:lnTo>
                  <a:pt x="1104900" y="746125"/>
                </a:lnTo>
                <a:lnTo>
                  <a:pt x="1155700" y="736600"/>
                </a:lnTo>
                <a:cubicBezTo>
                  <a:pt x="1188805" y="776326"/>
                  <a:pt x="1170918" y="774700"/>
                  <a:pt x="1193800" y="774700"/>
                </a:cubicBezTo>
                <a:cubicBezTo>
                  <a:pt x="1226603" y="777980"/>
                  <a:pt x="1214914" y="777875"/>
                  <a:pt x="1228725" y="777875"/>
                </a:cubicBezTo>
                <a:lnTo>
                  <a:pt x="1270000" y="844550"/>
                </a:lnTo>
                <a:lnTo>
                  <a:pt x="1225550" y="2190750"/>
                </a:lnTo>
                <a:lnTo>
                  <a:pt x="55563" y="2190819"/>
                </a:lnTo>
                <a:lnTo>
                  <a:pt x="0" y="587375"/>
                </a:lnTo>
                <a:lnTo>
                  <a:pt x="28575" y="600075"/>
                </a:lnTo>
                <a:cubicBezTo>
                  <a:pt x="35182" y="626502"/>
                  <a:pt x="34925" y="634202"/>
                  <a:pt x="34925" y="622300"/>
                </a:cubicBezTo>
                <a:lnTo>
                  <a:pt x="53975" y="577850"/>
                </a:lnTo>
                <a:lnTo>
                  <a:pt x="82550" y="609600"/>
                </a:lnTo>
                <a:lnTo>
                  <a:pt x="95250" y="631825"/>
                </a:lnTo>
                <a:cubicBezTo>
                  <a:pt x="85503" y="586340"/>
                  <a:pt x="85725" y="602528"/>
                  <a:pt x="85725" y="584200"/>
                </a:cubicBezTo>
                <a:cubicBezTo>
                  <a:pt x="113018" y="563730"/>
                  <a:pt x="115858" y="574616"/>
                  <a:pt x="107950" y="558800"/>
                </a:cubicBezTo>
                <a:lnTo>
                  <a:pt x="44450" y="501650"/>
                </a:lnTo>
                <a:lnTo>
                  <a:pt x="47625" y="476250"/>
                </a:lnTo>
                <a:lnTo>
                  <a:pt x="92075" y="463550"/>
                </a:lnTo>
                <a:lnTo>
                  <a:pt x="104775" y="381000"/>
                </a:ln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3" name="Freeform 396">
            <a:extLst>
              <a:ext uri="{FF2B5EF4-FFF2-40B4-BE49-F238E27FC236}">
                <a16:creationId xmlns:a16="http://schemas.microsoft.com/office/drawing/2014/main" id="{6F2C2202-BCEA-427A-B1B5-D0C2D37B608A}"/>
              </a:ext>
            </a:extLst>
          </p:cNvPr>
          <p:cNvSpPr/>
          <p:nvPr>
            <p:custDataLst>
              <p:tags r:id="rId5"/>
            </p:custDataLst>
          </p:nvPr>
        </p:nvSpPr>
        <p:spPr bwMode="auto">
          <a:xfrm>
            <a:off x="6154301" y="1196298"/>
            <a:ext cx="247275" cy="147316"/>
          </a:xfrm>
          <a:custGeom>
            <a:avLst/>
            <a:gdLst>
              <a:gd name="connsiteX0" fmla="*/ 57150 w 229655"/>
              <a:gd name="connsiteY0" fmla="*/ 0 h 136137"/>
              <a:gd name="connsiteX1" fmla="*/ 100012 w 229655"/>
              <a:gd name="connsiteY1" fmla="*/ 42862 h 136137"/>
              <a:gd name="connsiteX2" fmla="*/ 166687 w 229655"/>
              <a:gd name="connsiteY2" fmla="*/ 38100 h 136137"/>
              <a:gd name="connsiteX3" fmla="*/ 190500 w 229655"/>
              <a:gd name="connsiteY3" fmla="*/ 4762 h 136137"/>
              <a:gd name="connsiteX4" fmla="*/ 228600 w 229655"/>
              <a:gd name="connsiteY4" fmla="*/ 52387 h 136137"/>
              <a:gd name="connsiteX5" fmla="*/ 185737 w 229655"/>
              <a:gd name="connsiteY5" fmla="*/ 80962 h 136137"/>
              <a:gd name="connsiteX6" fmla="*/ 147637 w 229655"/>
              <a:gd name="connsiteY6" fmla="*/ 133350 h 136137"/>
              <a:gd name="connsiteX7" fmla="*/ 95250 w 229655"/>
              <a:gd name="connsiteY7" fmla="*/ 100012 h 136137"/>
              <a:gd name="connsiteX8" fmla="*/ 0 w 229655"/>
              <a:gd name="connsiteY8" fmla="*/ 109537 h 136137"/>
              <a:gd name="connsiteX9" fmla="*/ 14287 w 229655"/>
              <a:gd name="connsiteY9" fmla="*/ 61912 h 136137"/>
              <a:gd name="connsiteX10" fmla="*/ 14287 w 229655"/>
              <a:gd name="connsiteY10" fmla="*/ 38100 h 136137"/>
              <a:gd name="connsiteX11" fmla="*/ 57150 w 229655"/>
              <a:gd name="connsiteY11" fmla="*/ 0 h 136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655" h="136137">
                <a:moveTo>
                  <a:pt x="57150" y="0"/>
                </a:moveTo>
                <a:lnTo>
                  <a:pt x="100012" y="42862"/>
                </a:lnTo>
                <a:lnTo>
                  <a:pt x="166687" y="38100"/>
                </a:lnTo>
                <a:lnTo>
                  <a:pt x="190500" y="4762"/>
                </a:lnTo>
                <a:cubicBezTo>
                  <a:pt x="229655" y="48811"/>
                  <a:pt x="228600" y="28509"/>
                  <a:pt x="228600" y="52387"/>
                </a:cubicBezTo>
                <a:lnTo>
                  <a:pt x="185737" y="80962"/>
                </a:lnTo>
                <a:cubicBezTo>
                  <a:pt x="155642" y="136137"/>
                  <a:pt x="177053" y="133350"/>
                  <a:pt x="147637" y="133350"/>
                </a:cubicBezTo>
                <a:lnTo>
                  <a:pt x="95250" y="100012"/>
                </a:lnTo>
                <a:lnTo>
                  <a:pt x="0" y="109537"/>
                </a:lnTo>
                <a:cubicBezTo>
                  <a:pt x="15402" y="68464"/>
                  <a:pt x="14287" y="85001"/>
                  <a:pt x="14287" y="61912"/>
                </a:cubicBezTo>
                <a:lnTo>
                  <a:pt x="14287" y="38100"/>
                </a:lnTo>
                <a:lnTo>
                  <a:pt x="57150" y="0"/>
                </a:lnTo>
                <a:close/>
              </a:path>
            </a:pathLst>
          </a:custGeom>
          <a:solidFill>
            <a:srgbClr val="D9D9D9"/>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4" name="Freeform 397">
            <a:extLst>
              <a:ext uri="{FF2B5EF4-FFF2-40B4-BE49-F238E27FC236}">
                <a16:creationId xmlns:a16="http://schemas.microsoft.com/office/drawing/2014/main" id="{E734B813-C5BC-449E-BEE0-954E98661258}"/>
              </a:ext>
            </a:extLst>
          </p:cNvPr>
          <p:cNvSpPr/>
          <p:nvPr>
            <p:custDataLst>
              <p:tags r:id="rId6"/>
            </p:custDataLst>
          </p:nvPr>
        </p:nvSpPr>
        <p:spPr bwMode="auto">
          <a:xfrm>
            <a:off x="7080307" y="5017923"/>
            <a:ext cx="214874" cy="68518"/>
          </a:xfrm>
          <a:custGeom>
            <a:avLst/>
            <a:gdLst>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0 w 200025"/>
              <a:gd name="connsiteY8" fmla="*/ 31750 h 63500"/>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42863 w 200025"/>
              <a:gd name="connsiteY8" fmla="*/ 44450 h 63500"/>
              <a:gd name="connsiteX9" fmla="*/ 0 w 200025"/>
              <a:gd name="connsiteY9" fmla="*/ 31750 h 63500"/>
              <a:gd name="connsiteX0" fmla="*/ 0 w 200025"/>
              <a:gd name="connsiteY0" fmla="*/ 31750 h 63500"/>
              <a:gd name="connsiteX1" fmla="*/ 57150 w 200025"/>
              <a:gd name="connsiteY1" fmla="*/ 0 h 63500"/>
              <a:gd name="connsiteX2" fmla="*/ 117475 w 200025"/>
              <a:gd name="connsiteY2" fmla="*/ 0 h 63500"/>
              <a:gd name="connsiteX3" fmla="*/ 155575 w 200025"/>
              <a:gd name="connsiteY3" fmla="*/ 34925 h 63500"/>
              <a:gd name="connsiteX4" fmla="*/ 200025 w 200025"/>
              <a:gd name="connsiteY4" fmla="*/ 38100 h 63500"/>
              <a:gd name="connsiteX5" fmla="*/ 200025 w 200025"/>
              <a:gd name="connsiteY5" fmla="*/ 44450 h 63500"/>
              <a:gd name="connsiteX6" fmla="*/ 146050 w 200025"/>
              <a:gd name="connsiteY6" fmla="*/ 41275 h 63500"/>
              <a:gd name="connsiteX7" fmla="*/ 120650 w 200025"/>
              <a:gd name="connsiteY7" fmla="*/ 63500 h 63500"/>
              <a:gd name="connsiteX8" fmla="*/ 45243 w 200025"/>
              <a:gd name="connsiteY8" fmla="*/ 63500 h 63500"/>
              <a:gd name="connsiteX9" fmla="*/ 0 w 200025"/>
              <a:gd name="connsiteY9" fmla="*/ 31750 h 6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025" h="63500">
                <a:moveTo>
                  <a:pt x="0" y="31750"/>
                </a:moveTo>
                <a:lnTo>
                  <a:pt x="57150" y="0"/>
                </a:lnTo>
                <a:lnTo>
                  <a:pt x="117475" y="0"/>
                </a:lnTo>
                <a:lnTo>
                  <a:pt x="155575" y="34925"/>
                </a:lnTo>
                <a:lnTo>
                  <a:pt x="200025" y="38100"/>
                </a:lnTo>
                <a:lnTo>
                  <a:pt x="200025" y="44450"/>
                </a:lnTo>
                <a:lnTo>
                  <a:pt x="146050" y="41275"/>
                </a:lnTo>
                <a:lnTo>
                  <a:pt x="120650" y="63500"/>
                </a:lnTo>
                <a:lnTo>
                  <a:pt x="45243" y="63500"/>
                </a:lnTo>
                <a:lnTo>
                  <a:pt x="0" y="31750"/>
                </a:lnTo>
                <a:close/>
              </a:path>
            </a:pathLst>
          </a:custGeom>
          <a:solidFill>
            <a:srgbClr val="4A545D">
              <a:lumMod val="40000"/>
              <a:lumOff val="60000"/>
            </a:srgbClr>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5" name="Freeform 398">
            <a:extLst>
              <a:ext uri="{FF2B5EF4-FFF2-40B4-BE49-F238E27FC236}">
                <a16:creationId xmlns:a16="http://schemas.microsoft.com/office/drawing/2014/main" id="{DACDF055-5993-48D5-A8FE-FEA16111B086}"/>
              </a:ext>
            </a:extLst>
          </p:cNvPr>
          <p:cNvSpPr/>
          <p:nvPr>
            <p:custDataLst>
              <p:tags r:id="rId7"/>
            </p:custDataLst>
          </p:nvPr>
        </p:nvSpPr>
        <p:spPr bwMode="auto">
          <a:xfrm>
            <a:off x="7626018" y="4798663"/>
            <a:ext cx="1130648" cy="839354"/>
          </a:xfrm>
          <a:custGeom>
            <a:avLst/>
            <a:gdLst>
              <a:gd name="connsiteX0" fmla="*/ 107950 w 1022350"/>
              <a:gd name="connsiteY0" fmla="*/ 47625 h 793750"/>
              <a:gd name="connsiteX1" fmla="*/ 152400 w 1022350"/>
              <a:gd name="connsiteY1" fmla="*/ 22225 h 793750"/>
              <a:gd name="connsiteX2" fmla="*/ 225425 w 1022350"/>
              <a:gd name="connsiteY2" fmla="*/ 79375 h 793750"/>
              <a:gd name="connsiteX3" fmla="*/ 212725 w 1022350"/>
              <a:gd name="connsiteY3" fmla="*/ 120650 h 793750"/>
              <a:gd name="connsiteX4" fmla="*/ 228600 w 1022350"/>
              <a:gd name="connsiteY4" fmla="*/ 146050 h 793750"/>
              <a:gd name="connsiteX5" fmla="*/ 263525 w 1022350"/>
              <a:gd name="connsiteY5" fmla="*/ 107950 h 793750"/>
              <a:gd name="connsiteX6" fmla="*/ 288925 w 1022350"/>
              <a:gd name="connsiteY6" fmla="*/ 142875 h 793750"/>
              <a:gd name="connsiteX7" fmla="*/ 323850 w 1022350"/>
              <a:gd name="connsiteY7" fmla="*/ 152400 h 793750"/>
              <a:gd name="connsiteX8" fmla="*/ 327025 w 1022350"/>
              <a:gd name="connsiteY8" fmla="*/ 219075 h 793750"/>
              <a:gd name="connsiteX9" fmla="*/ 403225 w 1022350"/>
              <a:gd name="connsiteY9" fmla="*/ 282575 h 793750"/>
              <a:gd name="connsiteX10" fmla="*/ 447675 w 1022350"/>
              <a:gd name="connsiteY10" fmla="*/ 352425 h 793750"/>
              <a:gd name="connsiteX11" fmla="*/ 488950 w 1022350"/>
              <a:gd name="connsiteY11" fmla="*/ 355600 h 793750"/>
              <a:gd name="connsiteX12" fmla="*/ 492125 w 1022350"/>
              <a:gd name="connsiteY12" fmla="*/ 323850 h 793750"/>
              <a:gd name="connsiteX13" fmla="*/ 527050 w 1022350"/>
              <a:gd name="connsiteY13" fmla="*/ 327025 h 793750"/>
              <a:gd name="connsiteX14" fmla="*/ 558800 w 1022350"/>
              <a:gd name="connsiteY14" fmla="*/ 349250 h 793750"/>
              <a:gd name="connsiteX15" fmla="*/ 619125 w 1022350"/>
              <a:gd name="connsiteY15" fmla="*/ 339725 h 793750"/>
              <a:gd name="connsiteX16" fmla="*/ 647700 w 1022350"/>
              <a:gd name="connsiteY16" fmla="*/ 361950 h 793750"/>
              <a:gd name="connsiteX17" fmla="*/ 701675 w 1022350"/>
              <a:gd name="connsiteY17" fmla="*/ 355600 h 793750"/>
              <a:gd name="connsiteX18" fmla="*/ 774700 w 1022350"/>
              <a:gd name="connsiteY18" fmla="*/ 365125 h 793750"/>
              <a:gd name="connsiteX19" fmla="*/ 812800 w 1022350"/>
              <a:gd name="connsiteY19" fmla="*/ 355600 h 793750"/>
              <a:gd name="connsiteX20" fmla="*/ 838200 w 1022350"/>
              <a:gd name="connsiteY20" fmla="*/ 396875 h 793750"/>
              <a:gd name="connsiteX21" fmla="*/ 838200 w 1022350"/>
              <a:gd name="connsiteY21" fmla="*/ 479425 h 793750"/>
              <a:gd name="connsiteX22" fmla="*/ 911225 w 1022350"/>
              <a:gd name="connsiteY22" fmla="*/ 536575 h 793750"/>
              <a:gd name="connsiteX23" fmla="*/ 974725 w 1022350"/>
              <a:gd name="connsiteY23" fmla="*/ 568325 h 793750"/>
              <a:gd name="connsiteX24" fmla="*/ 1022350 w 1022350"/>
              <a:gd name="connsiteY24" fmla="*/ 606425 h 793750"/>
              <a:gd name="connsiteX25" fmla="*/ 993775 w 1022350"/>
              <a:gd name="connsiteY25" fmla="*/ 647700 h 793750"/>
              <a:gd name="connsiteX26" fmla="*/ 860425 w 1022350"/>
              <a:gd name="connsiteY26" fmla="*/ 638175 h 793750"/>
              <a:gd name="connsiteX27" fmla="*/ 815975 w 1022350"/>
              <a:gd name="connsiteY27" fmla="*/ 625475 h 793750"/>
              <a:gd name="connsiteX28" fmla="*/ 733425 w 1022350"/>
              <a:gd name="connsiteY28" fmla="*/ 673100 h 793750"/>
              <a:gd name="connsiteX29" fmla="*/ 692150 w 1022350"/>
              <a:gd name="connsiteY29" fmla="*/ 704850 h 793750"/>
              <a:gd name="connsiteX30" fmla="*/ 663575 w 1022350"/>
              <a:gd name="connsiteY30" fmla="*/ 742950 h 793750"/>
              <a:gd name="connsiteX31" fmla="*/ 631825 w 1022350"/>
              <a:gd name="connsiteY31" fmla="*/ 746125 h 793750"/>
              <a:gd name="connsiteX32" fmla="*/ 609600 w 1022350"/>
              <a:gd name="connsiteY32" fmla="*/ 793750 h 793750"/>
              <a:gd name="connsiteX33" fmla="*/ 590550 w 1022350"/>
              <a:gd name="connsiteY33" fmla="*/ 762000 h 793750"/>
              <a:gd name="connsiteX34" fmla="*/ 561975 w 1022350"/>
              <a:gd name="connsiteY34" fmla="*/ 765175 h 793750"/>
              <a:gd name="connsiteX35" fmla="*/ 536575 w 1022350"/>
              <a:gd name="connsiteY35" fmla="*/ 727075 h 793750"/>
              <a:gd name="connsiteX36" fmla="*/ 517525 w 1022350"/>
              <a:gd name="connsiteY36" fmla="*/ 727075 h 793750"/>
              <a:gd name="connsiteX37" fmla="*/ 498475 w 1022350"/>
              <a:gd name="connsiteY37" fmla="*/ 704850 h 793750"/>
              <a:gd name="connsiteX38" fmla="*/ 517525 w 1022350"/>
              <a:gd name="connsiteY38" fmla="*/ 676275 h 793750"/>
              <a:gd name="connsiteX39" fmla="*/ 508000 w 1022350"/>
              <a:gd name="connsiteY39" fmla="*/ 669925 h 793750"/>
              <a:gd name="connsiteX40" fmla="*/ 473075 w 1022350"/>
              <a:gd name="connsiteY40" fmla="*/ 688975 h 793750"/>
              <a:gd name="connsiteX41" fmla="*/ 438150 w 1022350"/>
              <a:gd name="connsiteY41" fmla="*/ 676275 h 793750"/>
              <a:gd name="connsiteX42" fmla="*/ 479425 w 1022350"/>
              <a:gd name="connsiteY42" fmla="*/ 657225 h 793750"/>
              <a:gd name="connsiteX43" fmla="*/ 476250 w 1022350"/>
              <a:gd name="connsiteY43" fmla="*/ 628650 h 793750"/>
              <a:gd name="connsiteX44" fmla="*/ 444500 w 1022350"/>
              <a:gd name="connsiteY44" fmla="*/ 606425 h 793750"/>
              <a:gd name="connsiteX45" fmla="*/ 406400 w 1022350"/>
              <a:gd name="connsiteY45" fmla="*/ 619125 h 793750"/>
              <a:gd name="connsiteX46" fmla="*/ 425450 w 1022350"/>
              <a:gd name="connsiteY46" fmla="*/ 654050 h 793750"/>
              <a:gd name="connsiteX47" fmla="*/ 396875 w 1022350"/>
              <a:gd name="connsiteY47" fmla="*/ 663575 h 793750"/>
              <a:gd name="connsiteX48" fmla="*/ 365125 w 1022350"/>
              <a:gd name="connsiteY48" fmla="*/ 663575 h 793750"/>
              <a:gd name="connsiteX49" fmla="*/ 307975 w 1022350"/>
              <a:gd name="connsiteY49" fmla="*/ 720725 h 793750"/>
              <a:gd name="connsiteX50" fmla="*/ 244475 w 1022350"/>
              <a:gd name="connsiteY50" fmla="*/ 717550 h 793750"/>
              <a:gd name="connsiteX51" fmla="*/ 190500 w 1022350"/>
              <a:gd name="connsiteY51" fmla="*/ 660400 h 793750"/>
              <a:gd name="connsiteX52" fmla="*/ 149225 w 1022350"/>
              <a:gd name="connsiteY52" fmla="*/ 660400 h 793750"/>
              <a:gd name="connsiteX53" fmla="*/ 111125 w 1022350"/>
              <a:gd name="connsiteY53" fmla="*/ 619125 h 793750"/>
              <a:gd name="connsiteX54" fmla="*/ 73025 w 1022350"/>
              <a:gd name="connsiteY54" fmla="*/ 641350 h 793750"/>
              <a:gd name="connsiteX55" fmla="*/ 38100 w 1022350"/>
              <a:gd name="connsiteY55" fmla="*/ 641350 h 793750"/>
              <a:gd name="connsiteX56" fmla="*/ 0 w 1022350"/>
              <a:gd name="connsiteY56" fmla="*/ 606425 h 793750"/>
              <a:gd name="connsiteX57" fmla="*/ 41275 w 1022350"/>
              <a:gd name="connsiteY57" fmla="*/ 0 h 793750"/>
              <a:gd name="connsiteX58" fmla="*/ 107950 w 1022350"/>
              <a:gd name="connsiteY58" fmla="*/ 47625 h 793750"/>
              <a:gd name="connsiteX0" fmla="*/ 107950 w 1022350"/>
              <a:gd name="connsiteY0" fmla="*/ 29369 h 775494"/>
              <a:gd name="connsiteX1" fmla="*/ 152400 w 1022350"/>
              <a:gd name="connsiteY1" fmla="*/ 3969 h 775494"/>
              <a:gd name="connsiteX2" fmla="*/ 225425 w 1022350"/>
              <a:gd name="connsiteY2" fmla="*/ 61119 h 775494"/>
              <a:gd name="connsiteX3" fmla="*/ 212725 w 1022350"/>
              <a:gd name="connsiteY3" fmla="*/ 102394 h 775494"/>
              <a:gd name="connsiteX4" fmla="*/ 228600 w 1022350"/>
              <a:gd name="connsiteY4" fmla="*/ 127794 h 775494"/>
              <a:gd name="connsiteX5" fmla="*/ 263525 w 1022350"/>
              <a:gd name="connsiteY5" fmla="*/ 89694 h 775494"/>
              <a:gd name="connsiteX6" fmla="*/ 288925 w 1022350"/>
              <a:gd name="connsiteY6" fmla="*/ 124619 h 775494"/>
              <a:gd name="connsiteX7" fmla="*/ 323850 w 1022350"/>
              <a:gd name="connsiteY7" fmla="*/ 134144 h 775494"/>
              <a:gd name="connsiteX8" fmla="*/ 327025 w 1022350"/>
              <a:gd name="connsiteY8" fmla="*/ 200819 h 775494"/>
              <a:gd name="connsiteX9" fmla="*/ 403225 w 1022350"/>
              <a:gd name="connsiteY9" fmla="*/ 264319 h 775494"/>
              <a:gd name="connsiteX10" fmla="*/ 447675 w 1022350"/>
              <a:gd name="connsiteY10" fmla="*/ 334169 h 775494"/>
              <a:gd name="connsiteX11" fmla="*/ 488950 w 1022350"/>
              <a:gd name="connsiteY11" fmla="*/ 337344 h 775494"/>
              <a:gd name="connsiteX12" fmla="*/ 492125 w 1022350"/>
              <a:gd name="connsiteY12" fmla="*/ 305594 h 775494"/>
              <a:gd name="connsiteX13" fmla="*/ 527050 w 1022350"/>
              <a:gd name="connsiteY13" fmla="*/ 308769 h 775494"/>
              <a:gd name="connsiteX14" fmla="*/ 558800 w 1022350"/>
              <a:gd name="connsiteY14" fmla="*/ 330994 h 775494"/>
              <a:gd name="connsiteX15" fmla="*/ 619125 w 1022350"/>
              <a:gd name="connsiteY15" fmla="*/ 321469 h 775494"/>
              <a:gd name="connsiteX16" fmla="*/ 647700 w 1022350"/>
              <a:gd name="connsiteY16" fmla="*/ 343694 h 775494"/>
              <a:gd name="connsiteX17" fmla="*/ 701675 w 1022350"/>
              <a:gd name="connsiteY17" fmla="*/ 337344 h 775494"/>
              <a:gd name="connsiteX18" fmla="*/ 774700 w 1022350"/>
              <a:gd name="connsiteY18" fmla="*/ 346869 h 775494"/>
              <a:gd name="connsiteX19" fmla="*/ 812800 w 1022350"/>
              <a:gd name="connsiteY19" fmla="*/ 337344 h 775494"/>
              <a:gd name="connsiteX20" fmla="*/ 838200 w 1022350"/>
              <a:gd name="connsiteY20" fmla="*/ 378619 h 775494"/>
              <a:gd name="connsiteX21" fmla="*/ 838200 w 1022350"/>
              <a:gd name="connsiteY21" fmla="*/ 461169 h 775494"/>
              <a:gd name="connsiteX22" fmla="*/ 911225 w 1022350"/>
              <a:gd name="connsiteY22" fmla="*/ 518319 h 775494"/>
              <a:gd name="connsiteX23" fmla="*/ 974725 w 1022350"/>
              <a:gd name="connsiteY23" fmla="*/ 550069 h 775494"/>
              <a:gd name="connsiteX24" fmla="*/ 1022350 w 1022350"/>
              <a:gd name="connsiteY24" fmla="*/ 588169 h 775494"/>
              <a:gd name="connsiteX25" fmla="*/ 993775 w 1022350"/>
              <a:gd name="connsiteY25" fmla="*/ 629444 h 775494"/>
              <a:gd name="connsiteX26" fmla="*/ 860425 w 1022350"/>
              <a:gd name="connsiteY26" fmla="*/ 619919 h 775494"/>
              <a:gd name="connsiteX27" fmla="*/ 815975 w 1022350"/>
              <a:gd name="connsiteY27" fmla="*/ 607219 h 775494"/>
              <a:gd name="connsiteX28" fmla="*/ 733425 w 1022350"/>
              <a:gd name="connsiteY28" fmla="*/ 654844 h 775494"/>
              <a:gd name="connsiteX29" fmla="*/ 692150 w 1022350"/>
              <a:gd name="connsiteY29" fmla="*/ 686594 h 775494"/>
              <a:gd name="connsiteX30" fmla="*/ 663575 w 1022350"/>
              <a:gd name="connsiteY30" fmla="*/ 724694 h 775494"/>
              <a:gd name="connsiteX31" fmla="*/ 631825 w 1022350"/>
              <a:gd name="connsiteY31" fmla="*/ 727869 h 775494"/>
              <a:gd name="connsiteX32" fmla="*/ 609600 w 1022350"/>
              <a:gd name="connsiteY32" fmla="*/ 775494 h 775494"/>
              <a:gd name="connsiteX33" fmla="*/ 590550 w 1022350"/>
              <a:gd name="connsiteY33" fmla="*/ 743744 h 775494"/>
              <a:gd name="connsiteX34" fmla="*/ 561975 w 1022350"/>
              <a:gd name="connsiteY34" fmla="*/ 746919 h 775494"/>
              <a:gd name="connsiteX35" fmla="*/ 536575 w 1022350"/>
              <a:gd name="connsiteY35" fmla="*/ 708819 h 775494"/>
              <a:gd name="connsiteX36" fmla="*/ 517525 w 1022350"/>
              <a:gd name="connsiteY36" fmla="*/ 708819 h 775494"/>
              <a:gd name="connsiteX37" fmla="*/ 498475 w 1022350"/>
              <a:gd name="connsiteY37" fmla="*/ 686594 h 775494"/>
              <a:gd name="connsiteX38" fmla="*/ 517525 w 1022350"/>
              <a:gd name="connsiteY38" fmla="*/ 658019 h 775494"/>
              <a:gd name="connsiteX39" fmla="*/ 508000 w 1022350"/>
              <a:gd name="connsiteY39" fmla="*/ 651669 h 775494"/>
              <a:gd name="connsiteX40" fmla="*/ 473075 w 1022350"/>
              <a:gd name="connsiteY40" fmla="*/ 670719 h 775494"/>
              <a:gd name="connsiteX41" fmla="*/ 438150 w 1022350"/>
              <a:gd name="connsiteY41" fmla="*/ 658019 h 775494"/>
              <a:gd name="connsiteX42" fmla="*/ 479425 w 1022350"/>
              <a:gd name="connsiteY42" fmla="*/ 638969 h 775494"/>
              <a:gd name="connsiteX43" fmla="*/ 476250 w 1022350"/>
              <a:gd name="connsiteY43" fmla="*/ 610394 h 775494"/>
              <a:gd name="connsiteX44" fmla="*/ 444500 w 1022350"/>
              <a:gd name="connsiteY44" fmla="*/ 588169 h 775494"/>
              <a:gd name="connsiteX45" fmla="*/ 406400 w 1022350"/>
              <a:gd name="connsiteY45" fmla="*/ 600869 h 775494"/>
              <a:gd name="connsiteX46" fmla="*/ 425450 w 1022350"/>
              <a:gd name="connsiteY46" fmla="*/ 635794 h 775494"/>
              <a:gd name="connsiteX47" fmla="*/ 396875 w 1022350"/>
              <a:gd name="connsiteY47" fmla="*/ 645319 h 775494"/>
              <a:gd name="connsiteX48" fmla="*/ 365125 w 1022350"/>
              <a:gd name="connsiteY48" fmla="*/ 645319 h 775494"/>
              <a:gd name="connsiteX49" fmla="*/ 307975 w 1022350"/>
              <a:gd name="connsiteY49" fmla="*/ 702469 h 775494"/>
              <a:gd name="connsiteX50" fmla="*/ 244475 w 1022350"/>
              <a:gd name="connsiteY50" fmla="*/ 699294 h 775494"/>
              <a:gd name="connsiteX51" fmla="*/ 190500 w 1022350"/>
              <a:gd name="connsiteY51" fmla="*/ 642144 h 775494"/>
              <a:gd name="connsiteX52" fmla="*/ 149225 w 1022350"/>
              <a:gd name="connsiteY52" fmla="*/ 642144 h 775494"/>
              <a:gd name="connsiteX53" fmla="*/ 111125 w 1022350"/>
              <a:gd name="connsiteY53" fmla="*/ 600869 h 775494"/>
              <a:gd name="connsiteX54" fmla="*/ 73025 w 1022350"/>
              <a:gd name="connsiteY54" fmla="*/ 623094 h 775494"/>
              <a:gd name="connsiteX55" fmla="*/ 38100 w 1022350"/>
              <a:gd name="connsiteY55" fmla="*/ 623094 h 775494"/>
              <a:gd name="connsiteX56" fmla="*/ 0 w 1022350"/>
              <a:gd name="connsiteY56" fmla="*/ 588169 h 775494"/>
              <a:gd name="connsiteX57" fmla="*/ 40501 w 1022350"/>
              <a:gd name="connsiteY57" fmla="*/ 0 h 775494"/>
              <a:gd name="connsiteX58" fmla="*/ 107950 w 1022350"/>
              <a:gd name="connsiteY58" fmla="*/ 29369 h 775494"/>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51974 h 798099"/>
              <a:gd name="connsiteX1" fmla="*/ 152400 w 1022350"/>
              <a:gd name="connsiteY1" fmla="*/ 26574 h 798099"/>
              <a:gd name="connsiteX2" fmla="*/ 225425 w 1022350"/>
              <a:gd name="connsiteY2" fmla="*/ 83724 h 798099"/>
              <a:gd name="connsiteX3" fmla="*/ 212725 w 1022350"/>
              <a:gd name="connsiteY3" fmla="*/ 124999 h 798099"/>
              <a:gd name="connsiteX4" fmla="*/ 228600 w 1022350"/>
              <a:gd name="connsiteY4" fmla="*/ 150399 h 798099"/>
              <a:gd name="connsiteX5" fmla="*/ 263525 w 1022350"/>
              <a:gd name="connsiteY5" fmla="*/ 112299 h 798099"/>
              <a:gd name="connsiteX6" fmla="*/ 288925 w 1022350"/>
              <a:gd name="connsiteY6" fmla="*/ 147224 h 798099"/>
              <a:gd name="connsiteX7" fmla="*/ 323850 w 1022350"/>
              <a:gd name="connsiteY7" fmla="*/ 156749 h 798099"/>
              <a:gd name="connsiteX8" fmla="*/ 327025 w 1022350"/>
              <a:gd name="connsiteY8" fmla="*/ 223424 h 798099"/>
              <a:gd name="connsiteX9" fmla="*/ 403225 w 1022350"/>
              <a:gd name="connsiteY9" fmla="*/ 286924 h 798099"/>
              <a:gd name="connsiteX10" fmla="*/ 447675 w 1022350"/>
              <a:gd name="connsiteY10" fmla="*/ 356774 h 798099"/>
              <a:gd name="connsiteX11" fmla="*/ 488950 w 1022350"/>
              <a:gd name="connsiteY11" fmla="*/ 359949 h 798099"/>
              <a:gd name="connsiteX12" fmla="*/ 492125 w 1022350"/>
              <a:gd name="connsiteY12" fmla="*/ 328199 h 798099"/>
              <a:gd name="connsiteX13" fmla="*/ 527050 w 1022350"/>
              <a:gd name="connsiteY13" fmla="*/ 331374 h 798099"/>
              <a:gd name="connsiteX14" fmla="*/ 558800 w 1022350"/>
              <a:gd name="connsiteY14" fmla="*/ 353599 h 798099"/>
              <a:gd name="connsiteX15" fmla="*/ 619125 w 1022350"/>
              <a:gd name="connsiteY15" fmla="*/ 344074 h 798099"/>
              <a:gd name="connsiteX16" fmla="*/ 647700 w 1022350"/>
              <a:gd name="connsiteY16" fmla="*/ 366299 h 798099"/>
              <a:gd name="connsiteX17" fmla="*/ 701675 w 1022350"/>
              <a:gd name="connsiteY17" fmla="*/ 359949 h 798099"/>
              <a:gd name="connsiteX18" fmla="*/ 774700 w 1022350"/>
              <a:gd name="connsiteY18" fmla="*/ 369474 h 798099"/>
              <a:gd name="connsiteX19" fmla="*/ 812800 w 1022350"/>
              <a:gd name="connsiteY19" fmla="*/ 359949 h 798099"/>
              <a:gd name="connsiteX20" fmla="*/ 838200 w 1022350"/>
              <a:gd name="connsiteY20" fmla="*/ 401224 h 798099"/>
              <a:gd name="connsiteX21" fmla="*/ 838200 w 1022350"/>
              <a:gd name="connsiteY21" fmla="*/ 483774 h 798099"/>
              <a:gd name="connsiteX22" fmla="*/ 911225 w 1022350"/>
              <a:gd name="connsiteY22" fmla="*/ 540924 h 798099"/>
              <a:gd name="connsiteX23" fmla="*/ 974725 w 1022350"/>
              <a:gd name="connsiteY23" fmla="*/ 572674 h 798099"/>
              <a:gd name="connsiteX24" fmla="*/ 1022350 w 1022350"/>
              <a:gd name="connsiteY24" fmla="*/ 610774 h 798099"/>
              <a:gd name="connsiteX25" fmla="*/ 993775 w 1022350"/>
              <a:gd name="connsiteY25" fmla="*/ 652049 h 798099"/>
              <a:gd name="connsiteX26" fmla="*/ 860425 w 1022350"/>
              <a:gd name="connsiteY26" fmla="*/ 642524 h 798099"/>
              <a:gd name="connsiteX27" fmla="*/ 815975 w 1022350"/>
              <a:gd name="connsiteY27" fmla="*/ 629824 h 798099"/>
              <a:gd name="connsiteX28" fmla="*/ 733425 w 1022350"/>
              <a:gd name="connsiteY28" fmla="*/ 677449 h 798099"/>
              <a:gd name="connsiteX29" fmla="*/ 692150 w 1022350"/>
              <a:gd name="connsiteY29" fmla="*/ 709199 h 798099"/>
              <a:gd name="connsiteX30" fmla="*/ 663575 w 1022350"/>
              <a:gd name="connsiteY30" fmla="*/ 747299 h 798099"/>
              <a:gd name="connsiteX31" fmla="*/ 631825 w 1022350"/>
              <a:gd name="connsiteY31" fmla="*/ 750474 h 798099"/>
              <a:gd name="connsiteX32" fmla="*/ 609600 w 1022350"/>
              <a:gd name="connsiteY32" fmla="*/ 798099 h 798099"/>
              <a:gd name="connsiteX33" fmla="*/ 590550 w 1022350"/>
              <a:gd name="connsiteY33" fmla="*/ 766349 h 798099"/>
              <a:gd name="connsiteX34" fmla="*/ 561975 w 1022350"/>
              <a:gd name="connsiteY34" fmla="*/ 769524 h 798099"/>
              <a:gd name="connsiteX35" fmla="*/ 536575 w 1022350"/>
              <a:gd name="connsiteY35" fmla="*/ 731424 h 798099"/>
              <a:gd name="connsiteX36" fmla="*/ 517525 w 1022350"/>
              <a:gd name="connsiteY36" fmla="*/ 731424 h 798099"/>
              <a:gd name="connsiteX37" fmla="*/ 498475 w 1022350"/>
              <a:gd name="connsiteY37" fmla="*/ 709199 h 798099"/>
              <a:gd name="connsiteX38" fmla="*/ 517525 w 1022350"/>
              <a:gd name="connsiteY38" fmla="*/ 680624 h 798099"/>
              <a:gd name="connsiteX39" fmla="*/ 508000 w 1022350"/>
              <a:gd name="connsiteY39" fmla="*/ 674274 h 798099"/>
              <a:gd name="connsiteX40" fmla="*/ 473075 w 1022350"/>
              <a:gd name="connsiteY40" fmla="*/ 693324 h 798099"/>
              <a:gd name="connsiteX41" fmla="*/ 438150 w 1022350"/>
              <a:gd name="connsiteY41" fmla="*/ 680624 h 798099"/>
              <a:gd name="connsiteX42" fmla="*/ 479425 w 1022350"/>
              <a:gd name="connsiteY42" fmla="*/ 661574 h 798099"/>
              <a:gd name="connsiteX43" fmla="*/ 476250 w 1022350"/>
              <a:gd name="connsiteY43" fmla="*/ 632999 h 798099"/>
              <a:gd name="connsiteX44" fmla="*/ 444500 w 1022350"/>
              <a:gd name="connsiteY44" fmla="*/ 610774 h 798099"/>
              <a:gd name="connsiteX45" fmla="*/ 406400 w 1022350"/>
              <a:gd name="connsiteY45" fmla="*/ 623474 h 798099"/>
              <a:gd name="connsiteX46" fmla="*/ 425450 w 1022350"/>
              <a:gd name="connsiteY46" fmla="*/ 658399 h 798099"/>
              <a:gd name="connsiteX47" fmla="*/ 396875 w 1022350"/>
              <a:gd name="connsiteY47" fmla="*/ 667924 h 798099"/>
              <a:gd name="connsiteX48" fmla="*/ 365125 w 1022350"/>
              <a:gd name="connsiteY48" fmla="*/ 667924 h 798099"/>
              <a:gd name="connsiteX49" fmla="*/ 307975 w 1022350"/>
              <a:gd name="connsiteY49" fmla="*/ 725074 h 798099"/>
              <a:gd name="connsiteX50" fmla="*/ 244475 w 1022350"/>
              <a:gd name="connsiteY50" fmla="*/ 721899 h 798099"/>
              <a:gd name="connsiteX51" fmla="*/ 190500 w 1022350"/>
              <a:gd name="connsiteY51" fmla="*/ 664749 h 798099"/>
              <a:gd name="connsiteX52" fmla="*/ 149225 w 1022350"/>
              <a:gd name="connsiteY52" fmla="*/ 664749 h 798099"/>
              <a:gd name="connsiteX53" fmla="*/ 111125 w 1022350"/>
              <a:gd name="connsiteY53" fmla="*/ 623474 h 798099"/>
              <a:gd name="connsiteX54" fmla="*/ 73025 w 1022350"/>
              <a:gd name="connsiteY54" fmla="*/ 645699 h 798099"/>
              <a:gd name="connsiteX55" fmla="*/ 38100 w 1022350"/>
              <a:gd name="connsiteY55" fmla="*/ 645699 h 798099"/>
              <a:gd name="connsiteX56" fmla="*/ 0 w 1022350"/>
              <a:gd name="connsiteY56" fmla="*/ 610774 h 798099"/>
              <a:gd name="connsiteX57" fmla="*/ 40501 w 1022350"/>
              <a:gd name="connsiteY57" fmla="*/ 22605 h 798099"/>
              <a:gd name="connsiteX58" fmla="*/ 107950 w 1022350"/>
              <a:gd name="connsiteY58" fmla="*/ 51974 h 798099"/>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63525 w 1022350"/>
              <a:gd name="connsiteY5" fmla="*/ 100012 h 785812"/>
              <a:gd name="connsiteX6" fmla="*/ 288925 w 1022350"/>
              <a:gd name="connsiteY6" fmla="*/ 134937 h 785812"/>
              <a:gd name="connsiteX7" fmla="*/ 323850 w 1022350"/>
              <a:gd name="connsiteY7" fmla="*/ 144462 h 785812"/>
              <a:gd name="connsiteX8" fmla="*/ 327025 w 1022350"/>
              <a:gd name="connsiteY8" fmla="*/ 211137 h 785812"/>
              <a:gd name="connsiteX9" fmla="*/ 403225 w 1022350"/>
              <a:gd name="connsiteY9" fmla="*/ 274637 h 785812"/>
              <a:gd name="connsiteX10" fmla="*/ 447675 w 1022350"/>
              <a:gd name="connsiteY10" fmla="*/ 344487 h 785812"/>
              <a:gd name="connsiteX11" fmla="*/ 488950 w 1022350"/>
              <a:gd name="connsiteY11" fmla="*/ 347662 h 785812"/>
              <a:gd name="connsiteX12" fmla="*/ 492125 w 1022350"/>
              <a:gd name="connsiteY12" fmla="*/ 315912 h 785812"/>
              <a:gd name="connsiteX13" fmla="*/ 527050 w 1022350"/>
              <a:gd name="connsiteY13" fmla="*/ 319087 h 785812"/>
              <a:gd name="connsiteX14" fmla="*/ 558800 w 1022350"/>
              <a:gd name="connsiteY14" fmla="*/ 341312 h 785812"/>
              <a:gd name="connsiteX15" fmla="*/ 619125 w 1022350"/>
              <a:gd name="connsiteY15" fmla="*/ 331787 h 785812"/>
              <a:gd name="connsiteX16" fmla="*/ 647700 w 1022350"/>
              <a:gd name="connsiteY16" fmla="*/ 354012 h 785812"/>
              <a:gd name="connsiteX17" fmla="*/ 701675 w 1022350"/>
              <a:gd name="connsiteY17" fmla="*/ 347662 h 785812"/>
              <a:gd name="connsiteX18" fmla="*/ 774700 w 1022350"/>
              <a:gd name="connsiteY18" fmla="*/ 357187 h 785812"/>
              <a:gd name="connsiteX19" fmla="*/ 812800 w 1022350"/>
              <a:gd name="connsiteY19" fmla="*/ 347662 h 785812"/>
              <a:gd name="connsiteX20" fmla="*/ 838200 w 1022350"/>
              <a:gd name="connsiteY20" fmla="*/ 388937 h 785812"/>
              <a:gd name="connsiteX21" fmla="*/ 838200 w 1022350"/>
              <a:gd name="connsiteY21" fmla="*/ 471487 h 785812"/>
              <a:gd name="connsiteX22" fmla="*/ 911225 w 1022350"/>
              <a:gd name="connsiteY22" fmla="*/ 528637 h 785812"/>
              <a:gd name="connsiteX23" fmla="*/ 974725 w 1022350"/>
              <a:gd name="connsiteY23" fmla="*/ 560387 h 785812"/>
              <a:gd name="connsiteX24" fmla="*/ 1022350 w 1022350"/>
              <a:gd name="connsiteY24" fmla="*/ 598487 h 785812"/>
              <a:gd name="connsiteX25" fmla="*/ 993775 w 1022350"/>
              <a:gd name="connsiteY25" fmla="*/ 639762 h 785812"/>
              <a:gd name="connsiteX26" fmla="*/ 860425 w 1022350"/>
              <a:gd name="connsiteY26" fmla="*/ 630237 h 785812"/>
              <a:gd name="connsiteX27" fmla="*/ 815975 w 1022350"/>
              <a:gd name="connsiteY27" fmla="*/ 617537 h 785812"/>
              <a:gd name="connsiteX28" fmla="*/ 733425 w 1022350"/>
              <a:gd name="connsiteY28" fmla="*/ 665162 h 785812"/>
              <a:gd name="connsiteX29" fmla="*/ 692150 w 1022350"/>
              <a:gd name="connsiteY29" fmla="*/ 696912 h 785812"/>
              <a:gd name="connsiteX30" fmla="*/ 663575 w 1022350"/>
              <a:gd name="connsiteY30" fmla="*/ 735012 h 785812"/>
              <a:gd name="connsiteX31" fmla="*/ 631825 w 1022350"/>
              <a:gd name="connsiteY31" fmla="*/ 738187 h 785812"/>
              <a:gd name="connsiteX32" fmla="*/ 609600 w 1022350"/>
              <a:gd name="connsiteY32" fmla="*/ 785812 h 785812"/>
              <a:gd name="connsiteX33" fmla="*/ 590550 w 1022350"/>
              <a:gd name="connsiteY33" fmla="*/ 754062 h 785812"/>
              <a:gd name="connsiteX34" fmla="*/ 561975 w 1022350"/>
              <a:gd name="connsiteY34" fmla="*/ 757237 h 785812"/>
              <a:gd name="connsiteX35" fmla="*/ 536575 w 1022350"/>
              <a:gd name="connsiteY35" fmla="*/ 719137 h 785812"/>
              <a:gd name="connsiteX36" fmla="*/ 517525 w 1022350"/>
              <a:gd name="connsiteY36" fmla="*/ 719137 h 785812"/>
              <a:gd name="connsiteX37" fmla="*/ 498475 w 1022350"/>
              <a:gd name="connsiteY37" fmla="*/ 696912 h 785812"/>
              <a:gd name="connsiteX38" fmla="*/ 517525 w 1022350"/>
              <a:gd name="connsiteY38" fmla="*/ 668337 h 785812"/>
              <a:gd name="connsiteX39" fmla="*/ 508000 w 1022350"/>
              <a:gd name="connsiteY39" fmla="*/ 661987 h 785812"/>
              <a:gd name="connsiteX40" fmla="*/ 473075 w 1022350"/>
              <a:gd name="connsiteY40" fmla="*/ 681037 h 785812"/>
              <a:gd name="connsiteX41" fmla="*/ 438150 w 1022350"/>
              <a:gd name="connsiteY41" fmla="*/ 668337 h 785812"/>
              <a:gd name="connsiteX42" fmla="*/ 479425 w 1022350"/>
              <a:gd name="connsiteY42" fmla="*/ 649287 h 785812"/>
              <a:gd name="connsiteX43" fmla="*/ 476250 w 1022350"/>
              <a:gd name="connsiteY43" fmla="*/ 620712 h 785812"/>
              <a:gd name="connsiteX44" fmla="*/ 444500 w 1022350"/>
              <a:gd name="connsiteY44" fmla="*/ 598487 h 785812"/>
              <a:gd name="connsiteX45" fmla="*/ 406400 w 1022350"/>
              <a:gd name="connsiteY45" fmla="*/ 611187 h 785812"/>
              <a:gd name="connsiteX46" fmla="*/ 425450 w 1022350"/>
              <a:gd name="connsiteY46" fmla="*/ 646112 h 785812"/>
              <a:gd name="connsiteX47" fmla="*/ 396875 w 1022350"/>
              <a:gd name="connsiteY47" fmla="*/ 655637 h 785812"/>
              <a:gd name="connsiteX48" fmla="*/ 365125 w 1022350"/>
              <a:gd name="connsiteY48" fmla="*/ 655637 h 785812"/>
              <a:gd name="connsiteX49" fmla="*/ 307975 w 1022350"/>
              <a:gd name="connsiteY49" fmla="*/ 712787 h 785812"/>
              <a:gd name="connsiteX50" fmla="*/ 244475 w 1022350"/>
              <a:gd name="connsiteY50" fmla="*/ 709612 h 785812"/>
              <a:gd name="connsiteX51" fmla="*/ 190500 w 1022350"/>
              <a:gd name="connsiteY51" fmla="*/ 652462 h 785812"/>
              <a:gd name="connsiteX52" fmla="*/ 149225 w 1022350"/>
              <a:gd name="connsiteY52" fmla="*/ 652462 h 785812"/>
              <a:gd name="connsiteX53" fmla="*/ 111125 w 1022350"/>
              <a:gd name="connsiteY53" fmla="*/ 611187 h 785812"/>
              <a:gd name="connsiteX54" fmla="*/ 73025 w 1022350"/>
              <a:gd name="connsiteY54" fmla="*/ 633412 h 785812"/>
              <a:gd name="connsiteX55" fmla="*/ 38100 w 1022350"/>
              <a:gd name="connsiteY55" fmla="*/ 633412 h 785812"/>
              <a:gd name="connsiteX56" fmla="*/ 0 w 1022350"/>
              <a:gd name="connsiteY56" fmla="*/ 598487 h 785812"/>
              <a:gd name="connsiteX57" fmla="*/ 40501 w 1022350"/>
              <a:gd name="connsiteY57" fmla="*/ 10318 h 785812"/>
              <a:gd name="connsiteX58" fmla="*/ 107950 w 1022350"/>
              <a:gd name="connsiteY58"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9713 w 1022350"/>
              <a:gd name="connsiteY5" fmla="*/ 112712 h 785812"/>
              <a:gd name="connsiteX6" fmla="*/ 263525 w 1022350"/>
              <a:gd name="connsiteY6" fmla="*/ 100012 h 785812"/>
              <a:gd name="connsiteX7" fmla="*/ 288925 w 1022350"/>
              <a:gd name="connsiteY7" fmla="*/ 134937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88925 w 1022350"/>
              <a:gd name="connsiteY7" fmla="*/ 134937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23850 w 1022350"/>
              <a:gd name="connsiteY8" fmla="*/ 144462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8950 w 1022350"/>
              <a:gd name="connsiteY12" fmla="*/ 34766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58800 w 1022350"/>
              <a:gd name="connsiteY15" fmla="*/ 341312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84985 w 1022350"/>
              <a:gd name="connsiteY15" fmla="*/ 329393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4700 w 1022350"/>
              <a:gd name="connsiteY19" fmla="*/ 35718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9687 h 785812"/>
              <a:gd name="connsiteX1" fmla="*/ 152400 w 1022350"/>
              <a:gd name="connsiteY1" fmla="*/ 14287 h 785812"/>
              <a:gd name="connsiteX2" fmla="*/ 225425 w 1022350"/>
              <a:gd name="connsiteY2" fmla="*/ 71437 h 785812"/>
              <a:gd name="connsiteX3" fmla="*/ 212725 w 1022350"/>
              <a:gd name="connsiteY3" fmla="*/ 112712 h 785812"/>
              <a:gd name="connsiteX4" fmla="*/ 228600 w 1022350"/>
              <a:gd name="connsiteY4" fmla="*/ 138112 h 785812"/>
              <a:gd name="connsiteX5" fmla="*/ 232563 w 1022350"/>
              <a:gd name="connsiteY5" fmla="*/ 117463 h 785812"/>
              <a:gd name="connsiteX6" fmla="*/ 263525 w 1022350"/>
              <a:gd name="connsiteY6" fmla="*/ 100012 h 785812"/>
              <a:gd name="connsiteX7" fmla="*/ 274631 w 1022350"/>
              <a:gd name="connsiteY7" fmla="*/ 106350 h 785812"/>
              <a:gd name="connsiteX8" fmla="*/ 340512 w 1022350"/>
              <a:gd name="connsiteY8" fmla="*/ 156356 h 785812"/>
              <a:gd name="connsiteX9" fmla="*/ 327025 w 1022350"/>
              <a:gd name="connsiteY9" fmla="*/ 211137 h 785812"/>
              <a:gd name="connsiteX10" fmla="*/ 403225 w 1022350"/>
              <a:gd name="connsiteY10" fmla="*/ 274637 h 785812"/>
              <a:gd name="connsiteX11" fmla="*/ 447675 w 1022350"/>
              <a:gd name="connsiteY11" fmla="*/ 344487 h 785812"/>
              <a:gd name="connsiteX12" fmla="*/ 481798 w 1022350"/>
              <a:gd name="connsiteY12" fmla="*/ 316692 h 785812"/>
              <a:gd name="connsiteX13" fmla="*/ 492125 w 1022350"/>
              <a:gd name="connsiteY13" fmla="*/ 315912 h 785812"/>
              <a:gd name="connsiteX14" fmla="*/ 527050 w 1022350"/>
              <a:gd name="connsiteY14" fmla="*/ 319087 h 785812"/>
              <a:gd name="connsiteX15" fmla="*/ 584985 w 1022350"/>
              <a:gd name="connsiteY15" fmla="*/ 329393 h 785812"/>
              <a:gd name="connsiteX16" fmla="*/ 619125 w 1022350"/>
              <a:gd name="connsiteY16" fmla="*/ 331787 h 785812"/>
              <a:gd name="connsiteX17" fmla="*/ 647700 w 1022350"/>
              <a:gd name="connsiteY17" fmla="*/ 354012 h 785812"/>
              <a:gd name="connsiteX18" fmla="*/ 701675 w 1022350"/>
              <a:gd name="connsiteY18" fmla="*/ 347662 h 785812"/>
              <a:gd name="connsiteX19" fmla="*/ 771525 w 1022350"/>
              <a:gd name="connsiteY19" fmla="*/ 345267 h 785812"/>
              <a:gd name="connsiteX20" fmla="*/ 812800 w 1022350"/>
              <a:gd name="connsiteY20" fmla="*/ 347662 h 785812"/>
              <a:gd name="connsiteX21" fmla="*/ 838200 w 1022350"/>
              <a:gd name="connsiteY21" fmla="*/ 388937 h 785812"/>
              <a:gd name="connsiteX22" fmla="*/ 838200 w 1022350"/>
              <a:gd name="connsiteY22" fmla="*/ 471487 h 785812"/>
              <a:gd name="connsiteX23" fmla="*/ 911225 w 1022350"/>
              <a:gd name="connsiteY23" fmla="*/ 528637 h 785812"/>
              <a:gd name="connsiteX24" fmla="*/ 974725 w 1022350"/>
              <a:gd name="connsiteY24" fmla="*/ 560387 h 785812"/>
              <a:gd name="connsiteX25" fmla="*/ 1022350 w 1022350"/>
              <a:gd name="connsiteY25" fmla="*/ 598487 h 785812"/>
              <a:gd name="connsiteX26" fmla="*/ 993775 w 1022350"/>
              <a:gd name="connsiteY26" fmla="*/ 639762 h 785812"/>
              <a:gd name="connsiteX27" fmla="*/ 860425 w 1022350"/>
              <a:gd name="connsiteY27" fmla="*/ 630237 h 785812"/>
              <a:gd name="connsiteX28" fmla="*/ 815975 w 1022350"/>
              <a:gd name="connsiteY28" fmla="*/ 617537 h 785812"/>
              <a:gd name="connsiteX29" fmla="*/ 733425 w 1022350"/>
              <a:gd name="connsiteY29" fmla="*/ 665162 h 785812"/>
              <a:gd name="connsiteX30" fmla="*/ 692150 w 1022350"/>
              <a:gd name="connsiteY30" fmla="*/ 696912 h 785812"/>
              <a:gd name="connsiteX31" fmla="*/ 663575 w 1022350"/>
              <a:gd name="connsiteY31" fmla="*/ 735012 h 785812"/>
              <a:gd name="connsiteX32" fmla="*/ 631825 w 1022350"/>
              <a:gd name="connsiteY32" fmla="*/ 738187 h 785812"/>
              <a:gd name="connsiteX33" fmla="*/ 609600 w 1022350"/>
              <a:gd name="connsiteY33" fmla="*/ 785812 h 785812"/>
              <a:gd name="connsiteX34" fmla="*/ 590550 w 1022350"/>
              <a:gd name="connsiteY34" fmla="*/ 754062 h 785812"/>
              <a:gd name="connsiteX35" fmla="*/ 561975 w 1022350"/>
              <a:gd name="connsiteY35" fmla="*/ 757237 h 785812"/>
              <a:gd name="connsiteX36" fmla="*/ 536575 w 1022350"/>
              <a:gd name="connsiteY36" fmla="*/ 719137 h 785812"/>
              <a:gd name="connsiteX37" fmla="*/ 517525 w 1022350"/>
              <a:gd name="connsiteY37" fmla="*/ 719137 h 785812"/>
              <a:gd name="connsiteX38" fmla="*/ 498475 w 1022350"/>
              <a:gd name="connsiteY38" fmla="*/ 696912 h 785812"/>
              <a:gd name="connsiteX39" fmla="*/ 517525 w 1022350"/>
              <a:gd name="connsiteY39" fmla="*/ 668337 h 785812"/>
              <a:gd name="connsiteX40" fmla="*/ 508000 w 1022350"/>
              <a:gd name="connsiteY40" fmla="*/ 661987 h 785812"/>
              <a:gd name="connsiteX41" fmla="*/ 473075 w 1022350"/>
              <a:gd name="connsiteY41" fmla="*/ 681037 h 785812"/>
              <a:gd name="connsiteX42" fmla="*/ 438150 w 1022350"/>
              <a:gd name="connsiteY42" fmla="*/ 668337 h 785812"/>
              <a:gd name="connsiteX43" fmla="*/ 479425 w 1022350"/>
              <a:gd name="connsiteY43" fmla="*/ 649287 h 785812"/>
              <a:gd name="connsiteX44" fmla="*/ 476250 w 1022350"/>
              <a:gd name="connsiteY44" fmla="*/ 620712 h 785812"/>
              <a:gd name="connsiteX45" fmla="*/ 444500 w 1022350"/>
              <a:gd name="connsiteY45" fmla="*/ 598487 h 785812"/>
              <a:gd name="connsiteX46" fmla="*/ 406400 w 1022350"/>
              <a:gd name="connsiteY46" fmla="*/ 611187 h 785812"/>
              <a:gd name="connsiteX47" fmla="*/ 425450 w 1022350"/>
              <a:gd name="connsiteY47" fmla="*/ 646112 h 785812"/>
              <a:gd name="connsiteX48" fmla="*/ 396875 w 1022350"/>
              <a:gd name="connsiteY48" fmla="*/ 655637 h 785812"/>
              <a:gd name="connsiteX49" fmla="*/ 365125 w 1022350"/>
              <a:gd name="connsiteY49" fmla="*/ 655637 h 785812"/>
              <a:gd name="connsiteX50" fmla="*/ 307975 w 1022350"/>
              <a:gd name="connsiteY50" fmla="*/ 712787 h 785812"/>
              <a:gd name="connsiteX51" fmla="*/ 244475 w 1022350"/>
              <a:gd name="connsiteY51" fmla="*/ 709612 h 785812"/>
              <a:gd name="connsiteX52" fmla="*/ 190500 w 1022350"/>
              <a:gd name="connsiteY52" fmla="*/ 652462 h 785812"/>
              <a:gd name="connsiteX53" fmla="*/ 149225 w 1022350"/>
              <a:gd name="connsiteY53" fmla="*/ 652462 h 785812"/>
              <a:gd name="connsiteX54" fmla="*/ 111125 w 1022350"/>
              <a:gd name="connsiteY54" fmla="*/ 611187 h 785812"/>
              <a:gd name="connsiteX55" fmla="*/ 73025 w 1022350"/>
              <a:gd name="connsiteY55" fmla="*/ 633412 h 785812"/>
              <a:gd name="connsiteX56" fmla="*/ 38100 w 1022350"/>
              <a:gd name="connsiteY56" fmla="*/ 633412 h 785812"/>
              <a:gd name="connsiteX57" fmla="*/ 0 w 1022350"/>
              <a:gd name="connsiteY57" fmla="*/ 598487 h 785812"/>
              <a:gd name="connsiteX58" fmla="*/ 40501 w 1022350"/>
              <a:gd name="connsiteY58" fmla="*/ 10318 h 785812"/>
              <a:gd name="connsiteX59" fmla="*/ 107950 w 1022350"/>
              <a:gd name="connsiteY59" fmla="*/ 39687 h 785812"/>
              <a:gd name="connsiteX0" fmla="*/ 107950 w 1022350"/>
              <a:gd name="connsiteY0" fmla="*/ 38894 h 785019"/>
              <a:gd name="connsiteX1" fmla="*/ 145250 w 1022350"/>
              <a:gd name="connsiteY1" fmla="*/ 14287 h 785019"/>
              <a:gd name="connsiteX2" fmla="*/ 225425 w 1022350"/>
              <a:gd name="connsiteY2" fmla="*/ 70644 h 785019"/>
              <a:gd name="connsiteX3" fmla="*/ 212725 w 1022350"/>
              <a:gd name="connsiteY3" fmla="*/ 111919 h 785019"/>
              <a:gd name="connsiteX4" fmla="*/ 228600 w 1022350"/>
              <a:gd name="connsiteY4" fmla="*/ 137319 h 785019"/>
              <a:gd name="connsiteX5" fmla="*/ 232563 w 1022350"/>
              <a:gd name="connsiteY5" fmla="*/ 116670 h 785019"/>
              <a:gd name="connsiteX6" fmla="*/ 263525 w 1022350"/>
              <a:gd name="connsiteY6" fmla="*/ 99219 h 785019"/>
              <a:gd name="connsiteX7" fmla="*/ 274631 w 1022350"/>
              <a:gd name="connsiteY7" fmla="*/ 105557 h 785019"/>
              <a:gd name="connsiteX8" fmla="*/ 340512 w 1022350"/>
              <a:gd name="connsiteY8" fmla="*/ 155563 h 785019"/>
              <a:gd name="connsiteX9" fmla="*/ 327025 w 1022350"/>
              <a:gd name="connsiteY9" fmla="*/ 210344 h 785019"/>
              <a:gd name="connsiteX10" fmla="*/ 403225 w 1022350"/>
              <a:gd name="connsiteY10" fmla="*/ 273844 h 785019"/>
              <a:gd name="connsiteX11" fmla="*/ 447675 w 1022350"/>
              <a:gd name="connsiteY11" fmla="*/ 343694 h 785019"/>
              <a:gd name="connsiteX12" fmla="*/ 481798 w 1022350"/>
              <a:gd name="connsiteY12" fmla="*/ 315899 h 785019"/>
              <a:gd name="connsiteX13" fmla="*/ 492125 w 1022350"/>
              <a:gd name="connsiteY13" fmla="*/ 315119 h 785019"/>
              <a:gd name="connsiteX14" fmla="*/ 527050 w 1022350"/>
              <a:gd name="connsiteY14" fmla="*/ 318294 h 785019"/>
              <a:gd name="connsiteX15" fmla="*/ 584985 w 1022350"/>
              <a:gd name="connsiteY15" fmla="*/ 328600 h 785019"/>
              <a:gd name="connsiteX16" fmla="*/ 619125 w 1022350"/>
              <a:gd name="connsiteY16" fmla="*/ 330994 h 785019"/>
              <a:gd name="connsiteX17" fmla="*/ 647700 w 1022350"/>
              <a:gd name="connsiteY17" fmla="*/ 353219 h 785019"/>
              <a:gd name="connsiteX18" fmla="*/ 701675 w 1022350"/>
              <a:gd name="connsiteY18" fmla="*/ 346869 h 785019"/>
              <a:gd name="connsiteX19" fmla="*/ 771525 w 1022350"/>
              <a:gd name="connsiteY19" fmla="*/ 344474 h 785019"/>
              <a:gd name="connsiteX20" fmla="*/ 812800 w 1022350"/>
              <a:gd name="connsiteY20" fmla="*/ 346869 h 785019"/>
              <a:gd name="connsiteX21" fmla="*/ 838200 w 1022350"/>
              <a:gd name="connsiteY21" fmla="*/ 388144 h 785019"/>
              <a:gd name="connsiteX22" fmla="*/ 838200 w 1022350"/>
              <a:gd name="connsiteY22" fmla="*/ 470694 h 785019"/>
              <a:gd name="connsiteX23" fmla="*/ 911225 w 1022350"/>
              <a:gd name="connsiteY23" fmla="*/ 527844 h 785019"/>
              <a:gd name="connsiteX24" fmla="*/ 974725 w 1022350"/>
              <a:gd name="connsiteY24" fmla="*/ 559594 h 785019"/>
              <a:gd name="connsiteX25" fmla="*/ 1022350 w 1022350"/>
              <a:gd name="connsiteY25" fmla="*/ 597694 h 785019"/>
              <a:gd name="connsiteX26" fmla="*/ 993775 w 1022350"/>
              <a:gd name="connsiteY26" fmla="*/ 638969 h 785019"/>
              <a:gd name="connsiteX27" fmla="*/ 860425 w 1022350"/>
              <a:gd name="connsiteY27" fmla="*/ 629444 h 785019"/>
              <a:gd name="connsiteX28" fmla="*/ 815975 w 1022350"/>
              <a:gd name="connsiteY28" fmla="*/ 616744 h 785019"/>
              <a:gd name="connsiteX29" fmla="*/ 733425 w 1022350"/>
              <a:gd name="connsiteY29" fmla="*/ 664369 h 785019"/>
              <a:gd name="connsiteX30" fmla="*/ 692150 w 1022350"/>
              <a:gd name="connsiteY30" fmla="*/ 696119 h 785019"/>
              <a:gd name="connsiteX31" fmla="*/ 663575 w 1022350"/>
              <a:gd name="connsiteY31" fmla="*/ 734219 h 785019"/>
              <a:gd name="connsiteX32" fmla="*/ 631825 w 1022350"/>
              <a:gd name="connsiteY32" fmla="*/ 737394 h 785019"/>
              <a:gd name="connsiteX33" fmla="*/ 609600 w 1022350"/>
              <a:gd name="connsiteY33" fmla="*/ 785019 h 785019"/>
              <a:gd name="connsiteX34" fmla="*/ 590550 w 1022350"/>
              <a:gd name="connsiteY34" fmla="*/ 753269 h 785019"/>
              <a:gd name="connsiteX35" fmla="*/ 561975 w 1022350"/>
              <a:gd name="connsiteY35" fmla="*/ 756444 h 785019"/>
              <a:gd name="connsiteX36" fmla="*/ 536575 w 1022350"/>
              <a:gd name="connsiteY36" fmla="*/ 718344 h 785019"/>
              <a:gd name="connsiteX37" fmla="*/ 517525 w 1022350"/>
              <a:gd name="connsiteY37" fmla="*/ 718344 h 785019"/>
              <a:gd name="connsiteX38" fmla="*/ 498475 w 1022350"/>
              <a:gd name="connsiteY38" fmla="*/ 696119 h 785019"/>
              <a:gd name="connsiteX39" fmla="*/ 517525 w 1022350"/>
              <a:gd name="connsiteY39" fmla="*/ 667544 h 785019"/>
              <a:gd name="connsiteX40" fmla="*/ 508000 w 1022350"/>
              <a:gd name="connsiteY40" fmla="*/ 661194 h 785019"/>
              <a:gd name="connsiteX41" fmla="*/ 473075 w 1022350"/>
              <a:gd name="connsiteY41" fmla="*/ 680244 h 785019"/>
              <a:gd name="connsiteX42" fmla="*/ 438150 w 1022350"/>
              <a:gd name="connsiteY42" fmla="*/ 667544 h 785019"/>
              <a:gd name="connsiteX43" fmla="*/ 479425 w 1022350"/>
              <a:gd name="connsiteY43" fmla="*/ 648494 h 785019"/>
              <a:gd name="connsiteX44" fmla="*/ 476250 w 1022350"/>
              <a:gd name="connsiteY44" fmla="*/ 619919 h 785019"/>
              <a:gd name="connsiteX45" fmla="*/ 444500 w 1022350"/>
              <a:gd name="connsiteY45" fmla="*/ 597694 h 785019"/>
              <a:gd name="connsiteX46" fmla="*/ 406400 w 1022350"/>
              <a:gd name="connsiteY46" fmla="*/ 610394 h 785019"/>
              <a:gd name="connsiteX47" fmla="*/ 425450 w 1022350"/>
              <a:gd name="connsiteY47" fmla="*/ 645319 h 785019"/>
              <a:gd name="connsiteX48" fmla="*/ 396875 w 1022350"/>
              <a:gd name="connsiteY48" fmla="*/ 654844 h 785019"/>
              <a:gd name="connsiteX49" fmla="*/ 365125 w 1022350"/>
              <a:gd name="connsiteY49" fmla="*/ 654844 h 785019"/>
              <a:gd name="connsiteX50" fmla="*/ 307975 w 1022350"/>
              <a:gd name="connsiteY50" fmla="*/ 711994 h 785019"/>
              <a:gd name="connsiteX51" fmla="*/ 244475 w 1022350"/>
              <a:gd name="connsiteY51" fmla="*/ 708819 h 785019"/>
              <a:gd name="connsiteX52" fmla="*/ 190500 w 1022350"/>
              <a:gd name="connsiteY52" fmla="*/ 651669 h 785019"/>
              <a:gd name="connsiteX53" fmla="*/ 149225 w 1022350"/>
              <a:gd name="connsiteY53" fmla="*/ 651669 h 785019"/>
              <a:gd name="connsiteX54" fmla="*/ 111125 w 1022350"/>
              <a:gd name="connsiteY54" fmla="*/ 610394 h 785019"/>
              <a:gd name="connsiteX55" fmla="*/ 73025 w 1022350"/>
              <a:gd name="connsiteY55" fmla="*/ 632619 h 785019"/>
              <a:gd name="connsiteX56" fmla="*/ 38100 w 1022350"/>
              <a:gd name="connsiteY56" fmla="*/ 632619 h 785019"/>
              <a:gd name="connsiteX57" fmla="*/ 0 w 1022350"/>
              <a:gd name="connsiteY57" fmla="*/ 597694 h 785019"/>
              <a:gd name="connsiteX58" fmla="*/ 40501 w 1022350"/>
              <a:gd name="connsiteY58" fmla="*/ 9525 h 785019"/>
              <a:gd name="connsiteX59" fmla="*/ 107950 w 1022350"/>
              <a:gd name="connsiteY59" fmla="*/ 38894 h 785019"/>
              <a:gd name="connsiteX0" fmla="*/ 107950 w 1022350"/>
              <a:gd name="connsiteY0" fmla="*/ 29369 h 775494"/>
              <a:gd name="connsiteX1" fmla="*/ 145250 w 1022350"/>
              <a:gd name="connsiteY1" fmla="*/ 4762 h 775494"/>
              <a:gd name="connsiteX2" fmla="*/ 225425 w 1022350"/>
              <a:gd name="connsiteY2" fmla="*/ 61119 h 775494"/>
              <a:gd name="connsiteX3" fmla="*/ 212725 w 1022350"/>
              <a:gd name="connsiteY3" fmla="*/ 102394 h 775494"/>
              <a:gd name="connsiteX4" fmla="*/ 228600 w 1022350"/>
              <a:gd name="connsiteY4" fmla="*/ 127794 h 775494"/>
              <a:gd name="connsiteX5" fmla="*/ 232563 w 1022350"/>
              <a:gd name="connsiteY5" fmla="*/ 107145 h 775494"/>
              <a:gd name="connsiteX6" fmla="*/ 263525 w 1022350"/>
              <a:gd name="connsiteY6" fmla="*/ 89694 h 775494"/>
              <a:gd name="connsiteX7" fmla="*/ 274631 w 1022350"/>
              <a:gd name="connsiteY7" fmla="*/ 96032 h 775494"/>
              <a:gd name="connsiteX8" fmla="*/ 340512 w 1022350"/>
              <a:gd name="connsiteY8" fmla="*/ 146038 h 775494"/>
              <a:gd name="connsiteX9" fmla="*/ 327025 w 1022350"/>
              <a:gd name="connsiteY9" fmla="*/ 200819 h 775494"/>
              <a:gd name="connsiteX10" fmla="*/ 403225 w 1022350"/>
              <a:gd name="connsiteY10" fmla="*/ 264319 h 775494"/>
              <a:gd name="connsiteX11" fmla="*/ 447675 w 1022350"/>
              <a:gd name="connsiteY11" fmla="*/ 334169 h 775494"/>
              <a:gd name="connsiteX12" fmla="*/ 481798 w 1022350"/>
              <a:gd name="connsiteY12" fmla="*/ 306374 h 775494"/>
              <a:gd name="connsiteX13" fmla="*/ 492125 w 1022350"/>
              <a:gd name="connsiteY13" fmla="*/ 305594 h 775494"/>
              <a:gd name="connsiteX14" fmla="*/ 527050 w 1022350"/>
              <a:gd name="connsiteY14" fmla="*/ 308769 h 775494"/>
              <a:gd name="connsiteX15" fmla="*/ 584985 w 1022350"/>
              <a:gd name="connsiteY15" fmla="*/ 319075 h 775494"/>
              <a:gd name="connsiteX16" fmla="*/ 619125 w 1022350"/>
              <a:gd name="connsiteY16" fmla="*/ 321469 h 775494"/>
              <a:gd name="connsiteX17" fmla="*/ 647700 w 1022350"/>
              <a:gd name="connsiteY17" fmla="*/ 343694 h 775494"/>
              <a:gd name="connsiteX18" fmla="*/ 701675 w 1022350"/>
              <a:gd name="connsiteY18" fmla="*/ 337344 h 775494"/>
              <a:gd name="connsiteX19" fmla="*/ 771525 w 1022350"/>
              <a:gd name="connsiteY19" fmla="*/ 334949 h 775494"/>
              <a:gd name="connsiteX20" fmla="*/ 812800 w 1022350"/>
              <a:gd name="connsiteY20" fmla="*/ 337344 h 775494"/>
              <a:gd name="connsiteX21" fmla="*/ 838200 w 1022350"/>
              <a:gd name="connsiteY21" fmla="*/ 378619 h 775494"/>
              <a:gd name="connsiteX22" fmla="*/ 838200 w 1022350"/>
              <a:gd name="connsiteY22" fmla="*/ 461169 h 775494"/>
              <a:gd name="connsiteX23" fmla="*/ 911225 w 1022350"/>
              <a:gd name="connsiteY23" fmla="*/ 518319 h 775494"/>
              <a:gd name="connsiteX24" fmla="*/ 974725 w 1022350"/>
              <a:gd name="connsiteY24" fmla="*/ 550069 h 775494"/>
              <a:gd name="connsiteX25" fmla="*/ 1022350 w 1022350"/>
              <a:gd name="connsiteY25" fmla="*/ 588169 h 775494"/>
              <a:gd name="connsiteX26" fmla="*/ 993775 w 1022350"/>
              <a:gd name="connsiteY26" fmla="*/ 629444 h 775494"/>
              <a:gd name="connsiteX27" fmla="*/ 860425 w 1022350"/>
              <a:gd name="connsiteY27" fmla="*/ 619919 h 775494"/>
              <a:gd name="connsiteX28" fmla="*/ 815975 w 1022350"/>
              <a:gd name="connsiteY28" fmla="*/ 607219 h 775494"/>
              <a:gd name="connsiteX29" fmla="*/ 733425 w 1022350"/>
              <a:gd name="connsiteY29" fmla="*/ 654844 h 775494"/>
              <a:gd name="connsiteX30" fmla="*/ 692150 w 1022350"/>
              <a:gd name="connsiteY30" fmla="*/ 686594 h 775494"/>
              <a:gd name="connsiteX31" fmla="*/ 663575 w 1022350"/>
              <a:gd name="connsiteY31" fmla="*/ 724694 h 775494"/>
              <a:gd name="connsiteX32" fmla="*/ 631825 w 1022350"/>
              <a:gd name="connsiteY32" fmla="*/ 727869 h 775494"/>
              <a:gd name="connsiteX33" fmla="*/ 609600 w 1022350"/>
              <a:gd name="connsiteY33" fmla="*/ 775494 h 775494"/>
              <a:gd name="connsiteX34" fmla="*/ 590550 w 1022350"/>
              <a:gd name="connsiteY34" fmla="*/ 743744 h 775494"/>
              <a:gd name="connsiteX35" fmla="*/ 561975 w 1022350"/>
              <a:gd name="connsiteY35" fmla="*/ 746919 h 775494"/>
              <a:gd name="connsiteX36" fmla="*/ 536575 w 1022350"/>
              <a:gd name="connsiteY36" fmla="*/ 708819 h 775494"/>
              <a:gd name="connsiteX37" fmla="*/ 517525 w 1022350"/>
              <a:gd name="connsiteY37" fmla="*/ 708819 h 775494"/>
              <a:gd name="connsiteX38" fmla="*/ 498475 w 1022350"/>
              <a:gd name="connsiteY38" fmla="*/ 686594 h 775494"/>
              <a:gd name="connsiteX39" fmla="*/ 517525 w 1022350"/>
              <a:gd name="connsiteY39" fmla="*/ 658019 h 775494"/>
              <a:gd name="connsiteX40" fmla="*/ 508000 w 1022350"/>
              <a:gd name="connsiteY40" fmla="*/ 651669 h 775494"/>
              <a:gd name="connsiteX41" fmla="*/ 473075 w 1022350"/>
              <a:gd name="connsiteY41" fmla="*/ 670719 h 775494"/>
              <a:gd name="connsiteX42" fmla="*/ 438150 w 1022350"/>
              <a:gd name="connsiteY42" fmla="*/ 658019 h 775494"/>
              <a:gd name="connsiteX43" fmla="*/ 479425 w 1022350"/>
              <a:gd name="connsiteY43" fmla="*/ 638969 h 775494"/>
              <a:gd name="connsiteX44" fmla="*/ 476250 w 1022350"/>
              <a:gd name="connsiteY44" fmla="*/ 610394 h 775494"/>
              <a:gd name="connsiteX45" fmla="*/ 444500 w 1022350"/>
              <a:gd name="connsiteY45" fmla="*/ 588169 h 775494"/>
              <a:gd name="connsiteX46" fmla="*/ 406400 w 1022350"/>
              <a:gd name="connsiteY46" fmla="*/ 600869 h 775494"/>
              <a:gd name="connsiteX47" fmla="*/ 425450 w 1022350"/>
              <a:gd name="connsiteY47" fmla="*/ 635794 h 775494"/>
              <a:gd name="connsiteX48" fmla="*/ 396875 w 1022350"/>
              <a:gd name="connsiteY48" fmla="*/ 645319 h 775494"/>
              <a:gd name="connsiteX49" fmla="*/ 365125 w 1022350"/>
              <a:gd name="connsiteY49" fmla="*/ 645319 h 775494"/>
              <a:gd name="connsiteX50" fmla="*/ 307975 w 1022350"/>
              <a:gd name="connsiteY50" fmla="*/ 702469 h 775494"/>
              <a:gd name="connsiteX51" fmla="*/ 244475 w 1022350"/>
              <a:gd name="connsiteY51" fmla="*/ 699294 h 775494"/>
              <a:gd name="connsiteX52" fmla="*/ 190500 w 1022350"/>
              <a:gd name="connsiteY52" fmla="*/ 642144 h 775494"/>
              <a:gd name="connsiteX53" fmla="*/ 149225 w 1022350"/>
              <a:gd name="connsiteY53" fmla="*/ 642144 h 775494"/>
              <a:gd name="connsiteX54" fmla="*/ 111125 w 1022350"/>
              <a:gd name="connsiteY54" fmla="*/ 600869 h 775494"/>
              <a:gd name="connsiteX55" fmla="*/ 73025 w 1022350"/>
              <a:gd name="connsiteY55" fmla="*/ 623094 h 775494"/>
              <a:gd name="connsiteX56" fmla="*/ 38100 w 1022350"/>
              <a:gd name="connsiteY56" fmla="*/ 623094 h 775494"/>
              <a:gd name="connsiteX57" fmla="*/ 0 w 1022350"/>
              <a:gd name="connsiteY57" fmla="*/ 588169 h 775494"/>
              <a:gd name="connsiteX58" fmla="*/ 40501 w 1022350"/>
              <a:gd name="connsiteY58" fmla="*/ 0 h 775494"/>
              <a:gd name="connsiteX59" fmla="*/ 107950 w 1022350"/>
              <a:gd name="connsiteY59" fmla="*/ 29369 h 775494"/>
              <a:gd name="connsiteX0" fmla="*/ 107950 w 1022350"/>
              <a:gd name="connsiteY0" fmla="*/ 31751 h 777876"/>
              <a:gd name="connsiteX1" fmla="*/ 125406 w 1022350"/>
              <a:gd name="connsiteY1" fmla="*/ 0 h 777876"/>
              <a:gd name="connsiteX2" fmla="*/ 225425 w 1022350"/>
              <a:gd name="connsiteY2" fmla="*/ 63501 h 777876"/>
              <a:gd name="connsiteX3" fmla="*/ 212725 w 1022350"/>
              <a:gd name="connsiteY3" fmla="*/ 104776 h 777876"/>
              <a:gd name="connsiteX4" fmla="*/ 228600 w 1022350"/>
              <a:gd name="connsiteY4" fmla="*/ 130176 h 777876"/>
              <a:gd name="connsiteX5" fmla="*/ 232563 w 1022350"/>
              <a:gd name="connsiteY5" fmla="*/ 109527 h 777876"/>
              <a:gd name="connsiteX6" fmla="*/ 263525 w 1022350"/>
              <a:gd name="connsiteY6" fmla="*/ 92076 h 777876"/>
              <a:gd name="connsiteX7" fmla="*/ 274631 w 1022350"/>
              <a:gd name="connsiteY7" fmla="*/ 98414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884 h 778009"/>
              <a:gd name="connsiteX1" fmla="*/ 125406 w 1022350"/>
              <a:gd name="connsiteY1" fmla="*/ 133 h 778009"/>
              <a:gd name="connsiteX2" fmla="*/ 177800 w 1022350"/>
              <a:gd name="connsiteY2" fmla="*/ 31089 h 778009"/>
              <a:gd name="connsiteX3" fmla="*/ 225425 w 1022350"/>
              <a:gd name="connsiteY3" fmla="*/ 63634 h 778009"/>
              <a:gd name="connsiteX4" fmla="*/ 212725 w 1022350"/>
              <a:gd name="connsiteY4" fmla="*/ 104909 h 778009"/>
              <a:gd name="connsiteX5" fmla="*/ 228600 w 1022350"/>
              <a:gd name="connsiteY5" fmla="*/ 130309 h 778009"/>
              <a:gd name="connsiteX6" fmla="*/ 232563 w 1022350"/>
              <a:gd name="connsiteY6" fmla="*/ 109660 h 778009"/>
              <a:gd name="connsiteX7" fmla="*/ 263525 w 1022350"/>
              <a:gd name="connsiteY7" fmla="*/ 92209 h 778009"/>
              <a:gd name="connsiteX8" fmla="*/ 274631 w 1022350"/>
              <a:gd name="connsiteY8" fmla="*/ 98547 h 778009"/>
              <a:gd name="connsiteX9" fmla="*/ 340512 w 1022350"/>
              <a:gd name="connsiteY9" fmla="*/ 148553 h 778009"/>
              <a:gd name="connsiteX10" fmla="*/ 327025 w 1022350"/>
              <a:gd name="connsiteY10" fmla="*/ 203334 h 778009"/>
              <a:gd name="connsiteX11" fmla="*/ 403225 w 1022350"/>
              <a:gd name="connsiteY11" fmla="*/ 266834 h 778009"/>
              <a:gd name="connsiteX12" fmla="*/ 447675 w 1022350"/>
              <a:gd name="connsiteY12" fmla="*/ 336684 h 778009"/>
              <a:gd name="connsiteX13" fmla="*/ 481798 w 1022350"/>
              <a:gd name="connsiteY13" fmla="*/ 308889 h 778009"/>
              <a:gd name="connsiteX14" fmla="*/ 492125 w 1022350"/>
              <a:gd name="connsiteY14" fmla="*/ 308109 h 778009"/>
              <a:gd name="connsiteX15" fmla="*/ 527050 w 1022350"/>
              <a:gd name="connsiteY15" fmla="*/ 311284 h 778009"/>
              <a:gd name="connsiteX16" fmla="*/ 584985 w 1022350"/>
              <a:gd name="connsiteY16" fmla="*/ 321590 h 778009"/>
              <a:gd name="connsiteX17" fmla="*/ 619125 w 1022350"/>
              <a:gd name="connsiteY17" fmla="*/ 323984 h 778009"/>
              <a:gd name="connsiteX18" fmla="*/ 647700 w 1022350"/>
              <a:gd name="connsiteY18" fmla="*/ 346209 h 778009"/>
              <a:gd name="connsiteX19" fmla="*/ 701675 w 1022350"/>
              <a:gd name="connsiteY19" fmla="*/ 339859 h 778009"/>
              <a:gd name="connsiteX20" fmla="*/ 771525 w 1022350"/>
              <a:gd name="connsiteY20" fmla="*/ 337464 h 778009"/>
              <a:gd name="connsiteX21" fmla="*/ 812800 w 1022350"/>
              <a:gd name="connsiteY21" fmla="*/ 339859 h 778009"/>
              <a:gd name="connsiteX22" fmla="*/ 838200 w 1022350"/>
              <a:gd name="connsiteY22" fmla="*/ 381134 h 778009"/>
              <a:gd name="connsiteX23" fmla="*/ 838200 w 1022350"/>
              <a:gd name="connsiteY23" fmla="*/ 463684 h 778009"/>
              <a:gd name="connsiteX24" fmla="*/ 911225 w 1022350"/>
              <a:gd name="connsiteY24" fmla="*/ 520834 h 778009"/>
              <a:gd name="connsiteX25" fmla="*/ 974725 w 1022350"/>
              <a:gd name="connsiteY25" fmla="*/ 552584 h 778009"/>
              <a:gd name="connsiteX26" fmla="*/ 1022350 w 1022350"/>
              <a:gd name="connsiteY26" fmla="*/ 590684 h 778009"/>
              <a:gd name="connsiteX27" fmla="*/ 993775 w 1022350"/>
              <a:gd name="connsiteY27" fmla="*/ 631959 h 778009"/>
              <a:gd name="connsiteX28" fmla="*/ 860425 w 1022350"/>
              <a:gd name="connsiteY28" fmla="*/ 622434 h 778009"/>
              <a:gd name="connsiteX29" fmla="*/ 815975 w 1022350"/>
              <a:gd name="connsiteY29" fmla="*/ 609734 h 778009"/>
              <a:gd name="connsiteX30" fmla="*/ 733425 w 1022350"/>
              <a:gd name="connsiteY30" fmla="*/ 657359 h 778009"/>
              <a:gd name="connsiteX31" fmla="*/ 692150 w 1022350"/>
              <a:gd name="connsiteY31" fmla="*/ 689109 h 778009"/>
              <a:gd name="connsiteX32" fmla="*/ 663575 w 1022350"/>
              <a:gd name="connsiteY32" fmla="*/ 727209 h 778009"/>
              <a:gd name="connsiteX33" fmla="*/ 631825 w 1022350"/>
              <a:gd name="connsiteY33" fmla="*/ 730384 h 778009"/>
              <a:gd name="connsiteX34" fmla="*/ 609600 w 1022350"/>
              <a:gd name="connsiteY34" fmla="*/ 778009 h 778009"/>
              <a:gd name="connsiteX35" fmla="*/ 590550 w 1022350"/>
              <a:gd name="connsiteY35" fmla="*/ 746259 h 778009"/>
              <a:gd name="connsiteX36" fmla="*/ 561975 w 1022350"/>
              <a:gd name="connsiteY36" fmla="*/ 749434 h 778009"/>
              <a:gd name="connsiteX37" fmla="*/ 536575 w 1022350"/>
              <a:gd name="connsiteY37" fmla="*/ 711334 h 778009"/>
              <a:gd name="connsiteX38" fmla="*/ 517525 w 1022350"/>
              <a:gd name="connsiteY38" fmla="*/ 711334 h 778009"/>
              <a:gd name="connsiteX39" fmla="*/ 498475 w 1022350"/>
              <a:gd name="connsiteY39" fmla="*/ 689109 h 778009"/>
              <a:gd name="connsiteX40" fmla="*/ 517525 w 1022350"/>
              <a:gd name="connsiteY40" fmla="*/ 660534 h 778009"/>
              <a:gd name="connsiteX41" fmla="*/ 508000 w 1022350"/>
              <a:gd name="connsiteY41" fmla="*/ 654184 h 778009"/>
              <a:gd name="connsiteX42" fmla="*/ 473075 w 1022350"/>
              <a:gd name="connsiteY42" fmla="*/ 673234 h 778009"/>
              <a:gd name="connsiteX43" fmla="*/ 438150 w 1022350"/>
              <a:gd name="connsiteY43" fmla="*/ 660534 h 778009"/>
              <a:gd name="connsiteX44" fmla="*/ 479425 w 1022350"/>
              <a:gd name="connsiteY44" fmla="*/ 641484 h 778009"/>
              <a:gd name="connsiteX45" fmla="*/ 476250 w 1022350"/>
              <a:gd name="connsiteY45" fmla="*/ 612909 h 778009"/>
              <a:gd name="connsiteX46" fmla="*/ 444500 w 1022350"/>
              <a:gd name="connsiteY46" fmla="*/ 590684 h 778009"/>
              <a:gd name="connsiteX47" fmla="*/ 406400 w 1022350"/>
              <a:gd name="connsiteY47" fmla="*/ 603384 h 778009"/>
              <a:gd name="connsiteX48" fmla="*/ 425450 w 1022350"/>
              <a:gd name="connsiteY48" fmla="*/ 638309 h 778009"/>
              <a:gd name="connsiteX49" fmla="*/ 396875 w 1022350"/>
              <a:gd name="connsiteY49" fmla="*/ 647834 h 778009"/>
              <a:gd name="connsiteX50" fmla="*/ 365125 w 1022350"/>
              <a:gd name="connsiteY50" fmla="*/ 647834 h 778009"/>
              <a:gd name="connsiteX51" fmla="*/ 307975 w 1022350"/>
              <a:gd name="connsiteY51" fmla="*/ 704984 h 778009"/>
              <a:gd name="connsiteX52" fmla="*/ 244475 w 1022350"/>
              <a:gd name="connsiteY52" fmla="*/ 701809 h 778009"/>
              <a:gd name="connsiteX53" fmla="*/ 190500 w 1022350"/>
              <a:gd name="connsiteY53" fmla="*/ 644659 h 778009"/>
              <a:gd name="connsiteX54" fmla="*/ 149225 w 1022350"/>
              <a:gd name="connsiteY54" fmla="*/ 644659 h 778009"/>
              <a:gd name="connsiteX55" fmla="*/ 111125 w 1022350"/>
              <a:gd name="connsiteY55" fmla="*/ 603384 h 778009"/>
              <a:gd name="connsiteX56" fmla="*/ 73025 w 1022350"/>
              <a:gd name="connsiteY56" fmla="*/ 625609 h 778009"/>
              <a:gd name="connsiteX57" fmla="*/ 38100 w 1022350"/>
              <a:gd name="connsiteY57" fmla="*/ 625609 h 778009"/>
              <a:gd name="connsiteX58" fmla="*/ 0 w 1022350"/>
              <a:gd name="connsiteY58" fmla="*/ 590684 h 778009"/>
              <a:gd name="connsiteX59" fmla="*/ 40501 w 1022350"/>
              <a:gd name="connsiteY59" fmla="*/ 2515 h 778009"/>
              <a:gd name="connsiteX60" fmla="*/ 107950 w 1022350"/>
              <a:gd name="connsiteY60" fmla="*/ 31884 h 778009"/>
              <a:gd name="connsiteX0" fmla="*/ 107950 w 1022350"/>
              <a:gd name="connsiteY0" fmla="*/ 31884 h 778009"/>
              <a:gd name="connsiteX1" fmla="*/ 125406 w 1022350"/>
              <a:gd name="connsiteY1" fmla="*/ 133 h 778009"/>
              <a:gd name="connsiteX2" fmla="*/ 192082 w 1022350"/>
              <a:gd name="connsiteY2" fmla="*/ 21553 h 778009"/>
              <a:gd name="connsiteX3" fmla="*/ 225425 w 1022350"/>
              <a:gd name="connsiteY3" fmla="*/ 63634 h 778009"/>
              <a:gd name="connsiteX4" fmla="*/ 212725 w 1022350"/>
              <a:gd name="connsiteY4" fmla="*/ 104909 h 778009"/>
              <a:gd name="connsiteX5" fmla="*/ 228600 w 1022350"/>
              <a:gd name="connsiteY5" fmla="*/ 130309 h 778009"/>
              <a:gd name="connsiteX6" fmla="*/ 232563 w 1022350"/>
              <a:gd name="connsiteY6" fmla="*/ 109660 h 778009"/>
              <a:gd name="connsiteX7" fmla="*/ 263525 w 1022350"/>
              <a:gd name="connsiteY7" fmla="*/ 92209 h 778009"/>
              <a:gd name="connsiteX8" fmla="*/ 274631 w 1022350"/>
              <a:gd name="connsiteY8" fmla="*/ 98547 h 778009"/>
              <a:gd name="connsiteX9" fmla="*/ 340512 w 1022350"/>
              <a:gd name="connsiteY9" fmla="*/ 148553 h 778009"/>
              <a:gd name="connsiteX10" fmla="*/ 327025 w 1022350"/>
              <a:gd name="connsiteY10" fmla="*/ 203334 h 778009"/>
              <a:gd name="connsiteX11" fmla="*/ 403225 w 1022350"/>
              <a:gd name="connsiteY11" fmla="*/ 266834 h 778009"/>
              <a:gd name="connsiteX12" fmla="*/ 447675 w 1022350"/>
              <a:gd name="connsiteY12" fmla="*/ 336684 h 778009"/>
              <a:gd name="connsiteX13" fmla="*/ 481798 w 1022350"/>
              <a:gd name="connsiteY13" fmla="*/ 308889 h 778009"/>
              <a:gd name="connsiteX14" fmla="*/ 492125 w 1022350"/>
              <a:gd name="connsiteY14" fmla="*/ 308109 h 778009"/>
              <a:gd name="connsiteX15" fmla="*/ 527050 w 1022350"/>
              <a:gd name="connsiteY15" fmla="*/ 311284 h 778009"/>
              <a:gd name="connsiteX16" fmla="*/ 584985 w 1022350"/>
              <a:gd name="connsiteY16" fmla="*/ 321590 h 778009"/>
              <a:gd name="connsiteX17" fmla="*/ 619125 w 1022350"/>
              <a:gd name="connsiteY17" fmla="*/ 323984 h 778009"/>
              <a:gd name="connsiteX18" fmla="*/ 647700 w 1022350"/>
              <a:gd name="connsiteY18" fmla="*/ 346209 h 778009"/>
              <a:gd name="connsiteX19" fmla="*/ 701675 w 1022350"/>
              <a:gd name="connsiteY19" fmla="*/ 339859 h 778009"/>
              <a:gd name="connsiteX20" fmla="*/ 771525 w 1022350"/>
              <a:gd name="connsiteY20" fmla="*/ 337464 h 778009"/>
              <a:gd name="connsiteX21" fmla="*/ 812800 w 1022350"/>
              <a:gd name="connsiteY21" fmla="*/ 339859 h 778009"/>
              <a:gd name="connsiteX22" fmla="*/ 838200 w 1022350"/>
              <a:gd name="connsiteY22" fmla="*/ 381134 h 778009"/>
              <a:gd name="connsiteX23" fmla="*/ 838200 w 1022350"/>
              <a:gd name="connsiteY23" fmla="*/ 463684 h 778009"/>
              <a:gd name="connsiteX24" fmla="*/ 911225 w 1022350"/>
              <a:gd name="connsiteY24" fmla="*/ 520834 h 778009"/>
              <a:gd name="connsiteX25" fmla="*/ 974725 w 1022350"/>
              <a:gd name="connsiteY25" fmla="*/ 552584 h 778009"/>
              <a:gd name="connsiteX26" fmla="*/ 1022350 w 1022350"/>
              <a:gd name="connsiteY26" fmla="*/ 590684 h 778009"/>
              <a:gd name="connsiteX27" fmla="*/ 993775 w 1022350"/>
              <a:gd name="connsiteY27" fmla="*/ 631959 h 778009"/>
              <a:gd name="connsiteX28" fmla="*/ 860425 w 1022350"/>
              <a:gd name="connsiteY28" fmla="*/ 622434 h 778009"/>
              <a:gd name="connsiteX29" fmla="*/ 815975 w 1022350"/>
              <a:gd name="connsiteY29" fmla="*/ 609734 h 778009"/>
              <a:gd name="connsiteX30" fmla="*/ 733425 w 1022350"/>
              <a:gd name="connsiteY30" fmla="*/ 657359 h 778009"/>
              <a:gd name="connsiteX31" fmla="*/ 692150 w 1022350"/>
              <a:gd name="connsiteY31" fmla="*/ 689109 h 778009"/>
              <a:gd name="connsiteX32" fmla="*/ 663575 w 1022350"/>
              <a:gd name="connsiteY32" fmla="*/ 727209 h 778009"/>
              <a:gd name="connsiteX33" fmla="*/ 631825 w 1022350"/>
              <a:gd name="connsiteY33" fmla="*/ 730384 h 778009"/>
              <a:gd name="connsiteX34" fmla="*/ 609600 w 1022350"/>
              <a:gd name="connsiteY34" fmla="*/ 778009 h 778009"/>
              <a:gd name="connsiteX35" fmla="*/ 590550 w 1022350"/>
              <a:gd name="connsiteY35" fmla="*/ 746259 h 778009"/>
              <a:gd name="connsiteX36" fmla="*/ 561975 w 1022350"/>
              <a:gd name="connsiteY36" fmla="*/ 749434 h 778009"/>
              <a:gd name="connsiteX37" fmla="*/ 536575 w 1022350"/>
              <a:gd name="connsiteY37" fmla="*/ 711334 h 778009"/>
              <a:gd name="connsiteX38" fmla="*/ 517525 w 1022350"/>
              <a:gd name="connsiteY38" fmla="*/ 711334 h 778009"/>
              <a:gd name="connsiteX39" fmla="*/ 498475 w 1022350"/>
              <a:gd name="connsiteY39" fmla="*/ 689109 h 778009"/>
              <a:gd name="connsiteX40" fmla="*/ 517525 w 1022350"/>
              <a:gd name="connsiteY40" fmla="*/ 660534 h 778009"/>
              <a:gd name="connsiteX41" fmla="*/ 508000 w 1022350"/>
              <a:gd name="connsiteY41" fmla="*/ 654184 h 778009"/>
              <a:gd name="connsiteX42" fmla="*/ 473075 w 1022350"/>
              <a:gd name="connsiteY42" fmla="*/ 673234 h 778009"/>
              <a:gd name="connsiteX43" fmla="*/ 438150 w 1022350"/>
              <a:gd name="connsiteY43" fmla="*/ 660534 h 778009"/>
              <a:gd name="connsiteX44" fmla="*/ 479425 w 1022350"/>
              <a:gd name="connsiteY44" fmla="*/ 641484 h 778009"/>
              <a:gd name="connsiteX45" fmla="*/ 476250 w 1022350"/>
              <a:gd name="connsiteY45" fmla="*/ 612909 h 778009"/>
              <a:gd name="connsiteX46" fmla="*/ 444500 w 1022350"/>
              <a:gd name="connsiteY46" fmla="*/ 590684 h 778009"/>
              <a:gd name="connsiteX47" fmla="*/ 406400 w 1022350"/>
              <a:gd name="connsiteY47" fmla="*/ 603384 h 778009"/>
              <a:gd name="connsiteX48" fmla="*/ 425450 w 1022350"/>
              <a:gd name="connsiteY48" fmla="*/ 638309 h 778009"/>
              <a:gd name="connsiteX49" fmla="*/ 396875 w 1022350"/>
              <a:gd name="connsiteY49" fmla="*/ 647834 h 778009"/>
              <a:gd name="connsiteX50" fmla="*/ 365125 w 1022350"/>
              <a:gd name="connsiteY50" fmla="*/ 647834 h 778009"/>
              <a:gd name="connsiteX51" fmla="*/ 307975 w 1022350"/>
              <a:gd name="connsiteY51" fmla="*/ 704984 h 778009"/>
              <a:gd name="connsiteX52" fmla="*/ 244475 w 1022350"/>
              <a:gd name="connsiteY52" fmla="*/ 701809 h 778009"/>
              <a:gd name="connsiteX53" fmla="*/ 190500 w 1022350"/>
              <a:gd name="connsiteY53" fmla="*/ 644659 h 778009"/>
              <a:gd name="connsiteX54" fmla="*/ 149225 w 1022350"/>
              <a:gd name="connsiteY54" fmla="*/ 644659 h 778009"/>
              <a:gd name="connsiteX55" fmla="*/ 111125 w 1022350"/>
              <a:gd name="connsiteY55" fmla="*/ 603384 h 778009"/>
              <a:gd name="connsiteX56" fmla="*/ 73025 w 1022350"/>
              <a:gd name="connsiteY56" fmla="*/ 625609 h 778009"/>
              <a:gd name="connsiteX57" fmla="*/ 38100 w 1022350"/>
              <a:gd name="connsiteY57" fmla="*/ 625609 h 778009"/>
              <a:gd name="connsiteX58" fmla="*/ 0 w 1022350"/>
              <a:gd name="connsiteY58" fmla="*/ 590684 h 778009"/>
              <a:gd name="connsiteX59" fmla="*/ 40501 w 1022350"/>
              <a:gd name="connsiteY59" fmla="*/ 2515 h 778009"/>
              <a:gd name="connsiteX60" fmla="*/ 107950 w 1022350"/>
              <a:gd name="connsiteY60" fmla="*/ 31884 h 778009"/>
              <a:gd name="connsiteX0" fmla="*/ 107950 w 1022350"/>
              <a:gd name="connsiteY0" fmla="*/ 31751 h 777876"/>
              <a:gd name="connsiteX1" fmla="*/ 125406 w 1022350"/>
              <a:gd name="connsiteY1" fmla="*/ 0 h 777876"/>
              <a:gd name="connsiteX2" fmla="*/ 192082 w 1022350"/>
              <a:gd name="connsiteY2" fmla="*/ 21420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92082 w 1022350"/>
              <a:gd name="connsiteY2" fmla="*/ 21420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2563 w 1022350"/>
              <a:gd name="connsiteY6" fmla="*/ 109527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274631 w 1022350"/>
              <a:gd name="connsiteY8" fmla="*/ 984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25 w 1022350"/>
              <a:gd name="connsiteY7" fmla="*/ 92076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3519 w 1022350"/>
              <a:gd name="connsiteY7" fmla="*/ 99208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340512 w 1022350"/>
              <a:gd name="connsiteY8" fmla="*/ 148420 h 777876"/>
              <a:gd name="connsiteX9" fmla="*/ 327025 w 1022350"/>
              <a:gd name="connsiteY9" fmla="*/ 203201 h 777876"/>
              <a:gd name="connsiteX10" fmla="*/ 403225 w 1022350"/>
              <a:gd name="connsiteY10" fmla="*/ 266701 h 777876"/>
              <a:gd name="connsiteX11" fmla="*/ 447675 w 1022350"/>
              <a:gd name="connsiteY11" fmla="*/ 336551 h 777876"/>
              <a:gd name="connsiteX12" fmla="*/ 481798 w 1022350"/>
              <a:gd name="connsiteY12" fmla="*/ 308756 h 777876"/>
              <a:gd name="connsiteX13" fmla="*/ 492125 w 1022350"/>
              <a:gd name="connsiteY13" fmla="*/ 307976 h 777876"/>
              <a:gd name="connsiteX14" fmla="*/ 527050 w 1022350"/>
              <a:gd name="connsiteY14" fmla="*/ 311151 h 777876"/>
              <a:gd name="connsiteX15" fmla="*/ 584985 w 1022350"/>
              <a:gd name="connsiteY15" fmla="*/ 321457 h 777876"/>
              <a:gd name="connsiteX16" fmla="*/ 619125 w 1022350"/>
              <a:gd name="connsiteY16" fmla="*/ 323851 h 777876"/>
              <a:gd name="connsiteX17" fmla="*/ 647700 w 1022350"/>
              <a:gd name="connsiteY17" fmla="*/ 346076 h 777876"/>
              <a:gd name="connsiteX18" fmla="*/ 701675 w 1022350"/>
              <a:gd name="connsiteY18" fmla="*/ 339726 h 777876"/>
              <a:gd name="connsiteX19" fmla="*/ 771525 w 1022350"/>
              <a:gd name="connsiteY19" fmla="*/ 337331 h 777876"/>
              <a:gd name="connsiteX20" fmla="*/ 812800 w 1022350"/>
              <a:gd name="connsiteY20" fmla="*/ 339726 h 777876"/>
              <a:gd name="connsiteX21" fmla="*/ 838200 w 1022350"/>
              <a:gd name="connsiteY21" fmla="*/ 381001 h 777876"/>
              <a:gd name="connsiteX22" fmla="*/ 838200 w 1022350"/>
              <a:gd name="connsiteY22" fmla="*/ 463551 h 777876"/>
              <a:gd name="connsiteX23" fmla="*/ 911225 w 1022350"/>
              <a:gd name="connsiteY23" fmla="*/ 520701 h 777876"/>
              <a:gd name="connsiteX24" fmla="*/ 974725 w 1022350"/>
              <a:gd name="connsiteY24" fmla="*/ 552451 h 777876"/>
              <a:gd name="connsiteX25" fmla="*/ 1022350 w 1022350"/>
              <a:gd name="connsiteY25" fmla="*/ 590551 h 777876"/>
              <a:gd name="connsiteX26" fmla="*/ 993775 w 1022350"/>
              <a:gd name="connsiteY26" fmla="*/ 631826 h 777876"/>
              <a:gd name="connsiteX27" fmla="*/ 860425 w 1022350"/>
              <a:gd name="connsiteY27" fmla="*/ 622301 h 777876"/>
              <a:gd name="connsiteX28" fmla="*/ 815975 w 1022350"/>
              <a:gd name="connsiteY28" fmla="*/ 609601 h 777876"/>
              <a:gd name="connsiteX29" fmla="*/ 733425 w 1022350"/>
              <a:gd name="connsiteY29" fmla="*/ 657226 h 777876"/>
              <a:gd name="connsiteX30" fmla="*/ 692150 w 1022350"/>
              <a:gd name="connsiteY30" fmla="*/ 688976 h 777876"/>
              <a:gd name="connsiteX31" fmla="*/ 663575 w 1022350"/>
              <a:gd name="connsiteY31" fmla="*/ 727076 h 777876"/>
              <a:gd name="connsiteX32" fmla="*/ 631825 w 1022350"/>
              <a:gd name="connsiteY32" fmla="*/ 730251 h 777876"/>
              <a:gd name="connsiteX33" fmla="*/ 609600 w 1022350"/>
              <a:gd name="connsiteY33" fmla="*/ 777876 h 777876"/>
              <a:gd name="connsiteX34" fmla="*/ 590550 w 1022350"/>
              <a:gd name="connsiteY34" fmla="*/ 746126 h 777876"/>
              <a:gd name="connsiteX35" fmla="*/ 561975 w 1022350"/>
              <a:gd name="connsiteY35" fmla="*/ 749301 h 777876"/>
              <a:gd name="connsiteX36" fmla="*/ 536575 w 1022350"/>
              <a:gd name="connsiteY36" fmla="*/ 711201 h 777876"/>
              <a:gd name="connsiteX37" fmla="*/ 517525 w 1022350"/>
              <a:gd name="connsiteY37" fmla="*/ 711201 h 777876"/>
              <a:gd name="connsiteX38" fmla="*/ 498475 w 1022350"/>
              <a:gd name="connsiteY38" fmla="*/ 688976 h 777876"/>
              <a:gd name="connsiteX39" fmla="*/ 517525 w 1022350"/>
              <a:gd name="connsiteY39" fmla="*/ 660401 h 777876"/>
              <a:gd name="connsiteX40" fmla="*/ 508000 w 1022350"/>
              <a:gd name="connsiteY40" fmla="*/ 654051 h 777876"/>
              <a:gd name="connsiteX41" fmla="*/ 473075 w 1022350"/>
              <a:gd name="connsiteY41" fmla="*/ 673101 h 777876"/>
              <a:gd name="connsiteX42" fmla="*/ 438150 w 1022350"/>
              <a:gd name="connsiteY42" fmla="*/ 660401 h 777876"/>
              <a:gd name="connsiteX43" fmla="*/ 479425 w 1022350"/>
              <a:gd name="connsiteY43" fmla="*/ 641351 h 777876"/>
              <a:gd name="connsiteX44" fmla="*/ 476250 w 1022350"/>
              <a:gd name="connsiteY44" fmla="*/ 612776 h 777876"/>
              <a:gd name="connsiteX45" fmla="*/ 444500 w 1022350"/>
              <a:gd name="connsiteY45" fmla="*/ 590551 h 777876"/>
              <a:gd name="connsiteX46" fmla="*/ 406400 w 1022350"/>
              <a:gd name="connsiteY46" fmla="*/ 603251 h 777876"/>
              <a:gd name="connsiteX47" fmla="*/ 425450 w 1022350"/>
              <a:gd name="connsiteY47" fmla="*/ 638176 h 777876"/>
              <a:gd name="connsiteX48" fmla="*/ 396875 w 1022350"/>
              <a:gd name="connsiteY48" fmla="*/ 647701 h 777876"/>
              <a:gd name="connsiteX49" fmla="*/ 365125 w 1022350"/>
              <a:gd name="connsiteY49" fmla="*/ 647701 h 777876"/>
              <a:gd name="connsiteX50" fmla="*/ 307975 w 1022350"/>
              <a:gd name="connsiteY50" fmla="*/ 704851 h 777876"/>
              <a:gd name="connsiteX51" fmla="*/ 244475 w 1022350"/>
              <a:gd name="connsiteY51" fmla="*/ 701676 h 777876"/>
              <a:gd name="connsiteX52" fmla="*/ 190500 w 1022350"/>
              <a:gd name="connsiteY52" fmla="*/ 644526 h 777876"/>
              <a:gd name="connsiteX53" fmla="*/ 149225 w 1022350"/>
              <a:gd name="connsiteY53" fmla="*/ 644526 h 777876"/>
              <a:gd name="connsiteX54" fmla="*/ 111125 w 1022350"/>
              <a:gd name="connsiteY54" fmla="*/ 603251 h 777876"/>
              <a:gd name="connsiteX55" fmla="*/ 73025 w 1022350"/>
              <a:gd name="connsiteY55" fmla="*/ 625476 h 777876"/>
              <a:gd name="connsiteX56" fmla="*/ 38100 w 1022350"/>
              <a:gd name="connsiteY56" fmla="*/ 625476 h 777876"/>
              <a:gd name="connsiteX57" fmla="*/ 0 w 1022350"/>
              <a:gd name="connsiteY57" fmla="*/ 590551 h 777876"/>
              <a:gd name="connsiteX58" fmla="*/ 40501 w 1022350"/>
              <a:gd name="connsiteY58" fmla="*/ 2382 h 777876"/>
              <a:gd name="connsiteX59" fmla="*/ 107950 w 1022350"/>
              <a:gd name="connsiteY59"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80194 w 1022350"/>
              <a:gd name="connsiteY8" fmla="*/ 111919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40512 w 1022350"/>
              <a:gd name="connsiteY9" fmla="*/ 148420 h 777876"/>
              <a:gd name="connsiteX10" fmla="*/ 327025 w 1022350"/>
              <a:gd name="connsiteY10" fmla="*/ 203201 h 777876"/>
              <a:gd name="connsiteX11" fmla="*/ 403225 w 1022350"/>
              <a:gd name="connsiteY11" fmla="*/ 266701 h 777876"/>
              <a:gd name="connsiteX12" fmla="*/ 447675 w 1022350"/>
              <a:gd name="connsiteY12" fmla="*/ 336551 h 777876"/>
              <a:gd name="connsiteX13" fmla="*/ 481798 w 1022350"/>
              <a:gd name="connsiteY13" fmla="*/ 308756 h 777876"/>
              <a:gd name="connsiteX14" fmla="*/ 492125 w 1022350"/>
              <a:gd name="connsiteY14" fmla="*/ 307976 h 777876"/>
              <a:gd name="connsiteX15" fmla="*/ 527050 w 1022350"/>
              <a:gd name="connsiteY15" fmla="*/ 311151 h 777876"/>
              <a:gd name="connsiteX16" fmla="*/ 584985 w 1022350"/>
              <a:gd name="connsiteY16" fmla="*/ 321457 h 777876"/>
              <a:gd name="connsiteX17" fmla="*/ 619125 w 1022350"/>
              <a:gd name="connsiteY17" fmla="*/ 323851 h 777876"/>
              <a:gd name="connsiteX18" fmla="*/ 647700 w 1022350"/>
              <a:gd name="connsiteY18" fmla="*/ 346076 h 777876"/>
              <a:gd name="connsiteX19" fmla="*/ 701675 w 1022350"/>
              <a:gd name="connsiteY19" fmla="*/ 339726 h 777876"/>
              <a:gd name="connsiteX20" fmla="*/ 771525 w 1022350"/>
              <a:gd name="connsiteY20" fmla="*/ 337331 h 777876"/>
              <a:gd name="connsiteX21" fmla="*/ 812800 w 1022350"/>
              <a:gd name="connsiteY21" fmla="*/ 339726 h 777876"/>
              <a:gd name="connsiteX22" fmla="*/ 838200 w 1022350"/>
              <a:gd name="connsiteY22" fmla="*/ 381001 h 777876"/>
              <a:gd name="connsiteX23" fmla="*/ 838200 w 1022350"/>
              <a:gd name="connsiteY23" fmla="*/ 463551 h 777876"/>
              <a:gd name="connsiteX24" fmla="*/ 911225 w 1022350"/>
              <a:gd name="connsiteY24" fmla="*/ 520701 h 777876"/>
              <a:gd name="connsiteX25" fmla="*/ 974725 w 1022350"/>
              <a:gd name="connsiteY25" fmla="*/ 552451 h 777876"/>
              <a:gd name="connsiteX26" fmla="*/ 1022350 w 1022350"/>
              <a:gd name="connsiteY26" fmla="*/ 590551 h 777876"/>
              <a:gd name="connsiteX27" fmla="*/ 993775 w 1022350"/>
              <a:gd name="connsiteY27" fmla="*/ 631826 h 777876"/>
              <a:gd name="connsiteX28" fmla="*/ 860425 w 1022350"/>
              <a:gd name="connsiteY28" fmla="*/ 622301 h 777876"/>
              <a:gd name="connsiteX29" fmla="*/ 815975 w 1022350"/>
              <a:gd name="connsiteY29" fmla="*/ 609601 h 777876"/>
              <a:gd name="connsiteX30" fmla="*/ 733425 w 1022350"/>
              <a:gd name="connsiteY30" fmla="*/ 657226 h 777876"/>
              <a:gd name="connsiteX31" fmla="*/ 692150 w 1022350"/>
              <a:gd name="connsiteY31" fmla="*/ 688976 h 777876"/>
              <a:gd name="connsiteX32" fmla="*/ 663575 w 1022350"/>
              <a:gd name="connsiteY32" fmla="*/ 727076 h 777876"/>
              <a:gd name="connsiteX33" fmla="*/ 631825 w 1022350"/>
              <a:gd name="connsiteY33" fmla="*/ 730251 h 777876"/>
              <a:gd name="connsiteX34" fmla="*/ 609600 w 1022350"/>
              <a:gd name="connsiteY34" fmla="*/ 777876 h 777876"/>
              <a:gd name="connsiteX35" fmla="*/ 590550 w 1022350"/>
              <a:gd name="connsiteY35" fmla="*/ 746126 h 777876"/>
              <a:gd name="connsiteX36" fmla="*/ 561975 w 1022350"/>
              <a:gd name="connsiteY36" fmla="*/ 749301 h 777876"/>
              <a:gd name="connsiteX37" fmla="*/ 536575 w 1022350"/>
              <a:gd name="connsiteY37" fmla="*/ 711201 h 777876"/>
              <a:gd name="connsiteX38" fmla="*/ 517525 w 1022350"/>
              <a:gd name="connsiteY38" fmla="*/ 711201 h 777876"/>
              <a:gd name="connsiteX39" fmla="*/ 498475 w 1022350"/>
              <a:gd name="connsiteY39" fmla="*/ 688976 h 777876"/>
              <a:gd name="connsiteX40" fmla="*/ 517525 w 1022350"/>
              <a:gd name="connsiteY40" fmla="*/ 660401 h 777876"/>
              <a:gd name="connsiteX41" fmla="*/ 508000 w 1022350"/>
              <a:gd name="connsiteY41" fmla="*/ 654051 h 777876"/>
              <a:gd name="connsiteX42" fmla="*/ 473075 w 1022350"/>
              <a:gd name="connsiteY42" fmla="*/ 673101 h 777876"/>
              <a:gd name="connsiteX43" fmla="*/ 438150 w 1022350"/>
              <a:gd name="connsiteY43" fmla="*/ 660401 h 777876"/>
              <a:gd name="connsiteX44" fmla="*/ 479425 w 1022350"/>
              <a:gd name="connsiteY44" fmla="*/ 641351 h 777876"/>
              <a:gd name="connsiteX45" fmla="*/ 476250 w 1022350"/>
              <a:gd name="connsiteY45" fmla="*/ 612776 h 777876"/>
              <a:gd name="connsiteX46" fmla="*/ 444500 w 1022350"/>
              <a:gd name="connsiteY46" fmla="*/ 590551 h 777876"/>
              <a:gd name="connsiteX47" fmla="*/ 406400 w 1022350"/>
              <a:gd name="connsiteY47" fmla="*/ 603251 h 777876"/>
              <a:gd name="connsiteX48" fmla="*/ 425450 w 1022350"/>
              <a:gd name="connsiteY48" fmla="*/ 638176 h 777876"/>
              <a:gd name="connsiteX49" fmla="*/ 396875 w 1022350"/>
              <a:gd name="connsiteY49" fmla="*/ 647701 h 777876"/>
              <a:gd name="connsiteX50" fmla="*/ 365125 w 1022350"/>
              <a:gd name="connsiteY50" fmla="*/ 647701 h 777876"/>
              <a:gd name="connsiteX51" fmla="*/ 307975 w 1022350"/>
              <a:gd name="connsiteY51" fmla="*/ 704851 h 777876"/>
              <a:gd name="connsiteX52" fmla="*/ 244475 w 1022350"/>
              <a:gd name="connsiteY52" fmla="*/ 701676 h 777876"/>
              <a:gd name="connsiteX53" fmla="*/ 190500 w 1022350"/>
              <a:gd name="connsiteY53" fmla="*/ 644526 h 777876"/>
              <a:gd name="connsiteX54" fmla="*/ 149225 w 1022350"/>
              <a:gd name="connsiteY54" fmla="*/ 644526 h 777876"/>
              <a:gd name="connsiteX55" fmla="*/ 111125 w 1022350"/>
              <a:gd name="connsiteY55" fmla="*/ 603251 h 777876"/>
              <a:gd name="connsiteX56" fmla="*/ 73025 w 1022350"/>
              <a:gd name="connsiteY56" fmla="*/ 625476 h 777876"/>
              <a:gd name="connsiteX57" fmla="*/ 38100 w 1022350"/>
              <a:gd name="connsiteY57" fmla="*/ 625476 h 777876"/>
              <a:gd name="connsiteX58" fmla="*/ 0 w 1022350"/>
              <a:gd name="connsiteY58" fmla="*/ 590551 h 777876"/>
              <a:gd name="connsiteX59" fmla="*/ 40501 w 1022350"/>
              <a:gd name="connsiteY59" fmla="*/ 2382 h 777876"/>
              <a:gd name="connsiteX60" fmla="*/ 107950 w 1022350"/>
              <a:gd name="connsiteY60"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299244 w 1022350"/>
              <a:gd name="connsiteY9" fmla="*/ 133350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27025 w 1022350"/>
              <a:gd name="connsiteY11" fmla="*/ 203201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403225 w 1022350"/>
              <a:gd name="connsiteY12" fmla="*/ 266701 h 777876"/>
              <a:gd name="connsiteX13" fmla="*/ 447675 w 1022350"/>
              <a:gd name="connsiteY13" fmla="*/ 336551 h 777876"/>
              <a:gd name="connsiteX14" fmla="*/ 481798 w 1022350"/>
              <a:gd name="connsiteY14" fmla="*/ 308756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58775 w 1022350"/>
              <a:gd name="connsiteY12" fmla="*/ 230981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4386 w 1022350"/>
              <a:gd name="connsiteY12" fmla="*/ 219074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7675 w 1022350"/>
              <a:gd name="connsiteY14" fmla="*/ 33655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81798 w 1022350"/>
              <a:gd name="connsiteY15" fmla="*/ 30875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92125 w 1022350"/>
              <a:gd name="connsiteY15" fmla="*/ 307976 h 777876"/>
              <a:gd name="connsiteX16" fmla="*/ 527050 w 1022350"/>
              <a:gd name="connsiteY16" fmla="*/ 311151 h 777876"/>
              <a:gd name="connsiteX17" fmla="*/ 584985 w 1022350"/>
              <a:gd name="connsiteY17" fmla="*/ 321457 h 777876"/>
              <a:gd name="connsiteX18" fmla="*/ 619125 w 1022350"/>
              <a:gd name="connsiteY18" fmla="*/ 323851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68313 w 1022350"/>
              <a:gd name="connsiteY15" fmla="*/ 316706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27050 w 1022350"/>
              <a:gd name="connsiteY17" fmla="*/ 311151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19125 w 1022350"/>
              <a:gd name="connsiteY19" fmla="*/ 323851 h 777876"/>
              <a:gd name="connsiteX20" fmla="*/ 647700 w 1022350"/>
              <a:gd name="connsiteY20" fmla="*/ 346076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47700 w 1022350"/>
              <a:gd name="connsiteY19" fmla="*/ 346076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92125 w 1022350"/>
              <a:gd name="connsiteY16" fmla="*/ 307976 h 777876"/>
              <a:gd name="connsiteX17" fmla="*/ 538948 w 1022350"/>
              <a:gd name="connsiteY17" fmla="*/ 323044 h 777876"/>
              <a:gd name="connsiteX18" fmla="*/ 584985 w 1022350"/>
              <a:gd name="connsiteY18" fmla="*/ 321457 h 777876"/>
              <a:gd name="connsiteX19" fmla="*/ 638166 w 1022350"/>
              <a:gd name="connsiteY19" fmla="*/ 346063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38948 w 1022350"/>
              <a:gd name="connsiteY17" fmla="*/ 323044 h 777876"/>
              <a:gd name="connsiteX18" fmla="*/ 584985 w 1022350"/>
              <a:gd name="connsiteY18" fmla="*/ 321457 h 777876"/>
              <a:gd name="connsiteX19" fmla="*/ 638166 w 1022350"/>
              <a:gd name="connsiteY19" fmla="*/ 346063 h 777876"/>
              <a:gd name="connsiteX20" fmla="*/ 701675 w 1022350"/>
              <a:gd name="connsiteY20" fmla="*/ 339726 h 777876"/>
              <a:gd name="connsiteX21" fmla="*/ 771525 w 1022350"/>
              <a:gd name="connsiteY21" fmla="*/ 337331 h 777876"/>
              <a:gd name="connsiteX22" fmla="*/ 812800 w 1022350"/>
              <a:gd name="connsiteY22" fmla="*/ 339726 h 777876"/>
              <a:gd name="connsiteX23" fmla="*/ 838200 w 1022350"/>
              <a:gd name="connsiteY23" fmla="*/ 381001 h 777876"/>
              <a:gd name="connsiteX24" fmla="*/ 838200 w 1022350"/>
              <a:gd name="connsiteY24" fmla="*/ 463551 h 777876"/>
              <a:gd name="connsiteX25" fmla="*/ 911225 w 1022350"/>
              <a:gd name="connsiteY25" fmla="*/ 520701 h 777876"/>
              <a:gd name="connsiteX26" fmla="*/ 974725 w 1022350"/>
              <a:gd name="connsiteY26" fmla="*/ 552451 h 777876"/>
              <a:gd name="connsiteX27" fmla="*/ 1022350 w 1022350"/>
              <a:gd name="connsiteY27" fmla="*/ 590551 h 777876"/>
              <a:gd name="connsiteX28" fmla="*/ 993775 w 1022350"/>
              <a:gd name="connsiteY28" fmla="*/ 631826 h 777876"/>
              <a:gd name="connsiteX29" fmla="*/ 860425 w 1022350"/>
              <a:gd name="connsiteY29" fmla="*/ 622301 h 777876"/>
              <a:gd name="connsiteX30" fmla="*/ 815975 w 1022350"/>
              <a:gd name="connsiteY30" fmla="*/ 609601 h 777876"/>
              <a:gd name="connsiteX31" fmla="*/ 733425 w 1022350"/>
              <a:gd name="connsiteY31" fmla="*/ 657226 h 777876"/>
              <a:gd name="connsiteX32" fmla="*/ 692150 w 1022350"/>
              <a:gd name="connsiteY32" fmla="*/ 688976 h 777876"/>
              <a:gd name="connsiteX33" fmla="*/ 663575 w 1022350"/>
              <a:gd name="connsiteY33" fmla="*/ 727076 h 777876"/>
              <a:gd name="connsiteX34" fmla="*/ 631825 w 1022350"/>
              <a:gd name="connsiteY34" fmla="*/ 730251 h 777876"/>
              <a:gd name="connsiteX35" fmla="*/ 609600 w 1022350"/>
              <a:gd name="connsiteY35" fmla="*/ 777876 h 777876"/>
              <a:gd name="connsiteX36" fmla="*/ 590550 w 1022350"/>
              <a:gd name="connsiteY36" fmla="*/ 746126 h 777876"/>
              <a:gd name="connsiteX37" fmla="*/ 561975 w 1022350"/>
              <a:gd name="connsiteY37" fmla="*/ 749301 h 777876"/>
              <a:gd name="connsiteX38" fmla="*/ 536575 w 1022350"/>
              <a:gd name="connsiteY38" fmla="*/ 711201 h 777876"/>
              <a:gd name="connsiteX39" fmla="*/ 517525 w 1022350"/>
              <a:gd name="connsiteY39" fmla="*/ 711201 h 777876"/>
              <a:gd name="connsiteX40" fmla="*/ 498475 w 1022350"/>
              <a:gd name="connsiteY40" fmla="*/ 688976 h 777876"/>
              <a:gd name="connsiteX41" fmla="*/ 517525 w 1022350"/>
              <a:gd name="connsiteY41" fmla="*/ 660401 h 777876"/>
              <a:gd name="connsiteX42" fmla="*/ 508000 w 1022350"/>
              <a:gd name="connsiteY42" fmla="*/ 654051 h 777876"/>
              <a:gd name="connsiteX43" fmla="*/ 473075 w 1022350"/>
              <a:gd name="connsiteY43" fmla="*/ 673101 h 777876"/>
              <a:gd name="connsiteX44" fmla="*/ 438150 w 1022350"/>
              <a:gd name="connsiteY44" fmla="*/ 660401 h 777876"/>
              <a:gd name="connsiteX45" fmla="*/ 479425 w 1022350"/>
              <a:gd name="connsiteY45" fmla="*/ 641351 h 777876"/>
              <a:gd name="connsiteX46" fmla="*/ 476250 w 1022350"/>
              <a:gd name="connsiteY46" fmla="*/ 612776 h 777876"/>
              <a:gd name="connsiteX47" fmla="*/ 444500 w 1022350"/>
              <a:gd name="connsiteY47" fmla="*/ 590551 h 777876"/>
              <a:gd name="connsiteX48" fmla="*/ 406400 w 1022350"/>
              <a:gd name="connsiteY48" fmla="*/ 603251 h 777876"/>
              <a:gd name="connsiteX49" fmla="*/ 425450 w 1022350"/>
              <a:gd name="connsiteY49" fmla="*/ 638176 h 777876"/>
              <a:gd name="connsiteX50" fmla="*/ 396875 w 1022350"/>
              <a:gd name="connsiteY50" fmla="*/ 647701 h 777876"/>
              <a:gd name="connsiteX51" fmla="*/ 365125 w 1022350"/>
              <a:gd name="connsiteY51" fmla="*/ 647701 h 777876"/>
              <a:gd name="connsiteX52" fmla="*/ 307975 w 1022350"/>
              <a:gd name="connsiteY52" fmla="*/ 704851 h 777876"/>
              <a:gd name="connsiteX53" fmla="*/ 244475 w 1022350"/>
              <a:gd name="connsiteY53" fmla="*/ 701676 h 777876"/>
              <a:gd name="connsiteX54" fmla="*/ 190500 w 1022350"/>
              <a:gd name="connsiteY54" fmla="*/ 644526 h 777876"/>
              <a:gd name="connsiteX55" fmla="*/ 149225 w 1022350"/>
              <a:gd name="connsiteY55" fmla="*/ 644526 h 777876"/>
              <a:gd name="connsiteX56" fmla="*/ 111125 w 1022350"/>
              <a:gd name="connsiteY56" fmla="*/ 603251 h 777876"/>
              <a:gd name="connsiteX57" fmla="*/ 73025 w 1022350"/>
              <a:gd name="connsiteY57" fmla="*/ 625476 h 777876"/>
              <a:gd name="connsiteX58" fmla="*/ 38100 w 1022350"/>
              <a:gd name="connsiteY58" fmla="*/ 625476 h 777876"/>
              <a:gd name="connsiteX59" fmla="*/ 0 w 1022350"/>
              <a:gd name="connsiteY59" fmla="*/ 590551 h 777876"/>
              <a:gd name="connsiteX60" fmla="*/ 40501 w 1022350"/>
              <a:gd name="connsiteY60" fmla="*/ 2382 h 777876"/>
              <a:gd name="connsiteX61" fmla="*/ 107950 w 1022350"/>
              <a:gd name="connsiteY61"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11175 w 1022350"/>
              <a:gd name="connsiteY17" fmla="*/ 311944 h 777876"/>
              <a:gd name="connsiteX18" fmla="*/ 538948 w 1022350"/>
              <a:gd name="connsiteY18" fmla="*/ 323044 h 777876"/>
              <a:gd name="connsiteX19" fmla="*/ 584985 w 1022350"/>
              <a:gd name="connsiteY19" fmla="*/ 321457 h 777876"/>
              <a:gd name="connsiteX20" fmla="*/ 638166 w 1022350"/>
              <a:gd name="connsiteY20" fmla="*/ 346063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22350"/>
              <a:gd name="connsiteY0" fmla="*/ 31751 h 777876"/>
              <a:gd name="connsiteX1" fmla="*/ 125406 w 1022350"/>
              <a:gd name="connsiteY1" fmla="*/ 0 h 777876"/>
              <a:gd name="connsiteX2" fmla="*/ 187314 w 1022350"/>
              <a:gd name="connsiteY2" fmla="*/ 14276 h 777876"/>
              <a:gd name="connsiteX3" fmla="*/ 225425 w 1022350"/>
              <a:gd name="connsiteY3" fmla="*/ 63501 h 777876"/>
              <a:gd name="connsiteX4" fmla="*/ 212725 w 1022350"/>
              <a:gd name="connsiteY4" fmla="*/ 104776 h 777876"/>
              <a:gd name="connsiteX5" fmla="*/ 228600 w 1022350"/>
              <a:gd name="connsiteY5" fmla="*/ 130176 h 777876"/>
              <a:gd name="connsiteX6" fmla="*/ 230175 w 1022350"/>
              <a:gd name="connsiteY6" fmla="*/ 102372 h 777876"/>
              <a:gd name="connsiteX7" fmla="*/ 261131 w 1022350"/>
              <a:gd name="connsiteY7" fmla="*/ 99197 h 777876"/>
              <a:gd name="connsiteX8" fmla="*/ 277806 w 1022350"/>
              <a:gd name="connsiteY8" fmla="*/ 123814 h 777876"/>
              <a:gd name="connsiteX9" fmla="*/ 301618 w 1022350"/>
              <a:gd name="connsiteY9" fmla="*/ 116669 h 777876"/>
              <a:gd name="connsiteX10" fmla="*/ 340512 w 1022350"/>
              <a:gd name="connsiteY10" fmla="*/ 148420 h 777876"/>
              <a:gd name="connsiteX11" fmla="*/ 315112 w 1022350"/>
              <a:gd name="connsiteY11" fmla="*/ 195264 h 777876"/>
              <a:gd name="connsiteX12" fmla="*/ 373328 w 1022350"/>
              <a:gd name="connsiteY12" fmla="*/ 227805 h 777876"/>
              <a:gd name="connsiteX13" fmla="*/ 403225 w 1022350"/>
              <a:gd name="connsiteY13" fmla="*/ 266701 h 777876"/>
              <a:gd name="connsiteX14" fmla="*/ 445286 w 1022350"/>
              <a:gd name="connsiteY14" fmla="*/ 324631 h 777876"/>
              <a:gd name="connsiteX15" fmla="*/ 473068 w 1022350"/>
              <a:gd name="connsiteY15" fmla="*/ 333362 h 777876"/>
              <a:gd name="connsiteX16" fmla="*/ 482592 w 1022350"/>
              <a:gd name="connsiteY16" fmla="*/ 307963 h 777876"/>
              <a:gd name="connsiteX17" fmla="*/ 513548 w 1022350"/>
              <a:gd name="connsiteY17" fmla="*/ 311931 h 777876"/>
              <a:gd name="connsiteX18" fmla="*/ 538948 w 1022350"/>
              <a:gd name="connsiteY18" fmla="*/ 323044 h 777876"/>
              <a:gd name="connsiteX19" fmla="*/ 584985 w 1022350"/>
              <a:gd name="connsiteY19" fmla="*/ 321457 h 777876"/>
              <a:gd name="connsiteX20" fmla="*/ 638166 w 1022350"/>
              <a:gd name="connsiteY20" fmla="*/ 346063 h 777876"/>
              <a:gd name="connsiteX21" fmla="*/ 701675 w 1022350"/>
              <a:gd name="connsiteY21" fmla="*/ 339726 h 777876"/>
              <a:gd name="connsiteX22" fmla="*/ 771525 w 1022350"/>
              <a:gd name="connsiteY22" fmla="*/ 337331 h 777876"/>
              <a:gd name="connsiteX23" fmla="*/ 812800 w 1022350"/>
              <a:gd name="connsiteY23" fmla="*/ 339726 h 777876"/>
              <a:gd name="connsiteX24" fmla="*/ 838200 w 1022350"/>
              <a:gd name="connsiteY24" fmla="*/ 381001 h 777876"/>
              <a:gd name="connsiteX25" fmla="*/ 838200 w 1022350"/>
              <a:gd name="connsiteY25" fmla="*/ 463551 h 777876"/>
              <a:gd name="connsiteX26" fmla="*/ 911225 w 1022350"/>
              <a:gd name="connsiteY26" fmla="*/ 520701 h 777876"/>
              <a:gd name="connsiteX27" fmla="*/ 974725 w 1022350"/>
              <a:gd name="connsiteY27" fmla="*/ 552451 h 777876"/>
              <a:gd name="connsiteX28" fmla="*/ 1022350 w 1022350"/>
              <a:gd name="connsiteY28" fmla="*/ 590551 h 777876"/>
              <a:gd name="connsiteX29" fmla="*/ 993775 w 1022350"/>
              <a:gd name="connsiteY29" fmla="*/ 631826 h 777876"/>
              <a:gd name="connsiteX30" fmla="*/ 860425 w 1022350"/>
              <a:gd name="connsiteY30" fmla="*/ 622301 h 777876"/>
              <a:gd name="connsiteX31" fmla="*/ 815975 w 1022350"/>
              <a:gd name="connsiteY31" fmla="*/ 609601 h 777876"/>
              <a:gd name="connsiteX32" fmla="*/ 733425 w 1022350"/>
              <a:gd name="connsiteY32" fmla="*/ 657226 h 777876"/>
              <a:gd name="connsiteX33" fmla="*/ 692150 w 1022350"/>
              <a:gd name="connsiteY33" fmla="*/ 688976 h 777876"/>
              <a:gd name="connsiteX34" fmla="*/ 663575 w 1022350"/>
              <a:gd name="connsiteY34" fmla="*/ 727076 h 777876"/>
              <a:gd name="connsiteX35" fmla="*/ 631825 w 1022350"/>
              <a:gd name="connsiteY35" fmla="*/ 730251 h 777876"/>
              <a:gd name="connsiteX36" fmla="*/ 609600 w 1022350"/>
              <a:gd name="connsiteY36" fmla="*/ 777876 h 777876"/>
              <a:gd name="connsiteX37" fmla="*/ 590550 w 1022350"/>
              <a:gd name="connsiteY37" fmla="*/ 746126 h 777876"/>
              <a:gd name="connsiteX38" fmla="*/ 561975 w 1022350"/>
              <a:gd name="connsiteY38" fmla="*/ 749301 h 777876"/>
              <a:gd name="connsiteX39" fmla="*/ 536575 w 1022350"/>
              <a:gd name="connsiteY39" fmla="*/ 711201 h 777876"/>
              <a:gd name="connsiteX40" fmla="*/ 517525 w 1022350"/>
              <a:gd name="connsiteY40" fmla="*/ 711201 h 777876"/>
              <a:gd name="connsiteX41" fmla="*/ 498475 w 1022350"/>
              <a:gd name="connsiteY41" fmla="*/ 688976 h 777876"/>
              <a:gd name="connsiteX42" fmla="*/ 517525 w 1022350"/>
              <a:gd name="connsiteY42" fmla="*/ 660401 h 777876"/>
              <a:gd name="connsiteX43" fmla="*/ 508000 w 1022350"/>
              <a:gd name="connsiteY43" fmla="*/ 654051 h 777876"/>
              <a:gd name="connsiteX44" fmla="*/ 473075 w 1022350"/>
              <a:gd name="connsiteY44" fmla="*/ 673101 h 777876"/>
              <a:gd name="connsiteX45" fmla="*/ 438150 w 1022350"/>
              <a:gd name="connsiteY45" fmla="*/ 660401 h 777876"/>
              <a:gd name="connsiteX46" fmla="*/ 479425 w 1022350"/>
              <a:gd name="connsiteY46" fmla="*/ 641351 h 777876"/>
              <a:gd name="connsiteX47" fmla="*/ 476250 w 1022350"/>
              <a:gd name="connsiteY47" fmla="*/ 612776 h 777876"/>
              <a:gd name="connsiteX48" fmla="*/ 444500 w 1022350"/>
              <a:gd name="connsiteY48" fmla="*/ 590551 h 777876"/>
              <a:gd name="connsiteX49" fmla="*/ 406400 w 1022350"/>
              <a:gd name="connsiteY49" fmla="*/ 603251 h 777876"/>
              <a:gd name="connsiteX50" fmla="*/ 425450 w 1022350"/>
              <a:gd name="connsiteY50" fmla="*/ 638176 h 777876"/>
              <a:gd name="connsiteX51" fmla="*/ 396875 w 1022350"/>
              <a:gd name="connsiteY51" fmla="*/ 647701 h 777876"/>
              <a:gd name="connsiteX52" fmla="*/ 365125 w 1022350"/>
              <a:gd name="connsiteY52" fmla="*/ 647701 h 777876"/>
              <a:gd name="connsiteX53" fmla="*/ 307975 w 1022350"/>
              <a:gd name="connsiteY53" fmla="*/ 704851 h 777876"/>
              <a:gd name="connsiteX54" fmla="*/ 244475 w 1022350"/>
              <a:gd name="connsiteY54" fmla="*/ 701676 h 777876"/>
              <a:gd name="connsiteX55" fmla="*/ 190500 w 1022350"/>
              <a:gd name="connsiteY55" fmla="*/ 644526 h 777876"/>
              <a:gd name="connsiteX56" fmla="*/ 149225 w 1022350"/>
              <a:gd name="connsiteY56" fmla="*/ 644526 h 777876"/>
              <a:gd name="connsiteX57" fmla="*/ 111125 w 1022350"/>
              <a:gd name="connsiteY57" fmla="*/ 603251 h 777876"/>
              <a:gd name="connsiteX58" fmla="*/ 73025 w 1022350"/>
              <a:gd name="connsiteY58" fmla="*/ 625476 h 777876"/>
              <a:gd name="connsiteX59" fmla="*/ 38100 w 1022350"/>
              <a:gd name="connsiteY59" fmla="*/ 625476 h 777876"/>
              <a:gd name="connsiteX60" fmla="*/ 0 w 1022350"/>
              <a:gd name="connsiteY60" fmla="*/ 590551 h 777876"/>
              <a:gd name="connsiteX61" fmla="*/ 40501 w 1022350"/>
              <a:gd name="connsiteY61" fmla="*/ 2382 h 777876"/>
              <a:gd name="connsiteX62" fmla="*/ 107950 w 1022350"/>
              <a:gd name="connsiteY62"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1046956 w 1046956"/>
              <a:gd name="connsiteY28" fmla="*/ 588170 h 777876"/>
              <a:gd name="connsiteX29" fmla="*/ 993775 w 1046956"/>
              <a:gd name="connsiteY29" fmla="*/ 631826 h 777876"/>
              <a:gd name="connsiteX30" fmla="*/ 860425 w 1046956"/>
              <a:gd name="connsiteY30" fmla="*/ 622301 h 777876"/>
              <a:gd name="connsiteX31" fmla="*/ 815975 w 1046956"/>
              <a:gd name="connsiteY31" fmla="*/ 609601 h 777876"/>
              <a:gd name="connsiteX32" fmla="*/ 733425 w 1046956"/>
              <a:gd name="connsiteY32" fmla="*/ 657226 h 777876"/>
              <a:gd name="connsiteX33" fmla="*/ 692150 w 1046956"/>
              <a:gd name="connsiteY33" fmla="*/ 688976 h 777876"/>
              <a:gd name="connsiteX34" fmla="*/ 663575 w 1046956"/>
              <a:gd name="connsiteY34" fmla="*/ 727076 h 777876"/>
              <a:gd name="connsiteX35" fmla="*/ 631825 w 1046956"/>
              <a:gd name="connsiteY35" fmla="*/ 730251 h 777876"/>
              <a:gd name="connsiteX36" fmla="*/ 609600 w 1046956"/>
              <a:gd name="connsiteY36" fmla="*/ 777876 h 777876"/>
              <a:gd name="connsiteX37" fmla="*/ 590550 w 1046956"/>
              <a:gd name="connsiteY37" fmla="*/ 746126 h 777876"/>
              <a:gd name="connsiteX38" fmla="*/ 561975 w 1046956"/>
              <a:gd name="connsiteY38" fmla="*/ 749301 h 777876"/>
              <a:gd name="connsiteX39" fmla="*/ 536575 w 1046956"/>
              <a:gd name="connsiteY39" fmla="*/ 711201 h 777876"/>
              <a:gd name="connsiteX40" fmla="*/ 517525 w 1046956"/>
              <a:gd name="connsiteY40" fmla="*/ 711201 h 777876"/>
              <a:gd name="connsiteX41" fmla="*/ 498475 w 1046956"/>
              <a:gd name="connsiteY41" fmla="*/ 688976 h 777876"/>
              <a:gd name="connsiteX42" fmla="*/ 517525 w 1046956"/>
              <a:gd name="connsiteY42" fmla="*/ 660401 h 777876"/>
              <a:gd name="connsiteX43" fmla="*/ 508000 w 1046956"/>
              <a:gd name="connsiteY43" fmla="*/ 654051 h 777876"/>
              <a:gd name="connsiteX44" fmla="*/ 473075 w 1046956"/>
              <a:gd name="connsiteY44" fmla="*/ 673101 h 777876"/>
              <a:gd name="connsiteX45" fmla="*/ 438150 w 1046956"/>
              <a:gd name="connsiteY45" fmla="*/ 660401 h 777876"/>
              <a:gd name="connsiteX46" fmla="*/ 479425 w 1046956"/>
              <a:gd name="connsiteY46" fmla="*/ 641351 h 777876"/>
              <a:gd name="connsiteX47" fmla="*/ 476250 w 1046956"/>
              <a:gd name="connsiteY47" fmla="*/ 612776 h 777876"/>
              <a:gd name="connsiteX48" fmla="*/ 444500 w 1046956"/>
              <a:gd name="connsiteY48" fmla="*/ 590551 h 777876"/>
              <a:gd name="connsiteX49" fmla="*/ 406400 w 1046956"/>
              <a:gd name="connsiteY49" fmla="*/ 603251 h 777876"/>
              <a:gd name="connsiteX50" fmla="*/ 425450 w 1046956"/>
              <a:gd name="connsiteY50" fmla="*/ 638176 h 777876"/>
              <a:gd name="connsiteX51" fmla="*/ 396875 w 1046956"/>
              <a:gd name="connsiteY51" fmla="*/ 647701 h 777876"/>
              <a:gd name="connsiteX52" fmla="*/ 365125 w 1046956"/>
              <a:gd name="connsiteY52" fmla="*/ 647701 h 777876"/>
              <a:gd name="connsiteX53" fmla="*/ 307975 w 1046956"/>
              <a:gd name="connsiteY53" fmla="*/ 704851 h 777876"/>
              <a:gd name="connsiteX54" fmla="*/ 244475 w 1046956"/>
              <a:gd name="connsiteY54" fmla="*/ 701676 h 777876"/>
              <a:gd name="connsiteX55" fmla="*/ 190500 w 1046956"/>
              <a:gd name="connsiteY55" fmla="*/ 644526 h 777876"/>
              <a:gd name="connsiteX56" fmla="*/ 149225 w 1046956"/>
              <a:gd name="connsiteY56" fmla="*/ 644526 h 777876"/>
              <a:gd name="connsiteX57" fmla="*/ 111125 w 1046956"/>
              <a:gd name="connsiteY57" fmla="*/ 603251 h 777876"/>
              <a:gd name="connsiteX58" fmla="*/ 73025 w 1046956"/>
              <a:gd name="connsiteY58" fmla="*/ 625476 h 777876"/>
              <a:gd name="connsiteX59" fmla="*/ 38100 w 1046956"/>
              <a:gd name="connsiteY59" fmla="*/ 625476 h 777876"/>
              <a:gd name="connsiteX60" fmla="*/ 0 w 1046956"/>
              <a:gd name="connsiteY60" fmla="*/ 590551 h 777876"/>
              <a:gd name="connsiteX61" fmla="*/ 40501 w 1046956"/>
              <a:gd name="connsiteY61" fmla="*/ 2382 h 777876"/>
              <a:gd name="connsiteX62" fmla="*/ 107950 w 1046956"/>
              <a:gd name="connsiteY62"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1006475 w 1046956"/>
              <a:gd name="connsiteY28" fmla="*/ 566738 h 777876"/>
              <a:gd name="connsiteX29" fmla="*/ 1046956 w 1046956"/>
              <a:gd name="connsiteY29" fmla="*/ 588170 h 777876"/>
              <a:gd name="connsiteX30" fmla="*/ 993775 w 1046956"/>
              <a:gd name="connsiteY30" fmla="*/ 631826 h 777876"/>
              <a:gd name="connsiteX31" fmla="*/ 860425 w 1046956"/>
              <a:gd name="connsiteY31" fmla="*/ 622301 h 777876"/>
              <a:gd name="connsiteX32" fmla="*/ 815975 w 1046956"/>
              <a:gd name="connsiteY32" fmla="*/ 609601 h 777876"/>
              <a:gd name="connsiteX33" fmla="*/ 733425 w 1046956"/>
              <a:gd name="connsiteY33" fmla="*/ 657226 h 777876"/>
              <a:gd name="connsiteX34" fmla="*/ 692150 w 1046956"/>
              <a:gd name="connsiteY34" fmla="*/ 688976 h 777876"/>
              <a:gd name="connsiteX35" fmla="*/ 663575 w 1046956"/>
              <a:gd name="connsiteY35" fmla="*/ 727076 h 777876"/>
              <a:gd name="connsiteX36" fmla="*/ 631825 w 1046956"/>
              <a:gd name="connsiteY36" fmla="*/ 730251 h 777876"/>
              <a:gd name="connsiteX37" fmla="*/ 609600 w 1046956"/>
              <a:gd name="connsiteY37" fmla="*/ 777876 h 777876"/>
              <a:gd name="connsiteX38" fmla="*/ 590550 w 1046956"/>
              <a:gd name="connsiteY38" fmla="*/ 746126 h 777876"/>
              <a:gd name="connsiteX39" fmla="*/ 561975 w 1046956"/>
              <a:gd name="connsiteY39" fmla="*/ 749301 h 777876"/>
              <a:gd name="connsiteX40" fmla="*/ 536575 w 1046956"/>
              <a:gd name="connsiteY40" fmla="*/ 711201 h 777876"/>
              <a:gd name="connsiteX41" fmla="*/ 517525 w 1046956"/>
              <a:gd name="connsiteY41" fmla="*/ 711201 h 777876"/>
              <a:gd name="connsiteX42" fmla="*/ 498475 w 1046956"/>
              <a:gd name="connsiteY42" fmla="*/ 688976 h 777876"/>
              <a:gd name="connsiteX43" fmla="*/ 517525 w 1046956"/>
              <a:gd name="connsiteY43" fmla="*/ 660401 h 777876"/>
              <a:gd name="connsiteX44" fmla="*/ 508000 w 1046956"/>
              <a:gd name="connsiteY44" fmla="*/ 654051 h 777876"/>
              <a:gd name="connsiteX45" fmla="*/ 473075 w 1046956"/>
              <a:gd name="connsiteY45" fmla="*/ 673101 h 777876"/>
              <a:gd name="connsiteX46" fmla="*/ 438150 w 1046956"/>
              <a:gd name="connsiteY46" fmla="*/ 660401 h 777876"/>
              <a:gd name="connsiteX47" fmla="*/ 479425 w 1046956"/>
              <a:gd name="connsiteY47" fmla="*/ 641351 h 777876"/>
              <a:gd name="connsiteX48" fmla="*/ 476250 w 1046956"/>
              <a:gd name="connsiteY48" fmla="*/ 612776 h 777876"/>
              <a:gd name="connsiteX49" fmla="*/ 444500 w 1046956"/>
              <a:gd name="connsiteY49" fmla="*/ 590551 h 777876"/>
              <a:gd name="connsiteX50" fmla="*/ 406400 w 1046956"/>
              <a:gd name="connsiteY50" fmla="*/ 603251 h 777876"/>
              <a:gd name="connsiteX51" fmla="*/ 425450 w 1046956"/>
              <a:gd name="connsiteY51" fmla="*/ 638176 h 777876"/>
              <a:gd name="connsiteX52" fmla="*/ 396875 w 1046956"/>
              <a:gd name="connsiteY52" fmla="*/ 647701 h 777876"/>
              <a:gd name="connsiteX53" fmla="*/ 365125 w 1046956"/>
              <a:gd name="connsiteY53" fmla="*/ 647701 h 777876"/>
              <a:gd name="connsiteX54" fmla="*/ 307975 w 1046956"/>
              <a:gd name="connsiteY54" fmla="*/ 704851 h 777876"/>
              <a:gd name="connsiteX55" fmla="*/ 244475 w 1046956"/>
              <a:gd name="connsiteY55" fmla="*/ 701676 h 777876"/>
              <a:gd name="connsiteX56" fmla="*/ 190500 w 1046956"/>
              <a:gd name="connsiteY56" fmla="*/ 644526 h 777876"/>
              <a:gd name="connsiteX57" fmla="*/ 149225 w 1046956"/>
              <a:gd name="connsiteY57" fmla="*/ 644526 h 777876"/>
              <a:gd name="connsiteX58" fmla="*/ 111125 w 1046956"/>
              <a:gd name="connsiteY58" fmla="*/ 603251 h 777876"/>
              <a:gd name="connsiteX59" fmla="*/ 73025 w 1046956"/>
              <a:gd name="connsiteY59" fmla="*/ 625476 h 777876"/>
              <a:gd name="connsiteX60" fmla="*/ 38100 w 1046956"/>
              <a:gd name="connsiteY60" fmla="*/ 625476 h 777876"/>
              <a:gd name="connsiteX61" fmla="*/ 0 w 1046956"/>
              <a:gd name="connsiteY61" fmla="*/ 590551 h 777876"/>
              <a:gd name="connsiteX62" fmla="*/ 40501 w 1046956"/>
              <a:gd name="connsiteY62" fmla="*/ 2382 h 777876"/>
              <a:gd name="connsiteX63" fmla="*/ 107950 w 1046956"/>
              <a:gd name="connsiteY63" fmla="*/ 31751 h 777876"/>
              <a:gd name="connsiteX0" fmla="*/ 107950 w 1046956"/>
              <a:gd name="connsiteY0" fmla="*/ 31751 h 777876"/>
              <a:gd name="connsiteX1" fmla="*/ 125406 w 1046956"/>
              <a:gd name="connsiteY1" fmla="*/ 0 h 777876"/>
              <a:gd name="connsiteX2" fmla="*/ 187314 w 1046956"/>
              <a:gd name="connsiteY2" fmla="*/ 14276 h 777876"/>
              <a:gd name="connsiteX3" fmla="*/ 225425 w 1046956"/>
              <a:gd name="connsiteY3" fmla="*/ 63501 h 777876"/>
              <a:gd name="connsiteX4" fmla="*/ 212725 w 1046956"/>
              <a:gd name="connsiteY4" fmla="*/ 104776 h 777876"/>
              <a:gd name="connsiteX5" fmla="*/ 228600 w 1046956"/>
              <a:gd name="connsiteY5" fmla="*/ 130176 h 777876"/>
              <a:gd name="connsiteX6" fmla="*/ 230175 w 1046956"/>
              <a:gd name="connsiteY6" fmla="*/ 102372 h 777876"/>
              <a:gd name="connsiteX7" fmla="*/ 261131 w 1046956"/>
              <a:gd name="connsiteY7" fmla="*/ 99197 h 777876"/>
              <a:gd name="connsiteX8" fmla="*/ 277806 w 1046956"/>
              <a:gd name="connsiteY8" fmla="*/ 123814 h 777876"/>
              <a:gd name="connsiteX9" fmla="*/ 301618 w 1046956"/>
              <a:gd name="connsiteY9" fmla="*/ 116669 h 777876"/>
              <a:gd name="connsiteX10" fmla="*/ 340512 w 1046956"/>
              <a:gd name="connsiteY10" fmla="*/ 148420 h 777876"/>
              <a:gd name="connsiteX11" fmla="*/ 315112 w 1046956"/>
              <a:gd name="connsiteY11" fmla="*/ 195264 h 777876"/>
              <a:gd name="connsiteX12" fmla="*/ 373328 w 1046956"/>
              <a:gd name="connsiteY12" fmla="*/ 227805 h 777876"/>
              <a:gd name="connsiteX13" fmla="*/ 403225 w 1046956"/>
              <a:gd name="connsiteY13" fmla="*/ 266701 h 777876"/>
              <a:gd name="connsiteX14" fmla="*/ 445286 w 1046956"/>
              <a:gd name="connsiteY14" fmla="*/ 324631 h 777876"/>
              <a:gd name="connsiteX15" fmla="*/ 473068 w 1046956"/>
              <a:gd name="connsiteY15" fmla="*/ 333362 h 777876"/>
              <a:gd name="connsiteX16" fmla="*/ 482592 w 1046956"/>
              <a:gd name="connsiteY16" fmla="*/ 307963 h 777876"/>
              <a:gd name="connsiteX17" fmla="*/ 513548 w 1046956"/>
              <a:gd name="connsiteY17" fmla="*/ 311931 h 777876"/>
              <a:gd name="connsiteX18" fmla="*/ 538948 w 1046956"/>
              <a:gd name="connsiteY18" fmla="*/ 323044 h 777876"/>
              <a:gd name="connsiteX19" fmla="*/ 584985 w 1046956"/>
              <a:gd name="connsiteY19" fmla="*/ 321457 h 777876"/>
              <a:gd name="connsiteX20" fmla="*/ 638166 w 1046956"/>
              <a:gd name="connsiteY20" fmla="*/ 346063 h 777876"/>
              <a:gd name="connsiteX21" fmla="*/ 701675 w 1046956"/>
              <a:gd name="connsiteY21" fmla="*/ 339726 h 777876"/>
              <a:gd name="connsiteX22" fmla="*/ 771525 w 1046956"/>
              <a:gd name="connsiteY22" fmla="*/ 337331 h 777876"/>
              <a:gd name="connsiteX23" fmla="*/ 812800 w 1046956"/>
              <a:gd name="connsiteY23" fmla="*/ 339726 h 777876"/>
              <a:gd name="connsiteX24" fmla="*/ 838200 w 1046956"/>
              <a:gd name="connsiteY24" fmla="*/ 381001 h 777876"/>
              <a:gd name="connsiteX25" fmla="*/ 838200 w 1046956"/>
              <a:gd name="connsiteY25" fmla="*/ 463551 h 777876"/>
              <a:gd name="connsiteX26" fmla="*/ 911225 w 1046956"/>
              <a:gd name="connsiteY26" fmla="*/ 520701 h 777876"/>
              <a:gd name="connsiteX27" fmla="*/ 974725 w 1046956"/>
              <a:gd name="connsiteY27" fmla="*/ 552451 h 777876"/>
              <a:gd name="connsiteX28" fmla="*/ 999319 w 1046956"/>
              <a:gd name="connsiteY28" fmla="*/ 578644 h 777876"/>
              <a:gd name="connsiteX29" fmla="*/ 1046956 w 1046956"/>
              <a:gd name="connsiteY29" fmla="*/ 588170 h 777876"/>
              <a:gd name="connsiteX30" fmla="*/ 993775 w 1046956"/>
              <a:gd name="connsiteY30" fmla="*/ 631826 h 777876"/>
              <a:gd name="connsiteX31" fmla="*/ 860425 w 1046956"/>
              <a:gd name="connsiteY31" fmla="*/ 622301 h 777876"/>
              <a:gd name="connsiteX32" fmla="*/ 815975 w 1046956"/>
              <a:gd name="connsiteY32" fmla="*/ 609601 h 777876"/>
              <a:gd name="connsiteX33" fmla="*/ 733425 w 1046956"/>
              <a:gd name="connsiteY33" fmla="*/ 657226 h 777876"/>
              <a:gd name="connsiteX34" fmla="*/ 692150 w 1046956"/>
              <a:gd name="connsiteY34" fmla="*/ 688976 h 777876"/>
              <a:gd name="connsiteX35" fmla="*/ 663575 w 1046956"/>
              <a:gd name="connsiteY35" fmla="*/ 727076 h 777876"/>
              <a:gd name="connsiteX36" fmla="*/ 631825 w 1046956"/>
              <a:gd name="connsiteY36" fmla="*/ 730251 h 777876"/>
              <a:gd name="connsiteX37" fmla="*/ 609600 w 1046956"/>
              <a:gd name="connsiteY37" fmla="*/ 777876 h 777876"/>
              <a:gd name="connsiteX38" fmla="*/ 590550 w 1046956"/>
              <a:gd name="connsiteY38" fmla="*/ 746126 h 777876"/>
              <a:gd name="connsiteX39" fmla="*/ 561975 w 1046956"/>
              <a:gd name="connsiteY39" fmla="*/ 749301 h 777876"/>
              <a:gd name="connsiteX40" fmla="*/ 536575 w 1046956"/>
              <a:gd name="connsiteY40" fmla="*/ 711201 h 777876"/>
              <a:gd name="connsiteX41" fmla="*/ 517525 w 1046956"/>
              <a:gd name="connsiteY41" fmla="*/ 711201 h 777876"/>
              <a:gd name="connsiteX42" fmla="*/ 498475 w 1046956"/>
              <a:gd name="connsiteY42" fmla="*/ 688976 h 777876"/>
              <a:gd name="connsiteX43" fmla="*/ 517525 w 1046956"/>
              <a:gd name="connsiteY43" fmla="*/ 660401 h 777876"/>
              <a:gd name="connsiteX44" fmla="*/ 508000 w 1046956"/>
              <a:gd name="connsiteY44" fmla="*/ 654051 h 777876"/>
              <a:gd name="connsiteX45" fmla="*/ 473075 w 1046956"/>
              <a:gd name="connsiteY45" fmla="*/ 673101 h 777876"/>
              <a:gd name="connsiteX46" fmla="*/ 438150 w 1046956"/>
              <a:gd name="connsiteY46" fmla="*/ 660401 h 777876"/>
              <a:gd name="connsiteX47" fmla="*/ 479425 w 1046956"/>
              <a:gd name="connsiteY47" fmla="*/ 641351 h 777876"/>
              <a:gd name="connsiteX48" fmla="*/ 476250 w 1046956"/>
              <a:gd name="connsiteY48" fmla="*/ 612776 h 777876"/>
              <a:gd name="connsiteX49" fmla="*/ 444500 w 1046956"/>
              <a:gd name="connsiteY49" fmla="*/ 590551 h 777876"/>
              <a:gd name="connsiteX50" fmla="*/ 406400 w 1046956"/>
              <a:gd name="connsiteY50" fmla="*/ 603251 h 777876"/>
              <a:gd name="connsiteX51" fmla="*/ 425450 w 1046956"/>
              <a:gd name="connsiteY51" fmla="*/ 638176 h 777876"/>
              <a:gd name="connsiteX52" fmla="*/ 396875 w 1046956"/>
              <a:gd name="connsiteY52" fmla="*/ 647701 h 777876"/>
              <a:gd name="connsiteX53" fmla="*/ 365125 w 1046956"/>
              <a:gd name="connsiteY53" fmla="*/ 647701 h 777876"/>
              <a:gd name="connsiteX54" fmla="*/ 307975 w 1046956"/>
              <a:gd name="connsiteY54" fmla="*/ 704851 h 777876"/>
              <a:gd name="connsiteX55" fmla="*/ 244475 w 1046956"/>
              <a:gd name="connsiteY55" fmla="*/ 701676 h 777876"/>
              <a:gd name="connsiteX56" fmla="*/ 190500 w 1046956"/>
              <a:gd name="connsiteY56" fmla="*/ 644526 h 777876"/>
              <a:gd name="connsiteX57" fmla="*/ 149225 w 1046956"/>
              <a:gd name="connsiteY57" fmla="*/ 644526 h 777876"/>
              <a:gd name="connsiteX58" fmla="*/ 111125 w 1046956"/>
              <a:gd name="connsiteY58" fmla="*/ 603251 h 777876"/>
              <a:gd name="connsiteX59" fmla="*/ 73025 w 1046956"/>
              <a:gd name="connsiteY59" fmla="*/ 625476 h 777876"/>
              <a:gd name="connsiteX60" fmla="*/ 38100 w 1046956"/>
              <a:gd name="connsiteY60" fmla="*/ 625476 h 777876"/>
              <a:gd name="connsiteX61" fmla="*/ 0 w 1046956"/>
              <a:gd name="connsiteY61" fmla="*/ 590551 h 777876"/>
              <a:gd name="connsiteX62" fmla="*/ 40501 w 1046956"/>
              <a:gd name="connsiteY62" fmla="*/ 2382 h 777876"/>
              <a:gd name="connsiteX63" fmla="*/ 107950 w 1046956"/>
              <a:gd name="connsiteY63" fmla="*/ 31751 h 777876"/>
              <a:gd name="connsiteX0" fmla="*/ 107950 w 1054100"/>
              <a:gd name="connsiteY0" fmla="*/ 31751 h 777876"/>
              <a:gd name="connsiteX1" fmla="*/ 125406 w 1054100"/>
              <a:gd name="connsiteY1" fmla="*/ 0 h 777876"/>
              <a:gd name="connsiteX2" fmla="*/ 187314 w 1054100"/>
              <a:gd name="connsiteY2" fmla="*/ 14276 h 777876"/>
              <a:gd name="connsiteX3" fmla="*/ 225425 w 1054100"/>
              <a:gd name="connsiteY3" fmla="*/ 63501 h 777876"/>
              <a:gd name="connsiteX4" fmla="*/ 212725 w 1054100"/>
              <a:gd name="connsiteY4" fmla="*/ 104776 h 777876"/>
              <a:gd name="connsiteX5" fmla="*/ 228600 w 1054100"/>
              <a:gd name="connsiteY5" fmla="*/ 130176 h 777876"/>
              <a:gd name="connsiteX6" fmla="*/ 230175 w 1054100"/>
              <a:gd name="connsiteY6" fmla="*/ 102372 h 777876"/>
              <a:gd name="connsiteX7" fmla="*/ 261131 w 1054100"/>
              <a:gd name="connsiteY7" fmla="*/ 99197 h 777876"/>
              <a:gd name="connsiteX8" fmla="*/ 277806 w 1054100"/>
              <a:gd name="connsiteY8" fmla="*/ 123814 h 777876"/>
              <a:gd name="connsiteX9" fmla="*/ 301618 w 1054100"/>
              <a:gd name="connsiteY9" fmla="*/ 116669 h 777876"/>
              <a:gd name="connsiteX10" fmla="*/ 340512 w 1054100"/>
              <a:gd name="connsiteY10" fmla="*/ 148420 h 777876"/>
              <a:gd name="connsiteX11" fmla="*/ 315112 w 1054100"/>
              <a:gd name="connsiteY11" fmla="*/ 195264 h 777876"/>
              <a:gd name="connsiteX12" fmla="*/ 373328 w 1054100"/>
              <a:gd name="connsiteY12" fmla="*/ 227805 h 777876"/>
              <a:gd name="connsiteX13" fmla="*/ 403225 w 1054100"/>
              <a:gd name="connsiteY13" fmla="*/ 266701 h 777876"/>
              <a:gd name="connsiteX14" fmla="*/ 445286 w 1054100"/>
              <a:gd name="connsiteY14" fmla="*/ 324631 h 777876"/>
              <a:gd name="connsiteX15" fmla="*/ 473068 w 1054100"/>
              <a:gd name="connsiteY15" fmla="*/ 333362 h 777876"/>
              <a:gd name="connsiteX16" fmla="*/ 482592 w 1054100"/>
              <a:gd name="connsiteY16" fmla="*/ 307963 h 777876"/>
              <a:gd name="connsiteX17" fmla="*/ 513548 w 1054100"/>
              <a:gd name="connsiteY17" fmla="*/ 311931 h 777876"/>
              <a:gd name="connsiteX18" fmla="*/ 538948 w 1054100"/>
              <a:gd name="connsiteY18" fmla="*/ 323044 h 777876"/>
              <a:gd name="connsiteX19" fmla="*/ 584985 w 1054100"/>
              <a:gd name="connsiteY19" fmla="*/ 321457 h 777876"/>
              <a:gd name="connsiteX20" fmla="*/ 638166 w 1054100"/>
              <a:gd name="connsiteY20" fmla="*/ 346063 h 777876"/>
              <a:gd name="connsiteX21" fmla="*/ 701675 w 1054100"/>
              <a:gd name="connsiteY21" fmla="*/ 339726 h 777876"/>
              <a:gd name="connsiteX22" fmla="*/ 771525 w 1054100"/>
              <a:gd name="connsiteY22" fmla="*/ 337331 h 777876"/>
              <a:gd name="connsiteX23" fmla="*/ 812800 w 1054100"/>
              <a:gd name="connsiteY23" fmla="*/ 339726 h 777876"/>
              <a:gd name="connsiteX24" fmla="*/ 838200 w 1054100"/>
              <a:gd name="connsiteY24" fmla="*/ 381001 h 777876"/>
              <a:gd name="connsiteX25" fmla="*/ 838200 w 1054100"/>
              <a:gd name="connsiteY25" fmla="*/ 463551 h 777876"/>
              <a:gd name="connsiteX26" fmla="*/ 911225 w 1054100"/>
              <a:gd name="connsiteY26" fmla="*/ 520701 h 777876"/>
              <a:gd name="connsiteX27" fmla="*/ 974725 w 1054100"/>
              <a:gd name="connsiteY27" fmla="*/ 552451 h 777876"/>
              <a:gd name="connsiteX28" fmla="*/ 999319 w 1054100"/>
              <a:gd name="connsiteY28" fmla="*/ 578644 h 777876"/>
              <a:gd name="connsiteX29" fmla="*/ 1054100 w 1054100"/>
              <a:gd name="connsiteY29" fmla="*/ 578645 h 777876"/>
              <a:gd name="connsiteX30" fmla="*/ 993775 w 1054100"/>
              <a:gd name="connsiteY30" fmla="*/ 631826 h 777876"/>
              <a:gd name="connsiteX31" fmla="*/ 860425 w 1054100"/>
              <a:gd name="connsiteY31" fmla="*/ 622301 h 777876"/>
              <a:gd name="connsiteX32" fmla="*/ 815975 w 1054100"/>
              <a:gd name="connsiteY32" fmla="*/ 609601 h 777876"/>
              <a:gd name="connsiteX33" fmla="*/ 733425 w 1054100"/>
              <a:gd name="connsiteY33" fmla="*/ 657226 h 777876"/>
              <a:gd name="connsiteX34" fmla="*/ 692150 w 1054100"/>
              <a:gd name="connsiteY34" fmla="*/ 688976 h 777876"/>
              <a:gd name="connsiteX35" fmla="*/ 663575 w 1054100"/>
              <a:gd name="connsiteY35" fmla="*/ 727076 h 777876"/>
              <a:gd name="connsiteX36" fmla="*/ 631825 w 1054100"/>
              <a:gd name="connsiteY36" fmla="*/ 730251 h 777876"/>
              <a:gd name="connsiteX37" fmla="*/ 609600 w 1054100"/>
              <a:gd name="connsiteY37" fmla="*/ 777876 h 777876"/>
              <a:gd name="connsiteX38" fmla="*/ 590550 w 1054100"/>
              <a:gd name="connsiteY38" fmla="*/ 746126 h 777876"/>
              <a:gd name="connsiteX39" fmla="*/ 561975 w 1054100"/>
              <a:gd name="connsiteY39" fmla="*/ 749301 h 777876"/>
              <a:gd name="connsiteX40" fmla="*/ 536575 w 1054100"/>
              <a:gd name="connsiteY40" fmla="*/ 711201 h 777876"/>
              <a:gd name="connsiteX41" fmla="*/ 517525 w 1054100"/>
              <a:gd name="connsiteY41" fmla="*/ 711201 h 777876"/>
              <a:gd name="connsiteX42" fmla="*/ 498475 w 1054100"/>
              <a:gd name="connsiteY42" fmla="*/ 688976 h 777876"/>
              <a:gd name="connsiteX43" fmla="*/ 517525 w 1054100"/>
              <a:gd name="connsiteY43" fmla="*/ 660401 h 777876"/>
              <a:gd name="connsiteX44" fmla="*/ 508000 w 1054100"/>
              <a:gd name="connsiteY44" fmla="*/ 654051 h 777876"/>
              <a:gd name="connsiteX45" fmla="*/ 473075 w 1054100"/>
              <a:gd name="connsiteY45" fmla="*/ 673101 h 777876"/>
              <a:gd name="connsiteX46" fmla="*/ 438150 w 1054100"/>
              <a:gd name="connsiteY46" fmla="*/ 660401 h 777876"/>
              <a:gd name="connsiteX47" fmla="*/ 479425 w 1054100"/>
              <a:gd name="connsiteY47" fmla="*/ 641351 h 777876"/>
              <a:gd name="connsiteX48" fmla="*/ 476250 w 1054100"/>
              <a:gd name="connsiteY48" fmla="*/ 612776 h 777876"/>
              <a:gd name="connsiteX49" fmla="*/ 444500 w 1054100"/>
              <a:gd name="connsiteY49" fmla="*/ 590551 h 777876"/>
              <a:gd name="connsiteX50" fmla="*/ 406400 w 1054100"/>
              <a:gd name="connsiteY50" fmla="*/ 603251 h 777876"/>
              <a:gd name="connsiteX51" fmla="*/ 425450 w 1054100"/>
              <a:gd name="connsiteY51" fmla="*/ 638176 h 777876"/>
              <a:gd name="connsiteX52" fmla="*/ 396875 w 1054100"/>
              <a:gd name="connsiteY52" fmla="*/ 647701 h 777876"/>
              <a:gd name="connsiteX53" fmla="*/ 365125 w 1054100"/>
              <a:gd name="connsiteY53" fmla="*/ 647701 h 777876"/>
              <a:gd name="connsiteX54" fmla="*/ 307975 w 1054100"/>
              <a:gd name="connsiteY54" fmla="*/ 704851 h 777876"/>
              <a:gd name="connsiteX55" fmla="*/ 244475 w 1054100"/>
              <a:gd name="connsiteY55" fmla="*/ 701676 h 777876"/>
              <a:gd name="connsiteX56" fmla="*/ 190500 w 1054100"/>
              <a:gd name="connsiteY56" fmla="*/ 644526 h 777876"/>
              <a:gd name="connsiteX57" fmla="*/ 149225 w 1054100"/>
              <a:gd name="connsiteY57" fmla="*/ 644526 h 777876"/>
              <a:gd name="connsiteX58" fmla="*/ 111125 w 1054100"/>
              <a:gd name="connsiteY58" fmla="*/ 603251 h 777876"/>
              <a:gd name="connsiteX59" fmla="*/ 73025 w 1054100"/>
              <a:gd name="connsiteY59" fmla="*/ 625476 h 777876"/>
              <a:gd name="connsiteX60" fmla="*/ 38100 w 1054100"/>
              <a:gd name="connsiteY60" fmla="*/ 625476 h 777876"/>
              <a:gd name="connsiteX61" fmla="*/ 0 w 1054100"/>
              <a:gd name="connsiteY61" fmla="*/ 590551 h 777876"/>
              <a:gd name="connsiteX62" fmla="*/ 40501 w 1054100"/>
              <a:gd name="connsiteY62" fmla="*/ 2382 h 777876"/>
              <a:gd name="connsiteX63" fmla="*/ 107950 w 1054100"/>
              <a:gd name="connsiteY63" fmla="*/ 31751 h 777876"/>
              <a:gd name="connsiteX0" fmla="*/ 107950 w 1056481"/>
              <a:gd name="connsiteY0" fmla="*/ 31751 h 777876"/>
              <a:gd name="connsiteX1" fmla="*/ 125406 w 1056481"/>
              <a:gd name="connsiteY1" fmla="*/ 0 h 777876"/>
              <a:gd name="connsiteX2" fmla="*/ 187314 w 1056481"/>
              <a:gd name="connsiteY2" fmla="*/ 14276 h 777876"/>
              <a:gd name="connsiteX3" fmla="*/ 225425 w 1056481"/>
              <a:gd name="connsiteY3" fmla="*/ 63501 h 777876"/>
              <a:gd name="connsiteX4" fmla="*/ 212725 w 1056481"/>
              <a:gd name="connsiteY4" fmla="*/ 104776 h 777876"/>
              <a:gd name="connsiteX5" fmla="*/ 228600 w 1056481"/>
              <a:gd name="connsiteY5" fmla="*/ 130176 h 777876"/>
              <a:gd name="connsiteX6" fmla="*/ 230175 w 1056481"/>
              <a:gd name="connsiteY6" fmla="*/ 102372 h 777876"/>
              <a:gd name="connsiteX7" fmla="*/ 261131 w 1056481"/>
              <a:gd name="connsiteY7" fmla="*/ 99197 h 777876"/>
              <a:gd name="connsiteX8" fmla="*/ 277806 w 1056481"/>
              <a:gd name="connsiteY8" fmla="*/ 123814 h 777876"/>
              <a:gd name="connsiteX9" fmla="*/ 301618 w 1056481"/>
              <a:gd name="connsiteY9" fmla="*/ 116669 h 777876"/>
              <a:gd name="connsiteX10" fmla="*/ 340512 w 1056481"/>
              <a:gd name="connsiteY10" fmla="*/ 148420 h 777876"/>
              <a:gd name="connsiteX11" fmla="*/ 315112 w 1056481"/>
              <a:gd name="connsiteY11" fmla="*/ 195264 h 777876"/>
              <a:gd name="connsiteX12" fmla="*/ 373328 w 1056481"/>
              <a:gd name="connsiteY12" fmla="*/ 227805 h 777876"/>
              <a:gd name="connsiteX13" fmla="*/ 403225 w 1056481"/>
              <a:gd name="connsiteY13" fmla="*/ 266701 h 777876"/>
              <a:gd name="connsiteX14" fmla="*/ 445286 w 1056481"/>
              <a:gd name="connsiteY14" fmla="*/ 324631 h 777876"/>
              <a:gd name="connsiteX15" fmla="*/ 473068 w 1056481"/>
              <a:gd name="connsiteY15" fmla="*/ 333362 h 777876"/>
              <a:gd name="connsiteX16" fmla="*/ 482592 w 1056481"/>
              <a:gd name="connsiteY16" fmla="*/ 307963 h 777876"/>
              <a:gd name="connsiteX17" fmla="*/ 513548 w 1056481"/>
              <a:gd name="connsiteY17" fmla="*/ 311931 h 777876"/>
              <a:gd name="connsiteX18" fmla="*/ 538948 w 1056481"/>
              <a:gd name="connsiteY18" fmla="*/ 323044 h 777876"/>
              <a:gd name="connsiteX19" fmla="*/ 584985 w 1056481"/>
              <a:gd name="connsiteY19" fmla="*/ 321457 h 777876"/>
              <a:gd name="connsiteX20" fmla="*/ 638166 w 1056481"/>
              <a:gd name="connsiteY20" fmla="*/ 346063 h 777876"/>
              <a:gd name="connsiteX21" fmla="*/ 701675 w 1056481"/>
              <a:gd name="connsiteY21" fmla="*/ 339726 h 777876"/>
              <a:gd name="connsiteX22" fmla="*/ 771525 w 1056481"/>
              <a:gd name="connsiteY22" fmla="*/ 337331 h 777876"/>
              <a:gd name="connsiteX23" fmla="*/ 812800 w 1056481"/>
              <a:gd name="connsiteY23" fmla="*/ 339726 h 777876"/>
              <a:gd name="connsiteX24" fmla="*/ 838200 w 1056481"/>
              <a:gd name="connsiteY24" fmla="*/ 381001 h 777876"/>
              <a:gd name="connsiteX25" fmla="*/ 838200 w 1056481"/>
              <a:gd name="connsiteY25" fmla="*/ 463551 h 777876"/>
              <a:gd name="connsiteX26" fmla="*/ 911225 w 1056481"/>
              <a:gd name="connsiteY26" fmla="*/ 520701 h 777876"/>
              <a:gd name="connsiteX27" fmla="*/ 974725 w 1056481"/>
              <a:gd name="connsiteY27" fmla="*/ 552451 h 777876"/>
              <a:gd name="connsiteX28" fmla="*/ 999319 w 1056481"/>
              <a:gd name="connsiteY28" fmla="*/ 578644 h 777876"/>
              <a:gd name="connsiteX29" fmla="*/ 1056481 w 1056481"/>
              <a:gd name="connsiteY29" fmla="*/ 578645 h 777876"/>
              <a:gd name="connsiteX30" fmla="*/ 993775 w 1056481"/>
              <a:gd name="connsiteY30" fmla="*/ 631826 h 777876"/>
              <a:gd name="connsiteX31" fmla="*/ 860425 w 1056481"/>
              <a:gd name="connsiteY31" fmla="*/ 622301 h 777876"/>
              <a:gd name="connsiteX32" fmla="*/ 815975 w 1056481"/>
              <a:gd name="connsiteY32" fmla="*/ 609601 h 777876"/>
              <a:gd name="connsiteX33" fmla="*/ 733425 w 1056481"/>
              <a:gd name="connsiteY33" fmla="*/ 657226 h 777876"/>
              <a:gd name="connsiteX34" fmla="*/ 692150 w 1056481"/>
              <a:gd name="connsiteY34" fmla="*/ 688976 h 777876"/>
              <a:gd name="connsiteX35" fmla="*/ 663575 w 1056481"/>
              <a:gd name="connsiteY35" fmla="*/ 727076 h 777876"/>
              <a:gd name="connsiteX36" fmla="*/ 631825 w 1056481"/>
              <a:gd name="connsiteY36" fmla="*/ 730251 h 777876"/>
              <a:gd name="connsiteX37" fmla="*/ 609600 w 1056481"/>
              <a:gd name="connsiteY37" fmla="*/ 777876 h 777876"/>
              <a:gd name="connsiteX38" fmla="*/ 590550 w 1056481"/>
              <a:gd name="connsiteY38" fmla="*/ 746126 h 777876"/>
              <a:gd name="connsiteX39" fmla="*/ 561975 w 1056481"/>
              <a:gd name="connsiteY39" fmla="*/ 749301 h 777876"/>
              <a:gd name="connsiteX40" fmla="*/ 536575 w 1056481"/>
              <a:gd name="connsiteY40" fmla="*/ 711201 h 777876"/>
              <a:gd name="connsiteX41" fmla="*/ 517525 w 1056481"/>
              <a:gd name="connsiteY41" fmla="*/ 711201 h 777876"/>
              <a:gd name="connsiteX42" fmla="*/ 498475 w 1056481"/>
              <a:gd name="connsiteY42" fmla="*/ 688976 h 777876"/>
              <a:gd name="connsiteX43" fmla="*/ 517525 w 1056481"/>
              <a:gd name="connsiteY43" fmla="*/ 660401 h 777876"/>
              <a:gd name="connsiteX44" fmla="*/ 508000 w 1056481"/>
              <a:gd name="connsiteY44" fmla="*/ 654051 h 777876"/>
              <a:gd name="connsiteX45" fmla="*/ 473075 w 1056481"/>
              <a:gd name="connsiteY45" fmla="*/ 673101 h 777876"/>
              <a:gd name="connsiteX46" fmla="*/ 438150 w 1056481"/>
              <a:gd name="connsiteY46" fmla="*/ 660401 h 777876"/>
              <a:gd name="connsiteX47" fmla="*/ 479425 w 1056481"/>
              <a:gd name="connsiteY47" fmla="*/ 641351 h 777876"/>
              <a:gd name="connsiteX48" fmla="*/ 476250 w 1056481"/>
              <a:gd name="connsiteY48" fmla="*/ 612776 h 777876"/>
              <a:gd name="connsiteX49" fmla="*/ 444500 w 1056481"/>
              <a:gd name="connsiteY49" fmla="*/ 590551 h 777876"/>
              <a:gd name="connsiteX50" fmla="*/ 406400 w 1056481"/>
              <a:gd name="connsiteY50" fmla="*/ 603251 h 777876"/>
              <a:gd name="connsiteX51" fmla="*/ 425450 w 1056481"/>
              <a:gd name="connsiteY51" fmla="*/ 638176 h 777876"/>
              <a:gd name="connsiteX52" fmla="*/ 396875 w 1056481"/>
              <a:gd name="connsiteY52" fmla="*/ 647701 h 777876"/>
              <a:gd name="connsiteX53" fmla="*/ 365125 w 1056481"/>
              <a:gd name="connsiteY53" fmla="*/ 647701 h 777876"/>
              <a:gd name="connsiteX54" fmla="*/ 307975 w 1056481"/>
              <a:gd name="connsiteY54" fmla="*/ 704851 h 777876"/>
              <a:gd name="connsiteX55" fmla="*/ 244475 w 1056481"/>
              <a:gd name="connsiteY55" fmla="*/ 701676 h 777876"/>
              <a:gd name="connsiteX56" fmla="*/ 190500 w 1056481"/>
              <a:gd name="connsiteY56" fmla="*/ 644526 h 777876"/>
              <a:gd name="connsiteX57" fmla="*/ 149225 w 1056481"/>
              <a:gd name="connsiteY57" fmla="*/ 644526 h 777876"/>
              <a:gd name="connsiteX58" fmla="*/ 111125 w 1056481"/>
              <a:gd name="connsiteY58" fmla="*/ 603251 h 777876"/>
              <a:gd name="connsiteX59" fmla="*/ 73025 w 1056481"/>
              <a:gd name="connsiteY59" fmla="*/ 625476 h 777876"/>
              <a:gd name="connsiteX60" fmla="*/ 38100 w 1056481"/>
              <a:gd name="connsiteY60" fmla="*/ 625476 h 777876"/>
              <a:gd name="connsiteX61" fmla="*/ 0 w 1056481"/>
              <a:gd name="connsiteY61" fmla="*/ 590551 h 777876"/>
              <a:gd name="connsiteX62" fmla="*/ 40501 w 1056481"/>
              <a:gd name="connsiteY62" fmla="*/ 2382 h 777876"/>
              <a:gd name="connsiteX63" fmla="*/ 107950 w 1056481"/>
              <a:gd name="connsiteY63"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107950 w 1051719"/>
              <a:gd name="connsiteY63"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73025 w 1051719"/>
              <a:gd name="connsiteY63" fmla="*/ 19050 h 777876"/>
              <a:gd name="connsiteX64" fmla="*/ 107950 w 1051719"/>
              <a:gd name="connsiteY64" fmla="*/ 31751 h 777876"/>
              <a:gd name="connsiteX0" fmla="*/ 107950 w 1051719"/>
              <a:gd name="connsiteY0" fmla="*/ 31751 h 777876"/>
              <a:gd name="connsiteX1" fmla="*/ 125406 w 1051719"/>
              <a:gd name="connsiteY1" fmla="*/ 0 h 777876"/>
              <a:gd name="connsiteX2" fmla="*/ 187314 w 1051719"/>
              <a:gd name="connsiteY2" fmla="*/ 14276 h 777876"/>
              <a:gd name="connsiteX3" fmla="*/ 225425 w 1051719"/>
              <a:gd name="connsiteY3" fmla="*/ 63501 h 777876"/>
              <a:gd name="connsiteX4" fmla="*/ 212725 w 1051719"/>
              <a:gd name="connsiteY4" fmla="*/ 104776 h 777876"/>
              <a:gd name="connsiteX5" fmla="*/ 228600 w 1051719"/>
              <a:gd name="connsiteY5" fmla="*/ 130176 h 777876"/>
              <a:gd name="connsiteX6" fmla="*/ 230175 w 1051719"/>
              <a:gd name="connsiteY6" fmla="*/ 102372 h 777876"/>
              <a:gd name="connsiteX7" fmla="*/ 261131 w 1051719"/>
              <a:gd name="connsiteY7" fmla="*/ 99197 h 777876"/>
              <a:gd name="connsiteX8" fmla="*/ 277806 w 1051719"/>
              <a:gd name="connsiteY8" fmla="*/ 123814 h 777876"/>
              <a:gd name="connsiteX9" fmla="*/ 301618 w 1051719"/>
              <a:gd name="connsiteY9" fmla="*/ 116669 h 777876"/>
              <a:gd name="connsiteX10" fmla="*/ 340512 w 1051719"/>
              <a:gd name="connsiteY10" fmla="*/ 148420 h 777876"/>
              <a:gd name="connsiteX11" fmla="*/ 315112 w 1051719"/>
              <a:gd name="connsiteY11" fmla="*/ 195264 h 777876"/>
              <a:gd name="connsiteX12" fmla="*/ 373328 w 1051719"/>
              <a:gd name="connsiteY12" fmla="*/ 227805 h 777876"/>
              <a:gd name="connsiteX13" fmla="*/ 403225 w 1051719"/>
              <a:gd name="connsiteY13" fmla="*/ 266701 h 777876"/>
              <a:gd name="connsiteX14" fmla="*/ 445286 w 1051719"/>
              <a:gd name="connsiteY14" fmla="*/ 324631 h 777876"/>
              <a:gd name="connsiteX15" fmla="*/ 473068 w 1051719"/>
              <a:gd name="connsiteY15" fmla="*/ 333362 h 777876"/>
              <a:gd name="connsiteX16" fmla="*/ 482592 w 1051719"/>
              <a:gd name="connsiteY16" fmla="*/ 307963 h 777876"/>
              <a:gd name="connsiteX17" fmla="*/ 513548 w 1051719"/>
              <a:gd name="connsiteY17" fmla="*/ 311931 h 777876"/>
              <a:gd name="connsiteX18" fmla="*/ 538948 w 1051719"/>
              <a:gd name="connsiteY18" fmla="*/ 323044 h 777876"/>
              <a:gd name="connsiteX19" fmla="*/ 584985 w 1051719"/>
              <a:gd name="connsiteY19" fmla="*/ 321457 h 777876"/>
              <a:gd name="connsiteX20" fmla="*/ 638166 w 1051719"/>
              <a:gd name="connsiteY20" fmla="*/ 346063 h 777876"/>
              <a:gd name="connsiteX21" fmla="*/ 701675 w 1051719"/>
              <a:gd name="connsiteY21" fmla="*/ 339726 h 777876"/>
              <a:gd name="connsiteX22" fmla="*/ 771525 w 1051719"/>
              <a:gd name="connsiteY22" fmla="*/ 337331 h 777876"/>
              <a:gd name="connsiteX23" fmla="*/ 812800 w 1051719"/>
              <a:gd name="connsiteY23" fmla="*/ 339726 h 777876"/>
              <a:gd name="connsiteX24" fmla="*/ 838200 w 1051719"/>
              <a:gd name="connsiteY24" fmla="*/ 381001 h 777876"/>
              <a:gd name="connsiteX25" fmla="*/ 838200 w 1051719"/>
              <a:gd name="connsiteY25" fmla="*/ 463551 h 777876"/>
              <a:gd name="connsiteX26" fmla="*/ 911225 w 1051719"/>
              <a:gd name="connsiteY26" fmla="*/ 520701 h 777876"/>
              <a:gd name="connsiteX27" fmla="*/ 974725 w 1051719"/>
              <a:gd name="connsiteY27" fmla="*/ 552451 h 777876"/>
              <a:gd name="connsiteX28" fmla="*/ 999319 w 1051719"/>
              <a:gd name="connsiteY28" fmla="*/ 578644 h 777876"/>
              <a:gd name="connsiteX29" fmla="*/ 1051719 w 1051719"/>
              <a:gd name="connsiteY29" fmla="*/ 578645 h 777876"/>
              <a:gd name="connsiteX30" fmla="*/ 993775 w 1051719"/>
              <a:gd name="connsiteY30" fmla="*/ 631826 h 777876"/>
              <a:gd name="connsiteX31" fmla="*/ 860425 w 1051719"/>
              <a:gd name="connsiteY31" fmla="*/ 622301 h 777876"/>
              <a:gd name="connsiteX32" fmla="*/ 815975 w 1051719"/>
              <a:gd name="connsiteY32" fmla="*/ 609601 h 777876"/>
              <a:gd name="connsiteX33" fmla="*/ 733425 w 1051719"/>
              <a:gd name="connsiteY33" fmla="*/ 657226 h 777876"/>
              <a:gd name="connsiteX34" fmla="*/ 692150 w 1051719"/>
              <a:gd name="connsiteY34" fmla="*/ 688976 h 777876"/>
              <a:gd name="connsiteX35" fmla="*/ 663575 w 1051719"/>
              <a:gd name="connsiteY35" fmla="*/ 727076 h 777876"/>
              <a:gd name="connsiteX36" fmla="*/ 631825 w 1051719"/>
              <a:gd name="connsiteY36" fmla="*/ 730251 h 777876"/>
              <a:gd name="connsiteX37" fmla="*/ 609600 w 1051719"/>
              <a:gd name="connsiteY37" fmla="*/ 777876 h 777876"/>
              <a:gd name="connsiteX38" fmla="*/ 590550 w 1051719"/>
              <a:gd name="connsiteY38" fmla="*/ 746126 h 777876"/>
              <a:gd name="connsiteX39" fmla="*/ 561975 w 1051719"/>
              <a:gd name="connsiteY39" fmla="*/ 749301 h 777876"/>
              <a:gd name="connsiteX40" fmla="*/ 536575 w 1051719"/>
              <a:gd name="connsiteY40" fmla="*/ 711201 h 777876"/>
              <a:gd name="connsiteX41" fmla="*/ 517525 w 1051719"/>
              <a:gd name="connsiteY41" fmla="*/ 711201 h 777876"/>
              <a:gd name="connsiteX42" fmla="*/ 498475 w 1051719"/>
              <a:gd name="connsiteY42" fmla="*/ 688976 h 777876"/>
              <a:gd name="connsiteX43" fmla="*/ 517525 w 1051719"/>
              <a:gd name="connsiteY43" fmla="*/ 660401 h 777876"/>
              <a:gd name="connsiteX44" fmla="*/ 508000 w 1051719"/>
              <a:gd name="connsiteY44" fmla="*/ 654051 h 777876"/>
              <a:gd name="connsiteX45" fmla="*/ 473075 w 1051719"/>
              <a:gd name="connsiteY45" fmla="*/ 673101 h 777876"/>
              <a:gd name="connsiteX46" fmla="*/ 438150 w 1051719"/>
              <a:gd name="connsiteY46" fmla="*/ 660401 h 777876"/>
              <a:gd name="connsiteX47" fmla="*/ 479425 w 1051719"/>
              <a:gd name="connsiteY47" fmla="*/ 641351 h 777876"/>
              <a:gd name="connsiteX48" fmla="*/ 476250 w 1051719"/>
              <a:gd name="connsiteY48" fmla="*/ 612776 h 777876"/>
              <a:gd name="connsiteX49" fmla="*/ 444500 w 1051719"/>
              <a:gd name="connsiteY49" fmla="*/ 590551 h 777876"/>
              <a:gd name="connsiteX50" fmla="*/ 406400 w 1051719"/>
              <a:gd name="connsiteY50" fmla="*/ 603251 h 777876"/>
              <a:gd name="connsiteX51" fmla="*/ 425450 w 1051719"/>
              <a:gd name="connsiteY51" fmla="*/ 638176 h 777876"/>
              <a:gd name="connsiteX52" fmla="*/ 396875 w 1051719"/>
              <a:gd name="connsiteY52" fmla="*/ 647701 h 777876"/>
              <a:gd name="connsiteX53" fmla="*/ 365125 w 1051719"/>
              <a:gd name="connsiteY53" fmla="*/ 647701 h 777876"/>
              <a:gd name="connsiteX54" fmla="*/ 307975 w 1051719"/>
              <a:gd name="connsiteY54" fmla="*/ 704851 h 777876"/>
              <a:gd name="connsiteX55" fmla="*/ 244475 w 1051719"/>
              <a:gd name="connsiteY55" fmla="*/ 701676 h 777876"/>
              <a:gd name="connsiteX56" fmla="*/ 190500 w 1051719"/>
              <a:gd name="connsiteY56" fmla="*/ 644526 h 777876"/>
              <a:gd name="connsiteX57" fmla="*/ 149225 w 1051719"/>
              <a:gd name="connsiteY57" fmla="*/ 644526 h 777876"/>
              <a:gd name="connsiteX58" fmla="*/ 111125 w 1051719"/>
              <a:gd name="connsiteY58" fmla="*/ 603251 h 777876"/>
              <a:gd name="connsiteX59" fmla="*/ 73025 w 1051719"/>
              <a:gd name="connsiteY59" fmla="*/ 625476 h 777876"/>
              <a:gd name="connsiteX60" fmla="*/ 38100 w 1051719"/>
              <a:gd name="connsiteY60" fmla="*/ 625476 h 777876"/>
              <a:gd name="connsiteX61" fmla="*/ 0 w 1051719"/>
              <a:gd name="connsiteY61" fmla="*/ 590551 h 777876"/>
              <a:gd name="connsiteX62" fmla="*/ 40501 w 1051719"/>
              <a:gd name="connsiteY62" fmla="*/ 2382 h 777876"/>
              <a:gd name="connsiteX63" fmla="*/ 70638 w 1051719"/>
              <a:gd name="connsiteY63" fmla="*/ 21431 h 777876"/>
              <a:gd name="connsiteX64" fmla="*/ 107950 w 1051719"/>
              <a:gd name="connsiteY64" fmla="*/ 31751 h 777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51719" h="777876">
                <a:moveTo>
                  <a:pt x="107950" y="31751"/>
                </a:moveTo>
                <a:lnTo>
                  <a:pt x="125406" y="0"/>
                </a:lnTo>
                <a:lnTo>
                  <a:pt x="187314" y="14276"/>
                </a:lnTo>
                <a:lnTo>
                  <a:pt x="225425" y="63501"/>
                </a:lnTo>
                <a:lnTo>
                  <a:pt x="212725" y="104776"/>
                </a:lnTo>
                <a:lnTo>
                  <a:pt x="228600" y="130176"/>
                </a:lnTo>
                <a:cubicBezTo>
                  <a:pt x="233098" y="130176"/>
                  <a:pt x="224354" y="108722"/>
                  <a:pt x="230175" y="102372"/>
                </a:cubicBezTo>
                <a:lnTo>
                  <a:pt x="261131" y="99197"/>
                </a:lnTo>
                <a:lnTo>
                  <a:pt x="277806" y="123814"/>
                </a:lnTo>
                <a:lnTo>
                  <a:pt x="301618" y="116669"/>
                </a:lnTo>
                <a:lnTo>
                  <a:pt x="340512" y="148420"/>
                </a:lnTo>
                <a:lnTo>
                  <a:pt x="315112" y="195264"/>
                </a:lnTo>
                <a:lnTo>
                  <a:pt x="373328" y="227805"/>
                </a:lnTo>
                <a:lnTo>
                  <a:pt x="403225" y="266701"/>
                </a:lnTo>
                <a:lnTo>
                  <a:pt x="445286" y="324631"/>
                </a:lnTo>
                <a:lnTo>
                  <a:pt x="473068" y="333362"/>
                </a:lnTo>
                <a:lnTo>
                  <a:pt x="482592" y="307963"/>
                </a:lnTo>
                <a:cubicBezTo>
                  <a:pt x="488943" y="304393"/>
                  <a:pt x="504155" y="309417"/>
                  <a:pt x="513548" y="311931"/>
                </a:cubicBezTo>
                <a:cubicBezTo>
                  <a:pt x="522941" y="314445"/>
                  <a:pt x="526646" y="321459"/>
                  <a:pt x="538948" y="323044"/>
                </a:cubicBezTo>
                <a:lnTo>
                  <a:pt x="584985" y="321457"/>
                </a:lnTo>
                <a:cubicBezTo>
                  <a:pt x="603110" y="325296"/>
                  <a:pt x="618718" y="343018"/>
                  <a:pt x="638166" y="346063"/>
                </a:cubicBezTo>
                <a:lnTo>
                  <a:pt x="701675" y="339726"/>
                </a:lnTo>
                <a:lnTo>
                  <a:pt x="771525" y="337331"/>
                </a:lnTo>
                <a:lnTo>
                  <a:pt x="812800" y="339726"/>
                </a:lnTo>
                <a:lnTo>
                  <a:pt x="838200" y="381001"/>
                </a:lnTo>
                <a:lnTo>
                  <a:pt x="838200" y="463551"/>
                </a:lnTo>
                <a:lnTo>
                  <a:pt x="911225" y="520701"/>
                </a:lnTo>
                <a:lnTo>
                  <a:pt x="974725" y="552451"/>
                </a:lnTo>
                <a:lnTo>
                  <a:pt x="999319" y="578644"/>
                </a:lnTo>
                <a:lnTo>
                  <a:pt x="1051719" y="578645"/>
                </a:lnTo>
                <a:lnTo>
                  <a:pt x="993775" y="631826"/>
                </a:lnTo>
                <a:lnTo>
                  <a:pt x="860425" y="622301"/>
                </a:lnTo>
                <a:lnTo>
                  <a:pt x="815975" y="609601"/>
                </a:lnTo>
                <a:lnTo>
                  <a:pt x="733425" y="657226"/>
                </a:lnTo>
                <a:lnTo>
                  <a:pt x="692150" y="688976"/>
                </a:lnTo>
                <a:lnTo>
                  <a:pt x="663575" y="727076"/>
                </a:lnTo>
                <a:lnTo>
                  <a:pt x="631825" y="730251"/>
                </a:lnTo>
                <a:lnTo>
                  <a:pt x="609600" y="777876"/>
                </a:lnTo>
                <a:lnTo>
                  <a:pt x="590550" y="746126"/>
                </a:lnTo>
                <a:cubicBezTo>
                  <a:pt x="564100" y="749432"/>
                  <a:pt x="573683" y="749301"/>
                  <a:pt x="561975" y="749301"/>
                </a:cubicBezTo>
                <a:lnTo>
                  <a:pt x="536575" y="711201"/>
                </a:lnTo>
                <a:lnTo>
                  <a:pt x="517525" y="711201"/>
                </a:lnTo>
                <a:lnTo>
                  <a:pt x="498475" y="688976"/>
                </a:lnTo>
                <a:lnTo>
                  <a:pt x="517525" y="660401"/>
                </a:lnTo>
                <a:lnTo>
                  <a:pt x="508000" y="654051"/>
                </a:lnTo>
                <a:lnTo>
                  <a:pt x="473075" y="673101"/>
                </a:lnTo>
                <a:lnTo>
                  <a:pt x="438150" y="660401"/>
                </a:lnTo>
                <a:lnTo>
                  <a:pt x="479425" y="641351"/>
                </a:lnTo>
                <a:lnTo>
                  <a:pt x="476250" y="612776"/>
                </a:lnTo>
                <a:lnTo>
                  <a:pt x="444500" y="590551"/>
                </a:lnTo>
                <a:lnTo>
                  <a:pt x="406400" y="603251"/>
                </a:lnTo>
                <a:lnTo>
                  <a:pt x="425450" y="638176"/>
                </a:lnTo>
                <a:lnTo>
                  <a:pt x="396875" y="647701"/>
                </a:lnTo>
                <a:lnTo>
                  <a:pt x="365125" y="647701"/>
                </a:lnTo>
                <a:lnTo>
                  <a:pt x="307975" y="704851"/>
                </a:lnTo>
                <a:lnTo>
                  <a:pt x="244475" y="701676"/>
                </a:lnTo>
                <a:lnTo>
                  <a:pt x="190500" y="644526"/>
                </a:lnTo>
                <a:lnTo>
                  <a:pt x="149225" y="644526"/>
                </a:lnTo>
                <a:lnTo>
                  <a:pt x="111125" y="603251"/>
                </a:lnTo>
                <a:lnTo>
                  <a:pt x="73025" y="625476"/>
                </a:lnTo>
                <a:lnTo>
                  <a:pt x="38100" y="625476"/>
                </a:lnTo>
                <a:lnTo>
                  <a:pt x="0" y="590551"/>
                </a:lnTo>
                <a:lnTo>
                  <a:pt x="40501" y="2382"/>
                </a:lnTo>
                <a:lnTo>
                  <a:pt x="70638" y="21431"/>
                </a:lnTo>
                <a:lnTo>
                  <a:pt x="107950" y="31751"/>
                </a:lnTo>
                <a:close/>
              </a:path>
            </a:pathLst>
          </a:custGeom>
          <a:solidFill>
            <a:srgbClr val="FFFFFF">
              <a:lumMod val="85000"/>
            </a:srgbClr>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6" name="Freeform 399">
            <a:extLst>
              <a:ext uri="{FF2B5EF4-FFF2-40B4-BE49-F238E27FC236}">
                <a16:creationId xmlns:a16="http://schemas.microsoft.com/office/drawing/2014/main" id="{3C56559F-F29B-4033-8966-90E007C42CCA}"/>
              </a:ext>
            </a:extLst>
          </p:cNvPr>
          <p:cNvSpPr/>
          <p:nvPr>
            <p:custDataLst>
              <p:tags r:id="rId8"/>
            </p:custDataLst>
          </p:nvPr>
        </p:nvSpPr>
        <p:spPr bwMode="auto">
          <a:xfrm>
            <a:off x="8033597" y="5829867"/>
            <a:ext cx="441685" cy="534446"/>
          </a:xfrm>
          <a:custGeom>
            <a:avLst/>
            <a:gdLst>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30692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24342 w 411692"/>
              <a:gd name="connsiteY2" fmla="*/ 44450 h 514350"/>
              <a:gd name="connsiteX3" fmla="*/ 49742 w 411692"/>
              <a:gd name="connsiteY3" fmla="*/ 0 h 514350"/>
              <a:gd name="connsiteX4" fmla="*/ 60590 w 411692"/>
              <a:gd name="connsiteY4" fmla="*/ 50006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32809 w 411692"/>
              <a:gd name="connsiteY2" fmla="*/ 39670 h 514350"/>
              <a:gd name="connsiteX3" fmla="*/ 49742 w 411692"/>
              <a:gd name="connsiteY3" fmla="*/ 0 h 514350"/>
              <a:gd name="connsiteX4" fmla="*/ 60590 w 411692"/>
              <a:gd name="connsiteY4" fmla="*/ 50006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90500 h 514350"/>
              <a:gd name="connsiteX1" fmla="*/ 11642 w 411692"/>
              <a:gd name="connsiteY1" fmla="*/ 98425 h 514350"/>
              <a:gd name="connsiteX2" fmla="*/ 32809 w 411692"/>
              <a:gd name="connsiteY2" fmla="*/ 39670 h 514350"/>
              <a:gd name="connsiteX3" fmla="*/ 49742 w 411692"/>
              <a:gd name="connsiteY3" fmla="*/ 0 h 514350"/>
              <a:gd name="connsiteX4" fmla="*/ 32007 w 411692"/>
              <a:gd name="connsiteY4" fmla="*/ 57150 h 514350"/>
              <a:gd name="connsiteX5" fmla="*/ 56092 w 411692"/>
              <a:gd name="connsiteY5" fmla="*/ 82550 h 514350"/>
              <a:gd name="connsiteX6" fmla="*/ 97367 w 411692"/>
              <a:gd name="connsiteY6" fmla="*/ 92075 h 514350"/>
              <a:gd name="connsiteX7" fmla="*/ 113242 w 411692"/>
              <a:gd name="connsiteY7" fmla="*/ 111125 h 514350"/>
              <a:gd name="connsiteX8" fmla="*/ 148167 w 411692"/>
              <a:gd name="connsiteY8" fmla="*/ 114300 h 514350"/>
              <a:gd name="connsiteX9" fmla="*/ 195792 w 411692"/>
              <a:gd name="connsiteY9" fmla="*/ 171450 h 514350"/>
              <a:gd name="connsiteX10" fmla="*/ 230717 w 411692"/>
              <a:gd name="connsiteY10" fmla="*/ 139700 h 514350"/>
              <a:gd name="connsiteX11" fmla="*/ 271992 w 411692"/>
              <a:gd name="connsiteY11" fmla="*/ 127000 h 514350"/>
              <a:gd name="connsiteX12" fmla="*/ 319617 w 411692"/>
              <a:gd name="connsiteY12" fmla="*/ 130175 h 514350"/>
              <a:gd name="connsiteX13" fmla="*/ 392642 w 411692"/>
              <a:gd name="connsiteY13" fmla="*/ 111125 h 514350"/>
              <a:gd name="connsiteX14" fmla="*/ 408517 w 411692"/>
              <a:gd name="connsiteY14" fmla="*/ 142875 h 514350"/>
              <a:gd name="connsiteX15" fmla="*/ 411692 w 411692"/>
              <a:gd name="connsiteY15" fmla="*/ 263525 h 514350"/>
              <a:gd name="connsiteX16" fmla="*/ 383117 w 411692"/>
              <a:gd name="connsiteY16" fmla="*/ 298450 h 514350"/>
              <a:gd name="connsiteX17" fmla="*/ 389467 w 411692"/>
              <a:gd name="connsiteY17" fmla="*/ 333375 h 514350"/>
              <a:gd name="connsiteX18" fmla="*/ 367242 w 411692"/>
              <a:gd name="connsiteY18" fmla="*/ 307975 h 514350"/>
              <a:gd name="connsiteX19" fmla="*/ 335492 w 411692"/>
              <a:gd name="connsiteY19" fmla="*/ 346075 h 514350"/>
              <a:gd name="connsiteX20" fmla="*/ 367242 w 411692"/>
              <a:gd name="connsiteY20" fmla="*/ 381000 h 514350"/>
              <a:gd name="connsiteX21" fmla="*/ 338667 w 411692"/>
              <a:gd name="connsiteY21" fmla="*/ 419100 h 514350"/>
              <a:gd name="connsiteX22" fmla="*/ 338667 w 411692"/>
              <a:gd name="connsiteY22" fmla="*/ 466725 h 514350"/>
              <a:gd name="connsiteX23" fmla="*/ 316442 w 411692"/>
              <a:gd name="connsiteY23" fmla="*/ 473075 h 514350"/>
              <a:gd name="connsiteX24" fmla="*/ 287867 w 411692"/>
              <a:gd name="connsiteY24" fmla="*/ 406400 h 514350"/>
              <a:gd name="connsiteX25" fmla="*/ 268817 w 411692"/>
              <a:gd name="connsiteY25" fmla="*/ 441325 h 514350"/>
              <a:gd name="connsiteX26" fmla="*/ 259292 w 411692"/>
              <a:gd name="connsiteY26" fmla="*/ 485775 h 514350"/>
              <a:gd name="connsiteX27" fmla="*/ 246592 w 411692"/>
              <a:gd name="connsiteY27" fmla="*/ 441325 h 514350"/>
              <a:gd name="connsiteX28" fmla="*/ 227542 w 411692"/>
              <a:gd name="connsiteY28" fmla="*/ 454025 h 514350"/>
              <a:gd name="connsiteX29" fmla="*/ 214842 w 411692"/>
              <a:gd name="connsiteY29" fmla="*/ 514350 h 514350"/>
              <a:gd name="connsiteX30" fmla="*/ 189442 w 411692"/>
              <a:gd name="connsiteY30" fmla="*/ 514350 h 514350"/>
              <a:gd name="connsiteX31" fmla="*/ 144992 w 411692"/>
              <a:gd name="connsiteY31" fmla="*/ 482600 h 514350"/>
              <a:gd name="connsiteX32" fmla="*/ 141817 w 411692"/>
              <a:gd name="connsiteY32" fmla="*/ 485775 h 514350"/>
              <a:gd name="connsiteX33" fmla="*/ 119592 w 411692"/>
              <a:gd name="connsiteY33" fmla="*/ 498475 h 514350"/>
              <a:gd name="connsiteX34" fmla="*/ 119592 w 411692"/>
              <a:gd name="connsiteY34" fmla="*/ 450850 h 514350"/>
              <a:gd name="connsiteX35" fmla="*/ 81492 w 411692"/>
              <a:gd name="connsiteY35" fmla="*/ 425450 h 514350"/>
              <a:gd name="connsiteX36" fmla="*/ 62442 w 411692"/>
              <a:gd name="connsiteY36" fmla="*/ 365125 h 514350"/>
              <a:gd name="connsiteX37" fmla="*/ 40217 w 411692"/>
              <a:gd name="connsiteY37" fmla="*/ 352425 h 514350"/>
              <a:gd name="connsiteX38" fmla="*/ 62442 w 411692"/>
              <a:gd name="connsiteY38" fmla="*/ 285750 h 514350"/>
              <a:gd name="connsiteX39" fmla="*/ 8467 w 411692"/>
              <a:gd name="connsiteY39" fmla="*/ 190500 h 514350"/>
              <a:gd name="connsiteX0" fmla="*/ 8467 w 411692"/>
              <a:gd name="connsiteY0" fmla="*/ 172244 h 496094"/>
              <a:gd name="connsiteX1" fmla="*/ 11642 w 411692"/>
              <a:gd name="connsiteY1" fmla="*/ 80169 h 496094"/>
              <a:gd name="connsiteX2" fmla="*/ 32809 w 411692"/>
              <a:gd name="connsiteY2" fmla="*/ 21414 h 496094"/>
              <a:gd name="connsiteX3" fmla="*/ 42590 w 411692"/>
              <a:gd name="connsiteY3" fmla="*/ 0 h 496094"/>
              <a:gd name="connsiteX4" fmla="*/ 32007 w 411692"/>
              <a:gd name="connsiteY4" fmla="*/ 38894 h 496094"/>
              <a:gd name="connsiteX5" fmla="*/ 56092 w 411692"/>
              <a:gd name="connsiteY5" fmla="*/ 64294 h 496094"/>
              <a:gd name="connsiteX6" fmla="*/ 97367 w 411692"/>
              <a:gd name="connsiteY6" fmla="*/ 73819 h 496094"/>
              <a:gd name="connsiteX7" fmla="*/ 113242 w 411692"/>
              <a:gd name="connsiteY7" fmla="*/ 92869 h 496094"/>
              <a:gd name="connsiteX8" fmla="*/ 148167 w 411692"/>
              <a:gd name="connsiteY8" fmla="*/ 96044 h 496094"/>
              <a:gd name="connsiteX9" fmla="*/ 195792 w 411692"/>
              <a:gd name="connsiteY9" fmla="*/ 153194 h 496094"/>
              <a:gd name="connsiteX10" fmla="*/ 230717 w 411692"/>
              <a:gd name="connsiteY10" fmla="*/ 121444 h 496094"/>
              <a:gd name="connsiteX11" fmla="*/ 271992 w 411692"/>
              <a:gd name="connsiteY11" fmla="*/ 108744 h 496094"/>
              <a:gd name="connsiteX12" fmla="*/ 319617 w 411692"/>
              <a:gd name="connsiteY12" fmla="*/ 111919 h 496094"/>
              <a:gd name="connsiteX13" fmla="*/ 392642 w 411692"/>
              <a:gd name="connsiteY13" fmla="*/ 92869 h 496094"/>
              <a:gd name="connsiteX14" fmla="*/ 408517 w 411692"/>
              <a:gd name="connsiteY14" fmla="*/ 124619 h 496094"/>
              <a:gd name="connsiteX15" fmla="*/ 411692 w 411692"/>
              <a:gd name="connsiteY15" fmla="*/ 245269 h 496094"/>
              <a:gd name="connsiteX16" fmla="*/ 383117 w 411692"/>
              <a:gd name="connsiteY16" fmla="*/ 280194 h 496094"/>
              <a:gd name="connsiteX17" fmla="*/ 389467 w 411692"/>
              <a:gd name="connsiteY17" fmla="*/ 315119 h 496094"/>
              <a:gd name="connsiteX18" fmla="*/ 367242 w 411692"/>
              <a:gd name="connsiteY18" fmla="*/ 289719 h 496094"/>
              <a:gd name="connsiteX19" fmla="*/ 335492 w 411692"/>
              <a:gd name="connsiteY19" fmla="*/ 327819 h 496094"/>
              <a:gd name="connsiteX20" fmla="*/ 367242 w 411692"/>
              <a:gd name="connsiteY20" fmla="*/ 362744 h 496094"/>
              <a:gd name="connsiteX21" fmla="*/ 338667 w 411692"/>
              <a:gd name="connsiteY21" fmla="*/ 400844 h 496094"/>
              <a:gd name="connsiteX22" fmla="*/ 338667 w 411692"/>
              <a:gd name="connsiteY22" fmla="*/ 448469 h 496094"/>
              <a:gd name="connsiteX23" fmla="*/ 316442 w 411692"/>
              <a:gd name="connsiteY23" fmla="*/ 454819 h 496094"/>
              <a:gd name="connsiteX24" fmla="*/ 287867 w 411692"/>
              <a:gd name="connsiteY24" fmla="*/ 388144 h 496094"/>
              <a:gd name="connsiteX25" fmla="*/ 268817 w 411692"/>
              <a:gd name="connsiteY25" fmla="*/ 423069 h 496094"/>
              <a:gd name="connsiteX26" fmla="*/ 259292 w 411692"/>
              <a:gd name="connsiteY26" fmla="*/ 467519 h 496094"/>
              <a:gd name="connsiteX27" fmla="*/ 246592 w 411692"/>
              <a:gd name="connsiteY27" fmla="*/ 423069 h 496094"/>
              <a:gd name="connsiteX28" fmla="*/ 227542 w 411692"/>
              <a:gd name="connsiteY28" fmla="*/ 435769 h 496094"/>
              <a:gd name="connsiteX29" fmla="*/ 214842 w 411692"/>
              <a:gd name="connsiteY29" fmla="*/ 496094 h 496094"/>
              <a:gd name="connsiteX30" fmla="*/ 189442 w 411692"/>
              <a:gd name="connsiteY30" fmla="*/ 496094 h 496094"/>
              <a:gd name="connsiteX31" fmla="*/ 144992 w 411692"/>
              <a:gd name="connsiteY31" fmla="*/ 464344 h 496094"/>
              <a:gd name="connsiteX32" fmla="*/ 141817 w 411692"/>
              <a:gd name="connsiteY32" fmla="*/ 467519 h 496094"/>
              <a:gd name="connsiteX33" fmla="*/ 119592 w 411692"/>
              <a:gd name="connsiteY33" fmla="*/ 480219 h 496094"/>
              <a:gd name="connsiteX34" fmla="*/ 119592 w 411692"/>
              <a:gd name="connsiteY34" fmla="*/ 432594 h 496094"/>
              <a:gd name="connsiteX35" fmla="*/ 81492 w 411692"/>
              <a:gd name="connsiteY35" fmla="*/ 407194 h 496094"/>
              <a:gd name="connsiteX36" fmla="*/ 62442 w 411692"/>
              <a:gd name="connsiteY36" fmla="*/ 346869 h 496094"/>
              <a:gd name="connsiteX37" fmla="*/ 40217 w 411692"/>
              <a:gd name="connsiteY37" fmla="*/ 334169 h 496094"/>
              <a:gd name="connsiteX38" fmla="*/ 62442 w 411692"/>
              <a:gd name="connsiteY38" fmla="*/ 267494 h 496094"/>
              <a:gd name="connsiteX39" fmla="*/ 8467 w 411692"/>
              <a:gd name="connsiteY39" fmla="*/ 172244 h 49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1692" h="496094">
                <a:moveTo>
                  <a:pt x="8467" y="172244"/>
                </a:moveTo>
                <a:cubicBezTo>
                  <a:pt x="0" y="141023"/>
                  <a:pt x="10584" y="110861"/>
                  <a:pt x="11642" y="80169"/>
                </a:cubicBezTo>
                <a:cubicBezTo>
                  <a:pt x="25587" y="34848"/>
                  <a:pt x="32809" y="48509"/>
                  <a:pt x="32809" y="21414"/>
                </a:cubicBezTo>
                <a:lnTo>
                  <a:pt x="42590" y="0"/>
                </a:lnTo>
                <a:lnTo>
                  <a:pt x="32007" y="38894"/>
                </a:lnTo>
                <a:lnTo>
                  <a:pt x="56092" y="64294"/>
                </a:lnTo>
                <a:lnTo>
                  <a:pt x="97367" y="73819"/>
                </a:lnTo>
                <a:lnTo>
                  <a:pt x="113242" y="92869"/>
                </a:lnTo>
                <a:lnTo>
                  <a:pt x="148167" y="96044"/>
                </a:lnTo>
                <a:lnTo>
                  <a:pt x="195792" y="153194"/>
                </a:lnTo>
                <a:lnTo>
                  <a:pt x="230717" y="121444"/>
                </a:lnTo>
                <a:cubicBezTo>
                  <a:pt x="269821" y="108409"/>
                  <a:pt x="255430" y="108744"/>
                  <a:pt x="271992" y="108744"/>
                </a:cubicBezTo>
                <a:lnTo>
                  <a:pt x="319617" y="111919"/>
                </a:lnTo>
                <a:lnTo>
                  <a:pt x="392642" y="92869"/>
                </a:lnTo>
                <a:lnTo>
                  <a:pt x="408517" y="124619"/>
                </a:lnTo>
                <a:cubicBezTo>
                  <a:pt x="409575" y="164836"/>
                  <a:pt x="410634" y="205052"/>
                  <a:pt x="411692" y="245269"/>
                </a:cubicBezTo>
                <a:lnTo>
                  <a:pt x="383117" y="280194"/>
                </a:lnTo>
                <a:cubicBezTo>
                  <a:pt x="396540" y="317108"/>
                  <a:pt x="408204" y="315119"/>
                  <a:pt x="389467" y="315119"/>
                </a:cubicBezTo>
                <a:lnTo>
                  <a:pt x="367242" y="289719"/>
                </a:lnTo>
                <a:lnTo>
                  <a:pt x="335492" y="327819"/>
                </a:lnTo>
                <a:lnTo>
                  <a:pt x="367242" y="362744"/>
                </a:lnTo>
                <a:lnTo>
                  <a:pt x="338667" y="400844"/>
                </a:lnTo>
                <a:lnTo>
                  <a:pt x="338667" y="448469"/>
                </a:lnTo>
                <a:lnTo>
                  <a:pt x="316442" y="454819"/>
                </a:lnTo>
                <a:cubicBezTo>
                  <a:pt x="287466" y="383989"/>
                  <a:pt x="287867" y="359813"/>
                  <a:pt x="287867" y="388144"/>
                </a:cubicBezTo>
                <a:lnTo>
                  <a:pt x="268817" y="423069"/>
                </a:lnTo>
                <a:lnTo>
                  <a:pt x="259292" y="467519"/>
                </a:lnTo>
                <a:lnTo>
                  <a:pt x="246592" y="423069"/>
                </a:lnTo>
                <a:lnTo>
                  <a:pt x="227542" y="435769"/>
                </a:lnTo>
                <a:lnTo>
                  <a:pt x="214842" y="496094"/>
                </a:lnTo>
                <a:lnTo>
                  <a:pt x="189442" y="496094"/>
                </a:lnTo>
                <a:cubicBezTo>
                  <a:pt x="156542" y="453324"/>
                  <a:pt x="170945" y="443581"/>
                  <a:pt x="144992" y="464344"/>
                </a:cubicBezTo>
                <a:cubicBezTo>
                  <a:pt x="143823" y="465279"/>
                  <a:pt x="142875" y="466461"/>
                  <a:pt x="141817" y="467519"/>
                </a:cubicBezTo>
                <a:lnTo>
                  <a:pt x="119592" y="480219"/>
                </a:lnTo>
                <a:lnTo>
                  <a:pt x="119592" y="432594"/>
                </a:lnTo>
                <a:cubicBezTo>
                  <a:pt x="82589" y="412411"/>
                  <a:pt x="90597" y="425405"/>
                  <a:pt x="81492" y="407194"/>
                </a:cubicBezTo>
                <a:lnTo>
                  <a:pt x="62442" y="346869"/>
                </a:lnTo>
                <a:cubicBezTo>
                  <a:pt x="75928" y="332277"/>
                  <a:pt x="40217" y="347398"/>
                  <a:pt x="40217" y="334169"/>
                </a:cubicBezTo>
                <a:cubicBezTo>
                  <a:pt x="40217" y="320940"/>
                  <a:pt x="39151" y="323038"/>
                  <a:pt x="62442" y="267494"/>
                </a:cubicBezTo>
                <a:cubicBezTo>
                  <a:pt x="20500" y="215873"/>
                  <a:pt x="16934" y="203465"/>
                  <a:pt x="8467" y="172244"/>
                </a:cubicBezTo>
                <a:close/>
              </a:path>
            </a:pathLst>
          </a:custGeom>
          <a:solidFill>
            <a:srgbClr val="DDDCDB"/>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7" name="Freeform 400">
            <a:extLst>
              <a:ext uri="{FF2B5EF4-FFF2-40B4-BE49-F238E27FC236}">
                <a16:creationId xmlns:a16="http://schemas.microsoft.com/office/drawing/2014/main" id="{A5B4E70A-1D05-4C65-B953-0E865B80CF7B}"/>
              </a:ext>
            </a:extLst>
          </p:cNvPr>
          <p:cNvSpPr/>
          <p:nvPr>
            <p:custDataLst>
              <p:tags r:id="rId9"/>
            </p:custDataLst>
          </p:nvPr>
        </p:nvSpPr>
        <p:spPr bwMode="auto">
          <a:xfrm>
            <a:off x="8427532" y="5766490"/>
            <a:ext cx="90384" cy="121620"/>
          </a:xfrm>
          <a:custGeom>
            <a:avLst/>
            <a:gdLst>
              <a:gd name="connsiteX0" fmla="*/ 0 w 84495"/>
              <a:gd name="connsiteY0" fmla="*/ 14778 h 113203"/>
              <a:gd name="connsiteX1" fmla="*/ 28575 w 84495"/>
              <a:gd name="connsiteY1" fmla="*/ 71928 h 113203"/>
              <a:gd name="connsiteX2" fmla="*/ 25400 w 84495"/>
              <a:gd name="connsiteY2" fmla="*/ 106853 h 113203"/>
              <a:gd name="connsiteX3" fmla="*/ 50800 w 84495"/>
              <a:gd name="connsiteY3" fmla="*/ 113203 h 113203"/>
              <a:gd name="connsiteX4" fmla="*/ 76200 w 84495"/>
              <a:gd name="connsiteY4" fmla="*/ 87803 h 113203"/>
              <a:gd name="connsiteX5" fmla="*/ 50800 w 84495"/>
              <a:gd name="connsiteY5" fmla="*/ 65578 h 113203"/>
              <a:gd name="connsiteX6" fmla="*/ 60325 w 84495"/>
              <a:gd name="connsiteY6" fmla="*/ 37003 h 113203"/>
              <a:gd name="connsiteX7" fmla="*/ 0 w 84495"/>
              <a:gd name="connsiteY7" fmla="*/ 14778 h 11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95" h="113203">
                <a:moveTo>
                  <a:pt x="0" y="14778"/>
                </a:moveTo>
                <a:lnTo>
                  <a:pt x="28575" y="71928"/>
                </a:lnTo>
                <a:lnTo>
                  <a:pt x="25400" y="106853"/>
                </a:lnTo>
                <a:lnTo>
                  <a:pt x="50800" y="113203"/>
                </a:lnTo>
                <a:cubicBezTo>
                  <a:pt x="81344" y="92840"/>
                  <a:pt x="84495" y="104392"/>
                  <a:pt x="76200" y="87803"/>
                </a:cubicBezTo>
                <a:cubicBezTo>
                  <a:pt x="49953" y="68118"/>
                  <a:pt x="50800" y="79336"/>
                  <a:pt x="50800" y="65578"/>
                </a:cubicBezTo>
                <a:cubicBezTo>
                  <a:pt x="67929" y="38171"/>
                  <a:pt x="75605" y="44643"/>
                  <a:pt x="60325" y="37003"/>
                </a:cubicBezTo>
                <a:cubicBezTo>
                  <a:pt x="40142" y="0"/>
                  <a:pt x="47205" y="13939"/>
                  <a:pt x="0" y="14778"/>
                </a:cubicBezTo>
                <a:close/>
              </a:path>
            </a:pathLst>
          </a:custGeom>
          <a:solidFill>
            <a:srgbClr val="4A545D">
              <a:lumMod val="40000"/>
              <a:lumOff val="60000"/>
            </a:srgbClr>
          </a:solidFill>
          <a:ln w="6350">
            <a:solidFill>
              <a:srgbClr val="FFFFFF"/>
            </a:solidFill>
            <a:prstDash val="solid"/>
            <a:miter lim="800000"/>
            <a:headEnd/>
            <a:tailEnd/>
          </a:ln>
        </p:spPr>
        <p:txBody>
          <a:bodyPr/>
          <a:lstStyle/>
          <a:p>
            <a:pPr defTabSz="914400">
              <a:defRPr/>
            </a:pPr>
            <a:endParaRPr lang="en-AU" kern="0" dirty="0">
              <a:solidFill>
                <a:srgbClr val="4A545D"/>
              </a:solidFill>
            </a:endParaRPr>
          </a:p>
        </p:txBody>
      </p:sp>
      <p:sp>
        <p:nvSpPr>
          <p:cNvPr id="18" name="Freeform 403">
            <a:extLst>
              <a:ext uri="{FF2B5EF4-FFF2-40B4-BE49-F238E27FC236}">
                <a16:creationId xmlns:a16="http://schemas.microsoft.com/office/drawing/2014/main" id="{642D09D6-F37F-4E99-9AAA-B9031410CC40}"/>
              </a:ext>
            </a:extLst>
          </p:cNvPr>
          <p:cNvSpPr/>
          <p:nvPr>
            <p:custDataLst>
              <p:tags r:id="rId10"/>
            </p:custDataLst>
          </p:nvPr>
        </p:nvSpPr>
        <p:spPr bwMode="auto">
          <a:xfrm>
            <a:off x="7668652" y="4010698"/>
            <a:ext cx="1747984" cy="1414909"/>
          </a:xfrm>
          <a:custGeom>
            <a:avLst/>
            <a:gdLst>
              <a:gd name="connsiteX0" fmla="*/ 45263 w 1626413"/>
              <a:gd name="connsiteY0" fmla="*/ 0 h 1311275"/>
              <a:gd name="connsiteX1" fmla="*/ 1058088 w 1626413"/>
              <a:gd name="connsiteY1" fmla="*/ 101600 h 1311275"/>
              <a:gd name="connsiteX2" fmla="*/ 1086663 w 1626413"/>
              <a:gd name="connsiteY2" fmla="*/ 69850 h 1311275"/>
              <a:gd name="connsiteX3" fmla="*/ 1131113 w 1626413"/>
              <a:gd name="connsiteY3" fmla="*/ 4762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32738 w 1626413"/>
              <a:gd name="connsiteY11" fmla="*/ 120650 h 1311275"/>
              <a:gd name="connsiteX12" fmla="*/ 1429563 w 1626413"/>
              <a:gd name="connsiteY12" fmla="*/ 92075 h 1311275"/>
              <a:gd name="connsiteX13" fmla="*/ 1486713 w 1626413"/>
              <a:gd name="connsiteY13" fmla="*/ 57150 h 1311275"/>
              <a:gd name="connsiteX14" fmla="*/ 1534338 w 1626413"/>
              <a:gd name="connsiteY14" fmla="*/ 79375 h 1311275"/>
              <a:gd name="connsiteX15" fmla="*/ 1613713 w 1626413"/>
              <a:gd name="connsiteY15" fmla="*/ 69850 h 1311275"/>
              <a:gd name="connsiteX16" fmla="*/ 1626413 w 1626413"/>
              <a:gd name="connsiteY16" fmla="*/ 98425 h 1311275"/>
              <a:gd name="connsiteX17" fmla="*/ 1613713 w 1626413"/>
              <a:gd name="connsiteY17" fmla="*/ 161925 h 1311275"/>
              <a:gd name="connsiteX18" fmla="*/ 1620063 w 1626413"/>
              <a:gd name="connsiteY18" fmla="*/ 190500 h 1311275"/>
              <a:gd name="connsiteX19" fmla="*/ 1604188 w 1626413"/>
              <a:gd name="connsiteY19" fmla="*/ 212725 h 1311275"/>
              <a:gd name="connsiteX20" fmla="*/ 1578788 w 1626413"/>
              <a:gd name="connsiteY20" fmla="*/ 219075 h 1311275"/>
              <a:gd name="connsiteX21" fmla="*/ 1508938 w 1626413"/>
              <a:gd name="connsiteY21" fmla="*/ 377825 h 1311275"/>
              <a:gd name="connsiteX22" fmla="*/ 1502588 w 1626413"/>
              <a:gd name="connsiteY22" fmla="*/ 431800 h 1311275"/>
              <a:gd name="connsiteX23" fmla="*/ 1527988 w 1626413"/>
              <a:gd name="connsiteY23" fmla="*/ 447675 h 1311275"/>
              <a:gd name="connsiteX24" fmla="*/ 1518463 w 1626413"/>
              <a:gd name="connsiteY24" fmla="*/ 473075 h 1311275"/>
              <a:gd name="connsiteX25" fmla="*/ 1474013 w 1626413"/>
              <a:gd name="connsiteY25" fmla="*/ 476250 h 1311275"/>
              <a:gd name="connsiteX26" fmla="*/ 1474013 w 1626413"/>
              <a:gd name="connsiteY26" fmla="*/ 514350 h 1311275"/>
              <a:gd name="connsiteX27" fmla="*/ 1480363 w 1626413"/>
              <a:gd name="connsiteY27" fmla="*/ 533400 h 1311275"/>
              <a:gd name="connsiteX28" fmla="*/ 1407338 w 1626413"/>
              <a:gd name="connsiteY28" fmla="*/ 596900 h 1311275"/>
              <a:gd name="connsiteX29" fmla="*/ 1388288 w 1626413"/>
              <a:gd name="connsiteY29" fmla="*/ 654050 h 1311275"/>
              <a:gd name="connsiteX30" fmla="*/ 1350188 w 1626413"/>
              <a:gd name="connsiteY30" fmla="*/ 673100 h 1311275"/>
              <a:gd name="connsiteX31" fmla="*/ 1324788 w 1626413"/>
              <a:gd name="connsiteY31" fmla="*/ 701675 h 1311275"/>
              <a:gd name="connsiteX32" fmla="*/ 1293038 w 1626413"/>
              <a:gd name="connsiteY32" fmla="*/ 695325 h 1311275"/>
              <a:gd name="connsiteX33" fmla="*/ 1264463 w 1626413"/>
              <a:gd name="connsiteY33" fmla="*/ 736600 h 1311275"/>
              <a:gd name="connsiteX34" fmla="*/ 1251763 w 1626413"/>
              <a:gd name="connsiteY34" fmla="*/ 777875 h 1311275"/>
              <a:gd name="connsiteX35" fmla="*/ 1216838 w 1626413"/>
              <a:gd name="connsiteY35" fmla="*/ 806450 h 1311275"/>
              <a:gd name="connsiteX36" fmla="*/ 1223188 w 1626413"/>
              <a:gd name="connsiteY36" fmla="*/ 850900 h 1311275"/>
              <a:gd name="connsiteX37" fmla="*/ 1156513 w 1626413"/>
              <a:gd name="connsiteY37" fmla="*/ 889000 h 1311275"/>
              <a:gd name="connsiteX38" fmla="*/ 1140638 w 1626413"/>
              <a:gd name="connsiteY38" fmla="*/ 933450 h 1311275"/>
              <a:gd name="connsiteX39" fmla="*/ 1162863 w 1626413"/>
              <a:gd name="connsiteY39" fmla="*/ 946150 h 1311275"/>
              <a:gd name="connsiteX40" fmla="*/ 1137463 w 1626413"/>
              <a:gd name="connsiteY40" fmla="*/ 974725 h 1311275"/>
              <a:gd name="connsiteX41" fmla="*/ 1146988 w 1626413"/>
              <a:gd name="connsiteY41" fmla="*/ 1009650 h 1311275"/>
              <a:gd name="connsiteX42" fmla="*/ 1096188 w 1626413"/>
              <a:gd name="connsiteY42" fmla="*/ 1019175 h 1311275"/>
              <a:gd name="connsiteX43" fmla="*/ 1039038 w 1626413"/>
              <a:gd name="connsiteY43" fmla="*/ 1095375 h 1311275"/>
              <a:gd name="connsiteX44" fmla="*/ 1048563 w 1626413"/>
              <a:gd name="connsiteY44" fmla="*/ 1168400 h 1311275"/>
              <a:gd name="connsiteX45" fmla="*/ 1004113 w 1626413"/>
              <a:gd name="connsiteY45" fmla="*/ 1222375 h 1311275"/>
              <a:gd name="connsiteX46" fmla="*/ 994588 w 1626413"/>
              <a:gd name="connsiteY46" fmla="*/ 1266825 h 1311275"/>
              <a:gd name="connsiteX47" fmla="*/ 1007288 w 1626413"/>
              <a:gd name="connsiteY47" fmla="*/ 1311275 h 1311275"/>
              <a:gd name="connsiteX48" fmla="*/ 962838 w 1626413"/>
              <a:gd name="connsiteY48" fmla="*/ 1308100 h 1311275"/>
              <a:gd name="connsiteX49" fmla="*/ 921563 w 1626413"/>
              <a:gd name="connsiteY49" fmla="*/ 1276350 h 1311275"/>
              <a:gd name="connsiteX50" fmla="*/ 877113 w 1626413"/>
              <a:gd name="connsiteY50" fmla="*/ 1260475 h 1311275"/>
              <a:gd name="connsiteX51" fmla="*/ 797738 w 1626413"/>
              <a:gd name="connsiteY51" fmla="*/ 1196975 h 1311275"/>
              <a:gd name="connsiteX52" fmla="*/ 797738 w 1626413"/>
              <a:gd name="connsiteY52" fmla="*/ 1117600 h 1311275"/>
              <a:gd name="connsiteX53" fmla="*/ 775513 w 1626413"/>
              <a:gd name="connsiteY53" fmla="*/ 1069975 h 1311275"/>
              <a:gd name="connsiteX54" fmla="*/ 680263 w 1626413"/>
              <a:gd name="connsiteY54" fmla="*/ 1073150 h 1311275"/>
              <a:gd name="connsiteX55" fmla="*/ 578663 w 1626413"/>
              <a:gd name="connsiteY55" fmla="*/ 1073150 h 1311275"/>
              <a:gd name="connsiteX56" fmla="*/ 556438 w 1626413"/>
              <a:gd name="connsiteY56" fmla="*/ 1050925 h 1311275"/>
              <a:gd name="connsiteX57" fmla="*/ 502463 w 1626413"/>
              <a:gd name="connsiteY57" fmla="*/ 1050925 h 1311275"/>
              <a:gd name="connsiteX58" fmla="*/ 470713 w 1626413"/>
              <a:gd name="connsiteY58" fmla="*/ 1038225 h 1311275"/>
              <a:gd name="connsiteX59" fmla="*/ 442138 w 1626413"/>
              <a:gd name="connsiteY59" fmla="*/ 1044575 h 1311275"/>
              <a:gd name="connsiteX60" fmla="*/ 429438 w 1626413"/>
              <a:gd name="connsiteY60" fmla="*/ 1063625 h 1311275"/>
              <a:gd name="connsiteX61" fmla="*/ 404038 w 1626413"/>
              <a:gd name="connsiteY61" fmla="*/ 1050925 h 1311275"/>
              <a:gd name="connsiteX62" fmla="*/ 327838 w 1626413"/>
              <a:gd name="connsiteY62" fmla="*/ 952500 h 1311275"/>
              <a:gd name="connsiteX63" fmla="*/ 280213 w 1626413"/>
              <a:gd name="connsiteY63" fmla="*/ 920750 h 1311275"/>
              <a:gd name="connsiteX64" fmla="*/ 286563 w 1626413"/>
              <a:gd name="connsiteY64" fmla="*/ 873125 h 1311275"/>
              <a:gd name="connsiteX65" fmla="*/ 261163 w 1626413"/>
              <a:gd name="connsiteY65" fmla="*/ 847725 h 1311275"/>
              <a:gd name="connsiteX66" fmla="*/ 238938 w 1626413"/>
              <a:gd name="connsiteY66" fmla="*/ 850900 h 1311275"/>
              <a:gd name="connsiteX67" fmla="*/ 213538 w 1626413"/>
              <a:gd name="connsiteY67" fmla="*/ 825500 h 1311275"/>
              <a:gd name="connsiteX68" fmla="*/ 188138 w 1626413"/>
              <a:gd name="connsiteY68" fmla="*/ 838200 h 1311275"/>
              <a:gd name="connsiteX69" fmla="*/ 188138 w 1626413"/>
              <a:gd name="connsiteY69" fmla="*/ 857250 h 1311275"/>
              <a:gd name="connsiteX70" fmla="*/ 169088 w 1626413"/>
              <a:gd name="connsiteY70" fmla="*/ 828675 h 1311275"/>
              <a:gd name="connsiteX71" fmla="*/ 181788 w 1626413"/>
              <a:gd name="connsiteY71" fmla="*/ 790575 h 1311275"/>
              <a:gd name="connsiteX72" fmla="*/ 130988 w 1626413"/>
              <a:gd name="connsiteY72" fmla="*/ 742950 h 1311275"/>
              <a:gd name="connsiteX73" fmla="*/ 86538 w 1626413"/>
              <a:gd name="connsiteY73" fmla="*/ 733425 h 1311275"/>
              <a:gd name="connsiteX74" fmla="*/ 64313 w 1626413"/>
              <a:gd name="connsiteY74" fmla="*/ 762000 h 1311275"/>
              <a:gd name="connsiteX75" fmla="*/ 38913 w 1626413"/>
              <a:gd name="connsiteY75" fmla="*/ 755650 h 1311275"/>
              <a:gd name="connsiteX76" fmla="*/ 813 w 1626413"/>
              <a:gd name="connsiteY76" fmla="*/ 720725 h 1311275"/>
              <a:gd name="connsiteX77" fmla="*/ 45263 w 1626413"/>
              <a:gd name="connsiteY77"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31113 w 1626413"/>
              <a:gd name="connsiteY3" fmla="*/ 4762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62863 w 1626413"/>
              <a:gd name="connsiteY4" fmla="*/ 7620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13 w 1626413"/>
              <a:gd name="connsiteY5" fmla="*/ 5715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5113 w 1626413"/>
              <a:gd name="connsiteY9" fmla="*/ 127000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2717 w 1626413"/>
              <a:gd name="connsiteY9" fmla="*/ 124612 h 1311275"/>
              <a:gd name="connsiteX10" fmla="*/ 1410513 w 1626413"/>
              <a:gd name="connsiteY10" fmla="*/ 149225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0663 w 1626413"/>
              <a:gd name="connsiteY8" fmla="*/ 158750 h 1311275"/>
              <a:gd name="connsiteX9" fmla="*/ 1382717 w 1626413"/>
              <a:gd name="connsiteY9" fmla="*/ 124612 h 1311275"/>
              <a:gd name="connsiteX10" fmla="*/ 1410498 w 1626413"/>
              <a:gd name="connsiteY10" fmla="*/ 127793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 name="connsiteX0" fmla="*/ 45263 w 1626413"/>
              <a:gd name="connsiteY0" fmla="*/ 0 h 1311275"/>
              <a:gd name="connsiteX1" fmla="*/ 1058088 w 1626413"/>
              <a:gd name="connsiteY1" fmla="*/ 101600 h 1311275"/>
              <a:gd name="connsiteX2" fmla="*/ 1086663 w 1626413"/>
              <a:gd name="connsiteY2" fmla="*/ 69850 h 1311275"/>
              <a:gd name="connsiteX3" fmla="*/ 1123956 w 1626413"/>
              <a:gd name="connsiteY3" fmla="*/ 40475 h 1311275"/>
              <a:gd name="connsiteX4" fmla="*/ 1158088 w 1626413"/>
              <a:gd name="connsiteY4" fmla="*/ 69050 h 1311275"/>
              <a:gd name="connsiteX5" fmla="*/ 1207300 w 1626413"/>
              <a:gd name="connsiteY5" fmla="*/ 50000 h 1311275"/>
              <a:gd name="connsiteX6" fmla="*/ 1229538 w 1626413"/>
              <a:gd name="connsiteY6" fmla="*/ 85725 h 1311275"/>
              <a:gd name="connsiteX7" fmla="*/ 1293038 w 1626413"/>
              <a:gd name="connsiteY7" fmla="*/ 73025 h 1311275"/>
              <a:gd name="connsiteX8" fmla="*/ 1343030 w 1626413"/>
              <a:gd name="connsiteY8" fmla="*/ 151605 h 1311275"/>
              <a:gd name="connsiteX9" fmla="*/ 1382717 w 1626413"/>
              <a:gd name="connsiteY9" fmla="*/ 124612 h 1311275"/>
              <a:gd name="connsiteX10" fmla="*/ 1410498 w 1626413"/>
              <a:gd name="connsiteY10" fmla="*/ 127793 h 1311275"/>
              <a:gd name="connsiteX11" fmla="*/ 1429563 w 1626413"/>
              <a:gd name="connsiteY11" fmla="*/ 92075 h 1311275"/>
              <a:gd name="connsiteX12" fmla="*/ 1486713 w 1626413"/>
              <a:gd name="connsiteY12" fmla="*/ 57150 h 1311275"/>
              <a:gd name="connsiteX13" fmla="*/ 1534338 w 1626413"/>
              <a:gd name="connsiteY13" fmla="*/ 79375 h 1311275"/>
              <a:gd name="connsiteX14" fmla="*/ 1613713 w 1626413"/>
              <a:gd name="connsiteY14" fmla="*/ 69850 h 1311275"/>
              <a:gd name="connsiteX15" fmla="*/ 1626413 w 1626413"/>
              <a:gd name="connsiteY15" fmla="*/ 98425 h 1311275"/>
              <a:gd name="connsiteX16" fmla="*/ 1613713 w 1626413"/>
              <a:gd name="connsiteY16" fmla="*/ 161925 h 1311275"/>
              <a:gd name="connsiteX17" fmla="*/ 1620063 w 1626413"/>
              <a:gd name="connsiteY17" fmla="*/ 190500 h 1311275"/>
              <a:gd name="connsiteX18" fmla="*/ 1604188 w 1626413"/>
              <a:gd name="connsiteY18" fmla="*/ 212725 h 1311275"/>
              <a:gd name="connsiteX19" fmla="*/ 1578788 w 1626413"/>
              <a:gd name="connsiteY19" fmla="*/ 219075 h 1311275"/>
              <a:gd name="connsiteX20" fmla="*/ 1508938 w 1626413"/>
              <a:gd name="connsiteY20" fmla="*/ 377825 h 1311275"/>
              <a:gd name="connsiteX21" fmla="*/ 1502588 w 1626413"/>
              <a:gd name="connsiteY21" fmla="*/ 431800 h 1311275"/>
              <a:gd name="connsiteX22" fmla="*/ 1527988 w 1626413"/>
              <a:gd name="connsiteY22" fmla="*/ 447675 h 1311275"/>
              <a:gd name="connsiteX23" fmla="*/ 1518463 w 1626413"/>
              <a:gd name="connsiteY23" fmla="*/ 473075 h 1311275"/>
              <a:gd name="connsiteX24" fmla="*/ 1474013 w 1626413"/>
              <a:gd name="connsiteY24" fmla="*/ 476250 h 1311275"/>
              <a:gd name="connsiteX25" fmla="*/ 1474013 w 1626413"/>
              <a:gd name="connsiteY25" fmla="*/ 514350 h 1311275"/>
              <a:gd name="connsiteX26" fmla="*/ 1480363 w 1626413"/>
              <a:gd name="connsiteY26" fmla="*/ 533400 h 1311275"/>
              <a:gd name="connsiteX27" fmla="*/ 1407338 w 1626413"/>
              <a:gd name="connsiteY27" fmla="*/ 596900 h 1311275"/>
              <a:gd name="connsiteX28" fmla="*/ 1388288 w 1626413"/>
              <a:gd name="connsiteY28" fmla="*/ 654050 h 1311275"/>
              <a:gd name="connsiteX29" fmla="*/ 1350188 w 1626413"/>
              <a:gd name="connsiteY29" fmla="*/ 673100 h 1311275"/>
              <a:gd name="connsiteX30" fmla="*/ 1324788 w 1626413"/>
              <a:gd name="connsiteY30" fmla="*/ 701675 h 1311275"/>
              <a:gd name="connsiteX31" fmla="*/ 1293038 w 1626413"/>
              <a:gd name="connsiteY31" fmla="*/ 695325 h 1311275"/>
              <a:gd name="connsiteX32" fmla="*/ 1264463 w 1626413"/>
              <a:gd name="connsiteY32" fmla="*/ 736600 h 1311275"/>
              <a:gd name="connsiteX33" fmla="*/ 1251763 w 1626413"/>
              <a:gd name="connsiteY33" fmla="*/ 777875 h 1311275"/>
              <a:gd name="connsiteX34" fmla="*/ 1216838 w 1626413"/>
              <a:gd name="connsiteY34" fmla="*/ 806450 h 1311275"/>
              <a:gd name="connsiteX35" fmla="*/ 1223188 w 1626413"/>
              <a:gd name="connsiteY35" fmla="*/ 850900 h 1311275"/>
              <a:gd name="connsiteX36" fmla="*/ 1156513 w 1626413"/>
              <a:gd name="connsiteY36" fmla="*/ 889000 h 1311275"/>
              <a:gd name="connsiteX37" fmla="*/ 1140638 w 1626413"/>
              <a:gd name="connsiteY37" fmla="*/ 933450 h 1311275"/>
              <a:gd name="connsiteX38" fmla="*/ 1162863 w 1626413"/>
              <a:gd name="connsiteY38" fmla="*/ 946150 h 1311275"/>
              <a:gd name="connsiteX39" fmla="*/ 1137463 w 1626413"/>
              <a:gd name="connsiteY39" fmla="*/ 974725 h 1311275"/>
              <a:gd name="connsiteX40" fmla="*/ 1146988 w 1626413"/>
              <a:gd name="connsiteY40" fmla="*/ 1009650 h 1311275"/>
              <a:gd name="connsiteX41" fmla="*/ 1096188 w 1626413"/>
              <a:gd name="connsiteY41" fmla="*/ 1019175 h 1311275"/>
              <a:gd name="connsiteX42" fmla="*/ 1039038 w 1626413"/>
              <a:gd name="connsiteY42" fmla="*/ 1095375 h 1311275"/>
              <a:gd name="connsiteX43" fmla="*/ 1048563 w 1626413"/>
              <a:gd name="connsiteY43" fmla="*/ 1168400 h 1311275"/>
              <a:gd name="connsiteX44" fmla="*/ 1004113 w 1626413"/>
              <a:gd name="connsiteY44" fmla="*/ 1222375 h 1311275"/>
              <a:gd name="connsiteX45" fmla="*/ 994588 w 1626413"/>
              <a:gd name="connsiteY45" fmla="*/ 1266825 h 1311275"/>
              <a:gd name="connsiteX46" fmla="*/ 1007288 w 1626413"/>
              <a:gd name="connsiteY46" fmla="*/ 1311275 h 1311275"/>
              <a:gd name="connsiteX47" fmla="*/ 962838 w 1626413"/>
              <a:gd name="connsiteY47" fmla="*/ 1308100 h 1311275"/>
              <a:gd name="connsiteX48" fmla="*/ 921563 w 1626413"/>
              <a:gd name="connsiteY48" fmla="*/ 1276350 h 1311275"/>
              <a:gd name="connsiteX49" fmla="*/ 877113 w 1626413"/>
              <a:gd name="connsiteY49" fmla="*/ 1260475 h 1311275"/>
              <a:gd name="connsiteX50" fmla="*/ 797738 w 1626413"/>
              <a:gd name="connsiteY50" fmla="*/ 1196975 h 1311275"/>
              <a:gd name="connsiteX51" fmla="*/ 797738 w 1626413"/>
              <a:gd name="connsiteY51" fmla="*/ 1117600 h 1311275"/>
              <a:gd name="connsiteX52" fmla="*/ 775513 w 1626413"/>
              <a:gd name="connsiteY52" fmla="*/ 1069975 h 1311275"/>
              <a:gd name="connsiteX53" fmla="*/ 680263 w 1626413"/>
              <a:gd name="connsiteY53" fmla="*/ 1073150 h 1311275"/>
              <a:gd name="connsiteX54" fmla="*/ 578663 w 1626413"/>
              <a:gd name="connsiteY54" fmla="*/ 1073150 h 1311275"/>
              <a:gd name="connsiteX55" fmla="*/ 556438 w 1626413"/>
              <a:gd name="connsiteY55" fmla="*/ 1050925 h 1311275"/>
              <a:gd name="connsiteX56" fmla="*/ 502463 w 1626413"/>
              <a:gd name="connsiteY56" fmla="*/ 1050925 h 1311275"/>
              <a:gd name="connsiteX57" fmla="*/ 470713 w 1626413"/>
              <a:gd name="connsiteY57" fmla="*/ 1038225 h 1311275"/>
              <a:gd name="connsiteX58" fmla="*/ 442138 w 1626413"/>
              <a:gd name="connsiteY58" fmla="*/ 1044575 h 1311275"/>
              <a:gd name="connsiteX59" fmla="*/ 429438 w 1626413"/>
              <a:gd name="connsiteY59" fmla="*/ 1063625 h 1311275"/>
              <a:gd name="connsiteX60" fmla="*/ 404038 w 1626413"/>
              <a:gd name="connsiteY60" fmla="*/ 1050925 h 1311275"/>
              <a:gd name="connsiteX61" fmla="*/ 327838 w 1626413"/>
              <a:gd name="connsiteY61" fmla="*/ 952500 h 1311275"/>
              <a:gd name="connsiteX62" fmla="*/ 280213 w 1626413"/>
              <a:gd name="connsiteY62" fmla="*/ 920750 h 1311275"/>
              <a:gd name="connsiteX63" fmla="*/ 286563 w 1626413"/>
              <a:gd name="connsiteY63" fmla="*/ 873125 h 1311275"/>
              <a:gd name="connsiteX64" fmla="*/ 261163 w 1626413"/>
              <a:gd name="connsiteY64" fmla="*/ 847725 h 1311275"/>
              <a:gd name="connsiteX65" fmla="*/ 238938 w 1626413"/>
              <a:gd name="connsiteY65" fmla="*/ 850900 h 1311275"/>
              <a:gd name="connsiteX66" fmla="*/ 213538 w 1626413"/>
              <a:gd name="connsiteY66" fmla="*/ 825500 h 1311275"/>
              <a:gd name="connsiteX67" fmla="*/ 188138 w 1626413"/>
              <a:gd name="connsiteY67" fmla="*/ 838200 h 1311275"/>
              <a:gd name="connsiteX68" fmla="*/ 188138 w 1626413"/>
              <a:gd name="connsiteY68" fmla="*/ 857250 h 1311275"/>
              <a:gd name="connsiteX69" fmla="*/ 169088 w 1626413"/>
              <a:gd name="connsiteY69" fmla="*/ 828675 h 1311275"/>
              <a:gd name="connsiteX70" fmla="*/ 181788 w 1626413"/>
              <a:gd name="connsiteY70" fmla="*/ 790575 h 1311275"/>
              <a:gd name="connsiteX71" fmla="*/ 130988 w 1626413"/>
              <a:gd name="connsiteY71" fmla="*/ 742950 h 1311275"/>
              <a:gd name="connsiteX72" fmla="*/ 86538 w 1626413"/>
              <a:gd name="connsiteY72" fmla="*/ 733425 h 1311275"/>
              <a:gd name="connsiteX73" fmla="*/ 64313 w 1626413"/>
              <a:gd name="connsiteY73" fmla="*/ 762000 h 1311275"/>
              <a:gd name="connsiteX74" fmla="*/ 38913 w 1626413"/>
              <a:gd name="connsiteY74" fmla="*/ 755650 h 1311275"/>
              <a:gd name="connsiteX75" fmla="*/ 813 w 1626413"/>
              <a:gd name="connsiteY75" fmla="*/ 720725 h 1311275"/>
              <a:gd name="connsiteX76" fmla="*/ 45263 w 1626413"/>
              <a:gd name="connsiteY76" fmla="*/ 0 h 131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626413" h="1311275">
                <a:moveTo>
                  <a:pt x="45263" y="0"/>
                </a:moveTo>
                <a:lnTo>
                  <a:pt x="1058088" y="101600"/>
                </a:lnTo>
                <a:lnTo>
                  <a:pt x="1086663" y="69850"/>
                </a:lnTo>
                <a:lnTo>
                  <a:pt x="1123956" y="40475"/>
                </a:lnTo>
                <a:lnTo>
                  <a:pt x="1158088" y="69050"/>
                </a:lnTo>
                <a:lnTo>
                  <a:pt x="1207300" y="50000"/>
                </a:lnTo>
                <a:cubicBezTo>
                  <a:pt x="1226937" y="79456"/>
                  <a:pt x="1214915" y="85725"/>
                  <a:pt x="1229538" y="85725"/>
                </a:cubicBezTo>
                <a:cubicBezTo>
                  <a:pt x="1290899" y="72807"/>
                  <a:pt x="1269314" y="73025"/>
                  <a:pt x="1293038" y="73025"/>
                </a:cubicBezTo>
                <a:lnTo>
                  <a:pt x="1343030" y="151605"/>
                </a:lnTo>
                <a:cubicBezTo>
                  <a:pt x="1385144" y="119210"/>
                  <a:pt x="1362184" y="124612"/>
                  <a:pt x="1382717" y="124612"/>
                </a:cubicBezTo>
                <a:lnTo>
                  <a:pt x="1410498" y="127793"/>
                </a:lnTo>
                <a:cubicBezTo>
                  <a:pt x="1417906" y="121972"/>
                  <a:pt x="1416863" y="107421"/>
                  <a:pt x="1429563" y="92075"/>
                </a:cubicBezTo>
                <a:lnTo>
                  <a:pt x="1486713" y="57150"/>
                </a:lnTo>
                <a:lnTo>
                  <a:pt x="1534338" y="79375"/>
                </a:lnTo>
                <a:cubicBezTo>
                  <a:pt x="1611588" y="69719"/>
                  <a:pt x="1584940" y="69850"/>
                  <a:pt x="1613713" y="69850"/>
                </a:cubicBezTo>
                <a:lnTo>
                  <a:pt x="1626413" y="98425"/>
                </a:lnTo>
                <a:lnTo>
                  <a:pt x="1613713" y="161925"/>
                </a:lnTo>
                <a:lnTo>
                  <a:pt x="1620063" y="190500"/>
                </a:lnTo>
                <a:lnTo>
                  <a:pt x="1604188" y="212725"/>
                </a:lnTo>
                <a:lnTo>
                  <a:pt x="1578788" y="219075"/>
                </a:lnTo>
                <a:lnTo>
                  <a:pt x="1508938" y="377825"/>
                </a:lnTo>
                <a:lnTo>
                  <a:pt x="1502588" y="431800"/>
                </a:lnTo>
                <a:lnTo>
                  <a:pt x="1527988" y="447675"/>
                </a:lnTo>
                <a:cubicBezTo>
                  <a:pt x="1521381" y="474102"/>
                  <a:pt x="1530365" y="473075"/>
                  <a:pt x="1518463" y="473075"/>
                </a:cubicBezTo>
                <a:lnTo>
                  <a:pt x="1474013" y="476250"/>
                </a:lnTo>
                <a:lnTo>
                  <a:pt x="1474013" y="514350"/>
                </a:lnTo>
                <a:lnTo>
                  <a:pt x="1480363" y="533400"/>
                </a:lnTo>
                <a:lnTo>
                  <a:pt x="1407338" y="596900"/>
                </a:lnTo>
                <a:cubicBezTo>
                  <a:pt x="1394150" y="659541"/>
                  <a:pt x="1413018" y="666415"/>
                  <a:pt x="1388288" y="654050"/>
                </a:cubicBezTo>
                <a:lnTo>
                  <a:pt x="1350188" y="673100"/>
                </a:lnTo>
                <a:lnTo>
                  <a:pt x="1324788" y="701675"/>
                </a:lnTo>
                <a:lnTo>
                  <a:pt x="1293038" y="695325"/>
                </a:lnTo>
                <a:lnTo>
                  <a:pt x="1264463" y="736600"/>
                </a:lnTo>
                <a:lnTo>
                  <a:pt x="1251763" y="777875"/>
                </a:lnTo>
                <a:lnTo>
                  <a:pt x="1216838" y="806450"/>
                </a:lnTo>
                <a:lnTo>
                  <a:pt x="1223188" y="850900"/>
                </a:lnTo>
                <a:lnTo>
                  <a:pt x="1156513" y="889000"/>
                </a:lnTo>
                <a:lnTo>
                  <a:pt x="1140638" y="933450"/>
                </a:lnTo>
                <a:lnTo>
                  <a:pt x="1162863" y="946150"/>
                </a:lnTo>
                <a:lnTo>
                  <a:pt x="1137463" y="974725"/>
                </a:lnTo>
                <a:lnTo>
                  <a:pt x="1146988" y="1009650"/>
                </a:lnTo>
                <a:lnTo>
                  <a:pt x="1096188" y="1019175"/>
                </a:lnTo>
                <a:lnTo>
                  <a:pt x="1039038" y="1095375"/>
                </a:lnTo>
                <a:lnTo>
                  <a:pt x="1048563" y="1168400"/>
                </a:lnTo>
                <a:lnTo>
                  <a:pt x="1004113" y="1222375"/>
                </a:lnTo>
                <a:lnTo>
                  <a:pt x="994588" y="1266825"/>
                </a:lnTo>
                <a:lnTo>
                  <a:pt x="1007288" y="1311275"/>
                </a:lnTo>
                <a:lnTo>
                  <a:pt x="962838" y="1308100"/>
                </a:lnTo>
                <a:lnTo>
                  <a:pt x="921563" y="1276350"/>
                </a:lnTo>
                <a:lnTo>
                  <a:pt x="877113" y="1260475"/>
                </a:lnTo>
                <a:lnTo>
                  <a:pt x="797738" y="1196975"/>
                </a:lnTo>
                <a:lnTo>
                  <a:pt x="797738" y="1117600"/>
                </a:lnTo>
                <a:lnTo>
                  <a:pt x="775513" y="1069975"/>
                </a:lnTo>
                <a:lnTo>
                  <a:pt x="680263" y="1073150"/>
                </a:lnTo>
                <a:lnTo>
                  <a:pt x="578663" y="1073150"/>
                </a:lnTo>
                <a:lnTo>
                  <a:pt x="556438" y="1050925"/>
                </a:lnTo>
                <a:lnTo>
                  <a:pt x="502463" y="1050925"/>
                </a:lnTo>
                <a:lnTo>
                  <a:pt x="470713" y="1038225"/>
                </a:lnTo>
                <a:lnTo>
                  <a:pt x="442138" y="1044575"/>
                </a:lnTo>
                <a:lnTo>
                  <a:pt x="429438" y="1063625"/>
                </a:lnTo>
                <a:lnTo>
                  <a:pt x="404038" y="1050925"/>
                </a:lnTo>
                <a:lnTo>
                  <a:pt x="327838" y="952500"/>
                </a:lnTo>
                <a:cubicBezTo>
                  <a:pt x="278345" y="926104"/>
                  <a:pt x="280213" y="945092"/>
                  <a:pt x="280213" y="920750"/>
                </a:cubicBezTo>
                <a:cubicBezTo>
                  <a:pt x="293563" y="874025"/>
                  <a:pt x="306696" y="883191"/>
                  <a:pt x="286563" y="873125"/>
                </a:cubicBezTo>
                <a:lnTo>
                  <a:pt x="261163" y="847725"/>
                </a:lnTo>
                <a:cubicBezTo>
                  <a:pt x="241069" y="851074"/>
                  <a:pt x="248551" y="850900"/>
                  <a:pt x="238938" y="850900"/>
                </a:cubicBezTo>
                <a:lnTo>
                  <a:pt x="213538" y="825500"/>
                </a:lnTo>
                <a:cubicBezTo>
                  <a:pt x="187147" y="835397"/>
                  <a:pt x="188138" y="825983"/>
                  <a:pt x="188138" y="838200"/>
                </a:cubicBezTo>
                <a:lnTo>
                  <a:pt x="188138" y="857250"/>
                </a:lnTo>
                <a:lnTo>
                  <a:pt x="169088" y="828675"/>
                </a:lnTo>
                <a:lnTo>
                  <a:pt x="181788" y="790575"/>
                </a:lnTo>
                <a:cubicBezTo>
                  <a:pt x="133415" y="742202"/>
                  <a:pt x="156614" y="742950"/>
                  <a:pt x="130988" y="742950"/>
                </a:cubicBezTo>
                <a:lnTo>
                  <a:pt x="86538" y="733425"/>
                </a:lnTo>
                <a:lnTo>
                  <a:pt x="64313" y="762000"/>
                </a:lnTo>
                <a:lnTo>
                  <a:pt x="38913" y="755650"/>
                </a:lnTo>
                <a:cubicBezTo>
                  <a:pt x="0" y="723222"/>
                  <a:pt x="813" y="740432"/>
                  <a:pt x="813" y="720725"/>
                </a:cubicBezTo>
                <a:lnTo>
                  <a:pt x="45263" y="0"/>
                </a:lnTo>
                <a:close/>
              </a:path>
            </a:pathLst>
          </a:custGeom>
          <a:solidFill>
            <a:srgbClr val="DDDCDB"/>
          </a:solidFill>
          <a:ln w="6350">
            <a:solidFill>
              <a:srgbClr val="FFFFFF"/>
            </a:solidFill>
            <a:prstDash val="solid"/>
            <a:miter lim="800000"/>
            <a:headEnd/>
            <a:tailEnd/>
          </a:ln>
          <a:effectLst/>
        </p:spPr>
        <p:txBody>
          <a:bodyPr/>
          <a:lstStyle/>
          <a:p>
            <a:pPr defTabSz="914400">
              <a:defRPr/>
            </a:pPr>
            <a:endParaRPr lang="en-AU" kern="0" dirty="0">
              <a:solidFill>
                <a:srgbClr val="4A545D"/>
              </a:solidFill>
            </a:endParaRPr>
          </a:p>
        </p:txBody>
      </p:sp>
      <p:sp>
        <p:nvSpPr>
          <p:cNvPr id="20" name="Oval 19">
            <a:extLst>
              <a:ext uri="{FF2B5EF4-FFF2-40B4-BE49-F238E27FC236}">
                <a16:creationId xmlns:a16="http://schemas.microsoft.com/office/drawing/2014/main" id="{108F1EDF-B98A-42FB-A4D7-3394AC2680C7}"/>
              </a:ext>
            </a:extLst>
          </p:cNvPr>
          <p:cNvSpPr/>
          <p:nvPr/>
        </p:nvSpPr>
        <p:spPr>
          <a:xfrm>
            <a:off x="6528290" y="1315208"/>
            <a:ext cx="97096" cy="32499"/>
          </a:xfrm>
          <a:prstGeom prst="ellipse">
            <a:avLst/>
          </a:prstGeom>
          <a:solidFill>
            <a:srgbClr val="FFFFFF">
              <a:lumMod val="95000"/>
            </a:srgbClr>
          </a:solidFill>
          <a:ln w="12700" cap="flat" cmpd="sng" algn="ctr">
            <a:noFill/>
            <a:prstDash val="solid"/>
            <a:miter lim="800000"/>
          </a:ln>
          <a:effectLst/>
        </p:spPr>
        <p:txBody>
          <a:bodyPr rot="0" spcFirstLastPara="0" vertOverflow="overflow" horzOverflow="overflow" vert="horz" wrap="square" lIns="71120" tIns="71120" rIns="71120" bIns="7112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endParaRPr lang="en-AU" sz="1200" kern="0" dirty="0">
              <a:solidFill>
                <a:srgbClr val="4A545D"/>
              </a:solidFill>
              <a:cs typeface="Arial" pitchFamily="34" charset="0"/>
            </a:endParaRPr>
          </a:p>
        </p:txBody>
      </p:sp>
      <p:sp>
        <p:nvSpPr>
          <p:cNvPr id="21" name="Freeform: Shape 83">
            <a:extLst>
              <a:ext uri="{FF2B5EF4-FFF2-40B4-BE49-F238E27FC236}">
                <a16:creationId xmlns:a16="http://schemas.microsoft.com/office/drawing/2014/main" id="{5C423844-8081-4778-AC46-921E840F19FA}"/>
              </a:ext>
            </a:extLst>
          </p:cNvPr>
          <p:cNvSpPr/>
          <p:nvPr/>
        </p:nvSpPr>
        <p:spPr>
          <a:xfrm>
            <a:off x="4517491" y="1439389"/>
            <a:ext cx="1749123" cy="3142960"/>
          </a:xfrm>
          <a:custGeom>
            <a:avLst/>
            <a:gdLst>
              <a:gd name="connsiteX0" fmla="*/ 1688123 w 1688123"/>
              <a:gd name="connsiteY0" fmla="*/ 0 h 3019865"/>
              <a:gd name="connsiteX1" fmla="*/ 0 w 1688123"/>
              <a:gd name="connsiteY1" fmla="*/ 3019865 h 3019865"/>
            </a:gdLst>
            <a:ahLst/>
            <a:cxnLst>
              <a:cxn ang="0">
                <a:pos x="connsiteX0" y="connsiteY0"/>
              </a:cxn>
              <a:cxn ang="0">
                <a:pos x="connsiteX1" y="connsiteY1"/>
              </a:cxn>
            </a:cxnLst>
            <a:rect l="l" t="t" r="r" b="b"/>
            <a:pathLst>
              <a:path w="1688123" h="3019865">
                <a:moveTo>
                  <a:pt x="1688123" y="0"/>
                </a:moveTo>
                <a:lnTo>
                  <a:pt x="0" y="3019865"/>
                </a:lnTo>
              </a:path>
            </a:pathLst>
          </a:custGeom>
          <a:noFill/>
          <a:ln w="12700" cap="flat" cmpd="sng" algn="ctr">
            <a:noFill/>
            <a:prstDash val="solid"/>
            <a:miter lim="800000"/>
          </a:ln>
          <a:effectLst/>
        </p:spPr>
        <p:txBody>
          <a:bodyPr rtlCol="0" anchor="ctr"/>
          <a:lstStyle/>
          <a:p>
            <a:pPr algn="ctr" defTabSz="914400">
              <a:defRPr/>
            </a:pPr>
            <a:endParaRPr lang="en-AU" kern="0" dirty="0">
              <a:solidFill>
                <a:srgbClr val="FFFFFF"/>
              </a:solidFill>
            </a:endParaRPr>
          </a:p>
        </p:txBody>
      </p:sp>
      <p:sp>
        <p:nvSpPr>
          <p:cNvPr id="38" name="Oval 37">
            <a:extLst>
              <a:ext uri="{FF2B5EF4-FFF2-40B4-BE49-F238E27FC236}">
                <a16:creationId xmlns:a16="http://schemas.microsoft.com/office/drawing/2014/main" id="{3F539447-6760-459C-8CFE-26C7778E5411}"/>
              </a:ext>
            </a:extLst>
          </p:cNvPr>
          <p:cNvSpPr/>
          <p:nvPr/>
        </p:nvSpPr>
        <p:spPr>
          <a:xfrm>
            <a:off x="6226534" y="1392552"/>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144000" tIns="0" rIns="0" bIns="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r>
              <a:rPr lang="en-AU" sz="600" b="1" kern="0" dirty="0">
                <a:solidFill>
                  <a:srgbClr val="4A545D"/>
                </a:solidFill>
                <a:cs typeface="Arial" pitchFamily="34" charset="0"/>
              </a:rPr>
              <a:t>Darwin</a:t>
            </a:r>
          </a:p>
        </p:txBody>
      </p:sp>
      <p:sp>
        <p:nvSpPr>
          <p:cNvPr id="59" name="Oval 58">
            <a:extLst>
              <a:ext uri="{FF2B5EF4-FFF2-40B4-BE49-F238E27FC236}">
                <a16:creationId xmlns:a16="http://schemas.microsoft.com/office/drawing/2014/main" id="{E337B61A-C116-4192-893D-68A8232E880C}"/>
              </a:ext>
            </a:extLst>
          </p:cNvPr>
          <p:cNvSpPr/>
          <p:nvPr/>
        </p:nvSpPr>
        <p:spPr>
          <a:xfrm>
            <a:off x="4390902" y="4641279"/>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16000" tIns="0" rIns="0" bIns="7112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endParaRPr lang="en-AU" sz="600" kern="0" dirty="0">
              <a:solidFill>
                <a:srgbClr val="4A545D"/>
              </a:solidFill>
              <a:cs typeface="Arial" pitchFamily="34" charset="0"/>
            </a:endParaRPr>
          </a:p>
        </p:txBody>
      </p:sp>
      <p:sp>
        <p:nvSpPr>
          <p:cNvPr id="55" name="TextBox 54">
            <a:extLst>
              <a:ext uri="{FF2B5EF4-FFF2-40B4-BE49-F238E27FC236}">
                <a16:creationId xmlns:a16="http://schemas.microsoft.com/office/drawing/2014/main" id="{896A149B-2B54-F1B9-EC62-61A4B9CB0EE3}"/>
              </a:ext>
            </a:extLst>
          </p:cNvPr>
          <p:cNvSpPr txBox="1"/>
          <p:nvPr/>
        </p:nvSpPr>
        <p:spPr>
          <a:xfrm>
            <a:off x="4059227" y="4582349"/>
            <a:ext cx="381836" cy="184666"/>
          </a:xfrm>
          <a:prstGeom prst="rect">
            <a:avLst/>
          </a:prstGeom>
          <a:noFill/>
        </p:spPr>
        <p:txBody>
          <a:bodyPr wrap="none" rtlCol="0">
            <a:spAutoFit/>
          </a:bodyPr>
          <a:lstStyle/>
          <a:p>
            <a:r>
              <a:rPr lang="en-AU" sz="600" b="1" dirty="0"/>
              <a:t>Perth</a:t>
            </a:r>
          </a:p>
        </p:txBody>
      </p:sp>
      <p:sp>
        <p:nvSpPr>
          <p:cNvPr id="2" name="Title 1">
            <a:extLst>
              <a:ext uri="{FF2B5EF4-FFF2-40B4-BE49-F238E27FC236}">
                <a16:creationId xmlns:a16="http://schemas.microsoft.com/office/drawing/2014/main" id="{FA84D0F6-9A21-954F-E041-F7AF1D9A1FF0}"/>
              </a:ext>
            </a:extLst>
          </p:cNvPr>
          <p:cNvSpPr txBox="1">
            <a:spLocks/>
          </p:cNvSpPr>
          <p:nvPr/>
        </p:nvSpPr>
        <p:spPr>
          <a:xfrm>
            <a:off x="405900" y="191265"/>
            <a:ext cx="11415357" cy="784830"/>
          </a:xfrm>
          <a:prstGeom prst="rect">
            <a:avLst/>
          </a:prstGeom>
        </p:spPr>
        <p:txBody>
          <a:bodyPr/>
          <a:lstStyle>
            <a:lvl1pPr algn="l" defTabSz="914400" rtl="0" eaLnBrk="1" latinLnBrk="0" hangingPunct="1">
              <a:lnSpc>
                <a:spcPct val="90000"/>
              </a:lnSpc>
              <a:spcBef>
                <a:spcPct val="0"/>
              </a:spcBef>
              <a:buNone/>
              <a:defRPr sz="3200" kern="1200">
                <a:solidFill>
                  <a:schemeClr val="bg2"/>
                </a:solidFill>
                <a:latin typeface="Franklin Gothic Demi" panose="020B0703020102020204" pitchFamily="34" charset="0"/>
                <a:ea typeface="+mj-ea"/>
                <a:cs typeface="+mj-cs"/>
              </a:defRPr>
            </a:lvl1pPr>
          </a:lstStyle>
          <a:p>
            <a:r>
              <a:rPr lang="en-US" sz="5000" dirty="0">
                <a:solidFill>
                  <a:schemeClr val="tx1"/>
                </a:solidFill>
              </a:rPr>
              <a:t>Our National Network</a:t>
            </a:r>
            <a:endParaRPr lang="en-AU" sz="5000" dirty="0">
              <a:solidFill>
                <a:schemeClr val="tx1"/>
              </a:solidFill>
            </a:endParaRPr>
          </a:p>
        </p:txBody>
      </p:sp>
      <p:sp>
        <p:nvSpPr>
          <p:cNvPr id="4" name="TextBox 3">
            <a:extLst>
              <a:ext uri="{FF2B5EF4-FFF2-40B4-BE49-F238E27FC236}">
                <a16:creationId xmlns:a16="http://schemas.microsoft.com/office/drawing/2014/main" id="{CB2A51B8-FF51-50F1-951C-14BCB54DA052}"/>
              </a:ext>
            </a:extLst>
          </p:cNvPr>
          <p:cNvSpPr txBox="1"/>
          <p:nvPr/>
        </p:nvSpPr>
        <p:spPr>
          <a:xfrm>
            <a:off x="458016" y="1061428"/>
            <a:ext cx="5189796" cy="492443"/>
          </a:xfrm>
          <a:prstGeom prst="rect">
            <a:avLst/>
          </a:prstGeom>
          <a:noFill/>
        </p:spPr>
        <p:txBody>
          <a:bodyPr wrap="square">
            <a:spAutoFit/>
          </a:bodyPr>
          <a:lstStyle/>
          <a:p>
            <a:r>
              <a:rPr lang="en-US" sz="2600" b="1" dirty="0">
                <a:latin typeface="Franklin Gothic Demi" panose="020B0703020102020204" pitchFamily="34" charset="0"/>
                <a:ea typeface="LF_Kai" panose="03000509000000000000" pitchFamily="65" charset="-120"/>
              </a:rPr>
              <a:t>Sea</a:t>
            </a:r>
            <a:endParaRPr lang="en-US" sz="2600" b="1" dirty="0">
              <a:solidFill>
                <a:schemeClr val="tx1"/>
              </a:solidFill>
              <a:latin typeface="Franklin Gothic Demi" panose="020B0703020102020204" pitchFamily="34" charset="0"/>
              <a:ea typeface="LF_Kai" panose="03000509000000000000" pitchFamily="65" charset="-120"/>
            </a:endParaRPr>
          </a:p>
        </p:txBody>
      </p:sp>
      <p:cxnSp>
        <p:nvCxnSpPr>
          <p:cNvPr id="5" name="Straight Connector 4">
            <a:extLst>
              <a:ext uri="{FF2B5EF4-FFF2-40B4-BE49-F238E27FC236}">
                <a16:creationId xmlns:a16="http://schemas.microsoft.com/office/drawing/2014/main" id="{89F4F427-2FC4-F907-4B75-4E23F941F7C3}"/>
              </a:ext>
            </a:extLst>
          </p:cNvPr>
          <p:cNvCxnSpPr>
            <a:cxnSpLocks/>
            <a:endCxn id="4" idx="2"/>
          </p:cNvCxnSpPr>
          <p:nvPr/>
        </p:nvCxnSpPr>
        <p:spPr>
          <a:xfrm>
            <a:off x="568191" y="1538715"/>
            <a:ext cx="24847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0CC5E79-8765-732B-21C6-9A1D5605705B}"/>
              </a:ext>
            </a:extLst>
          </p:cNvPr>
          <p:cNvSpPr txBox="1"/>
          <p:nvPr/>
        </p:nvSpPr>
        <p:spPr>
          <a:xfrm>
            <a:off x="8124232" y="2199868"/>
            <a:ext cx="418412" cy="169277"/>
          </a:xfrm>
          <a:prstGeom prst="rect">
            <a:avLst/>
          </a:prstGeom>
          <a:noFill/>
        </p:spPr>
        <p:txBody>
          <a:bodyPr wrap="square" rtlCol="0">
            <a:spAutoFit/>
          </a:bodyPr>
          <a:lstStyle/>
          <a:p>
            <a:pPr algn="r"/>
            <a:r>
              <a:rPr lang="en-AU" sz="500" dirty="0"/>
              <a:t>Innisfail</a:t>
            </a:r>
          </a:p>
        </p:txBody>
      </p:sp>
      <p:sp>
        <p:nvSpPr>
          <p:cNvPr id="30" name="TextBox 29">
            <a:extLst>
              <a:ext uri="{FF2B5EF4-FFF2-40B4-BE49-F238E27FC236}">
                <a16:creationId xmlns:a16="http://schemas.microsoft.com/office/drawing/2014/main" id="{8467ED2A-71A5-5810-3C62-F1018C09AEC1}"/>
              </a:ext>
            </a:extLst>
          </p:cNvPr>
          <p:cNvSpPr txBox="1"/>
          <p:nvPr/>
        </p:nvSpPr>
        <p:spPr>
          <a:xfrm>
            <a:off x="8181027" y="2517842"/>
            <a:ext cx="482824" cy="169277"/>
          </a:xfrm>
          <a:prstGeom prst="rect">
            <a:avLst/>
          </a:prstGeom>
          <a:noFill/>
        </p:spPr>
        <p:txBody>
          <a:bodyPr wrap="none" rtlCol="0">
            <a:spAutoFit/>
          </a:bodyPr>
          <a:lstStyle/>
          <a:p>
            <a:r>
              <a:rPr lang="en-AU" sz="500" dirty="0"/>
              <a:t>Townsville</a:t>
            </a:r>
          </a:p>
        </p:txBody>
      </p:sp>
      <p:grpSp>
        <p:nvGrpSpPr>
          <p:cNvPr id="42" name="Group 41">
            <a:extLst>
              <a:ext uri="{FF2B5EF4-FFF2-40B4-BE49-F238E27FC236}">
                <a16:creationId xmlns:a16="http://schemas.microsoft.com/office/drawing/2014/main" id="{D4C89C11-1D77-AF9E-CCD5-259E97894F74}"/>
              </a:ext>
            </a:extLst>
          </p:cNvPr>
          <p:cNvGrpSpPr/>
          <p:nvPr/>
        </p:nvGrpSpPr>
        <p:grpSpPr>
          <a:xfrm>
            <a:off x="814865" y="5411609"/>
            <a:ext cx="1158596" cy="786100"/>
            <a:chOff x="814865" y="5411609"/>
            <a:chExt cx="1158596" cy="786100"/>
          </a:xfrm>
        </p:grpSpPr>
        <p:cxnSp>
          <p:nvCxnSpPr>
            <p:cNvPr id="8" name="Straight Connector 7">
              <a:extLst>
                <a:ext uri="{FF2B5EF4-FFF2-40B4-BE49-F238E27FC236}">
                  <a16:creationId xmlns:a16="http://schemas.microsoft.com/office/drawing/2014/main" id="{AFC6A5DA-A2D7-AA90-E635-BB918F1A7111}"/>
                </a:ext>
              </a:extLst>
            </p:cNvPr>
            <p:cNvCxnSpPr/>
            <p:nvPr/>
          </p:nvCxnSpPr>
          <p:spPr bwMode="auto">
            <a:xfrm>
              <a:off x="904409" y="5730119"/>
              <a:ext cx="205442" cy="0"/>
            </a:xfrm>
            <a:prstGeom prst="line">
              <a:avLst/>
            </a:prstGeom>
            <a:noFill/>
            <a:ln w="19050" cap="flat" cmpd="sng" algn="ctr">
              <a:solidFill>
                <a:schemeClr val="accent6"/>
              </a:solidFill>
              <a:prstDash val="solid"/>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Rectangle 34">
              <a:extLst>
                <a:ext uri="{FF2B5EF4-FFF2-40B4-BE49-F238E27FC236}">
                  <a16:creationId xmlns:a16="http://schemas.microsoft.com/office/drawing/2014/main" id="{7C28D2D6-CFDC-3B6B-5AEA-9657836C8DEC}"/>
                </a:ext>
              </a:extLst>
            </p:cNvPr>
            <p:cNvSpPr/>
            <p:nvPr/>
          </p:nvSpPr>
          <p:spPr bwMode="auto">
            <a:xfrm>
              <a:off x="1086635" y="5649398"/>
              <a:ext cx="886826" cy="162538"/>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Sea</a:t>
              </a:r>
            </a:p>
          </p:txBody>
        </p:sp>
        <p:sp>
          <p:nvSpPr>
            <p:cNvPr id="54" name="TextBox 53">
              <a:extLst>
                <a:ext uri="{FF2B5EF4-FFF2-40B4-BE49-F238E27FC236}">
                  <a16:creationId xmlns:a16="http://schemas.microsoft.com/office/drawing/2014/main" id="{9966A455-E431-029B-5809-0DB50DB38F9D}"/>
                </a:ext>
              </a:extLst>
            </p:cNvPr>
            <p:cNvSpPr txBox="1"/>
            <p:nvPr/>
          </p:nvSpPr>
          <p:spPr>
            <a:xfrm>
              <a:off x="814865" y="5411609"/>
              <a:ext cx="574618" cy="211199"/>
            </a:xfrm>
            <a:prstGeom prst="rect">
              <a:avLst/>
            </a:prstGeom>
            <a:noFill/>
          </p:spPr>
          <p:txBody>
            <a:bodyPr vert="horz" wrap="none" lIns="82918" tIns="41459" rIns="82918" bIns="41459" rtlCol="0" anchor="t">
              <a:spAutoFit/>
            </a:bodyPr>
            <a:lstStyle/>
            <a:p>
              <a:pPr algn="l">
                <a:lnSpc>
                  <a:spcPct val="110000"/>
                </a:lnSpc>
              </a:pPr>
              <a:r>
                <a:rPr lang="en-AU" sz="816" b="1" dirty="0">
                  <a:latin typeface="Arial"/>
                </a:rPr>
                <a:t>Legend</a:t>
              </a:r>
              <a:r>
                <a:rPr lang="en-AU" sz="816" b="1" dirty="0">
                  <a:solidFill>
                    <a:schemeClr val="tx2"/>
                  </a:solidFill>
                  <a:latin typeface="Arial"/>
                </a:rPr>
                <a:t>:</a:t>
              </a:r>
            </a:p>
          </p:txBody>
        </p:sp>
        <p:sp>
          <p:nvSpPr>
            <p:cNvPr id="19" name="Rectangle 18">
              <a:extLst>
                <a:ext uri="{FF2B5EF4-FFF2-40B4-BE49-F238E27FC236}">
                  <a16:creationId xmlns:a16="http://schemas.microsoft.com/office/drawing/2014/main" id="{7C1E91DD-B474-0D33-97B7-70178CACE6CD}"/>
                </a:ext>
              </a:extLst>
            </p:cNvPr>
            <p:cNvSpPr/>
            <p:nvPr/>
          </p:nvSpPr>
          <p:spPr bwMode="auto">
            <a:xfrm>
              <a:off x="1086635" y="5837978"/>
              <a:ext cx="886826" cy="162538"/>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Intermodal depots</a:t>
              </a:r>
            </a:p>
          </p:txBody>
        </p:sp>
        <p:sp>
          <p:nvSpPr>
            <p:cNvPr id="31" name="Rectangle 30">
              <a:extLst>
                <a:ext uri="{FF2B5EF4-FFF2-40B4-BE49-F238E27FC236}">
                  <a16:creationId xmlns:a16="http://schemas.microsoft.com/office/drawing/2014/main" id="{7E5BF0BF-1A0F-EC10-CFDB-524A9AD54741}"/>
                </a:ext>
              </a:extLst>
            </p:cNvPr>
            <p:cNvSpPr/>
            <p:nvPr/>
          </p:nvSpPr>
          <p:spPr bwMode="auto">
            <a:xfrm>
              <a:off x="1086635" y="6035171"/>
              <a:ext cx="886826" cy="162538"/>
            </a:xfrm>
            <a:prstGeom prst="rect">
              <a:avLst/>
            </a:prstGeom>
            <a:noFill/>
            <a:ln>
              <a:noFill/>
            </a:ln>
            <a:effectLst/>
          </p:spPr>
          <p:txBody>
            <a:bodyPr vert="horz" wrap="square" lIns="82918" tIns="41459" rIns="0" bIns="41459" numCol="1" rtlCol="0" anchor="ctr" anchorCtr="0" compatLnSpc="1">
              <a:prstTxWarp prst="textNoShape">
                <a:avLst/>
              </a:prstTxWarp>
            </a:bodyPr>
            <a:lstStyle/>
            <a:p>
              <a:pPr defTabSz="414589">
                <a:defRPr/>
              </a:pPr>
              <a:r>
                <a:rPr lang="en-US" sz="725" kern="0" dirty="0">
                  <a:latin typeface="Arial"/>
                  <a:cs typeface="Arial" panose="020B0604020202020204" pitchFamily="34" charset="0"/>
                </a:rPr>
                <a:t>Major depots</a:t>
              </a:r>
            </a:p>
          </p:txBody>
        </p:sp>
        <p:sp>
          <p:nvSpPr>
            <p:cNvPr id="22" name="Oval 21">
              <a:extLst>
                <a:ext uri="{FF2B5EF4-FFF2-40B4-BE49-F238E27FC236}">
                  <a16:creationId xmlns:a16="http://schemas.microsoft.com/office/drawing/2014/main" id="{2C5949BE-ED5B-B8F7-1DC6-AA4C0BCD2A7A}"/>
                </a:ext>
              </a:extLst>
            </p:cNvPr>
            <p:cNvSpPr/>
            <p:nvPr/>
          </p:nvSpPr>
          <p:spPr>
            <a:xfrm>
              <a:off x="949896" y="5885006"/>
              <a:ext cx="68481" cy="68481"/>
            </a:xfrm>
            <a:prstGeom prst="ellipse">
              <a:avLst/>
            </a:prstGeom>
            <a:solidFill>
              <a:schemeClr val="accent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918" tIns="41459" rIns="82918" bIns="41459" numCol="1" spcCol="0" rtlCol="0" fromWordArt="0" anchor="ctr" anchorCtr="0" forceAA="0" compatLnSpc="0">
              <a:prstTxWarp prst="textNoShape">
                <a:avLst/>
              </a:prstTxWarp>
              <a:noAutofit/>
            </a:bodyPr>
            <a:lstStyle/>
            <a:p>
              <a:pPr algn="ctr">
                <a:lnSpc>
                  <a:spcPct val="110000"/>
                </a:lnSpc>
              </a:pPr>
              <a:endParaRPr lang="en-AU" sz="1088" dirty="0">
                <a:solidFill>
                  <a:schemeClr val="accent1"/>
                </a:solidFill>
              </a:endParaRPr>
            </a:p>
          </p:txBody>
        </p:sp>
        <p:sp>
          <p:nvSpPr>
            <p:cNvPr id="32" name="Freeform 115">
              <a:extLst>
                <a:ext uri="{FF2B5EF4-FFF2-40B4-BE49-F238E27FC236}">
                  <a16:creationId xmlns:a16="http://schemas.microsoft.com/office/drawing/2014/main" id="{CB45C516-8067-9B72-96EA-009ED3C866E5}"/>
                </a:ext>
              </a:extLst>
            </p:cNvPr>
            <p:cNvSpPr>
              <a:spLocks noEditPoints="1"/>
            </p:cNvSpPr>
            <p:nvPr/>
          </p:nvSpPr>
          <p:spPr bwMode="auto">
            <a:xfrm rot="14581681" flipV="1">
              <a:off x="922731" y="6054122"/>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grpSp>
      <p:sp>
        <p:nvSpPr>
          <p:cNvPr id="33" name="Freeform 115">
            <a:extLst>
              <a:ext uri="{FF2B5EF4-FFF2-40B4-BE49-F238E27FC236}">
                <a16:creationId xmlns:a16="http://schemas.microsoft.com/office/drawing/2014/main" id="{5BEC4444-EF75-76AD-6A86-40BDF4746303}"/>
              </a:ext>
            </a:extLst>
          </p:cNvPr>
          <p:cNvSpPr>
            <a:spLocks noEditPoints="1"/>
          </p:cNvSpPr>
          <p:nvPr/>
        </p:nvSpPr>
        <p:spPr bwMode="auto">
          <a:xfrm rot="14581681" flipV="1">
            <a:off x="9371373" y="3801121"/>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34" name="Freeform 115">
            <a:extLst>
              <a:ext uri="{FF2B5EF4-FFF2-40B4-BE49-F238E27FC236}">
                <a16:creationId xmlns:a16="http://schemas.microsoft.com/office/drawing/2014/main" id="{07B1827A-40E9-7D76-DBEB-DF6599D09CC6}"/>
              </a:ext>
            </a:extLst>
          </p:cNvPr>
          <p:cNvSpPr>
            <a:spLocks noEditPoints="1"/>
          </p:cNvSpPr>
          <p:nvPr/>
        </p:nvSpPr>
        <p:spPr bwMode="auto">
          <a:xfrm rot="14581681" flipV="1">
            <a:off x="7348984" y="4840526"/>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37" name="Freeform 115">
            <a:extLst>
              <a:ext uri="{FF2B5EF4-FFF2-40B4-BE49-F238E27FC236}">
                <a16:creationId xmlns:a16="http://schemas.microsoft.com/office/drawing/2014/main" id="{0F20D758-4D88-3A66-2CA5-FBAB04450FA4}"/>
              </a:ext>
            </a:extLst>
          </p:cNvPr>
          <p:cNvSpPr>
            <a:spLocks noEditPoints="1"/>
          </p:cNvSpPr>
          <p:nvPr/>
        </p:nvSpPr>
        <p:spPr bwMode="auto">
          <a:xfrm rot="14581681" flipV="1">
            <a:off x="4398101" y="4506510"/>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39" name="Freeform 115">
            <a:extLst>
              <a:ext uri="{FF2B5EF4-FFF2-40B4-BE49-F238E27FC236}">
                <a16:creationId xmlns:a16="http://schemas.microsoft.com/office/drawing/2014/main" id="{1E1240BC-B1D6-ACEA-DD23-785342C3FF07}"/>
              </a:ext>
            </a:extLst>
          </p:cNvPr>
          <p:cNvSpPr>
            <a:spLocks noEditPoints="1"/>
          </p:cNvSpPr>
          <p:nvPr/>
        </p:nvSpPr>
        <p:spPr bwMode="auto">
          <a:xfrm rot="16200000" flipV="1">
            <a:off x="8979191" y="4763555"/>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40" name="Freeform 115">
            <a:extLst>
              <a:ext uri="{FF2B5EF4-FFF2-40B4-BE49-F238E27FC236}">
                <a16:creationId xmlns:a16="http://schemas.microsoft.com/office/drawing/2014/main" id="{5E110111-A2A2-0713-88B0-A3529FDAF6D0}"/>
              </a:ext>
            </a:extLst>
          </p:cNvPr>
          <p:cNvSpPr>
            <a:spLocks noEditPoints="1"/>
          </p:cNvSpPr>
          <p:nvPr/>
        </p:nvSpPr>
        <p:spPr bwMode="auto">
          <a:xfrm rot="13153012" flipV="1">
            <a:off x="8017383" y="5234960"/>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41" name="Freeform 115">
            <a:extLst>
              <a:ext uri="{FF2B5EF4-FFF2-40B4-BE49-F238E27FC236}">
                <a16:creationId xmlns:a16="http://schemas.microsoft.com/office/drawing/2014/main" id="{2B1EC93D-89B9-2718-9FFF-AD04F2340A4C}"/>
              </a:ext>
            </a:extLst>
          </p:cNvPr>
          <p:cNvSpPr>
            <a:spLocks noEditPoints="1"/>
          </p:cNvSpPr>
          <p:nvPr/>
        </p:nvSpPr>
        <p:spPr bwMode="auto">
          <a:xfrm rot="16200000" flipV="1">
            <a:off x="6284898" y="1291230"/>
            <a:ext cx="122812" cy="122266"/>
          </a:xfrm>
          <a:custGeom>
            <a:avLst/>
            <a:gdLst>
              <a:gd name="T0" fmla="*/ 19 w 65"/>
              <a:gd name="T1" fmla="*/ 44 h 64"/>
              <a:gd name="T2" fmla="*/ 21 w 65"/>
              <a:gd name="T3" fmla="*/ 46 h 64"/>
              <a:gd name="T4" fmla="*/ 21 w 65"/>
              <a:gd name="T5" fmla="*/ 48 h 64"/>
              <a:gd name="T6" fmla="*/ 6 w 65"/>
              <a:gd name="T7" fmla="*/ 63 h 64"/>
              <a:gd name="T8" fmla="*/ 5 w 65"/>
              <a:gd name="T9" fmla="*/ 63 h 64"/>
              <a:gd name="T10" fmla="*/ 1 w 65"/>
              <a:gd name="T11" fmla="*/ 62 h 64"/>
              <a:gd name="T12" fmla="*/ 0 w 65"/>
              <a:gd name="T13" fmla="*/ 61 h 64"/>
              <a:gd name="T14" fmla="*/ 1 w 65"/>
              <a:gd name="T15" fmla="*/ 60 h 64"/>
              <a:gd name="T16" fmla="*/ 17 w 65"/>
              <a:gd name="T17" fmla="*/ 44 h 64"/>
              <a:gd name="T18" fmla="*/ 19 w 65"/>
              <a:gd name="T19" fmla="*/ 44 h 64"/>
              <a:gd name="T20" fmla="*/ 42 w 65"/>
              <a:gd name="T21" fmla="*/ 5 h 64"/>
              <a:gd name="T22" fmla="*/ 41 w 65"/>
              <a:gd name="T23" fmla="*/ 6 h 64"/>
              <a:gd name="T24" fmla="*/ 39 w 65"/>
              <a:gd name="T25" fmla="*/ 10 h 64"/>
              <a:gd name="T26" fmla="*/ 40 w 65"/>
              <a:gd name="T27" fmla="*/ 12 h 64"/>
              <a:gd name="T28" fmla="*/ 38 w 65"/>
              <a:gd name="T29" fmla="*/ 18 h 64"/>
              <a:gd name="T30" fmla="*/ 26 w 65"/>
              <a:gd name="T31" fmla="*/ 26 h 64"/>
              <a:gd name="T32" fmla="*/ 9 w 65"/>
              <a:gd name="T33" fmla="*/ 28 h 64"/>
              <a:gd name="T34" fmla="*/ 8 w 65"/>
              <a:gd name="T35" fmla="*/ 29 h 64"/>
              <a:gd name="T36" fmla="*/ 9 w 65"/>
              <a:gd name="T37" fmla="*/ 30 h 64"/>
              <a:gd name="T38" fmla="*/ 34 w 65"/>
              <a:gd name="T39" fmla="*/ 56 h 64"/>
              <a:gd name="T40" fmla="*/ 35 w 65"/>
              <a:gd name="T41" fmla="*/ 57 h 64"/>
              <a:gd name="T42" fmla="*/ 36 w 65"/>
              <a:gd name="T43" fmla="*/ 56 h 64"/>
              <a:gd name="T44" fmla="*/ 39 w 65"/>
              <a:gd name="T45" fmla="*/ 39 h 64"/>
              <a:gd name="T46" fmla="*/ 47 w 65"/>
              <a:gd name="T47" fmla="*/ 27 h 64"/>
              <a:gd name="T48" fmla="*/ 53 w 65"/>
              <a:gd name="T49" fmla="*/ 25 h 64"/>
              <a:gd name="T50" fmla="*/ 55 w 65"/>
              <a:gd name="T51" fmla="*/ 25 h 64"/>
              <a:gd name="T52" fmla="*/ 59 w 65"/>
              <a:gd name="T53" fmla="*/ 24 h 64"/>
              <a:gd name="T54" fmla="*/ 60 w 65"/>
              <a:gd name="T55" fmla="*/ 23 h 64"/>
              <a:gd name="T56" fmla="*/ 42 w 65"/>
              <a:gd name="T57" fmla="*/ 5 h 64"/>
              <a:gd name="T58" fmla="*/ 28 w 65"/>
              <a:gd name="T59" fmla="*/ 32 h 64"/>
              <a:gd name="T60" fmla="*/ 18 w 65"/>
              <a:gd name="T61" fmla="*/ 30 h 64"/>
              <a:gd name="T62" fmla="*/ 30 w 65"/>
              <a:gd name="T63" fmla="*/ 42 h 64"/>
              <a:gd name="T64" fmla="*/ 28 w 65"/>
              <a:gd name="T65" fmla="*/ 32 h 64"/>
              <a:gd name="T66" fmla="*/ 50 w 65"/>
              <a:gd name="T67" fmla="*/ 9 h 64"/>
              <a:gd name="T68" fmla="*/ 52 w 65"/>
              <a:gd name="T69" fmla="*/ 15 h 64"/>
              <a:gd name="T70" fmla="*/ 44 w 65"/>
              <a:gd name="T71" fmla="*/ 7 h 64"/>
              <a:gd name="T72" fmla="*/ 50 w 65"/>
              <a:gd name="T73" fmla="*/ 9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5" h="64">
                <a:moveTo>
                  <a:pt x="19" y="44"/>
                </a:moveTo>
                <a:cubicBezTo>
                  <a:pt x="21" y="46"/>
                  <a:pt x="21" y="46"/>
                  <a:pt x="21" y="46"/>
                </a:cubicBezTo>
                <a:cubicBezTo>
                  <a:pt x="22" y="47"/>
                  <a:pt x="22" y="48"/>
                  <a:pt x="21" y="48"/>
                </a:cubicBezTo>
                <a:cubicBezTo>
                  <a:pt x="6" y="63"/>
                  <a:pt x="6" y="63"/>
                  <a:pt x="6" y="63"/>
                </a:cubicBezTo>
                <a:cubicBezTo>
                  <a:pt x="6" y="64"/>
                  <a:pt x="5" y="64"/>
                  <a:pt x="5" y="63"/>
                </a:cubicBezTo>
                <a:cubicBezTo>
                  <a:pt x="1" y="62"/>
                  <a:pt x="1" y="62"/>
                  <a:pt x="1" y="62"/>
                </a:cubicBezTo>
                <a:cubicBezTo>
                  <a:pt x="1" y="62"/>
                  <a:pt x="0" y="62"/>
                  <a:pt x="0" y="61"/>
                </a:cubicBezTo>
                <a:cubicBezTo>
                  <a:pt x="0" y="61"/>
                  <a:pt x="0" y="60"/>
                  <a:pt x="1" y="60"/>
                </a:cubicBezTo>
                <a:cubicBezTo>
                  <a:pt x="17" y="44"/>
                  <a:pt x="17" y="44"/>
                  <a:pt x="17" y="44"/>
                </a:cubicBezTo>
                <a:cubicBezTo>
                  <a:pt x="17" y="43"/>
                  <a:pt x="18" y="43"/>
                  <a:pt x="19" y="44"/>
                </a:cubicBezTo>
                <a:close/>
                <a:moveTo>
                  <a:pt x="42" y="5"/>
                </a:moveTo>
                <a:cubicBezTo>
                  <a:pt x="41" y="6"/>
                  <a:pt x="41" y="6"/>
                  <a:pt x="41" y="6"/>
                </a:cubicBezTo>
                <a:cubicBezTo>
                  <a:pt x="40" y="7"/>
                  <a:pt x="40" y="8"/>
                  <a:pt x="39" y="10"/>
                </a:cubicBezTo>
                <a:cubicBezTo>
                  <a:pt x="39" y="10"/>
                  <a:pt x="40" y="11"/>
                  <a:pt x="40" y="12"/>
                </a:cubicBezTo>
                <a:cubicBezTo>
                  <a:pt x="41" y="14"/>
                  <a:pt x="40" y="16"/>
                  <a:pt x="38" y="18"/>
                </a:cubicBezTo>
                <a:cubicBezTo>
                  <a:pt x="36" y="20"/>
                  <a:pt x="29" y="27"/>
                  <a:pt x="26" y="26"/>
                </a:cubicBezTo>
                <a:cubicBezTo>
                  <a:pt x="20" y="22"/>
                  <a:pt x="13" y="25"/>
                  <a:pt x="9" y="28"/>
                </a:cubicBezTo>
                <a:cubicBezTo>
                  <a:pt x="9" y="29"/>
                  <a:pt x="8" y="29"/>
                  <a:pt x="8" y="29"/>
                </a:cubicBezTo>
                <a:cubicBezTo>
                  <a:pt x="8" y="30"/>
                  <a:pt x="8" y="30"/>
                  <a:pt x="9" y="30"/>
                </a:cubicBezTo>
                <a:cubicBezTo>
                  <a:pt x="34" y="56"/>
                  <a:pt x="34" y="56"/>
                  <a:pt x="34" y="56"/>
                </a:cubicBezTo>
                <a:cubicBezTo>
                  <a:pt x="35" y="56"/>
                  <a:pt x="35" y="57"/>
                  <a:pt x="35" y="57"/>
                </a:cubicBezTo>
                <a:cubicBezTo>
                  <a:pt x="36" y="57"/>
                  <a:pt x="36" y="56"/>
                  <a:pt x="36" y="56"/>
                </a:cubicBezTo>
                <a:cubicBezTo>
                  <a:pt x="40" y="52"/>
                  <a:pt x="43" y="45"/>
                  <a:pt x="39" y="39"/>
                </a:cubicBezTo>
                <a:cubicBezTo>
                  <a:pt x="38" y="36"/>
                  <a:pt x="45" y="29"/>
                  <a:pt x="47" y="27"/>
                </a:cubicBezTo>
                <a:cubicBezTo>
                  <a:pt x="48" y="25"/>
                  <a:pt x="51" y="24"/>
                  <a:pt x="53" y="25"/>
                </a:cubicBezTo>
                <a:cubicBezTo>
                  <a:pt x="54" y="25"/>
                  <a:pt x="54" y="25"/>
                  <a:pt x="55" y="25"/>
                </a:cubicBezTo>
                <a:cubicBezTo>
                  <a:pt x="57" y="25"/>
                  <a:pt x="58" y="25"/>
                  <a:pt x="59" y="24"/>
                </a:cubicBezTo>
                <a:cubicBezTo>
                  <a:pt x="60" y="23"/>
                  <a:pt x="60" y="23"/>
                  <a:pt x="60" y="23"/>
                </a:cubicBezTo>
                <a:cubicBezTo>
                  <a:pt x="65" y="17"/>
                  <a:pt x="47" y="0"/>
                  <a:pt x="42" y="5"/>
                </a:cubicBezTo>
                <a:close/>
                <a:moveTo>
                  <a:pt x="28" y="32"/>
                </a:moveTo>
                <a:cubicBezTo>
                  <a:pt x="20" y="23"/>
                  <a:pt x="16" y="28"/>
                  <a:pt x="18" y="30"/>
                </a:cubicBezTo>
                <a:cubicBezTo>
                  <a:pt x="30" y="42"/>
                  <a:pt x="30" y="42"/>
                  <a:pt x="30" y="42"/>
                </a:cubicBezTo>
                <a:cubicBezTo>
                  <a:pt x="32" y="44"/>
                  <a:pt x="37" y="40"/>
                  <a:pt x="28" y="32"/>
                </a:cubicBezTo>
                <a:close/>
                <a:moveTo>
                  <a:pt x="50" y="9"/>
                </a:moveTo>
                <a:cubicBezTo>
                  <a:pt x="55" y="12"/>
                  <a:pt x="54" y="14"/>
                  <a:pt x="52" y="15"/>
                </a:cubicBezTo>
                <a:cubicBezTo>
                  <a:pt x="51" y="16"/>
                  <a:pt x="43" y="9"/>
                  <a:pt x="44" y="7"/>
                </a:cubicBezTo>
                <a:cubicBezTo>
                  <a:pt x="45" y="6"/>
                  <a:pt x="48" y="8"/>
                  <a:pt x="50" y="9"/>
                </a:cubicBezTo>
                <a:close/>
              </a:path>
            </a:pathLst>
          </a:custGeom>
          <a:solidFill>
            <a:schemeClr val="tx1"/>
          </a:solidFill>
          <a:ln>
            <a:noFill/>
          </a:ln>
        </p:spPr>
        <p:txBody>
          <a:bodyPr vert="horz" wrap="square" lIns="82918" tIns="41459" rIns="82918" bIns="41459" numCol="1" anchor="t" anchorCtr="0" compatLnSpc="1">
            <a:prstTxWarp prst="textNoShape">
              <a:avLst/>
            </a:prstTxWarp>
            <a:noAutofit/>
          </a:bodyPr>
          <a:lstStyle/>
          <a:p>
            <a:pPr defTabSz="829178">
              <a:lnSpc>
                <a:spcPct val="90000"/>
              </a:lnSpc>
              <a:defRPr/>
            </a:pPr>
            <a:endParaRPr lang="en-AU" sz="1632" kern="0" dirty="0">
              <a:solidFill>
                <a:schemeClr val="tx2"/>
              </a:solidFill>
              <a:latin typeface="Arial"/>
            </a:endParaRPr>
          </a:p>
        </p:txBody>
      </p:sp>
      <p:sp>
        <p:nvSpPr>
          <p:cNvPr id="88" name="Arc 87">
            <a:extLst>
              <a:ext uri="{FF2B5EF4-FFF2-40B4-BE49-F238E27FC236}">
                <a16:creationId xmlns:a16="http://schemas.microsoft.com/office/drawing/2014/main" id="{3B3DFA8A-7C13-98BB-3071-BF6ECC4C232F}"/>
              </a:ext>
            </a:extLst>
          </p:cNvPr>
          <p:cNvSpPr/>
          <p:nvPr/>
        </p:nvSpPr>
        <p:spPr>
          <a:xfrm rot="911957">
            <a:off x="8822567" y="3916093"/>
            <a:ext cx="678159" cy="1008000"/>
          </a:xfrm>
          <a:prstGeom prst="arc">
            <a:avLst>
              <a:gd name="adj1" fmla="val 16640926"/>
              <a:gd name="adj2" fmla="val 5717590"/>
            </a:avLst>
          </a:prstGeom>
          <a:ln w="1270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61" name="Oval 60">
            <a:extLst>
              <a:ext uri="{FF2B5EF4-FFF2-40B4-BE49-F238E27FC236}">
                <a16:creationId xmlns:a16="http://schemas.microsoft.com/office/drawing/2014/main" id="{99AA4C44-5117-4670-8F8A-D2A37E528292}"/>
              </a:ext>
            </a:extLst>
          </p:cNvPr>
          <p:cNvSpPr/>
          <p:nvPr/>
        </p:nvSpPr>
        <p:spPr>
          <a:xfrm>
            <a:off x="9341090" y="3911959"/>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16000" tIns="0" rIns="71120" bIns="7112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r>
              <a:rPr lang="en-AU" sz="600" b="1" kern="0" dirty="0">
                <a:cs typeface="Arial" pitchFamily="34" charset="0"/>
              </a:rPr>
              <a:t>Brisbane</a:t>
            </a:r>
          </a:p>
        </p:txBody>
      </p:sp>
      <p:sp>
        <p:nvSpPr>
          <p:cNvPr id="57" name="Freeform: Shape 56">
            <a:extLst>
              <a:ext uri="{FF2B5EF4-FFF2-40B4-BE49-F238E27FC236}">
                <a16:creationId xmlns:a16="http://schemas.microsoft.com/office/drawing/2014/main" id="{5335C5D0-5409-A5D6-3325-FD49EFB57EA3}"/>
              </a:ext>
            </a:extLst>
          </p:cNvPr>
          <p:cNvSpPr/>
          <p:nvPr/>
        </p:nvSpPr>
        <p:spPr>
          <a:xfrm>
            <a:off x="4184872" y="4686300"/>
            <a:ext cx="3924078" cy="991823"/>
          </a:xfrm>
          <a:custGeom>
            <a:avLst/>
            <a:gdLst>
              <a:gd name="connsiteX0" fmla="*/ 342900 w 4092006"/>
              <a:gd name="connsiteY0" fmla="*/ 0 h 1029571"/>
              <a:gd name="connsiteX1" fmla="*/ 0 w 4092006"/>
              <a:gd name="connsiteY1" fmla="*/ 330200 h 1029571"/>
              <a:gd name="connsiteX2" fmla="*/ 0 w 4092006"/>
              <a:gd name="connsiteY2" fmla="*/ 330200 h 1029571"/>
              <a:gd name="connsiteX3" fmla="*/ 622300 w 4092006"/>
              <a:gd name="connsiteY3" fmla="*/ 704850 h 1029571"/>
              <a:gd name="connsiteX4" fmla="*/ 2971800 w 4092006"/>
              <a:gd name="connsiteY4" fmla="*/ 958850 h 1029571"/>
              <a:gd name="connsiteX5" fmla="*/ 4013200 w 4092006"/>
              <a:gd name="connsiteY5" fmla="*/ 1016000 h 1029571"/>
              <a:gd name="connsiteX6" fmla="*/ 4019550 w 4092006"/>
              <a:gd name="connsiteY6" fmla="*/ 742950 h 1029571"/>
              <a:gd name="connsiteX7" fmla="*/ 4025900 w 4092006"/>
              <a:gd name="connsiteY7" fmla="*/ 749300 h 1029571"/>
              <a:gd name="connsiteX0" fmla="*/ 342900 w 4092006"/>
              <a:gd name="connsiteY0" fmla="*/ 0 h 1029571"/>
              <a:gd name="connsiteX1" fmla="*/ 0 w 4092006"/>
              <a:gd name="connsiteY1" fmla="*/ 330200 h 1029571"/>
              <a:gd name="connsiteX2" fmla="*/ 107950 w 4092006"/>
              <a:gd name="connsiteY2" fmla="*/ 374650 h 1029571"/>
              <a:gd name="connsiteX3" fmla="*/ 622300 w 4092006"/>
              <a:gd name="connsiteY3" fmla="*/ 704850 h 1029571"/>
              <a:gd name="connsiteX4" fmla="*/ 2971800 w 4092006"/>
              <a:gd name="connsiteY4" fmla="*/ 958850 h 1029571"/>
              <a:gd name="connsiteX5" fmla="*/ 4013200 w 4092006"/>
              <a:gd name="connsiteY5" fmla="*/ 1016000 h 1029571"/>
              <a:gd name="connsiteX6" fmla="*/ 4019550 w 4092006"/>
              <a:gd name="connsiteY6" fmla="*/ 742950 h 1029571"/>
              <a:gd name="connsiteX7" fmla="*/ 4025900 w 4092006"/>
              <a:gd name="connsiteY7" fmla="*/ 749300 h 1029571"/>
              <a:gd name="connsiteX0" fmla="*/ 357142 w 4106248"/>
              <a:gd name="connsiteY0" fmla="*/ 0 h 1029571"/>
              <a:gd name="connsiteX1" fmla="*/ 14242 w 4106248"/>
              <a:gd name="connsiteY1" fmla="*/ 330200 h 1029571"/>
              <a:gd name="connsiteX2" fmla="*/ 122192 w 4106248"/>
              <a:gd name="connsiteY2" fmla="*/ 374650 h 1029571"/>
              <a:gd name="connsiteX3" fmla="*/ 636542 w 4106248"/>
              <a:gd name="connsiteY3" fmla="*/ 704850 h 1029571"/>
              <a:gd name="connsiteX4" fmla="*/ 2986042 w 4106248"/>
              <a:gd name="connsiteY4" fmla="*/ 958850 h 1029571"/>
              <a:gd name="connsiteX5" fmla="*/ 4027442 w 4106248"/>
              <a:gd name="connsiteY5" fmla="*/ 1016000 h 1029571"/>
              <a:gd name="connsiteX6" fmla="*/ 4033792 w 4106248"/>
              <a:gd name="connsiteY6" fmla="*/ 742950 h 1029571"/>
              <a:gd name="connsiteX7" fmla="*/ 4040142 w 4106248"/>
              <a:gd name="connsiteY7" fmla="*/ 749300 h 1029571"/>
              <a:gd name="connsiteX0" fmla="*/ 357142 w 4106248"/>
              <a:gd name="connsiteY0" fmla="*/ 0 h 1029571"/>
              <a:gd name="connsiteX1" fmla="*/ 14242 w 4106248"/>
              <a:gd name="connsiteY1" fmla="*/ 330200 h 1029571"/>
              <a:gd name="connsiteX2" fmla="*/ 122192 w 4106248"/>
              <a:gd name="connsiteY2" fmla="*/ 374650 h 1029571"/>
              <a:gd name="connsiteX3" fmla="*/ 636542 w 4106248"/>
              <a:gd name="connsiteY3" fmla="*/ 704850 h 1029571"/>
              <a:gd name="connsiteX4" fmla="*/ 2986042 w 4106248"/>
              <a:gd name="connsiteY4" fmla="*/ 958850 h 1029571"/>
              <a:gd name="connsiteX5" fmla="*/ 4027442 w 4106248"/>
              <a:gd name="connsiteY5" fmla="*/ 1016000 h 1029571"/>
              <a:gd name="connsiteX6" fmla="*/ 4033792 w 4106248"/>
              <a:gd name="connsiteY6" fmla="*/ 742950 h 1029571"/>
              <a:gd name="connsiteX7" fmla="*/ 4040142 w 4106248"/>
              <a:gd name="connsiteY7" fmla="*/ 749300 h 1029571"/>
              <a:gd name="connsiteX0" fmla="*/ 357142 w 4106248"/>
              <a:gd name="connsiteY0" fmla="*/ 0 h 1029571"/>
              <a:gd name="connsiteX1" fmla="*/ 14242 w 4106248"/>
              <a:gd name="connsiteY1" fmla="*/ 330200 h 1029571"/>
              <a:gd name="connsiteX2" fmla="*/ 122192 w 4106248"/>
              <a:gd name="connsiteY2" fmla="*/ 374650 h 1029571"/>
              <a:gd name="connsiteX3" fmla="*/ 636542 w 4106248"/>
              <a:gd name="connsiteY3" fmla="*/ 704850 h 1029571"/>
              <a:gd name="connsiteX4" fmla="*/ 2986042 w 4106248"/>
              <a:gd name="connsiteY4" fmla="*/ 958850 h 1029571"/>
              <a:gd name="connsiteX5" fmla="*/ 4027442 w 4106248"/>
              <a:gd name="connsiteY5" fmla="*/ 1016000 h 1029571"/>
              <a:gd name="connsiteX6" fmla="*/ 4033792 w 4106248"/>
              <a:gd name="connsiteY6" fmla="*/ 742950 h 1029571"/>
              <a:gd name="connsiteX7" fmla="*/ 4040142 w 4106248"/>
              <a:gd name="connsiteY7" fmla="*/ 749300 h 1029571"/>
              <a:gd name="connsiteX0" fmla="*/ 357142 w 4040142"/>
              <a:gd name="connsiteY0" fmla="*/ 0 h 991823"/>
              <a:gd name="connsiteX1" fmla="*/ 14242 w 4040142"/>
              <a:gd name="connsiteY1" fmla="*/ 330200 h 991823"/>
              <a:gd name="connsiteX2" fmla="*/ 122192 w 4040142"/>
              <a:gd name="connsiteY2" fmla="*/ 374650 h 991823"/>
              <a:gd name="connsiteX3" fmla="*/ 636542 w 4040142"/>
              <a:gd name="connsiteY3" fmla="*/ 704850 h 991823"/>
              <a:gd name="connsiteX4" fmla="*/ 2986042 w 4040142"/>
              <a:gd name="connsiteY4" fmla="*/ 958850 h 991823"/>
              <a:gd name="connsiteX5" fmla="*/ 3881392 w 4040142"/>
              <a:gd name="connsiteY5" fmla="*/ 965200 h 991823"/>
              <a:gd name="connsiteX6" fmla="*/ 4033792 w 4040142"/>
              <a:gd name="connsiteY6" fmla="*/ 742950 h 991823"/>
              <a:gd name="connsiteX7" fmla="*/ 4040142 w 4040142"/>
              <a:gd name="connsiteY7" fmla="*/ 749300 h 991823"/>
              <a:gd name="connsiteX0" fmla="*/ 241078 w 3924078"/>
              <a:gd name="connsiteY0" fmla="*/ 0 h 991823"/>
              <a:gd name="connsiteX1" fmla="*/ 6128 w 3924078"/>
              <a:gd name="connsiteY1" fmla="*/ 374650 h 991823"/>
              <a:gd name="connsiteX2" fmla="*/ 520478 w 3924078"/>
              <a:gd name="connsiteY2" fmla="*/ 704850 h 991823"/>
              <a:gd name="connsiteX3" fmla="*/ 2869978 w 3924078"/>
              <a:gd name="connsiteY3" fmla="*/ 958850 h 991823"/>
              <a:gd name="connsiteX4" fmla="*/ 3765328 w 3924078"/>
              <a:gd name="connsiteY4" fmla="*/ 965200 h 991823"/>
              <a:gd name="connsiteX5" fmla="*/ 3917728 w 3924078"/>
              <a:gd name="connsiteY5" fmla="*/ 742950 h 991823"/>
              <a:gd name="connsiteX6" fmla="*/ 3924078 w 3924078"/>
              <a:gd name="connsiteY6" fmla="*/ 749300 h 99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4078" h="991823">
                <a:moveTo>
                  <a:pt x="241078" y="0"/>
                </a:moveTo>
                <a:cubicBezTo>
                  <a:pt x="192130" y="78052"/>
                  <a:pt x="-40439" y="257175"/>
                  <a:pt x="6128" y="374650"/>
                </a:cubicBezTo>
                <a:cubicBezTo>
                  <a:pt x="52695" y="492125"/>
                  <a:pt x="43170" y="607483"/>
                  <a:pt x="520478" y="704850"/>
                </a:cubicBezTo>
                <a:cubicBezTo>
                  <a:pt x="997786" y="802217"/>
                  <a:pt x="2329170" y="915458"/>
                  <a:pt x="2869978" y="958850"/>
                </a:cubicBezTo>
                <a:cubicBezTo>
                  <a:pt x="3410786" y="1002242"/>
                  <a:pt x="3590703" y="1001183"/>
                  <a:pt x="3765328" y="965200"/>
                </a:cubicBezTo>
                <a:cubicBezTo>
                  <a:pt x="3939953" y="929217"/>
                  <a:pt x="3915611" y="787400"/>
                  <a:pt x="3917728" y="742950"/>
                </a:cubicBezTo>
                <a:cubicBezTo>
                  <a:pt x="3919845" y="698500"/>
                  <a:pt x="3921961" y="723900"/>
                  <a:pt x="3924078" y="749300"/>
                </a:cubicBezTo>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cxnSp>
        <p:nvCxnSpPr>
          <p:cNvPr id="78" name="Curved Connector 1365">
            <a:extLst>
              <a:ext uri="{FF2B5EF4-FFF2-40B4-BE49-F238E27FC236}">
                <a16:creationId xmlns:a16="http://schemas.microsoft.com/office/drawing/2014/main" id="{5D47C79B-38AD-0BE7-056A-AED4398ADFC8}"/>
              </a:ext>
            </a:extLst>
          </p:cNvPr>
          <p:cNvCxnSpPr>
            <a:cxnSpLocks/>
          </p:cNvCxnSpPr>
          <p:nvPr/>
        </p:nvCxnSpPr>
        <p:spPr>
          <a:xfrm rot="5400000" flipH="1">
            <a:off x="7509544" y="4839417"/>
            <a:ext cx="432000" cy="756000"/>
          </a:xfrm>
          <a:prstGeom prst="curvedConnector3">
            <a:avLst>
              <a:gd name="adj1" fmla="val -47107"/>
            </a:avLst>
          </a:prstGeom>
          <a:noFill/>
          <a:ln w="12700" cap="flat" cmpd="sng" algn="ctr">
            <a:solidFill>
              <a:schemeClr val="accent6"/>
            </a:solidFill>
            <a:prstDash val="solid"/>
          </a:ln>
          <a:effectLst/>
        </p:spPr>
      </p:cxnSp>
      <p:sp>
        <p:nvSpPr>
          <p:cNvPr id="60" name="Oval 59">
            <a:extLst>
              <a:ext uri="{FF2B5EF4-FFF2-40B4-BE49-F238E27FC236}">
                <a16:creationId xmlns:a16="http://schemas.microsoft.com/office/drawing/2014/main" id="{C783EC1F-E6B1-4EDE-A952-8F0A3A35A0D6}"/>
              </a:ext>
            </a:extLst>
          </p:cNvPr>
          <p:cNvSpPr/>
          <p:nvPr/>
        </p:nvSpPr>
        <p:spPr>
          <a:xfrm>
            <a:off x="7322609" y="4954925"/>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144000" bIns="0" numCol="1" spcCol="0" rtlCol="0" fromWordArt="0" anchor="t" anchorCtr="0" forceAA="0" compatLnSpc="1">
            <a:prstTxWarp prst="textNoShape">
              <a:avLst/>
            </a:prstTxWarp>
            <a:noAutofit/>
          </a:bodyPr>
          <a:lstStyle/>
          <a:p>
            <a:pPr algn="r" defTabSz="914400">
              <a:lnSpc>
                <a:spcPct val="90000"/>
              </a:lnSpc>
              <a:spcBef>
                <a:spcPts val="900"/>
              </a:spcBef>
              <a:buClr>
                <a:srgbClr val="007A68"/>
              </a:buClr>
              <a:defRPr/>
            </a:pPr>
            <a:r>
              <a:rPr lang="en-AU" sz="600" b="1" kern="0" dirty="0">
                <a:cs typeface="Arial" pitchFamily="34" charset="0"/>
              </a:rPr>
              <a:t>Adelaide</a:t>
            </a:r>
          </a:p>
        </p:txBody>
      </p:sp>
      <p:cxnSp>
        <p:nvCxnSpPr>
          <p:cNvPr id="81" name="Curved Connector 1363">
            <a:extLst>
              <a:ext uri="{FF2B5EF4-FFF2-40B4-BE49-F238E27FC236}">
                <a16:creationId xmlns:a16="http://schemas.microsoft.com/office/drawing/2014/main" id="{11505218-F641-C23B-403E-DDE7E3AEC282}"/>
              </a:ext>
            </a:extLst>
          </p:cNvPr>
          <p:cNvCxnSpPr>
            <a:cxnSpLocks/>
          </p:cNvCxnSpPr>
          <p:nvPr/>
        </p:nvCxnSpPr>
        <p:spPr>
          <a:xfrm rot="4500000">
            <a:off x="8345269" y="4695526"/>
            <a:ext cx="360000" cy="972000"/>
          </a:xfrm>
          <a:prstGeom prst="curvedConnector3">
            <a:avLst>
              <a:gd name="adj1" fmla="val 200240"/>
            </a:avLst>
          </a:prstGeom>
          <a:noFill/>
          <a:ln w="12700" cap="flat" cmpd="sng" algn="ctr">
            <a:solidFill>
              <a:schemeClr val="accent6"/>
            </a:solidFill>
            <a:prstDash val="solid"/>
          </a:ln>
          <a:effectLst/>
        </p:spPr>
      </p:cxnSp>
      <p:sp>
        <p:nvSpPr>
          <p:cNvPr id="48" name="Oval 47">
            <a:extLst>
              <a:ext uri="{FF2B5EF4-FFF2-40B4-BE49-F238E27FC236}">
                <a16:creationId xmlns:a16="http://schemas.microsoft.com/office/drawing/2014/main" id="{4DF839BD-AF79-42EB-AF77-F8D5200EC26D}"/>
              </a:ext>
            </a:extLst>
          </p:cNvPr>
          <p:cNvSpPr/>
          <p:nvPr/>
        </p:nvSpPr>
        <p:spPr>
          <a:xfrm>
            <a:off x="8919473" y="4851738"/>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0" tIns="0" rIns="108000" bIns="72000" numCol="1" spcCol="0" rtlCol="0" fromWordArt="0" anchor="t" anchorCtr="0" forceAA="0" compatLnSpc="1">
            <a:prstTxWarp prst="textNoShape">
              <a:avLst/>
            </a:prstTxWarp>
            <a:noAutofit/>
          </a:bodyPr>
          <a:lstStyle/>
          <a:p>
            <a:pPr algn="r" defTabSz="914400">
              <a:lnSpc>
                <a:spcPct val="90000"/>
              </a:lnSpc>
              <a:spcBef>
                <a:spcPts val="900"/>
              </a:spcBef>
              <a:buClr>
                <a:srgbClr val="007A68"/>
              </a:buClr>
              <a:defRPr/>
            </a:pPr>
            <a:r>
              <a:rPr lang="en-AU" sz="600" b="1" kern="0" dirty="0">
                <a:cs typeface="Arial" pitchFamily="34" charset="0"/>
              </a:rPr>
              <a:t>Sydney</a:t>
            </a:r>
          </a:p>
        </p:txBody>
      </p:sp>
      <p:sp>
        <p:nvSpPr>
          <p:cNvPr id="76" name="Oval 75">
            <a:extLst>
              <a:ext uri="{FF2B5EF4-FFF2-40B4-BE49-F238E27FC236}">
                <a16:creationId xmlns:a16="http://schemas.microsoft.com/office/drawing/2014/main" id="{F1000355-E372-4B16-9032-C00D04083CDE}"/>
              </a:ext>
            </a:extLst>
          </p:cNvPr>
          <p:cNvSpPr/>
          <p:nvPr/>
        </p:nvSpPr>
        <p:spPr>
          <a:xfrm>
            <a:off x="8056870" y="5374483"/>
            <a:ext cx="74601" cy="74936"/>
          </a:xfrm>
          <a:prstGeom prst="ellipse">
            <a:avLst/>
          </a:prstGeom>
          <a:solidFill>
            <a:schemeClr val="accent1"/>
          </a:solidFill>
          <a:ln w="6350" cap="flat" cmpd="sng" algn="ctr">
            <a:solidFill>
              <a:schemeClr val="bg1"/>
            </a:solidFill>
            <a:prstDash val="solid"/>
            <a:miter lim="800000"/>
          </a:ln>
          <a:effectLst/>
        </p:spPr>
        <p:txBody>
          <a:bodyPr rot="0" spcFirstLastPara="0" vertOverflow="overflow" horzOverflow="overflow" vert="horz" wrap="none" lIns="216000" tIns="0" rIns="71120" bIns="180000" numCol="1" spcCol="0" rtlCol="0" fromWordArt="0" anchor="t" anchorCtr="0" forceAA="0" compatLnSpc="1">
            <a:prstTxWarp prst="textNoShape">
              <a:avLst/>
            </a:prstTxWarp>
            <a:noAutofit/>
          </a:bodyPr>
          <a:lstStyle/>
          <a:p>
            <a:pPr defTabSz="914400">
              <a:lnSpc>
                <a:spcPct val="90000"/>
              </a:lnSpc>
              <a:spcBef>
                <a:spcPts val="900"/>
              </a:spcBef>
              <a:buClr>
                <a:srgbClr val="007A68"/>
              </a:buClr>
              <a:defRPr/>
            </a:pPr>
            <a:r>
              <a:rPr lang="en-AU" sz="600" b="1" kern="0" dirty="0">
                <a:cs typeface="Arial" pitchFamily="34" charset="0"/>
              </a:rPr>
              <a:t>Melbourne</a:t>
            </a:r>
          </a:p>
        </p:txBody>
      </p:sp>
      <p:sp>
        <p:nvSpPr>
          <p:cNvPr id="83" name="Oval 82">
            <a:extLst>
              <a:ext uri="{FF2B5EF4-FFF2-40B4-BE49-F238E27FC236}">
                <a16:creationId xmlns:a16="http://schemas.microsoft.com/office/drawing/2014/main" id="{CF8A5381-2D1E-A383-E6D6-37DDE83082B9}"/>
              </a:ext>
            </a:extLst>
          </p:cNvPr>
          <p:cNvSpPr/>
          <p:nvPr/>
        </p:nvSpPr>
        <p:spPr>
          <a:xfrm>
            <a:off x="8116579" y="5899535"/>
            <a:ext cx="43722" cy="43918"/>
          </a:xfrm>
          <a:prstGeom prst="ellipse">
            <a:avLst/>
          </a:prstGeom>
          <a:solidFill>
            <a:schemeClr val="tx1"/>
          </a:solidFill>
          <a:ln w="6350" cap="flat" cmpd="sng" algn="ctr">
            <a:solidFill>
              <a:schemeClr val="bg1"/>
            </a:solidFill>
            <a:prstDash val="solid"/>
            <a:miter lim="800000"/>
          </a:ln>
          <a:effectLst/>
        </p:spPr>
        <p:txBody>
          <a:bodyPr rot="0" spcFirstLastPara="0" vertOverflow="overflow" horzOverflow="overflow" vert="horz" wrap="none" lIns="0" tIns="0" rIns="359093" bIns="65290" numCol="1" spcCol="0" rtlCol="0" fromWordArt="0" anchor="t" anchorCtr="1" forceAA="0" compatLnSpc="1">
            <a:prstTxWarp prst="textNoShape">
              <a:avLst/>
            </a:prstTxWarp>
            <a:noAutofit/>
          </a:bodyPr>
          <a:lstStyle/>
          <a:p>
            <a:pPr defTabSz="829178">
              <a:lnSpc>
                <a:spcPct val="90000"/>
              </a:lnSpc>
              <a:spcBef>
                <a:spcPts val="816"/>
              </a:spcBef>
              <a:buClr>
                <a:srgbClr val="007A68"/>
              </a:buClr>
              <a:defRPr/>
            </a:pPr>
            <a:endParaRPr lang="en-AU" sz="453" kern="0" dirty="0">
              <a:latin typeface="Arial"/>
            </a:endParaRPr>
          </a:p>
        </p:txBody>
      </p:sp>
      <p:sp>
        <p:nvSpPr>
          <p:cNvPr id="84" name="Rectangle 83">
            <a:extLst>
              <a:ext uri="{FF2B5EF4-FFF2-40B4-BE49-F238E27FC236}">
                <a16:creationId xmlns:a16="http://schemas.microsoft.com/office/drawing/2014/main" id="{A0C829F4-5F46-5F13-F9DA-FD0AFEC22E0B}"/>
              </a:ext>
            </a:extLst>
          </p:cNvPr>
          <p:cNvSpPr/>
          <p:nvPr/>
        </p:nvSpPr>
        <p:spPr>
          <a:xfrm>
            <a:off x="7885314" y="5839006"/>
            <a:ext cx="200376" cy="83741"/>
          </a:xfrm>
          <a:prstGeom prst="rect">
            <a:avLst/>
          </a:prstGeom>
        </p:spPr>
        <p:txBody>
          <a:bodyPr wrap="none" lIns="0" tIns="0" rIns="0" bIns="0">
            <a:spAutoFit/>
          </a:bodyPr>
          <a:lstStyle/>
          <a:p>
            <a:pPr lvl="0">
              <a:defRPr/>
            </a:pPr>
            <a:r>
              <a:rPr lang="en-AU" sz="544" kern="0" dirty="0">
                <a:effectLst>
                  <a:glow rad="101600">
                    <a:schemeClr val="bg1">
                      <a:alpha val="60000"/>
                    </a:schemeClr>
                  </a:glow>
                </a:effectLst>
              </a:rPr>
              <a:t>Burnie</a:t>
            </a:r>
          </a:p>
        </p:txBody>
      </p:sp>
      <p:cxnSp>
        <p:nvCxnSpPr>
          <p:cNvPr id="86" name="Straight Connector 85">
            <a:extLst>
              <a:ext uri="{FF2B5EF4-FFF2-40B4-BE49-F238E27FC236}">
                <a16:creationId xmlns:a16="http://schemas.microsoft.com/office/drawing/2014/main" id="{581CC99D-5F5C-F33B-2092-566F3BC3D04F}"/>
              </a:ext>
            </a:extLst>
          </p:cNvPr>
          <p:cNvCxnSpPr>
            <a:cxnSpLocks/>
            <a:stCxn id="83" idx="0"/>
            <a:endCxn id="76" idx="4"/>
          </p:cNvCxnSpPr>
          <p:nvPr/>
        </p:nvCxnSpPr>
        <p:spPr>
          <a:xfrm flipH="1" flipV="1">
            <a:off x="8094171" y="5449419"/>
            <a:ext cx="44269" cy="45011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40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47E29-C606-447C-A61C-8B96530E6760}"/>
              </a:ext>
            </a:extLst>
          </p:cNvPr>
          <p:cNvSpPr txBox="1">
            <a:spLocks/>
          </p:cNvSpPr>
          <p:nvPr/>
        </p:nvSpPr>
        <p:spPr>
          <a:xfrm>
            <a:off x="430860" y="35563"/>
            <a:ext cx="10956808" cy="1325563"/>
          </a:xfrm>
          <a:prstGeom prst="rect">
            <a:avLst/>
          </a:prstGeom>
        </p:spPr>
        <p:txBody>
          <a:bodyPr vert="horz" lIns="91440" tIns="45720" rIns="91440" bIns="45720" rtlCol="0" anchor="ctr">
            <a:normAutofit/>
          </a:bodyPr>
          <a:lstStyle>
            <a:lvl1pPr>
              <a:lnSpc>
                <a:spcPct val="90000"/>
              </a:lnSpc>
              <a:spcBef>
                <a:spcPct val="0"/>
              </a:spcBef>
              <a:buNone/>
              <a:defRPr sz="2800" b="1">
                <a:solidFill>
                  <a:srgbClr val="0F7B69"/>
                </a:solidFill>
                <a:latin typeface="Montserrat" panose="00000500000000000000" pitchFamily="50" charset="0"/>
                <a:ea typeface="+mj-ea"/>
                <a:cs typeface="Arial" panose="020B0604020202020204" pitchFamily="34" charset="0"/>
              </a:defRPr>
            </a:lvl1pPr>
          </a:lstStyle>
          <a:p>
            <a:r>
              <a:rPr lang="en-US" sz="4000" dirty="0">
                <a:solidFill>
                  <a:schemeClr val="tx1"/>
                </a:solidFill>
                <a:latin typeface="+mj-lt"/>
              </a:rPr>
              <a:t>Why Companies rely on our Industry-Focused Solutions</a:t>
            </a:r>
          </a:p>
        </p:txBody>
      </p:sp>
      <p:sp>
        <p:nvSpPr>
          <p:cNvPr id="5" name="TextBox 4">
            <a:extLst>
              <a:ext uri="{FF2B5EF4-FFF2-40B4-BE49-F238E27FC236}">
                <a16:creationId xmlns:a16="http://schemas.microsoft.com/office/drawing/2014/main" id="{75561F7B-3651-404E-885D-8CAA76AB6D24}"/>
              </a:ext>
            </a:extLst>
          </p:cNvPr>
          <p:cNvSpPr txBox="1"/>
          <p:nvPr/>
        </p:nvSpPr>
        <p:spPr>
          <a:xfrm>
            <a:off x="535969" y="2124843"/>
            <a:ext cx="279762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ea typeface="+mn-lt"/>
                <a:cs typeface="Arial" panose="020B0604020202020204" pitchFamily="34" charset="0"/>
              </a:rPr>
              <a:t>Multiple service options are available for the complex, cost-driven nature of the automotive sector, we have developed cost-effective, industry supply chain and distribution solutions. Time-critical spare parts components are delivered to the dealer network where and when needed, within short timeframes. </a:t>
            </a:r>
            <a:endParaRPr lang="en-US" dirty="0">
              <a:cs typeface="Arial" panose="020B0604020202020204" pitchFamily="34" charset="0"/>
            </a:endParaRPr>
          </a:p>
        </p:txBody>
      </p:sp>
      <p:sp>
        <p:nvSpPr>
          <p:cNvPr id="12" name="TextBox 11">
            <a:extLst>
              <a:ext uri="{FF2B5EF4-FFF2-40B4-BE49-F238E27FC236}">
                <a16:creationId xmlns:a16="http://schemas.microsoft.com/office/drawing/2014/main" id="{53B7C655-1648-4669-83A5-FFBF644FDDCB}"/>
              </a:ext>
            </a:extLst>
          </p:cNvPr>
          <p:cNvSpPr txBox="1"/>
          <p:nvPr/>
        </p:nvSpPr>
        <p:spPr>
          <a:xfrm>
            <a:off x="535968" y="4397481"/>
            <a:ext cx="2797628"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ea typeface="+mn-lt"/>
                <a:cs typeface="Arial" panose="020B0604020202020204" pitchFamily="34" charset="0"/>
              </a:rPr>
              <a:t>eCommerce delivery solutions offer customers speed, convenience TGE Collection Points for delivery, afterhours collection or return. Delivery pre-alerts and tracking with simplified notifications via our digital platform.</a:t>
            </a:r>
            <a:endParaRPr lang="en-US" dirty="0">
              <a:ea typeface="+mn-lt"/>
              <a:cs typeface="Arial" panose="020B0604020202020204" pitchFamily="34" charset="0"/>
            </a:endParaRPr>
          </a:p>
        </p:txBody>
      </p:sp>
      <p:sp>
        <p:nvSpPr>
          <p:cNvPr id="14" name="TextBox 13">
            <a:extLst>
              <a:ext uri="{FF2B5EF4-FFF2-40B4-BE49-F238E27FC236}">
                <a16:creationId xmlns:a16="http://schemas.microsoft.com/office/drawing/2014/main" id="{20FE2804-B0D7-4575-B27B-E9585EED227D}"/>
              </a:ext>
            </a:extLst>
          </p:cNvPr>
          <p:cNvSpPr txBox="1"/>
          <p:nvPr/>
        </p:nvSpPr>
        <p:spPr>
          <a:xfrm>
            <a:off x="3336318" y="2124842"/>
            <a:ext cx="279762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ea typeface="+mn-lt"/>
                <a:cs typeface="Arial" panose="020B0604020202020204" pitchFamily="34" charset="0"/>
              </a:rPr>
              <a:t>Efficient, compliant and transparent suite of logistics services have been developed, including end-to-end supply chain management to deliver the specialised solutions that chemical and agribusiness needs. Delivery capability to capital cities, regional and remote locations. </a:t>
            </a:r>
          </a:p>
          <a:p>
            <a:endParaRPr lang="en-AU" sz="1200" dirty="0">
              <a:cs typeface="Arial" panose="020B0604020202020204" pitchFamily="34" charset="0"/>
            </a:endParaRPr>
          </a:p>
        </p:txBody>
      </p:sp>
      <p:sp>
        <p:nvSpPr>
          <p:cNvPr id="16" name="TextBox 15">
            <a:extLst>
              <a:ext uri="{FF2B5EF4-FFF2-40B4-BE49-F238E27FC236}">
                <a16:creationId xmlns:a16="http://schemas.microsoft.com/office/drawing/2014/main" id="{AE986BD0-371C-4A67-B37B-B9312AF5EC6F}"/>
              </a:ext>
            </a:extLst>
          </p:cNvPr>
          <p:cNvSpPr txBox="1"/>
          <p:nvPr/>
        </p:nvSpPr>
        <p:spPr>
          <a:xfrm>
            <a:off x="3329967" y="4397480"/>
            <a:ext cx="279762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ea typeface="+mn-lt"/>
                <a:cs typeface="Arial" panose="020B0604020202020204" pitchFamily="34" charset="0"/>
              </a:rPr>
              <a:t>Stand-alone and integrated services are provided to the mining and resources sector across inbound, onsite services, off-site retrievals and outbound segments of the mining logistics supply chain.  Delivery is direct to remote mine sites and compliant with Site Rules and Chain of Responsibility. </a:t>
            </a:r>
          </a:p>
        </p:txBody>
      </p:sp>
      <p:sp>
        <p:nvSpPr>
          <p:cNvPr id="18" name="TextBox 17">
            <a:extLst>
              <a:ext uri="{FF2B5EF4-FFF2-40B4-BE49-F238E27FC236}">
                <a16:creationId xmlns:a16="http://schemas.microsoft.com/office/drawing/2014/main" id="{15A7FA61-F98F-4083-8FC1-65FCDD44DB9B}"/>
              </a:ext>
            </a:extLst>
          </p:cNvPr>
          <p:cNvSpPr txBox="1"/>
          <p:nvPr/>
        </p:nvSpPr>
        <p:spPr>
          <a:xfrm>
            <a:off x="6239174" y="2124841"/>
            <a:ext cx="279762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ea typeface="+mn-lt"/>
                <a:cs typeface="Arial" panose="020B0604020202020204" pitchFamily="34" charset="0"/>
              </a:rPr>
              <a:t>Customised solutions have been developed that improve speed to market, reduce operating costs and manage inventory levels more effectively. Heightened security measures are in place with full visibility of the supply chain and customised value-added services. </a:t>
            </a:r>
            <a:endParaRPr lang="en-US" dirty="0">
              <a:ea typeface="+mn-lt"/>
              <a:cs typeface="Arial" panose="020B0604020202020204" pitchFamily="34" charset="0"/>
            </a:endParaRPr>
          </a:p>
          <a:p>
            <a:endParaRPr lang="en-AU" sz="1200" dirty="0">
              <a:cs typeface="Arial" panose="020B0604020202020204" pitchFamily="34" charset="0"/>
            </a:endParaRPr>
          </a:p>
        </p:txBody>
      </p:sp>
      <p:sp>
        <p:nvSpPr>
          <p:cNvPr id="20" name="TextBox 19">
            <a:extLst>
              <a:ext uri="{FF2B5EF4-FFF2-40B4-BE49-F238E27FC236}">
                <a16:creationId xmlns:a16="http://schemas.microsoft.com/office/drawing/2014/main" id="{0C27BFDD-4940-4556-80C2-9E40F1738B65}"/>
              </a:ext>
            </a:extLst>
          </p:cNvPr>
          <p:cNvSpPr txBox="1"/>
          <p:nvPr/>
        </p:nvSpPr>
        <p:spPr>
          <a:xfrm>
            <a:off x="6232823" y="4397479"/>
            <a:ext cx="279762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ea typeface="+mn-lt"/>
                <a:cs typeface="Arial" panose="020B0604020202020204" pitchFamily="34" charset="0"/>
              </a:rPr>
              <a:t>Due to the sensitive nature of medical equipment, pharmaceuticals, pathological specimens and vitamins, industry specific initiatives and services have been designed for the safe delivery of products to ‘patients on table’, hospitals, medical clinics, pharmacies and wholesalers.</a:t>
            </a:r>
          </a:p>
          <a:p>
            <a:endParaRPr lang="en-AU" sz="1200" dirty="0">
              <a:ea typeface="+mn-lt"/>
              <a:cs typeface="Arial" panose="020B0604020202020204" pitchFamily="34" charset="0"/>
            </a:endParaRPr>
          </a:p>
          <a:p>
            <a:endParaRPr lang="en-AU" sz="1200" dirty="0">
              <a:ea typeface="+mn-lt"/>
              <a:cs typeface="Arial" panose="020B0604020202020204" pitchFamily="34" charset="0"/>
            </a:endParaRPr>
          </a:p>
        </p:txBody>
      </p:sp>
      <p:sp>
        <p:nvSpPr>
          <p:cNvPr id="22" name="TextBox 21">
            <a:extLst>
              <a:ext uri="{FF2B5EF4-FFF2-40B4-BE49-F238E27FC236}">
                <a16:creationId xmlns:a16="http://schemas.microsoft.com/office/drawing/2014/main" id="{EB54D588-6921-4F4C-803C-32675282F4EB}"/>
              </a:ext>
            </a:extLst>
          </p:cNvPr>
          <p:cNvSpPr txBox="1"/>
          <p:nvPr/>
        </p:nvSpPr>
        <p:spPr>
          <a:xfrm>
            <a:off x="9142030" y="2124840"/>
            <a:ext cx="279762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ea typeface="+mn-lt"/>
                <a:cs typeface="Arial" panose="020B0604020202020204" pitchFamily="34" charset="0"/>
              </a:rPr>
              <a:t>Our customers require a partner who understands the dynamic nature of the retail and FMCG industry to ensure stock arrives in perfect condition, ready for sale. We deliver DC to DC, direct to shopping centres, store to store transfers, including time slot deliveries.</a:t>
            </a:r>
            <a:endParaRPr lang="en-US" dirty="0">
              <a:cs typeface="Arial" panose="020B0604020202020204" pitchFamily="34" charset="0"/>
            </a:endParaRPr>
          </a:p>
          <a:p>
            <a:endParaRPr lang="en-AU" sz="1200" dirty="0">
              <a:cs typeface="Arial" panose="020B0604020202020204" pitchFamily="34" charset="0"/>
            </a:endParaRPr>
          </a:p>
        </p:txBody>
      </p:sp>
      <p:grpSp>
        <p:nvGrpSpPr>
          <p:cNvPr id="6" name="Group 5">
            <a:extLst>
              <a:ext uri="{FF2B5EF4-FFF2-40B4-BE49-F238E27FC236}">
                <a16:creationId xmlns:a16="http://schemas.microsoft.com/office/drawing/2014/main" id="{62F00E01-896E-1B4F-0267-F146E56FA057}"/>
              </a:ext>
            </a:extLst>
          </p:cNvPr>
          <p:cNvGrpSpPr/>
          <p:nvPr/>
        </p:nvGrpSpPr>
        <p:grpSpPr>
          <a:xfrm>
            <a:off x="496960" y="1857972"/>
            <a:ext cx="11198080" cy="307780"/>
            <a:chOff x="348111" y="1857972"/>
            <a:chExt cx="11198080" cy="307780"/>
          </a:xfrm>
        </p:grpSpPr>
        <p:sp>
          <p:nvSpPr>
            <p:cNvPr id="3" name="Rectangle 2">
              <a:extLst>
                <a:ext uri="{FF2B5EF4-FFF2-40B4-BE49-F238E27FC236}">
                  <a16:creationId xmlns:a16="http://schemas.microsoft.com/office/drawing/2014/main" id="{7D4787A3-4890-F4D3-0F54-280458E034BF}"/>
                </a:ext>
              </a:extLst>
            </p:cNvPr>
            <p:cNvSpPr/>
            <p:nvPr/>
          </p:nvSpPr>
          <p:spPr>
            <a:xfrm>
              <a:off x="348111" y="1883730"/>
              <a:ext cx="11198080" cy="266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accent2"/>
                </a:solidFill>
              </a:endParaRPr>
            </a:p>
          </p:txBody>
        </p:sp>
        <p:sp>
          <p:nvSpPr>
            <p:cNvPr id="11" name="TextBox 10">
              <a:extLst>
                <a:ext uri="{FF2B5EF4-FFF2-40B4-BE49-F238E27FC236}">
                  <a16:creationId xmlns:a16="http://schemas.microsoft.com/office/drawing/2014/main" id="{FA6CBE14-877E-420C-B8DB-36DCA5873F1B}"/>
                </a:ext>
              </a:extLst>
            </p:cNvPr>
            <p:cNvSpPr txBox="1"/>
            <p:nvPr/>
          </p:nvSpPr>
          <p:spPr>
            <a:xfrm>
              <a:off x="408965" y="1857975"/>
              <a:ext cx="26887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ea typeface="+mn-lt"/>
                  <a:cs typeface="Arial" panose="020B0604020202020204" pitchFamily="34" charset="0"/>
                </a:rPr>
                <a:t>Automotive &amp; Industrial</a:t>
              </a:r>
              <a:endParaRPr lang="en-US" dirty="0">
                <a:solidFill>
                  <a:schemeClr val="accent2"/>
                </a:solidFill>
                <a:cs typeface="Arial" panose="020B0604020202020204" pitchFamily="34" charset="0"/>
              </a:endParaRPr>
            </a:p>
          </p:txBody>
        </p:sp>
        <p:sp>
          <p:nvSpPr>
            <p:cNvPr id="15" name="TextBox 14">
              <a:extLst>
                <a:ext uri="{FF2B5EF4-FFF2-40B4-BE49-F238E27FC236}">
                  <a16:creationId xmlns:a16="http://schemas.microsoft.com/office/drawing/2014/main" id="{CE8FC21D-05B8-4B45-9922-37502A8C845D}"/>
                </a:ext>
              </a:extLst>
            </p:cNvPr>
            <p:cNvSpPr txBox="1"/>
            <p:nvPr/>
          </p:nvSpPr>
          <p:spPr>
            <a:xfrm>
              <a:off x="3202965" y="1857974"/>
              <a:ext cx="268877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ea typeface="+mn-lt"/>
                  <a:cs typeface="Arial" panose="020B0604020202020204" pitchFamily="34" charset="0"/>
                </a:rPr>
                <a:t>Chemical &amp; Agriculture</a:t>
              </a:r>
              <a:endParaRPr lang="en-US" dirty="0">
                <a:solidFill>
                  <a:schemeClr val="accent2"/>
                </a:solidFill>
                <a:cs typeface="Arial" panose="020B0604020202020204" pitchFamily="34" charset="0"/>
              </a:endParaRPr>
            </a:p>
          </p:txBody>
        </p:sp>
        <p:sp>
          <p:nvSpPr>
            <p:cNvPr id="19" name="TextBox 18">
              <a:extLst>
                <a:ext uri="{FF2B5EF4-FFF2-40B4-BE49-F238E27FC236}">
                  <a16:creationId xmlns:a16="http://schemas.microsoft.com/office/drawing/2014/main" id="{754770BD-EB88-436F-B4A4-79C624ACCFB9}"/>
                </a:ext>
              </a:extLst>
            </p:cNvPr>
            <p:cNvSpPr txBox="1"/>
            <p:nvPr/>
          </p:nvSpPr>
          <p:spPr>
            <a:xfrm>
              <a:off x="6105821" y="1857973"/>
              <a:ext cx="214448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ea typeface="+mn-lt"/>
                  <a:cs typeface="Arial" panose="020B0604020202020204" pitchFamily="34" charset="0"/>
                </a:rPr>
                <a:t>ICT</a:t>
              </a:r>
              <a:endParaRPr lang="en-US" dirty="0">
                <a:solidFill>
                  <a:schemeClr val="accent2"/>
                </a:solidFill>
                <a:cs typeface="Arial" panose="020B0604020202020204" pitchFamily="34" charset="0"/>
              </a:endParaRPr>
            </a:p>
          </p:txBody>
        </p:sp>
        <p:sp>
          <p:nvSpPr>
            <p:cNvPr id="23" name="TextBox 22">
              <a:extLst>
                <a:ext uri="{FF2B5EF4-FFF2-40B4-BE49-F238E27FC236}">
                  <a16:creationId xmlns:a16="http://schemas.microsoft.com/office/drawing/2014/main" id="{F5337DE7-95ED-4F3A-A2DF-63CAFD237E09}"/>
                </a:ext>
              </a:extLst>
            </p:cNvPr>
            <p:cNvSpPr txBox="1"/>
            <p:nvPr/>
          </p:nvSpPr>
          <p:spPr>
            <a:xfrm>
              <a:off x="9008677" y="1857972"/>
              <a:ext cx="214448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ea typeface="+mn-lt"/>
                  <a:cs typeface="Arial" panose="020B0604020202020204" pitchFamily="34" charset="0"/>
                </a:rPr>
                <a:t>Retail &amp; FMCG</a:t>
              </a:r>
              <a:endParaRPr lang="en-US" dirty="0">
                <a:solidFill>
                  <a:schemeClr val="accent2"/>
                </a:solidFill>
                <a:cs typeface="Arial" panose="020B0604020202020204" pitchFamily="34" charset="0"/>
              </a:endParaRPr>
            </a:p>
          </p:txBody>
        </p:sp>
      </p:grpSp>
      <p:sp>
        <p:nvSpPr>
          <p:cNvPr id="24" name="TextBox 23">
            <a:extLst>
              <a:ext uri="{FF2B5EF4-FFF2-40B4-BE49-F238E27FC236}">
                <a16:creationId xmlns:a16="http://schemas.microsoft.com/office/drawing/2014/main" id="{6D5581C6-B8A2-4548-AD72-1B6466A382D1}"/>
              </a:ext>
            </a:extLst>
          </p:cNvPr>
          <p:cNvSpPr txBox="1"/>
          <p:nvPr/>
        </p:nvSpPr>
        <p:spPr>
          <a:xfrm>
            <a:off x="9135679" y="4397478"/>
            <a:ext cx="2797628"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ea typeface="+mn-lt"/>
                <a:cs typeface="Arial" panose="020B0604020202020204" pitchFamily="34" charset="0"/>
              </a:rPr>
              <a:t>All aspects of our supply chain are compliant with legislative requirements and governed by strict security, operational and safety management frameworks. Services are suitable for distributing National Security Classified Material, up to and including Top Secret.</a:t>
            </a:r>
            <a:endParaRPr lang="en-US" dirty="0">
              <a:cs typeface="Arial" panose="020B0604020202020204" pitchFamily="34" charset="0"/>
            </a:endParaRPr>
          </a:p>
          <a:p>
            <a:endParaRPr lang="en-AU" sz="1200" dirty="0">
              <a:ea typeface="+mn-lt"/>
              <a:cs typeface="Arial" panose="020B0604020202020204" pitchFamily="34" charset="0"/>
            </a:endParaRPr>
          </a:p>
          <a:p>
            <a:endParaRPr lang="en-AU" sz="1200" dirty="0">
              <a:ea typeface="+mn-lt"/>
              <a:cs typeface="Arial" panose="020B0604020202020204" pitchFamily="34" charset="0"/>
            </a:endParaRPr>
          </a:p>
        </p:txBody>
      </p:sp>
      <p:sp>
        <p:nvSpPr>
          <p:cNvPr id="2" name="Content Placeholder 5">
            <a:extLst>
              <a:ext uri="{FF2B5EF4-FFF2-40B4-BE49-F238E27FC236}">
                <a16:creationId xmlns:a16="http://schemas.microsoft.com/office/drawing/2014/main" id="{F8B959A3-A4C2-4C9C-B489-851DDEB845C8}"/>
              </a:ext>
            </a:extLst>
          </p:cNvPr>
          <p:cNvSpPr txBox="1">
            <a:spLocks/>
          </p:cNvSpPr>
          <p:nvPr/>
        </p:nvSpPr>
        <p:spPr>
          <a:xfrm>
            <a:off x="408964" y="1080680"/>
            <a:ext cx="11397340" cy="76812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dirty="0">
                <a:ea typeface="+mn-lt"/>
                <a:cs typeface="Arial" panose="020B0604020202020204" pitchFamily="34" charset="0"/>
              </a:rPr>
              <a:t>For more than 133 years, Team Global Express has provided services for customers regardless of the volume of freight they move. Strong and lasting relationships have been established, enabling us to develop our capabilities to include industry-specific expertise, services and solutions.</a:t>
            </a:r>
            <a:endParaRPr lang="en-US" sz="1400" dirty="0">
              <a:cs typeface="Arial" panose="020B0604020202020204" pitchFamily="34" charset="0"/>
            </a:endParaRPr>
          </a:p>
        </p:txBody>
      </p:sp>
      <p:grpSp>
        <p:nvGrpSpPr>
          <p:cNvPr id="7" name="Group 6">
            <a:extLst>
              <a:ext uri="{FF2B5EF4-FFF2-40B4-BE49-F238E27FC236}">
                <a16:creationId xmlns:a16="http://schemas.microsoft.com/office/drawing/2014/main" id="{293F23FD-641F-8CEC-594C-C4891A1E2419}"/>
              </a:ext>
            </a:extLst>
          </p:cNvPr>
          <p:cNvGrpSpPr/>
          <p:nvPr/>
        </p:nvGrpSpPr>
        <p:grpSpPr>
          <a:xfrm>
            <a:off x="496960" y="4110631"/>
            <a:ext cx="11303308" cy="307780"/>
            <a:chOff x="348111" y="1857972"/>
            <a:chExt cx="11303308" cy="307780"/>
          </a:xfrm>
        </p:grpSpPr>
        <p:sp>
          <p:nvSpPr>
            <p:cNvPr id="8" name="Rectangle 7">
              <a:extLst>
                <a:ext uri="{FF2B5EF4-FFF2-40B4-BE49-F238E27FC236}">
                  <a16:creationId xmlns:a16="http://schemas.microsoft.com/office/drawing/2014/main" id="{CDF2D8B5-27A8-6590-F081-647592CB631B}"/>
                </a:ext>
              </a:extLst>
            </p:cNvPr>
            <p:cNvSpPr/>
            <p:nvPr/>
          </p:nvSpPr>
          <p:spPr>
            <a:xfrm>
              <a:off x="348111" y="1883730"/>
              <a:ext cx="11198080" cy="2668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42D6FEF8-39C6-9BD5-3463-72433FA42209}"/>
                </a:ext>
              </a:extLst>
            </p:cNvPr>
            <p:cNvSpPr txBox="1"/>
            <p:nvPr/>
          </p:nvSpPr>
          <p:spPr>
            <a:xfrm>
              <a:off x="408965" y="1857975"/>
              <a:ext cx="26887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ea typeface="+mn-lt"/>
                  <a:cs typeface="Arial" panose="020B0604020202020204" pitchFamily="34" charset="0"/>
                </a:rPr>
                <a:t>eCommerce</a:t>
              </a:r>
              <a:endParaRPr lang="en-US" sz="1400" dirty="0">
                <a:solidFill>
                  <a:schemeClr val="accent2"/>
                </a:solidFill>
                <a:cs typeface="Arial" panose="020B0604020202020204" pitchFamily="34" charset="0"/>
              </a:endParaRPr>
            </a:p>
          </p:txBody>
        </p:sp>
        <p:sp>
          <p:nvSpPr>
            <p:cNvPr id="10" name="TextBox 9">
              <a:extLst>
                <a:ext uri="{FF2B5EF4-FFF2-40B4-BE49-F238E27FC236}">
                  <a16:creationId xmlns:a16="http://schemas.microsoft.com/office/drawing/2014/main" id="{CDB875B6-03AE-29A6-9979-90809DF46091}"/>
                </a:ext>
              </a:extLst>
            </p:cNvPr>
            <p:cNvSpPr txBox="1"/>
            <p:nvPr/>
          </p:nvSpPr>
          <p:spPr>
            <a:xfrm>
              <a:off x="3202965" y="1857974"/>
              <a:ext cx="268877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ea typeface="+mn-lt"/>
                  <a:cs typeface="Arial" panose="020B0604020202020204" pitchFamily="34" charset="0"/>
                </a:rPr>
                <a:t>Mining &amp; Resources</a:t>
              </a:r>
              <a:endParaRPr lang="en-US" sz="1400" dirty="0">
                <a:solidFill>
                  <a:schemeClr val="accent2"/>
                </a:solidFill>
                <a:cs typeface="Arial" panose="020B0604020202020204" pitchFamily="34" charset="0"/>
              </a:endParaRPr>
            </a:p>
          </p:txBody>
        </p:sp>
        <p:sp>
          <p:nvSpPr>
            <p:cNvPr id="29" name="TextBox 28">
              <a:extLst>
                <a:ext uri="{FF2B5EF4-FFF2-40B4-BE49-F238E27FC236}">
                  <a16:creationId xmlns:a16="http://schemas.microsoft.com/office/drawing/2014/main" id="{A1CC65AA-7809-DAE3-0537-7BF5E61054CE}"/>
                </a:ext>
              </a:extLst>
            </p:cNvPr>
            <p:cNvSpPr txBox="1"/>
            <p:nvPr/>
          </p:nvSpPr>
          <p:spPr>
            <a:xfrm>
              <a:off x="6105820" y="1857973"/>
              <a:ext cx="268514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ea typeface="+mn-lt"/>
                  <a:cs typeface="Arial" panose="020B0604020202020204" pitchFamily="34" charset="0"/>
                </a:rPr>
                <a:t>Healthcare &amp; Well-being</a:t>
              </a:r>
              <a:endParaRPr lang="en-US" sz="1400" dirty="0">
                <a:solidFill>
                  <a:schemeClr val="accent2"/>
                </a:solidFill>
                <a:cs typeface="Arial" panose="020B0604020202020204" pitchFamily="34" charset="0"/>
              </a:endParaRPr>
            </a:p>
          </p:txBody>
        </p:sp>
        <p:sp>
          <p:nvSpPr>
            <p:cNvPr id="30" name="TextBox 29">
              <a:extLst>
                <a:ext uri="{FF2B5EF4-FFF2-40B4-BE49-F238E27FC236}">
                  <a16:creationId xmlns:a16="http://schemas.microsoft.com/office/drawing/2014/main" id="{8E9F556A-6F9B-57BD-9ADB-13E09C04AFE4}"/>
                </a:ext>
              </a:extLst>
            </p:cNvPr>
            <p:cNvSpPr txBox="1"/>
            <p:nvPr/>
          </p:nvSpPr>
          <p:spPr>
            <a:xfrm>
              <a:off x="9008677" y="1857972"/>
              <a:ext cx="264274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ea typeface="+mn-lt"/>
                  <a:cs typeface="Arial" panose="020B0604020202020204" pitchFamily="34" charset="0"/>
                </a:rPr>
                <a:t>Government &amp; Defence</a:t>
              </a:r>
              <a:endParaRPr lang="en-US" sz="1400" dirty="0">
                <a:solidFill>
                  <a:schemeClr val="accent2"/>
                </a:solidFill>
                <a:cs typeface="Arial" panose="020B0604020202020204" pitchFamily="34" charset="0"/>
              </a:endParaRPr>
            </a:p>
          </p:txBody>
        </p:sp>
      </p:grpSp>
      <p:pic>
        <p:nvPicPr>
          <p:cNvPr id="31" name="Picture 30" descr="A green and white striped flag&#10;&#10;Description automatically generated with low confidence">
            <a:extLst>
              <a:ext uri="{FF2B5EF4-FFF2-40B4-BE49-F238E27FC236}">
                <a16:creationId xmlns:a16="http://schemas.microsoft.com/office/drawing/2014/main" id="{F7B248D1-5EA6-A149-8776-3C5466D91A8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32" name="Slide Number Placeholder 1">
            <a:extLst>
              <a:ext uri="{FF2B5EF4-FFF2-40B4-BE49-F238E27FC236}">
                <a16:creationId xmlns:a16="http://schemas.microsoft.com/office/drawing/2014/main" id="{762DF080-845B-6440-4D69-430A2F5FFA44}"/>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10</a:t>
            </a:fld>
            <a:endParaRPr lang="en-US" sz="900" dirty="0">
              <a:solidFill>
                <a:schemeClr val="tx2"/>
              </a:solidFill>
            </a:endParaRPr>
          </a:p>
        </p:txBody>
      </p:sp>
    </p:spTree>
    <p:extLst>
      <p:ext uri="{BB962C8B-B14F-4D97-AF65-F5344CB8AC3E}">
        <p14:creationId xmlns:p14="http://schemas.microsoft.com/office/powerpoint/2010/main" val="1288038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A2D1-7444-AF6C-EDA7-04F67207B277}"/>
              </a:ext>
            </a:extLst>
          </p:cNvPr>
          <p:cNvSpPr>
            <a:spLocks noGrp="1"/>
          </p:cNvSpPr>
          <p:nvPr>
            <p:ph type="title"/>
          </p:nvPr>
        </p:nvSpPr>
        <p:spPr>
          <a:xfrm>
            <a:off x="327991" y="742978"/>
            <a:ext cx="7129252" cy="590518"/>
          </a:xfrm>
        </p:spPr>
        <p:txBody>
          <a:bodyPr>
            <a:normAutofit fontScale="90000"/>
          </a:bodyPr>
          <a:lstStyle/>
          <a:p>
            <a:r>
              <a:rPr lang="en-US" dirty="0"/>
              <a:t>Providing Improved Customer Experience</a:t>
            </a:r>
          </a:p>
        </p:txBody>
      </p:sp>
      <p:sp>
        <p:nvSpPr>
          <p:cNvPr id="4" name="Slide Number Placeholder 3">
            <a:extLst>
              <a:ext uri="{FF2B5EF4-FFF2-40B4-BE49-F238E27FC236}">
                <a16:creationId xmlns:a16="http://schemas.microsoft.com/office/drawing/2014/main" id="{DAE38344-DE54-23AC-618A-8DC9594D540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ED4F224-E88B-A44E-95C1-82CB97C9A2DF}" type="slidenum">
              <a:rPr kumimoji="0" lang="en-US" sz="800" b="1" i="0" u="none" strike="noStrike" kern="1200" cap="none" spc="0" normalizeH="0" baseline="0" noProof="0" smtClean="0">
                <a:ln>
                  <a:noFill/>
                </a:ln>
                <a:solidFill>
                  <a:srgbClr val="143200"/>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800" b="1" i="0" u="none" strike="noStrike" kern="1200" cap="none" spc="0" normalizeH="0" baseline="0" noProof="0" dirty="0">
              <a:ln>
                <a:noFill/>
              </a:ln>
              <a:solidFill>
                <a:srgbClr val="143200"/>
              </a:solidFill>
              <a:effectLst/>
              <a:uLnTx/>
              <a:uFillTx/>
              <a:latin typeface="Century Gothic" panose="020B0502020202020204" pitchFamily="34" charset="0"/>
              <a:ea typeface="+mn-ea"/>
              <a:cs typeface="+mn-cs"/>
            </a:endParaRPr>
          </a:p>
        </p:txBody>
      </p:sp>
      <p:sp>
        <p:nvSpPr>
          <p:cNvPr id="10" name="TextBox 9">
            <a:extLst>
              <a:ext uri="{FF2B5EF4-FFF2-40B4-BE49-F238E27FC236}">
                <a16:creationId xmlns:a16="http://schemas.microsoft.com/office/drawing/2014/main" id="{4F44E860-E299-29E3-CD70-A6013D74111F}"/>
              </a:ext>
            </a:extLst>
          </p:cNvPr>
          <p:cNvSpPr txBox="1"/>
          <p:nvPr/>
        </p:nvSpPr>
        <p:spPr>
          <a:xfrm rot="19408837">
            <a:off x="2944529" y="4749205"/>
            <a:ext cx="887874" cy="516732"/>
          </a:xfrm>
          <a:prstGeom prst="rect">
            <a:avLst/>
          </a:prstGeom>
          <a:noFill/>
          <a:ln>
            <a:noFill/>
          </a:ln>
        </p:spPr>
        <p:txBody>
          <a:bodyPr wrap="none" lIns="0" tIns="0" rIns="0" bIns="0" rtlCol="0">
            <a:prstTxWarp prst="textArchDown">
              <a:avLst>
                <a:gd name="adj" fmla="val 176551"/>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a:ln>
                  <a:noFill/>
                </a:ln>
                <a:solidFill>
                  <a:srgbClr val="2A2C28"/>
                </a:solidFill>
                <a:effectLst/>
                <a:uLnTx/>
                <a:uFillTx/>
                <a:latin typeface="Arial"/>
                <a:ea typeface="+mn-ea"/>
                <a:cs typeface="+mn-cs"/>
              </a:rPr>
              <a:t>PICKUPS</a:t>
            </a:r>
          </a:p>
        </p:txBody>
      </p:sp>
      <p:sp>
        <p:nvSpPr>
          <p:cNvPr id="11" name="Block Arc 10">
            <a:extLst>
              <a:ext uri="{FF2B5EF4-FFF2-40B4-BE49-F238E27FC236}">
                <a16:creationId xmlns:a16="http://schemas.microsoft.com/office/drawing/2014/main" id="{12CEC8AF-D27C-8D3E-3161-4F7C28CCA494}"/>
              </a:ext>
            </a:extLst>
          </p:cNvPr>
          <p:cNvSpPr/>
          <p:nvPr/>
        </p:nvSpPr>
        <p:spPr>
          <a:xfrm>
            <a:off x="953114" y="2338218"/>
            <a:ext cx="2952412" cy="2845828"/>
          </a:xfrm>
          <a:prstGeom prst="blockArc">
            <a:avLst>
              <a:gd name="adj1" fmla="val 14040000"/>
              <a:gd name="adj2" fmla="val 1620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2" name="Block Arc 11">
            <a:extLst>
              <a:ext uri="{FF2B5EF4-FFF2-40B4-BE49-F238E27FC236}">
                <a16:creationId xmlns:a16="http://schemas.microsoft.com/office/drawing/2014/main" id="{71254C2E-AB78-0B4A-4894-06FEB07D8D86}"/>
              </a:ext>
            </a:extLst>
          </p:cNvPr>
          <p:cNvSpPr/>
          <p:nvPr/>
        </p:nvSpPr>
        <p:spPr>
          <a:xfrm>
            <a:off x="953114" y="2338218"/>
            <a:ext cx="2952412" cy="2845828"/>
          </a:xfrm>
          <a:prstGeom prst="blockArc">
            <a:avLst>
              <a:gd name="adj1" fmla="val 11880000"/>
              <a:gd name="adj2" fmla="val 1404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3" name="Block Arc 12">
            <a:extLst>
              <a:ext uri="{FF2B5EF4-FFF2-40B4-BE49-F238E27FC236}">
                <a16:creationId xmlns:a16="http://schemas.microsoft.com/office/drawing/2014/main" id="{D4D2135B-E6FA-1A24-2FAE-899BBF98E56F}"/>
              </a:ext>
            </a:extLst>
          </p:cNvPr>
          <p:cNvSpPr/>
          <p:nvPr/>
        </p:nvSpPr>
        <p:spPr>
          <a:xfrm>
            <a:off x="953114" y="2338218"/>
            <a:ext cx="2952412" cy="2845828"/>
          </a:xfrm>
          <a:prstGeom prst="blockArc">
            <a:avLst>
              <a:gd name="adj1" fmla="val 9720000"/>
              <a:gd name="adj2" fmla="val 1188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4" name="Block Arc 13">
            <a:extLst>
              <a:ext uri="{FF2B5EF4-FFF2-40B4-BE49-F238E27FC236}">
                <a16:creationId xmlns:a16="http://schemas.microsoft.com/office/drawing/2014/main" id="{4F6AAAA9-BEB6-9FB4-FFDA-1FE98B91D7DD}"/>
              </a:ext>
            </a:extLst>
          </p:cNvPr>
          <p:cNvSpPr/>
          <p:nvPr/>
        </p:nvSpPr>
        <p:spPr>
          <a:xfrm>
            <a:off x="953114" y="2338218"/>
            <a:ext cx="2952412" cy="2845828"/>
          </a:xfrm>
          <a:prstGeom prst="blockArc">
            <a:avLst>
              <a:gd name="adj1" fmla="val 7560000"/>
              <a:gd name="adj2" fmla="val 972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5" name="Block Arc 14">
            <a:extLst>
              <a:ext uri="{FF2B5EF4-FFF2-40B4-BE49-F238E27FC236}">
                <a16:creationId xmlns:a16="http://schemas.microsoft.com/office/drawing/2014/main" id="{E058EAF6-87C3-D2C7-B4FF-2A27E1EED8DD}"/>
              </a:ext>
            </a:extLst>
          </p:cNvPr>
          <p:cNvSpPr/>
          <p:nvPr/>
        </p:nvSpPr>
        <p:spPr>
          <a:xfrm>
            <a:off x="953114" y="2338218"/>
            <a:ext cx="2952412" cy="2845828"/>
          </a:xfrm>
          <a:prstGeom prst="blockArc">
            <a:avLst>
              <a:gd name="adj1" fmla="val 5400000"/>
              <a:gd name="adj2" fmla="val 756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6" name="Block Arc 15">
            <a:extLst>
              <a:ext uri="{FF2B5EF4-FFF2-40B4-BE49-F238E27FC236}">
                <a16:creationId xmlns:a16="http://schemas.microsoft.com/office/drawing/2014/main" id="{26907559-5A9B-B055-D9EC-92EFFDBAAD96}"/>
              </a:ext>
            </a:extLst>
          </p:cNvPr>
          <p:cNvSpPr/>
          <p:nvPr/>
        </p:nvSpPr>
        <p:spPr>
          <a:xfrm>
            <a:off x="953114" y="2338218"/>
            <a:ext cx="2952412" cy="2845828"/>
          </a:xfrm>
          <a:prstGeom prst="blockArc">
            <a:avLst>
              <a:gd name="adj1" fmla="val 3240000"/>
              <a:gd name="adj2" fmla="val 540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7" name="Block Arc 16">
            <a:extLst>
              <a:ext uri="{FF2B5EF4-FFF2-40B4-BE49-F238E27FC236}">
                <a16:creationId xmlns:a16="http://schemas.microsoft.com/office/drawing/2014/main" id="{856AE025-7A08-7513-1F23-0CDB3F62DBD0}"/>
              </a:ext>
            </a:extLst>
          </p:cNvPr>
          <p:cNvSpPr/>
          <p:nvPr/>
        </p:nvSpPr>
        <p:spPr>
          <a:xfrm>
            <a:off x="953114" y="2338218"/>
            <a:ext cx="2952412" cy="2845828"/>
          </a:xfrm>
          <a:prstGeom prst="blockArc">
            <a:avLst>
              <a:gd name="adj1" fmla="val 1080000"/>
              <a:gd name="adj2" fmla="val 324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8" name="Block Arc 17">
            <a:extLst>
              <a:ext uri="{FF2B5EF4-FFF2-40B4-BE49-F238E27FC236}">
                <a16:creationId xmlns:a16="http://schemas.microsoft.com/office/drawing/2014/main" id="{2F039A46-5F42-BA5F-F5E5-E97FFEFBF028}"/>
              </a:ext>
            </a:extLst>
          </p:cNvPr>
          <p:cNvSpPr/>
          <p:nvPr/>
        </p:nvSpPr>
        <p:spPr>
          <a:xfrm>
            <a:off x="953114" y="2338218"/>
            <a:ext cx="2952412" cy="2845828"/>
          </a:xfrm>
          <a:prstGeom prst="blockArc">
            <a:avLst>
              <a:gd name="adj1" fmla="val 20520000"/>
              <a:gd name="adj2" fmla="val 108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9" name="Block Arc 18">
            <a:extLst>
              <a:ext uri="{FF2B5EF4-FFF2-40B4-BE49-F238E27FC236}">
                <a16:creationId xmlns:a16="http://schemas.microsoft.com/office/drawing/2014/main" id="{FF3D2DDE-F8A8-1E23-3DD6-3143F1F79749}"/>
              </a:ext>
            </a:extLst>
          </p:cNvPr>
          <p:cNvSpPr/>
          <p:nvPr/>
        </p:nvSpPr>
        <p:spPr>
          <a:xfrm>
            <a:off x="953114" y="2338218"/>
            <a:ext cx="2952412" cy="2845828"/>
          </a:xfrm>
          <a:prstGeom prst="blockArc">
            <a:avLst>
              <a:gd name="adj1" fmla="val 18360000"/>
              <a:gd name="adj2" fmla="val 20520000"/>
              <a:gd name="adj3" fmla="val 2753"/>
            </a:avLst>
          </a:prstGeom>
          <a:solidFill>
            <a:srgbClr val="CBFF55"/>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0" name="Block Arc 19">
            <a:extLst>
              <a:ext uri="{FF2B5EF4-FFF2-40B4-BE49-F238E27FC236}">
                <a16:creationId xmlns:a16="http://schemas.microsoft.com/office/drawing/2014/main" id="{F72781EA-F187-580B-B9EF-228D49C1C3CF}"/>
              </a:ext>
            </a:extLst>
          </p:cNvPr>
          <p:cNvSpPr/>
          <p:nvPr/>
        </p:nvSpPr>
        <p:spPr>
          <a:xfrm>
            <a:off x="953114" y="2338218"/>
            <a:ext cx="2952412" cy="2845828"/>
          </a:xfrm>
          <a:prstGeom prst="blockArc">
            <a:avLst>
              <a:gd name="adj1" fmla="val 16200000"/>
              <a:gd name="adj2" fmla="val 18360000"/>
              <a:gd name="adj3" fmla="val 2753"/>
            </a:avLst>
          </a:prstGeom>
          <a:solidFill>
            <a:schemeClr val="accent1"/>
          </a:solidFill>
          <a:ln>
            <a:solidFill>
              <a:schemeClr val="tx2"/>
            </a:solidFill>
          </a:ln>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1" name="Freeform 107">
            <a:extLst>
              <a:ext uri="{FF2B5EF4-FFF2-40B4-BE49-F238E27FC236}">
                <a16:creationId xmlns:a16="http://schemas.microsoft.com/office/drawing/2014/main" id="{A802E1E4-51D8-E9E6-A89D-C19F64422624}"/>
              </a:ext>
            </a:extLst>
          </p:cNvPr>
          <p:cNvSpPr/>
          <p:nvPr/>
        </p:nvSpPr>
        <p:spPr>
          <a:xfrm>
            <a:off x="2147122" y="2085792"/>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744" tIns="108744" rIns="108744" bIns="108744"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en-AU" sz="1300" b="0" i="0" u="none" strike="noStrike" kern="1200" cap="none" spc="0" normalizeH="0" baseline="0" noProof="0">
              <a:ln>
                <a:noFill/>
              </a:ln>
              <a:solidFill>
                <a:srgbClr val="FFFFFF"/>
              </a:solidFill>
              <a:effectLst/>
              <a:uLnTx/>
              <a:uFillTx/>
              <a:latin typeface="Arial"/>
              <a:ea typeface="+mn-ea"/>
              <a:cs typeface="+mn-cs"/>
            </a:endParaRPr>
          </a:p>
        </p:txBody>
      </p:sp>
      <p:sp>
        <p:nvSpPr>
          <p:cNvPr id="22" name="Freeform 108">
            <a:extLst>
              <a:ext uri="{FF2B5EF4-FFF2-40B4-BE49-F238E27FC236}">
                <a16:creationId xmlns:a16="http://schemas.microsoft.com/office/drawing/2014/main" id="{20C5F510-3CF7-2D0C-13E4-E68E2DB2E671}"/>
              </a:ext>
            </a:extLst>
          </p:cNvPr>
          <p:cNvSpPr/>
          <p:nvPr/>
        </p:nvSpPr>
        <p:spPr>
          <a:xfrm>
            <a:off x="3002873" y="2353804"/>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744" tIns="108744" rIns="108744" bIns="108744"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en-AU" sz="1300" b="0" i="0" u="none" strike="noStrike" kern="1200" cap="none" spc="0" normalizeH="0" baseline="0" noProof="0">
              <a:ln>
                <a:noFill/>
              </a:ln>
              <a:solidFill>
                <a:srgbClr val="FFFFFF"/>
              </a:solidFill>
              <a:effectLst/>
              <a:uLnTx/>
              <a:uFillTx/>
              <a:latin typeface="Arial"/>
              <a:ea typeface="+mn-ea"/>
              <a:cs typeface="+mn-cs"/>
            </a:endParaRPr>
          </a:p>
        </p:txBody>
      </p:sp>
      <p:sp>
        <p:nvSpPr>
          <p:cNvPr id="23" name="Freeform 109">
            <a:extLst>
              <a:ext uri="{FF2B5EF4-FFF2-40B4-BE49-F238E27FC236}">
                <a16:creationId xmlns:a16="http://schemas.microsoft.com/office/drawing/2014/main" id="{914C60C0-8616-F681-5AF8-5B610EB420CF}"/>
              </a:ext>
            </a:extLst>
          </p:cNvPr>
          <p:cNvSpPr/>
          <p:nvPr/>
        </p:nvSpPr>
        <p:spPr>
          <a:xfrm>
            <a:off x="3531755" y="3055468"/>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744" tIns="108744" rIns="108744" bIns="108744"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en-AU" sz="1300" b="0" i="0" u="none" strike="noStrike" kern="1200" cap="none" spc="0" normalizeH="0" baseline="0" noProof="0">
              <a:ln>
                <a:noFill/>
              </a:ln>
              <a:solidFill>
                <a:srgbClr val="FFFFFF"/>
              </a:solidFill>
              <a:effectLst/>
              <a:uLnTx/>
              <a:uFillTx/>
              <a:latin typeface="Arial"/>
              <a:ea typeface="+mn-ea"/>
              <a:cs typeface="+mn-cs"/>
            </a:endParaRPr>
          </a:p>
        </p:txBody>
      </p:sp>
      <p:sp>
        <p:nvSpPr>
          <p:cNvPr id="24" name="Freeform 110">
            <a:extLst>
              <a:ext uri="{FF2B5EF4-FFF2-40B4-BE49-F238E27FC236}">
                <a16:creationId xmlns:a16="http://schemas.microsoft.com/office/drawing/2014/main" id="{EF65584A-7DFC-173F-C1F3-F0B5D37BEACB}"/>
              </a:ext>
            </a:extLst>
          </p:cNvPr>
          <p:cNvSpPr/>
          <p:nvPr/>
        </p:nvSpPr>
        <p:spPr>
          <a:xfrm>
            <a:off x="3531755" y="3922774"/>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8744" tIns="108744" rIns="108744" bIns="108744"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endParaRPr kumimoji="0" lang="en-AU" sz="1300" b="0" i="0" u="none" strike="noStrike" kern="1200" cap="none" spc="0" normalizeH="0" baseline="0" noProof="0">
              <a:ln>
                <a:noFill/>
              </a:ln>
              <a:solidFill>
                <a:srgbClr val="FFFFFF"/>
              </a:solidFill>
              <a:effectLst/>
              <a:uLnTx/>
              <a:uFillTx/>
              <a:latin typeface="Arial"/>
              <a:ea typeface="+mn-ea"/>
              <a:cs typeface="+mn-cs"/>
            </a:endParaRPr>
          </a:p>
        </p:txBody>
      </p:sp>
      <p:sp>
        <p:nvSpPr>
          <p:cNvPr id="25" name="Freeform 111">
            <a:extLst>
              <a:ext uri="{FF2B5EF4-FFF2-40B4-BE49-F238E27FC236}">
                <a16:creationId xmlns:a16="http://schemas.microsoft.com/office/drawing/2014/main" id="{D136B54F-1D7A-B8A1-73EB-4F6C264D9F5E}"/>
              </a:ext>
            </a:extLst>
          </p:cNvPr>
          <p:cNvSpPr/>
          <p:nvPr/>
        </p:nvSpPr>
        <p:spPr>
          <a:xfrm>
            <a:off x="3002873" y="4624439"/>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794" tIns="127794" rIns="127794" bIns="127794"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AU" sz="2800" b="0" i="0" u="none" strike="noStrike" kern="1200" cap="none" spc="0" normalizeH="0" baseline="0" noProof="0">
              <a:ln>
                <a:noFill/>
              </a:ln>
              <a:solidFill>
                <a:srgbClr val="FFFFFF"/>
              </a:solidFill>
              <a:effectLst/>
              <a:uLnTx/>
              <a:uFillTx/>
              <a:latin typeface="Arial"/>
              <a:ea typeface="+mn-ea"/>
              <a:cs typeface="+mn-cs"/>
            </a:endParaRPr>
          </a:p>
        </p:txBody>
      </p:sp>
      <p:sp>
        <p:nvSpPr>
          <p:cNvPr id="26" name="Freeform 112">
            <a:extLst>
              <a:ext uri="{FF2B5EF4-FFF2-40B4-BE49-F238E27FC236}">
                <a16:creationId xmlns:a16="http://schemas.microsoft.com/office/drawing/2014/main" id="{BE9D7C48-09D2-7209-5B7C-C56014FBEB24}"/>
              </a:ext>
            </a:extLst>
          </p:cNvPr>
          <p:cNvSpPr/>
          <p:nvPr/>
        </p:nvSpPr>
        <p:spPr>
          <a:xfrm>
            <a:off x="2147122" y="4892451"/>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794" tIns="127794" rIns="127794" bIns="127794"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AU" sz="2800" b="0" i="0" u="none" strike="noStrike" kern="1200" cap="none" spc="0" normalizeH="0" baseline="0" noProof="0">
              <a:ln>
                <a:noFill/>
              </a:ln>
              <a:solidFill>
                <a:srgbClr val="FFFFFF"/>
              </a:solidFill>
              <a:effectLst/>
              <a:uLnTx/>
              <a:uFillTx/>
              <a:latin typeface="Arial"/>
              <a:ea typeface="+mn-ea"/>
              <a:cs typeface="+mn-cs"/>
            </a:endParaRPr>
          </a:p>
        </p:txBody>
      </p:sp>
      <p:sp>
        <p:nvSpPr>
          <p:cNvPr id="27" name="Freeform 113">
            <a:extLst>
              <a:ext uri="{FF2B5EF4-FFF2-40B4-BE49-F238E27FC236}">
                <a16:creationId xmlns:a16="http://schemas.microsoft.com/office/drawing/2014/main" id="{9BA82997-75CA-5EB0-C427-A81FF03DE897}"/>
              </a:ext>
            </a:extLst>
          </p:cNvPr>
          <p:cNvSpPr/>
          <p:nvPr/>
        </p:nvSpPr>
        <p:spPr>
          <a:xfrm>
            <a:off x="1291373" y="4624439"/>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794" tIns="127794" rIns="127794" bIns="127794"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AU" sz="2800" b="0" i="0" u="none" strike="noStrike" kern="1200" cap="none" spc="0" normalizeH="0" baseline="0" noProof="0">
              <a:ln>
                <a:noFill/>
              </a:ln>
              <a:solidFill>
                <a:srgbClr val="FFFFFF"/>
              </a:solidFill>
              <a:effectLst/>
              <a:uLnTx/>
              <a:uFillTx/>
              <a:latin typeface="Arial"/>
              <a:ea typeface="+mn-ea"/>
              <a:cs typeface="+mn-cs"/>
            </a:endParaRPr>
          </a:p>
        </p:txBody>
      </p:sp>
      <p:sp>
        <p:nvSpPr>
          <p:cNvPr id="28" name="Freeform 114">
            <a:extLst>
              <a:ext uri="{FF2B5EF4-FFF2-40B4-BE49-F238E27FC236}">
                <a16:creationId xmlns:a16="http://schemas.microsoft.com/office/drawing/2014/main" id="{EEABC7C7-CA3E-F3D3-D462-B9509C19CE04}"/>
              </a:ext>
            </a:extLst>
          </p:cNvPr>
          <p:cNvSpPr/>
          <p:nvPr/>
        </p:nvSpPr>
        <p:spPr>
          <a:xfrm>
            <a:off x="762491" y="3922774"/>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794" tIns="127794" rIns="127794" bIns="127794"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AU" sz="2800" b="0" i="0" u="none" strike="noStrike" kern="1200" cap="none" spc="0" normalizeH="0" baseline="0" noProof="0">
              <a:ln>
                <a:noFill/>
              </a:ln>
              <a:solidFill>
                <a:srgbClr val="FFFFFF"/>
              </a:solidFill>
              <a:effectLst/>
              <a:uLnTx/>
              <a:uFillTx/>
              <a:latin typeface="Arial"/>
              <a:ea typeface="+mn-ea"/>
              <a:cs typeface="+mn-cs"/>
            </a:endParaRPr>
          </a:p>
        </p:txBody>
      </p:sp>
      <p:sp>
        <p:nvSpPr>
          <p:cNvPr id="29" name="Freeform 115">
            <a:extLst>
              <a:ext uri="{FF2B5EF4-FFF2-40B4-BE49-F238E27FC236}">
                <a16:creationId xmlns:a16="http://schemas.microsoft.com/office/drawing/2014/main" id="{A982F46C-16A4-F551-ED06-9BEC85C5B032}"/>
              </a:ext>
            </a:extLst>
          </p:cNvPr>
          <p:cNvSpPr/>
          <p:nvPr/>
        </p:nvSpPr>
        <p:spPr>
          <a:xfrm>
            <a:off x="762491" y="3055468"/>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794" tIns="127794" rIns="127794" bIns="127794"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AU" sz="2800" b="0" i="0" u="none" strike="noStrike" kern="1200" cap="none" spc="0" normalizeH="0" baseline="0" noProof="0">
              <a:ln>
                <a:noFill/>
              </a:ln>
              <a:solidFill>
                <a:srgbClr val="FFFFFF"/>
              </a:solidFill>
              <a:effectLst/>
              <a:uLnTx/>
              <a:uFillTx/>
              <a:latin typeface="Arial"/>
              <a:ea typeface="+mn-ea"/>
              <a:cs typeface="+mn-cs"/>
            </a:endParaRPr>
          </a:p>
        </p:txBody>
      </p:sp>
      <p:sp>
        <p:nvSpPr>
          <p:cNvPr id="30" name="Freeform 116">
            <a:extLst>
              <a:ext uri="{FF2B5EF4-FFF2-40B4-BE49-F238E27FC236}">
                <a16:creationId xmlns:a16="http://schemas.microsoft.com/office/drawing/2014/main" id="{0ACFE343-C107-577E-6C59-8A2AA22E8027}"/>
              </a:ext>
            </a:extLst>
          </p:cNvPr>
          <p:cNvSpPr/>
          <p:nvPr/>
        </p:nvSpPr>
        <p:spPr>
          <a:xfrm>
            <a:off x="1291373" y="2353804"/>
            <a:ext cx="564396" cy="544021"/>
          </a:xfrm>
          <a:custGeom>
            <a:avLst/>
            <a:gdLst>
              <a:gd name="connsiteX0" fmla="*/ 0 w 629816"/>
              <a:gd name="connsiteY0" fmla="*/ 314908 h 629816"/>
              <a:gd name="connsiteX1" fmla="*/ 314908 w 629816"/>
              <a:gd name="connsiteY1" fmla="*/ 0 h 629816"/>
              <a:gd name="connsiteX2" fmla="*/ 629816 w 629816"/>
              <a:gd name="connsiteY2" fmla="*/ 314908 h 629816"/>
              <a:gd name="connsiteX3" fmla="*/ 314908 w 629816"/>
              <a:gd name="connsiteY3" fmla="*/ 629816 h 629816"/>
              <a:gd name="connsiteX4" fmla="*/ 0 w 629816"/>
              <a:gd name="connsiteY4" fmla="*/ 314908 h 6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816" h="629816">
                <a:moveTo>
                  <a:pt x="0" y="314908"/>
                </a:moveTo>
                <a:cubicBezTo>
                  <a:pt x="0" y="140989"/>
                  <a:pt x="140989" y="0"/>
                  <a:pt x="314908" y="0"/>
                </a:cubicBezTo>
                <a:cubicBezTo>
                  <a:pt x="488827" y="0"/>
                  <a:pt x="629816" y="140989"/>
                  <a:pt x="629816" y="314908"/>
                </a:cubicBezTo>
                <a:cubicBezTo>
                  <a:pt x="629816" y="488827"/>
                  <a:pt x="488827" y="629816"/>
                  <a:pt x="314908" y="629816"/>
                </a:cubicBezTo>
                <a:cubicBezTo>
                  <a:pt x="140989" y="629816"/>
                  <a:pt x="0" y="488827"/>
                  <a:pt x="0" y="314908"/>
                </a:cubicBezTo>
                <a:close/>
              </a:path>
            </a:pathLst>
          </a:custGeom>
          <a:solidFill>
            <a:schemeClr val="bg1"/>
          </a:solidFill>
          <a:ln w="28575">
            <a:solidFill>
              <a:schemeClr val="tx2"/>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794" tIns="127794" rIns="127794" bIns="127794"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AU" sz="2800" b="0" i="0" u="none" strike="noStrike" kern="1200" cap="none" spc="0" normalizeH="0" baseline="0" noProof="0">
              <a:ln>
                <a:noFill/>
              </a:ln>
              <a:solidFill>
                <a:srgbClr val="FFFFFF"/>
              </a:solidFill>
              <a:effectLst/>
              <a:uLnTx/>
              <a:uFillTx/>
              <a:latin typeface="Arial"/>
              <a:ea typeface="+mn-ea"/>
              <a:cs typeface="+mn-cs"/>
            </a:endParaRPr>
          </a:p>
        </p:txBody>
      </p:sp>
      <p:sp>
        <p:nvSpPr>
          <p:cNvPr id="31" name="TextBox 30">
            <a:extLst>
              <a:ext uri="{FF2B5EF4-FFF2-40B4-BE49-F238E27FC236}">
                <a16:creationId xmlns:a16="http://schemas.microsoft.com/office/drawing/2014/main" id="{B9C03AE3-8843-18AC-B018-A976943EE212}"/>
              </a:ext>
            </a:extLst>
          </p:cNvPr>
          <p:cNvSpPr txBox="1"/>
          <p:nvPr/>
        </p:nvSpPr>
        <p:spPr>
          <a:xfrm>
            <a:off x="2099281" y="1969282"/>
            <a:ext cx="660078" cy="450889"/>
          </a:xfrm>
          <a:prstGeom prst="rect">
            <a:avLst/>
          </a:prstGeom>
          <a:noFill/>
          <a:ln>
            <a:noFill/>
          </a:ln>
        </p:spPr>
        <p:txBody>
          <a:bodyPr wrap="none" lIns="0" tIns="0" rIns="0" bIns="0" rtlCol="0">
            <a:prstTxWarp prst="textArchUp">
              <a:avLst>
                <a:gd name="adj" fmla="val 10679485"/>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C28"/>
                </a:solidFill>
                <a:effectLst/>
                <a:uLnTx/>
                <a:uFillTx/>
                <a:latin typeface="Arial"/>
                <a:ea typeface="+mn-ea"/>
                <a:cs typeface="+mn-cs"/>
              </a:rPr>
              <a:t>DASHBOARDS</a:t>
            </a:r>
            <a:endParaRPr kumimoji="0" lang="en-AU" sz="900" b="1" i="0" u="none" strike="noStrike" kern="1200" cap="none" spc="0" normalizeH="0" baseline="0" noProof="0" dirty="0">
              <a:ln>
                <a:noFill/>
              </a:ln>
              <a:solidFill>
                <a:srgbClr val="2A2C28"/>
              </a:solidFill>
              <a:effectLst/>
              <a:uLnTx/>
              <a:uFillTx/>
              <a:latin typeface="Arial"/>
              <a:ea typeface="+mn-ea"/>
              <a:cs typeface="+mn-cs"/>
            </a:endParaRPr>
          </a:p>
        </p:txBody>
      </p:sp>
      <p:sp>
        <p:nvSpPr>
          <p:cNvPr id="32" name="TextBox 31">
            <a:extLst>
              <a:ext uri="{FF2B5EF4-FFF2-40B4-BE49-F238E27FC236}">
                <a16:creationId xmlns:a16="http://schemas.microsoft.com/office/drawing/2014/main" id="{D6870CF8-B76A-927C-48E1-797D7AA5EAB2}"/>
              </a:ext>
            </a:extLst>
          </p:cNvPr>
          <p:cNvSpPr txBox="1"/>
          <p:nvPr/>
        </p:nvSpPr>
        <p:spPr>
          <a:xfrm rot="3094229">
            <a:off x="3095496" y="2311209"/>
            <a:ext cx="636249" cy="467776"/>
          </a:xfrm>
          <a:prstGeom prst="rect">
            <a:avLst/>
          </a:prstGeom>
          <a:noFill/>
          <a:ln>
            <a:noFill/>
          </a:ln>
        </p:spPr>
        <p:txBody>
          <a:bodyPr wrap="none" lIns="0" tIns="0" rIns="0" bIns="0" rtlCol="0">
            <a:prstTxWarp prst="textArchUp">
              <a:avLst>
                <a:gd name="adj" fmla="val 10679485"/>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C28"/>
                </a:solidFill>
                <a:effectLst/>
                <a:uLnTx/>
                <a:uFillTx/>
                <a:latin typeface="Arial"/>
                <a:ea typeface="+mn-ea"/>
                <a:cs typeface="+mn-cs"/>
              </a:rPr>
              <a:t>ACCOUNT</a:t>
            </a:r>
            <a:br>
              <a:rPr kumimoji="0" lang="en-US" sz="1000" b="1" i="0" u="none" strike="noStrike" kern="1200" cap="none" spc="0" normalizeH="0" baseline="0" noProof="0" dirty="0">
                <a:ln>
                  <a:noFill/>
                </a:ln>
                <a:solidFill>
                  <a:srgbClr val="2A2C28"/>
                </a:solidFill>
                <a:effectLst/>
                <a:uLnTx/>
                <a:uFillTx/>
                <a:latin typeface="Arial"/>
                <a:ea typeface="+mn-ea"/>
                <a:cs typeface="+mn-cs"/>
              </a:rPr>
            </a:br>
            <a:r>
              <a:rPr kumimoji="0" lang="en-US" sz="1000" b="1" i="0" u="none" strike="noStrike" kern="1200" cap="none" spc="0" normalizeH="0" baseline="0" noProof="0" dirty="0">
                <a:ln>
                  <a:noFill/>
                </a:ln>
                <a:solidFill>
                  <a:srgbClr val="2A2C28"/>
                </a:solidFill>
                <a:effectLst/>
                <a:uLnTx/>
                <a:uFillTx/>
                <a:latin typeface="Arial"/>
                <a:ea typeface="+mn-ea"/>
                <a:cs typeface="+mn-cs"/>
              </a:rPr>
              <a:t>MANAGEMENT</a:t>
            </a:r>
          </a:p>
        </p:txBody>
      </p:sp>
      <p:sp>
        <p:nvSpPr>
          <p:cNvPr id="33" name="TextBox 32">
            <a:extLst>
              <a:ext uri="{FF2B5EF4-FFF2-40B4-BE49-F238E27FC236}">
                <a16:creationId xmlns:a16="http://schemas.microsoft.com/office/drawing/2014/main" id="{934A98EB-6036-27A4-0761-74A2F7BFCD3E}"/>
              </a:ext>
            </a:extLst>
          </p:cNvPr>
          <p:cNvSpPr txBox="1"/>
          <p:nvPr/>
        </p:nvSpPr>
        <p:spPr>
          <a:xfrm rot="5400000">
            <a:off x="3634079" y="3084953"/>
            <a:ext cx="636249" cy="467776"/>
          </a:xfrm>
          <a:prstGeom prst="rect">
            <a:avLst/>
          </a:prstGeom>
          <a:noFill/>
          <a:ln>
            <a:noFill/>
          </a:ln>
        </p:spPr>
        <p:txBody>
          <a:bodyPr wrap="none" lIns="0" tIns="0" rIns="0" bIns="0" rtlCol="0">
            <a:prstTxWarp prst="textArchUp">
              <a:avLst>
                <a:gd name="adj" fmla="val 10679485"/>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C28"/>
                </a:solidFill>
                <a:effectLst/>
                <a:uLnTx/>
                <a:uFillTx/>
                <a:latin typeface="Arial"/>
                <a:ea typeface="+mn-ea"/>
                <a:cs typeface="+mn-cs"/>
              </a:rPr>
              <a:t>SHIPMENTS</a:t>
            </a:r>
          </a:p>
        </p:txBody>
      </p:sp>
      <p:sp>
        <p:nvSpPr>
          <p:cNvPr id="34" name="TextBox 33">
            <a:extLst>
              <a:ext uri="{FF2B5EF4-FFF2-40B4-BE49-F238E27FC236}">
                <a16:creationId xmlns:a16="http://schemas.microsoft.com/office/drawing/2014/main" id="{43174151-DE01-AC86-5A92-E95E4552A921}"/>
              </a:ext>
            </a:extLst>
          </p:cNvPr>
          <p:cNvSpPr txBox="1"/>
          <p:nvPr/>
        </p:nvSpPr>
        <p:spPr>
          <a:xfrm rot="16200000">
            <a:off x="570394" y="3084953"/>
            <a:ext cx="636249" cy="467776"/>
          </a:xfrm>
          <a:prstGeom prst="rect">
            <a:avLst/>
          </a:prstGeom>
          <a:noFill/>
          <a:ln>
            <a:noFill/>
          </a:ln>
        </p:spPr>
        <p:txBody>
          <a:bodyPr wrap="none" lIns="0" tIns="0" rIns="0" bIns="0" rtlCol="0">
            <a:prstTxWarp prst="textArchUp">
              <a:avLst>
                <a:gd name="adj" fmla="val 10679485"/>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C28"/>
                </a:solidFill>
                <a:effectLst/>
                <a:uLnTx/>
                <a:uFillTx/>
                <a:latin typeface="Arial"/>
                <a:ea typeface="+mn-ea"/>
                <a:cs typeface="+mn-cs"/>
              </a:rPr>
              <a:t>STATIONERY</a:t>
            </a:r>
          </a:p>
        </p:txBody>
      </p:sp>
      <p:sp>
        <p:nvSpPr>
          <p:cNvPr id="35" name="TextBox 34">
            <a:extLst>
              <a:ext uri="{FF2B5EF4-FFF2-40B4-BE49-F238E27FC236}">
                <a16:creationId xmlns:a16="http://schemas.microsoft.com/office/drawing/2014/main" id="{DB8DA025-DCBA-E47E-6548-82C76A67CE8F}"/>
              </a:ext>
            </a:extLst>
          </p:cNvPr>
          <p:cNvSpPr txBox="1"/>
          <p:nvPr/>
        </p:nvSpPr>
        <p:spPr>
          <a:xfrm rot="18229437">
            <a:off x="3507926" y="4012924"/>
            <a:ext cx="855821" cy="552446"/>
          </a:xfrm>
          <a:prstGeom prst="rect">
            <a:avLst/>
          </a:prstGeom>
          <a:noFill/>
          <a:ln>
            <a:noFill/>
          </a:ln>
        </p:spPr>
        <p:txBody>
          <a:bodyPr wrap="none" lIns="0" tIns="0" rIns="0" bIns="0" rtlCol="0">
            <a:prstTxWarp prst="textArchDown">
              <a:avLst>
                <a:gd name="adj" fmla="val 176551"/>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C28"/>
                </a:solidFill>
                <a:effectLst/>
                <a:uLnTx/>
                <a:uFillTx/>
                <a:latin typeface="Arial"/>
                <a:ea typeface="+mn-ea"/>
                <a:cs typeface="+mn-cs"/>
              </a:rPr>
              <a:t>RATE &amp; TRANSIT</a:t>
            </a:r>
            <a:br>
              <a:rPr kumimoji="0" lang="en-US" sz="1000" b="1" i="0" u="none" strike="noStrike" kern="1200" cap="none" spc="0" normalizeH="0" baseline="0" noProof="0" dirty="0">
                <a:ln>
                  <a:noFill/>
                </a:ln>
                <a:solidFill>
                  <a:srgbClr val="2A2C28"/>
                </a:solidFill>
                <a:effectLst/>
                <a:uLnTx/>
                <a:uFillTx/>
                <a:latin typeface="Arial"/>
                <a:ea typeface="+mn-ea"/>
                <a:cs typeface="+mn-cs"/>
              </a:rPr>
            </a:br>
            <a:r>
              <a:rPr kumimoji="0" lang="en-US" sz="1000" b="1" i="0" u="none" strike="noStrike" kern="1200" cap="none" spc="0" normalizeH="0" baseline="0" noProof="0" dirty="0">
                <a:ln>
                  <a:noFill/>
                </a:ln>
                <a:solidFill>
                  <a:srgbClr val="2A2C28"/>
                </a:solidFill>
                <a:effectLst/>
                <a:uLnTx/>
                <a:uFillTx/>
                <a:latin typeface="Arial"/>
                <a:ea typeface="+mn-ea"/>
                <a:cs typeface="+mn-cs"/>
              </a:rPr>
              <a:t>TIME ENQUIRIES</a:t>
            </a:r>
          </a:p>
        </p:txBody>
      </p:sp>
      <p:sp>
        <p:nvSpPr>
          <p:cNvPr id="36" name="TextBox 35">
            <a:extLst>
              <a:ext uri="{FF2B5EF4-FFF2-40B4-BE49-F238E27FC236}">
                <a16:creationId xmlns:a16="http://schemas.microsoft.com/office/drawing/2014/main" id="{7B4F231B-50B6-711F-5A5A-6EA4916DD3D8}"/>
              </a:ext>
            </a:extLst>
          </p:cNvPr>
          <p:cNvSpPr txBox="1"/>
          <p:nvPr/>
        </p:nvSpPr>
        <p:spPr>
          <a:xfrm>
            <a:off x="1976666" y="5050848"/>
            <a:ext cx="887874" cy="516732"/>
          </a:xfrm>
          <a:prstGeom prst="rect">
            <a:avLst/>
          </a:prstGeom>
          <a:noFill/>
          <a:ln>
            <a:noFill/>
          </a:ln>
        </p:spPr>
        <p:txBody>
          <a:bodyPr wrap="none" lIns="0" tIns="0" rIns="0" bIns="0" rtlCol="0">
            <a:prstTxWarp prst="textArchDown">
              <a:avLst>
                <a:gd name="adj" fmla="val 176551"/>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a:ln>
                  <a:noFill/>
                </a:ln>
                <a:solidFill>
                  <a:srgbClr val="2A2C28"/>
                </a:solidFill>
                <a:effectLst/>
                <a:uLnTx/>
                <a:uFillTx/>
                <a:latin typeface="Arial"/>
                <a:ea typeface="+mn-ea"/>
                <a:cs typeface="+mn-cs"/>
              </a:rPr>
              <a:t>RETURNS</a:t>
            </a:r>
          </a:p>
        </p:txBody>
      </p:sp>
      <p:sp>
        <p:nvSpPr>
          <p:cNvPr id="37" name="TextBox 36">
            <a:extLst>
              <a:ext uri="{FF2B5EF4-FFF2-40B4-BE49-F238E27FC236}">
                <a16:creationId xmlns:a16="http://schemas.microsoft.com/office/drawing/2014/main" id="{C0EA5094-35BB-FC13-3CA5-1C9C97DD9320}"/>
              </a:ext>
            </a:extLst>
          </p:cNvPr>
          <p:cNvSpPr txBox="1"/>
          <p:nvPr/>
        </p:nvSpPr>
        <p:spPr>
          <a:xfrm rot="2749390">
            <a:off x="1059912" y="4755622"/>
            <a:ext cx="855821" cy="536085"/>
          </a:xfrm>
          <a:prstGeom prst="rect">
            <a:avLst/>
          </a:prstGeom>
          <a:noFill/>
          <a:ln>
            <a:noFill/>
          </a:ln>
        </p:spPr>
        <p:txBody>
          <a:bodyPr wrap="none" lIns="0" tIns="0" rIns="0" bIns="0" rtlCol="0">
            <a:prstTxWarp prst="textArchDown">
              <a:avLst>
                <a:gd name="adj" fmla="val 176551"/>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C28"/>
                </a:solidFill>
                <a:effectLst/>
                <a:uLnTx/>
                <a:uFillTx/>
                <a:latin typeface="Arial"/>
                <a:ea typeface="+mn-ea"/>
                <a:cs typeface="+mn-cs"/>
              </a:rPr>
              <a:t>MANIFEST</a:t>
            </a:r>
            <a:br>
              <a:rPr kumimoji="0" lang="en-US" sz="1000" b="1" i="0" u="none" strike="noStrike" kern="1200" cap="none" spc="0" normalizeH="0" baseline="0" noProof="0" dirty="0">
                <a:ln>
                  <a:noFill/>
                </a:ln>
                <a:solidFill>
                  <a:srgbClr val="2A2C28"/>
                </a:solidFill>
                <a:effectLst/>
                <a:uLnTx/>
                <a:uFillTx/>
                <a:latin typeface="Arial"/>
                <a:ea typeface="+mn-ea"/>
                <a:cs typeface="+mn-cs"/>
              </a:rPr>
            </a:br>
            <a:r>
              <a:rPr kumimoji="0" lang="en-US" sz="1000" b="1" i="0" u="none" strike="noStrike" kern="1200" cap="none" spc="0" normalizeH="0" baseline="0" noProof="0" dirty="0">
                <a:ln>
                  <a:noFill/>
                </a:ln>
                <a:solidFill>
                  <a:srgbClr val="2A2C28"/>
                </a:solidFill>
                <a:effectLst/>
                <a:uLnTx/>
                <a:uFillTx/>
                <a:latin typeface="Arial"/>
                <a:ea typeface="+mn-ea"/>
                <a:cs typeface="+mn-cs"/>
              </a:rPr>
              <a:t>MANAGEMENT</a:t>
            </a:r>
          </a:p>
        </p:txBody>
      </p:sp>
      <p:sp>
        <p:nvSpPr>
          <p:cNvPr id="38" name="TextBox 37">
            <a:extLst>
              <a:ext uri="{FF2B5EF4-FFF2-40B4-BE49-F238E27FC236}">
                <a16:creationId xmlns:a16="http://schemas.microsoft.com/office/drawing/2014/main" id="{71FC846A-98C1-7E84-AB49-9BC51BC7A7F9}"/>
              </a:ext>
            </a:extLst>
          </p:cNvPr>
          <p:cNvSpPr txBox="1"/>
          <p:nvPr/>
        </p:nvSpPr>
        <p:spPr>
          <a:xfrm rot="3366073">
            <a:off x="513629" y="4012924"/>
            <a:ext cx="855821" cy="552446"/>
          </a:xfrm>
          <a:prstGeom prst="rect">
            <a:avLst/>
          </a:prstGeom>
          <a:noFill/>
          <a:ln>
            <a:noFill/>
          </a:ln>
        </p:spPr>
        <p:txBody>
          <a:bodyPr wrap="none" lIns="0" tIns="0" rIns="0" bIns="0" rtlCol="0">
            <a:prstTxWarp prst="textArchDown">
              <a:avLst>
                <a:gd name="adj" fmla="val 176551"/>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a:ln>
                  <a:noFill/>
                </a:ln>
                <a:solidFill>
                  <a:srgbClr val="2A2C28"/>
                </a:solidFill>
                <a:effectLst/>
                <a:uLnTx/>
                <a:uFillTx/>
                <a:latin typeface="Arial"/>
                <a:ea typeface="+mn-ea"/>
                <a:cs typeface="+mn-cs"/>
              </a:rPr>
              <a:t>TRACK </a:t>
            </a:r>
            <a:br>
              <a:rPr kumimoji="0" lang="en-US" sz="1000" b="1" i="0" u="none" strike="noStrike" kern="1200" cap="none" spc="0" normalizeH="0" baseline="0" noProof="0">
                <a:ln>
                  <a:noFill/>
                </a:ln>
                <a:solidFill>
                  <a:srgbClr val="2A2C28"/>
                </a:solidFill>
                <a:effectLst/>
                <a:uLnTx/>
                <a:uFillTx/>
                <a:latin typeface="Arial"/>
                <a:ea typeface="+mn-ea"/>
                <a:cs typeface="+mn-cs"/>
              </a:rPr>
            </a:br>
            <a:r>
              <a:rPr kumimoji="0" lang="en-US" sz="1000" b="1" i="0" u="none" strike="noStrike" kern="1200" cap="none" spc="0" normalizeH="0" baseline="0" noProof="0">
                <a:ln>
                  <a:noFill/>
                </a:ln>
                <a:solidFill>
                  <a:srgbClr val="2A2C28"/>
                </a:solidFill>
                <a:effectLst/>
                <a:uLnTx/>
                <a:uFillTx/>
                <a:latin typeface="Arial"/>
                <a:ea typeface="+mn-ea"/>
                <a:cs typeface="+mn-cs"/>
              </a:rPr>
              <a:t>&amp; TRACE</a:t>
            </a:r>
          </a:p>
        </p:txBody>
      </p:sp>
      <p:sp>
        <p:nvSpPr>
          <p:cNvPr id="39" name="TextBox 38">
            <a:extLst>
              <a:ext uri="{FF2B5EF4-FFF2-40B4-BE49-F238E27FC236}">
                <a16:creationId xmlns:a16="http://schemas.microsoft.com/office/drawing/2014/main" id="{295AEAAF-DC0B-7A0E-C586-AAA690684F62}"/>
              </a:ext>
            </a:extLst>
          </p:cNvPr>
          <p:cNvSpPr txBox="1"/>
          <p:nvPr/>
        </p:nvSpPr>
        <p:spPr>
          <a:xfrm rot="19366615">
            <a:off x="1153931" y="2289029"/>
            <a:ext cx="660078" cy="450889"/>
          </a:xfrm>
          <a:prstGeom prst="rect">
            <a:avLst/>
          </a:prstGeom>
          <a:noFill/>
          <a:ln>
            <a:noFill/>
          </a:ln>
        </p:spPr>
        <p:txBody>
          <a:bodyPr wrap="none" lIns="0" tIns="0" rIns="0" bIns="0" rtlCol="0">
            <a:prstTxWarp prst="textArchUp">
              <a:avLst>
                <a:gd name="adj" fmla="val 10679485"/>
              </a:avLst>
            </a:prstTxWarp>
            <a:spAutoFit/>
          </a:bodyPr>
          <a:lstStyle/>
          <a:p>
            <a:pPr marL="0" marR="0" lvl="0" indent="0" algn="ctr" defTabSz="457200" rtl="0" eaLnBrk="1" fontAlgn="auto" latinLnBrk="0" hangingPunct="1">
              <a:lnSpc>
                <a:spcPts val="11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A2C28"/>
                </a:solidFill>
                <a:effectLst/>
                <a:uLnTx/>
                <a:uFillTx/>
                <a:latin typeface="Arial"/>
                <a:ea typeface="+mn-ea"/>
                <a:cs typeface="+mn-cs"/>
              </a:rPr>
              <a:t>FINANCE</a:t>
            </a:r>
          </a:p>
        </p:txBody>
      </p:sp>
      <p:grpSp>
        <p:nvGrpSpPr>
          <p:cNvPr id="40" name="Group 39">
            <a:extLst>
              <a:ext uri="{FF2B5EF4-FFF2-40B4-BE49-F238E27FC236}">
                <a16:creationId xmlns:a16="http://schemas.microsoft.com/office/drawing/2014/main" id="{D5673EF1-7C84-CC0C-4F69-D960D8C47707}"/>
              </a:ext>
            </a:extLst>
          </p:cNvPr>
          <p:cNvGrpSpPr/>
          <p:nvPr/>
        </p:nvGrpSpPr>
        <p:grpSpPr>
          <a:xfrm>
            <a:off x="3151790" y="2497345"/>
            <a:ext cx="266563" cy="256940"/>
            <a:chOff x="18592800" y="2525713"/>
            <a:chExt cx="131763" cy="134938"/>
          </a:xfrm>
        </p:grpSpPr>
        <p:sp>
          <p:nvSpPr>
            <p:cNvPr id="112" name="Oval 61">
              <a:extLst>
                <a:ext uri="{FF2B5EF4-FFF2-40B4-BE49-F238E27FC236}">
                  <a16:creationId xmlns:a16="http://schemas.microsoft.com/office/drawing/2014/main" id="{89294894-2B20-8D6E-490A-B7280023EAF6}"/>
                </a:ext>
              </a:extLst>
            </p:cNvPr>
            <p:cNvSpPr>
              <a:spLocks noChangeArrowheads="1"/>
            </p:cNvSpPr>
            <p:nvPr/>
          </p:nvSpPr>
          <p:spPr bwMode="auto">
            <a:xfrm>
              <a:off x="18637250" y="2570163"/>
              <a:ext cx="46038" cy="46038"/>
            </a:xfrm>
            <a:prstGeom prst="ellipse">
              <a:avLst/>
            </a:prstGeom>
            <a:noFill/>
            <a:ln w="19050" cap="flat">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13" name="Freeform 62">
              <a:extLst>
                <a:ext uri="{FF2B5EF4-FFF2-40B4-BE49-F238E27FC236}">
                  <a16:creationId xmlns:a16="http://schemas.microsoft.com/office/drawing/2014/main" id="{EC7A96A8-BB77-967C-64D0-7CE96732478A}"/>
                </a:ext>
              </a:extLst>
            </p:cNvPr>
            <p:cNvSpPr>
              <a:spLocks/>
            </p:cNvSpPr>
            <p:nvPr/>
          </p:nvSpPr>
          <p:spPr bwMode="auto">
            <a:xfrm>
              <a:off x="18592800" y="2525713"/>
              <a:ext cx="131763" cy="134938"/>
            </a:xfrm>
            <a:custGeom>
              <a:avLst/>
              <a:gdLst>
                <a:gd name="T0" fmla="*/ 32 w 35"/>
                <a:gd name="T1" fmla="*/ 18 h 36"/>
                <a:gd name="T2" fmla="*/ 31 w 35"/>
                <a:gd name="T3" fmla="*/ 15 h 36"/>
                <a:gd name="T4" fmla="*/ 35 w 35"/>
                <a:gd name="T5" fmla="*/ 13 h 36"/>
                <a:gd name="T6" fmla="*/ 31 w 35"/>
                <a:gd name="T7" fmla="*/ 6 h 36"/>
                <a:gd name="T8" fmla="*/ 27 w 35"/>
                <a:gd name="T9" fmla="*/ 8 h 36"/>
                <a:gd name="T10" fmla="*/ 21 w 35"/>
                <a:gd name="T11" fmla="*/ 5 h 36"/>
                <a:gd name="T12" fmla="*/ 21 w 35"/>
                <a:gd name="T13" fmla="*/ 0 h 36"/>
                <a:gd name="T14" fmla="*/ 13 w 35"/>
                <a:gd name="T15" fmla="*/ 0 h 36"/>
                <a:gd name="T16" fmla="*/ 13 w 35"/>
                <a:gd name="T17" fmla="*/ 5 h 36"/>
                <a:gd name="T18" fmla="*/ 8 w 35"/>
                <a:gd name="T19" fmla="*/ 8 h 36"/>
                <a:gd name="T20" fmla="*/ 4 w 35"/>
                <a:gd name="T21" fmla="*/ 6 h 36"/>
                <a:gd name="T22" fmla="*/ 0 w 35"/>
                <a:gd name="T23" fmla="*/ 13 h 36"/>
                <a:gd name="T24" fmla="*/ 4 w 35"/>
                <a:gd name="T25" fmla="*/ 15 h 36"/>
                <a:gd name="T26" fmla="*/ 4 w 35"/>
                <a:gd name="T27" fmla="*/ 18 h 36"/>
                <a:gd name="T28" fmla="*/ 4 w 35"/>
                <a:gd name="T29" fmla="*/ 21 h 36"/>
                <a:gd name="T30" fmla="*/ 0 w 35"/>
                <a:gd name="T31" fmla="*/ 24 h 36"/>
                <a:gd name="T32" fmla="*/ 4 w 35"/>
                <a:gd name="T33" fmla="*/ 31 h 36"/>
                <a:gd name="T34" fmla="*/ 8 w 35"/>
                <a:gd name="T35" fmla="*/ 28 h 36"/>
                <a:gd name="T36" fmla="*/ 13 w 35"/>
                <a:gd name="T37" fmla="*/ 32 h 36"/>
                <a:gd name="T38" fmla="*/ 13 w 35"/>
                <a:gd name="T39" fmla="*/ 36 h 36"/>
                <a:gd name="T40" fmla="*/ 21 w 35"/>
                <a:gd name="T41" fmla="*/ 36 h 36"/>
                <a:gd name="T42" fmla="*/ 21 w 35"/>
                <a:gd name="T43" fmla="*/ 32 h 36"/>
                <a:gd name="T44" fmla="*/ 27 w 35"/>
                <a:gd name="T45" fmla="*/ 28 h 36"/>
                <a:gd name="T46" fmla="*/ 31 w 35"/>
                <a:gd name="T47" fmla="*/ 31 h 36"/>
                <a:gd name="T48" fmla="*/ 35 w 35"/>
                <a:gd name="T49" fmla="*/ 24 h 36"/>
                <a:gd name="T50" fmla="*/ 31 w 35"/>
                <a:gd name="T51" fmla="*/ 21 h 36"/>
                <a:gd name="T52" fmla="*/ 32 w 35"/>
                <a:gd name="T53"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6">
                  <a:moveTo>
                    <a:pt x="32" y="18"/>
                  </a:moveTo>
                  <a:cubicBezTo>
                    <a:pt x="32" y="17"/>
                    <a:pt x="32" y="16"/>
                    <a:pt x="31" y="15"/>
                  </a:cubicBezTo>
                  <a:cubicBezTo>
                    <a:pt x="35" y="13"/>
                    <a:pt x="35" y="13"/>
                    <a:pt x="35" y="13"/>
                  </a:cubicBezTo>
                  <a:cubicBezTo>
                    <a:pt x="31" y="6"/>
                    <a:pt x="31" y="6"/>
                    <a:pt x="31" y="6"/>
                  </a:cubicBezTo>
                  <a:cubicBezTo>
                    <a:pt x="27" y="8"/>
                    <a:pt x="27" y="8"/>
                    <a:pt x="27" y="8"/>
                  </a:cubicBezTo>
                  <a:cubicBezTo>
                    <a:pt x="25" y="7"/>
                    <a:pt x="23" y="5"/>
                    <a:pt x="21" y="5"/>
                  </a:cubicBezTo>
                  <a:cubicBezTo>
                    <a:pt x="21" y="0"/>
                    <a:pt x="21" y="0"/>
                    <a:pt x="21" y="0"/>
                  </a:cubicBezTo>
                  <a:cubicBezTo>
                    <a:pt x="13" y="0"/>
                    <a:pt x="13" y="0"/>
                    <a:pt x="13" y="0"/>
                  </a:cubicBezTo>
                  <a:cubicBezTo>
                    <a:pt x="13" y="5"/>
                    <a:pt x="13" y="5"/>
                    <a:pt x="13" y="5"/>
                  </a:cubicBezTo>
                  <a:cubicBezTo>
                    <a:pt x="11" y="5"/>
                    <a:pt x="9" y="7"/>
                    <a:pt x="8" y="8"/>
                  </a:cubicBezTo>
                  <a:cubicBezTo>
                    <a:pt x="4" y="6"/>
                    <a:pt x="4" y="6"/>
                    <a:pt x="4" y="6"/>
                  </a:cubicBezTo>
                  <a:cubicBezTo>
                    <a:pt x="0" y="13"/>
                    <a:pt x="0" y="13"/>
                    <a:pt x="0" y="13"/>
                  </a:cubicBezTo>
                  <a:cubicBezTo>
                    <a:pt x="4" y="15"/>
                    <a:pt x="4" y="15"/>
                    <a:pt x="4" y="15"/>
                  </a:cubicBezTo>
                  <a:cubicBezTo>
                    <a:pt x="4" y="16"/>
                    <a:pt x="4" y="17"/>
                    <a:pt x="4" y="18"/>
                  </a:cubicBezTo>
                  <a:cubicBezTo>
                    <a:pt x="4" y="19"/>
                    <a:pt x="4" y="20"/>
                    <a:pt x="4" y="21"/>
                  </a:cubicBezTo>
                  <a:cubicBezTo>
                    <a:pt x="0" y="24"/>
                    <a:pt x="0" y="24"/>
                    <a:pt x="0" y="24"/>
                  </a:cubicBezTo>
                  <a:cubicBezTo>
                    <a:pt x="4" y="31"/>
                    <a:pt x="4" y="31"/>
                    <a:pt x="4" y="31"/>
                  </a:cubicBezTo>
                  <a:cubicBezTo>
                    <a:pt x="8" y="28"/>
                    <a:pt x="8" y="28"/>
                    <a:pt x="8" y="28"/>
                  </a:cubicBezTo>
                  <a:cubicBezTo>
                    <a:pt x="9" y="30"/>
                    <a:pt x="11" y="31"/>
                    <a:pt x="13" y="32"/>
                  </a:cubicBezTo>
                  <a:cubicBezTo>
                    <a:pt x="13" y="36"/>
                    <a:pt x="13" y="36"/>
                    <a:pt x="13" y="36"/>
                  </a:cubicBezTo>
                  <a:cubicBezTo>
                    <a:pt x="21" y="36"/>
                    <a:pt x="21" y="36"/>
                    <a:pt x="21" y="36"/>
                  </a:cubicBezTo>
                  <a:cubicBezTo>
                    <a:pt x="21" y="32"/>
                    <a:pt x="21" y="32"/>
                    <a:pt x="21" y="32"/>
                  </a:cubicBezTo>
                  <a:cubicBezTo>
                    <a:pt x="23" y="31"/>
                    <a:pt x="25" y="30"/>
                    <a:pt x="27" y="28"/>
                  </a:cubicBezTo>
                  <a:cubicBezTo>
                    <a:pt x="31" y="31"/>
                    <a:pt x="31" y="31"/>
                    <a:pt x="31" y="31"/>
                  </a:cubicBezTo>
                  <a:cubicBezTo>
                    <a:pt x="35" y="24"/>
                    <a:pt x="35" y="24"/>
                    <a:pt x="35" y="24"/>
                  </a:cubicBezTo>
                  <a:cubicBezTo>
                    <a:pt x="31" y="21"/>
                    <a:pt x="31" y="21"/>
                    <a:pt x="31" y="21"/>
                  </a:cubicBezTo>
                  <a:cubicBezTo>
                    <a:pt x="31" y="20"/>
                    <a:pt x="32" y="19"/>
                    <a:pt x="32" y="18"/>
                  </a:cubicBezTo>
                  <a:close/>
                </a:path>
              </a:pathLst>
            </a:custGeom>
            <a:noFill/>
            <a:ln w="19050" cap="flat">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41" name="Group 40">
            <a:extLst>
              <a:ext uri="{FF2B5EF4-FFF2-40B4-BE49-F238E27FC236}">
                <a16:creationId xmlns:a16="http://schemas.microsoft.com/office/drawing/2014/main" id="{AD0B0DE1-C05F-A20B-BCF6-A979DC056B78}"/>
              </a:ext>
            </a:extLst>
          </p:cNvPr>
          <p:cNvGrpSpPr/>
          <p:nvPr/>
        </p:nvGrpSpPr>
        <p:grpSpPr>
          <a:xfrm>
            <a:off x="3701569" y="3178110"/>
            <a:ext cx="224767" cy="298739"/>
            <a:chOff x="887413" y="3836988"/>
            <a:chExt cx="255588" cy="352425"/>
          </a:xfrm>
        </p:grpSpPr>
        <p:sp>
          <p:nvSpPr>
            <p:cNvPr id="102" name="Freeform 852">
              <a:extLst>
                <a:ext uri="{FF2B5EF4-FFF2-40B4-BE49-F238E27FC236}">
                  <a16:creationId xmlns:a16="http://schemas.microsoft.com/office/drawing/2014/main" id="{15DFE650-4DF5-71B5-9FC3-BC34B67EADDD}"/>
                </a:ext>
              </a:extLst>
            </p:cNvPr>
            <p:cNvSpPr>
              <a:spLocks/>
            </p:cNvSpPr>
            <p:nvPr/>
          </p:nvSpPr>
          <p:spPr bwMode="auto">
            <a:xfrm>
              <a:off x="893763" y="4144963"/>
              <a:ext cx="249238" cy="44450"/>
            </a:xfrm>
            <a:custGeom>
              <a:avLst/>
              <a:gdLst>
                <a:gd name="T0" fmla="*/ 66 w 66"/>
                <a:gd name="T1" fmla="*/ 9 h 12"/>
                <a:gd name="T2" fmla="*/ 58 w 66"/>
                <a:gd name="T3" fmla="*/ 6 h 12"/>
                <a:gd name="T4" fmla="*/ 48 w 66"/>
                <a:gd name="T5" fmla="*/ 6 h 12"/>
                <a:gd name="T6" fmla="*/ 38 w 66"/>
                <a:gd name="T7" fmla="*/ 6 h 12"/>
                <a:gd name="T8" fmla="*/ 28 w 66"/>
                <a:gd name="T9" fmla="*/ 6 h 12"/>
                <a:gd name="T10" fmla="*/ 18 w 66"/>
                <a:gd name="T11" fmla="*/ 6 h 12"/>
                <a:gd name="T12" fmla="*/ 8 w 66"/>
                <a:gd name="T13" fmla="*/ 6 h 12"/>
                <a:gd name="T14" fmla="*/ 0 w 66"/>
                <a:gd name="T15" fmla="*/ 9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2">
                  <a:moveTo>
                    <a:pt x="66" y="9"/>
                  </a:moveTo>
                  <a:cubicBezTo>
                    <a:pt x="63" y="11"/>
                    <a:pt x="58" y="10"/>
                    <a:pt x="58" y="6"/>
                  </a:cubicBezTo>
                  <a:cubicBezTo>
                    <a:pt x="58" y="0"/>
                    <a:pt x="48" y="0"/>
                    <a:pt x="48" y="6"/>
                  </a:cubicBezTo>
                  <a:cubicBezTo>
                    <a:pt x="48" y="12"/>
                    <a:pt x="38" y="12"/>
                    <a:pt x="38" y="6"/>
                  </a:cubicBezTo>
                  <a:cubicBezTo>
                    <a:pt x="38" y="0"/>
                    <a:pt x="28" y="0"/>
                    <a:pt x="28" y="6"/>
                  </a:cubicBezTo>
                  <a:cubicBezTo>
                    <a:pt x="28" y="12"/>
                    <a:pt x="18" y="12"/>
                    <a:pt x="18" y="6"/>
                  </a:cubicBezTo>
                  <a:cubicBezTo>
                    <a:pt x="18" y="0"/>
                    <a:pt x="8" y="0"/>
                    <a:pt x="8" y="6"/>
                  </a:cubicBezTo>
                  <a:cubicBezTo>
                    <a:pt x="8" y="10"/>
                    <a:pt x="3" y="11"/>
                    <a:pt x="0" y="9"/>
                  </a:cubicBez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3" name="Line 853">
              <a:extLst>
                <a:ext uri="{FF2B5EF4-FFF2-40B4-BE49-F238E27FC236}">
                  <a16:creationId xmlns:a16="http://schemas.microsoft.com/office/drawing/2014/main" id="{280595A3-125B-5E7E-1004-A3CECDFCB48F}"/>
                </a:ext>
              </a:extLst>
            </p:cNvPr>
            <p:cNvSpPr>
              <a:spLocks noChangeShapeType="1"/>
            </p:cNvSpPr>
            <p:nvPr/>
          </p:nvSpPr>
          <p:spPr bwMode="auto">
            <a:xfrm flipV="1">
              <a:off x="1014413" y="3971926"/>
              <a:ext cx="0" cy="176213"/>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4" name="Freeform 854">
              <a:extLst>
                <a:ext uri="{FF2B5EF4-FFF2-40B4-BE49-F238E27FC236}">
                  <a16:creationId xmlns:a16="http://schemas.microsoft.com/office/drawing/2014/main" id="{CA55115A-EA7B-1F8B-9F33-B4B728206A9B}"/>
                </a:ext>
              </a:extLst>
            </p:cNvPr>
            <p:cNvSpPr>
              <a:spLocks/>
            </p:cNvSpPr>
            <p:nvPr/>
          </p:nvSpPr>
          <p:spPr bwMode="auto">
            <a:xfrm>
              <a:off x="887413" y="3971926"/>
              <a:ext cx="255588" cy="30163"/>
            </a:xfrm>
            <a:custGeom>
              <a:avLst/>
              <a:gdLst>
                <a:gd name="T0" fmla="*/ 0 w 161"/>
                <a:gd name="T1" fmla="*/ 19 h 19"/>
                <a:gd name="T2" fmla="*/ 80 w 161"/>
                <a:gd name="T3" fmla="*/ 0 h 19"/>
                <a:gd name="T4" fmla="*/ 161 w 161"/>
                <a:gd name="T5" fmla="*/ 19 h 19"/>
              </a:gdLst>
              <a:ahLst/>
              <a:cxnLst>
                <a:cxn ang="0">
                  <a:pos x="T0" y="T1"/>
                </a:cxn>
                <a:cxn ang="0">
                  <a:pos x="T2" y="T3"/>
                </a:cxn>
                <a:cxn ang="0">
                  <a:pos x="T4" y="T5"/>
                </a:cxn>
              </a:cxnLst>
              <a:rect l="0" t="0" r="r" b="b"/>
              <a:pathLst>
                <a:path w="161" h="19">
                  <a:moveTo>
                    <a:pt x="0" y="19"/>
                  </a:moveTo>
                  <a:lnTo>
                    <a:pt x="80" y="0"/>
                  </a:lnTo>
                  <a:lnTo>
                    <a:pt x="161" y="19"/>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5" name="Line 855">
              <a:extLst>
                <a:ext uri="{FF2B5EF4-FFF2-40B4-BE49-F238E27FC236}">
                  <a16:creationId xmlns:a16="http://schemas.microsoft.com/office/drawing/2014/main" id="{11AECB87-41D7-188A-F6EA-D08FC7F53630}"/>
                </a:ext>
              </a:extLst>
            </p:cNvPr>
            <p:cNvSpPr>
              <a:spLocks noChangeShapeType="1"/>
            </p:cNvSpPr>
            <p:nvPr/>
          </p:nvSpPr>
          <p:spPr bwMode="auto">
            <a:xfrm>
              <a:off x="901700" y="3997326"/>
              <a:ext cx="38100" cy="150813"/>
            </a:xfrm>
            <a:prstGeom prst="line">
              <a:avLst/>
            </a:prstGeom>
            <a:noFill/>
            <a:ln w="19050" cap="flat">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6" name="Line 856">
              <a:extLst>
                <a:ext uri="{FF2B5EF4-FFF2-40B4-BE49-F238E27FC236}">
                  <a16:creationId xmlns:a16="http://schemas.microsoft.com/office/drawing/2014/main" id="{AB73A2C6-9F49-C12B-85D7-E8CC8D34EC33}"/>
                </a:ext>
              </a:extLst>
            </p:cNvPr>
            <p:cNvSpPr>
              <a:spLocks noChangeShapeType="1"/>
            </p:cNvSpPr>
            <p:nvPr/>
          </p:nvSpPr>
          <p:spPr bwMode="auto">
            <a:xfrm flipH="1">
              <a:off x="1090613" y="3997326"/>
              <a:ext cx="36513" cy="150813"/>
            </a:xfrm>
            <a:prstGeom prst="line">
              <a:avLst/>
            </a:prstGeom>
            <a:noFill/>
            <a:ln w="19050" cap="flat">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7" name="Freeform 857">
              <a:extLst>
                <a:ext uri="{FF2B5EF4-FFF2-40B4-BE49-F238E27FC236}">
                  <a16:creationId xmlns:a16="http://schemas.microsoft.com/office/drawing/2014/main" id="{14503537-FC20-B70F-058E-1FBB5DE64481}"/>
                </a:ext>
              </a:extLst>
            </p:cNvPr>
            <p:cNvSpPr>
              <a:spLocks/>
            </p:cNvSpPr>
            <p:nvPr/>
          </p:nvSpPr>
          <p:spPr bwMode="auto">
            <a:xfrm>
              <a:off x="923925" y="3911601"/>
              <a:ext cx="180975" cy="79375"/>
            </a:xfrm>
            <a:custGeom>
              <a:avLst/>
              <a:gdLst>
                <a:gd name="T0" fmla="*/ 0 w 48"/>
                <a:gd name="T1" fmla="*/ 21 h 21"/>
                <a:gd name="T2" fmla="*/ 0 w 48"/>
                <a:gd name="T3" fmla="*/ 8 h 21"/>
                <a:gd name="T4" fmla="*/ 8 w 48"/>
                <a:gd name="T5" fmla="*/ 0 h 21"/>
                <a:gd name="T6" fmla="*/ 40 w 48"/>
                <a:gd name="T7" fmla="*/ 0 h 21"/>
                <a:gd name="T8" fmla="*/ 48 w 48"/>
                <a:gd name="T9" fmla="*/ 8 h 21"/>
                <a:gd name="T10" fmla="*/ 48 w 48"/>
                <a:gd name="T11" fmla="*/ 21 h 21"/>
              </a:gdLst>
              <a:ahLst/>
              <a:cxnLst>
                <a:cxn ang="0">
                  <a:pos x="T0" y="T1"/>
                </a:cxn>
                <a:cxn ang="0">
                  <a:pos x="T2" y="T3"/>
                </a:cxn>
                <a:cxn ang="0">
                  <a:pos x="T4" y="T5"/>
                </a:cxn>
                <a:cxn ang="0">
                  <a:pos x="T6" y="T7"/>
                </a:cxn>
                <a:cxn ang="0">
                  <a:pos x="T8" y="T9"/>
                </a:cxn>
                <a:cxn ang="0">
                  <a:pos x="T10" y="T11"/>
                </a:cxn>
              </a:cxnLst>
              <a:rect l="0" t="0" r="r" b="b"/>
              <a:pathLst>
                <a:path w="48" h="21">
                  <a:moveTo>
                    <a:pt x="0" y="21"/>
                  </a:moveTo>
                  <a:cubicBezTo>
                    <a:pt x="0" y="8"/>
                    <a:pt x="0" y="8"/>
                    <a:pt x="0" y="8"/>
                  </a:cubicBezTo>
                  <a:cubicBezTo>
                    <a:pt x="0" y="4"/>
                    <a:pt x="4" y="0"/>
                    <a:pt x="8" y="0"/>
                  </a:cubicBezTo>
                  <a:cubicBezTo>
                    <a:pt x="40" y="0"/>
                    <a:pt x="40" y="0"/>
                    <a:pt x="40" y="0"/>
                  </a:cubicBezTo>
                  <a:cubicBezTo>
                    <a:pt x="44" y="0"/>
                    <a:pt x="48" y="4"/>
                    <a:pt x="48" y="8"/>
                  </a:cubicBezTo>
                  <a:cubicBezTo>
                    <a:pt x="48" y="21"/>
                    <a:pt x="48" y="21"/>
                    <a:pt x="48" y="21"/>
                  </a:cubicBez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8" name="Line 858">
              <a:extLst>
                <a:ext uri="{FF2B5EF4-FFF2-40B4-BE49-F238E27FC236}">
                  <a16:creationId xmlns:a16="http://schemas.microsoft.com/office/drawing/2014/main" id="{81EE0679-7CEB-3AD7-F5DB-BD718EECCB54}"/>
                </a:ext>
              </a:extLst>
            </p:cNvPr>
            <p:cNvSpPr>
              <a:spLocks noChangeShapeType="1"/>
            </p:cNvSpPr>
            <p:nvPr/>
          </p:nvSpPr>
          <p:spPr bwMode="auto">
            <a:xfrm>
              <a:off x="977900" y="3941763"/>
              <a:ext cx="74613"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9" name="Freeform 859">
              <a:extLst>
                <a:ext uri="{FF2B5EF4-FFF2-40B4-BE49-F238E27FC236}">
                  <a16:creationId xmlns:a16="http://schemas.microsoft.com/office/drawing/2014/main" id="{07A75B37-FAC7-701D-3A7E-C428FC204492}"/>
                </a:ext>
              </a:extLst>
            </p:cNvPr>
            <p:cNvSpPr>
              <a:spLocks/>
            </p:cNvSpPr>
            <p:nvPr/>
          </p:nvSpPr>
          <p:spPr bwMode="auto">
            <a:xfrm>
              <a:off x="984250" y="3836988"/>
              <a:ext cx="60325" cy="74613"/>
            </a:xfrm>
            <a:custGeom>
              <a:avLst/>
              <a:gdLst>
                <a:gd name="T0" fmla="*/ 0 w 38"/>
                <a:gd name="T1" fmla="*/ 47 h 47"/>
                <a:gd name="T2" fmla="*/ 0 w 38"/>
                <a:gd name="T3" fmla="*/ 0 h 47"/>
                <a:gd name="T4" fmla="*/ 38 w 38"/>
                <a:gd name="T5" fmla="*/ 0 h 47"/>
                <a:gd name="T6" fmla="*/ 38 w 38"/>
                <a:gd name="T7" fmla="*/ 47 h 47"/>
              </a:gdLst>
              <a:ahLst/>
              <a:cxnLst>
                <a:cxn ang="0">
                  <a:pos x="T0" y="T1"/>
                </a:cxn>
                <a:cxn ang="0">
                  <a:pos x="T2" y="T3"/>
                </a:cxn>
                <a:cxn ang="0">
                  <a:pos x="T4" y="T5"/>
                </a:cxn>
                <a:cxn ang="0">
                  <a:pos x="T6" y="T7"/>
                </a:cxn>
              </a:cxnLst>
              <a:rect l="0" t="0" r="r" b="b"/>
              <a:pathLst>
                <a:path w="38" h="47">
                  <a:moveTo>
                    <a:pt x="0" y="47"/>
                  </a:moveTo>
                  <a:lnTo>
                    <a:pt x="0" y="0"/>
                  </a:lnTo>
                  <a:lnTo>
                    <a:pt x="38" y="0"/>
                  </a:lnTo>
                  <a:lnTo>
                    <a:pt x="38" y="47"/>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10" name="Line 860">
              <a:extLst>
                <a:ext uri="{FF2B5EF4-FFF2-40B4-BE49-F238E27FC236}">
                  <a16:creationId xmlns:a16="http://schemas.microsoft.com/office/drawing/2014/main" id="{76889CE8-205C-0E60-AA81-D9FF9D1C47CE}"/>
                </a:ext>
              </a:extLst>
            </p:cNvPr>
            <p:cNvSpPr>
              <a:spLocks noChangeShapeType="1"/>
            </p:cNvSpPr>
            <p:nvPr/>
          </p:nvSpPr>
          <p:spPr bwMode="auto">
            <a:xfrm>
              <a:off x="984250" y="3881438"/>
              <a:ext cx="60325"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11" name="Freeform 861">
              <a:extLst>
                <a:ext uri="{FF2B5EF4-FFF2-40B4-BE49-F238E27FC236}">
                  <a16:creationId xmlns:a16="http://schemas.microsoft.com/office/drawing/2014/main" id="{0A54608E-0B7B-47C8-D685-DB899EB6A4F0}"/>
                </a:ext>
              </a:extLst>
            </p:cNvPr>
            <p:cNvSpPr>
              <a:spLocks/>
            </p:cNvSpPr>
            <p:nvPr/>
          </p:nvSpPr>
          <p:spPr bwMode="auto">
            <a:xfrm>
              <a:off x="912813" y="4016376"/>
              <a:ext cx="203200" cy="30163"/>
            </a:xfrm>
            <a:custGeom>
              <a:avLst/>
              <a:gdLst>
                <a:gd name="T0" fmla="*/ 0 w 128"/>
                <a:gd name="T1" fmla="*/ 19 h 19"/>
                <a:gd name="T2" fmla="*/ 64 w 128"/>
                <a:gd name="T3" fmla="*/ 0 h 19"/>
                <a:gd name="T4" fmla="*/ 128 w 128"/>
                <a:gd name="T5" fmla="*/ 19 h 19"/>
              </a:gdLst>
              <a:ahLst/>
              <a:cxnLst>
                <a:cxn ang="0">
                  <a:pos x="T0" y="T1"/>
                </a:cxn>
                <a:cxn ang="0">
                  <a:pos x="T2" y="T3"/>
                </a:cxn>
                <a:cxn ang="0">
                  <a:pos x="T4" y="T5"/>
                </a:cxn>
              </a:cxnLst>
              <a:rect l="0" t="0" r="r" b="b"/>
              <a:pathLst>
                <a:path w="128" h="19">
                  <a:moveTo>
                    <a:pt x="0" y="19"/>
                  </a:moveTo>
                  <a:lnTo>
                    <a:pt x="64" y="0"/>
                  </a:lnTo>
                  <a:lnTo>
                    <a:pt x="128" y="19"/>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42" name="Group 41">
            <a:extLst>
              <a:ext uri="{FF2B5EF4-FFF2-40B4-BE49-F238E27FC236}">
                <a16:creationId xmlns:a16="http://schemas.microsoft.com/office/drawing/2014/main" id="{AD1D5469-EE64-4714-9279-C0ED1F786604}"/>
              </a:ext>
            </a:extLst>
          </p:cNvPr>
          <p:cNvGrpSpPr/>
          <p:nvPr/>
        </p:nvGrpSpPr>
        <p:grpSpPr>
          <a:xfrm>
            <a:off x="1440417" y="2496285"/>
            <a:ext cx="266308" cy="259060"/>
            <a:chOff x="2292351" y="2395539"/>
            <a:chExt cx="344488" cy="347663"/>
          </a:xfrm>
        </p:grpSpPr>
        <p:sp>
          <p:nvSpPr>
            <p:cNvPr id="97" name="Freeform 25">
              <a:extLst>
                <a:ext uri="{FF2B5EF4-FFF2-40B4-BE49-F238E27FC236}">
                  <a16:creationId xmlns:a16="http://schemas.microsoft.com/office/drawing/2014/main" id="{2C9006B0-4AC0-4608-BE33-4A65F3948627}"/>
                </a:ext>
              </a:extLst>
            </p:cNvPr>
            <p:cNvSpPr>
              <a:spLocks/>
            </p:cNvSpPr>
            <p:nvPr/>
          </p:nvSpPr>
          <p:spPr bwMode="auto">
            <a:xfrm>
              <a:off x="2292351" y="2471739"/>
              <a:ext cx="179388" cy="271463"/>
            </a:xfrm>
            <a:custGeom>
              <a:avLst/>
              <a:gdLst>
                <a:gd name="T0" fmla="*/ 113 w 113"/>
                <a:gd name="T1" fmla="*/ 47 h 171"/>
                <a:gd name="T2" fmla="*/ 0 w 113"/>
                <a:gd name="T3" fmla="*/ 0 h 171"/>
                <a:gd name="T4" fmla="*/ 0 w 113"/>
                <a:gd name="T5" fmla="*/ 123 h 171"/>
                <a:gd name="T6" fmla="*/ 113 w 113"/>
                <a:gd name="T7" fmla="*/ 171 h 171"/>
                <a:gd name="T8" fmla="*/ 113 w 113"/>
                <a:gd name="T9" fmla="*/ 47 h 171"/>
              </a:gdLst>
              <a:ahLst/>
              <a:cxnLst>
                <a:cxn ang="0">
                  <a:pos x="T0" y="T1"/>
                </a:cxn>
                <a:cxn ang="0">
                  <a:pos x="T2" y="T3"/>
                </a:cxn>
                <a:cxn ang="0">
                  <a:pos x="T4" y="T5"/>
                </a:cxn>
                <a:cxn ang="0">
                  <a:pos x="T6" y="T7"/>
                </a:cxn>
                <a:cxn ang="0">
                  <a:pos x="T8" y="T9"/>
                </a:cxn>
              </a:cxnLst>
              <a:rect l="0" t="0" r="r" b="b"/>
              <a:pathLst>
                <a:path w="113" h="171">
                  <a:moveTo>
                    <a:pt x="113" y="47"/>
                  </a:moveTo>
                  <a:lnTo>
                    <a:pt x="0" y="0"/>
                  </a:lnTo>
                  <a:lnTo>
                    <a:pt x="0" y="123"/>
                  </a:lnTo>
                  <a:lnTo>
                    <a:pt x="113" y="171"/>
                  </a:lnTo>
                  <a:lnTo>
                    <a:pt x="113" y="47"/>
                  </a:lnTo>
                  <a:close/>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98" name="Freeform 26">
              <a:extLst>
                <a:ext uri="{FF2B5EF4-FFF2-40B4-BE49-F238E27FC236}">
                  <a16:creationId xmlns:a16="http://schemas.microsoft.com/office/drawing/2014/main" id="{86407166-6078-2F78-F5A0-6047C2DFBB63}"/>
                </a:ext>
              </a:extLst>
            </p:cNvPr>
            <p:cNvSpPr>
              <a:spLocks/>
            </p:cNvSpPr>
            <p:nvPr/>
          </p:nvSpPr>
          <p:spPr bwMode="auto">
            <a:xfrm>
              <a:off x="2471738" y="2471739"/>
              <a:ext cx="165100" cy="271463"/>
            </a:xfrm>
            <a:custGeom>
              <a:avLst/>
              <a:gdLst>
                <a:gd name="T0" fmla="*/ 0 w 104"/>
                <a:gd name="T1" fmla="*/ 47 h 171"/>
                <a:gd name="T2" fmla="*/ 104 w 104"/>
                <a:gd name="T3" fmla="*/ 0 h 171"/>
                <a:gd name="T4" fmla="*/ 104 w 104"/>
                <a:gd name="T5" fmla="*/ 123 h 171"/>
                <a:gd name="T6" fmla="*/ 0 w 104"/>
                <a:gd name="T7" fmla="*/ 171 h 171"/>
                <a:gd name="T8" fmla="*/ 0 w 104"/>
                <a:gd name="T9" fmla="*/ 47 h 171"/>
              </a:gdLst>
              <a:ahLst/>
              <a:cxnLst>
                <a:cxn ang="0">
                  <a:pos x="T0" y="T1"/>
                </a:cxn>
                <a:cxn ang="0">
                  <a:pos x="T2" y="T3"/>
                </a:cxn>
                <a:cxn ang="0">
                  <a:pos x="T4" y="T5"/>
                </a:cxn>
                <a:cxn ang="0">
                  <a:pos x="T6" y="T7"/>
                </a:cxn>
                <a:cxn ang="0">
                  <a:pos x="T8" y="T9"/>
                </a:cxn>
              </a:cxnLst>
              <a:rect l="0" t="0" r="r" b="b"/>
              <a:pathLst>
                <a:path w="104" h="171">
                  <a:moveTo>
                    <a:pt x="0" y="47"/>
                  </a:moveTo>
                  <a:lnTo>
                    <a:pt x="104" y="0"/>
                  </a:lnTo>
                  <a:lnTo>
                    <a:pt x="104" y="123"/>
                  </a:lnTo>
                  <a:lnTo>
                    <a:pt x="0" y="171"/>
                  </a:lnTo>
                  <a:lnTo>
                    <a:pt x="0" y="47"/>
                  </a:lnTo>
                  <a:close/>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99" name="Freeform 27">
              <a:extLst>
                <a:ext uri="{FF2B5EF4-FFF2-40B4-BE49-F238E27FC236}">
                  <a16:creationId xmlns:a16="http://schemas.microsoft.com/office/drawing/2014/main" id="{35D0EA8D-D55D-D091-6F35-3C9F2A9608FA}"/>
                </a:ext>
              </a:extLst>
            </p:cNvPr>
            <p:cNvSpPr>
              <a:spLocks/>
            </p:cNvSpPr>
            <p:nvPr/>
          </p:nvSpPr>
          <p:spPr bwMode="auto">
            <a:xfrm>
              <a:off x="2292351" y="2395539"/>
              <a:ext cx="344488" cy="76200"/>
            </a:xfrm>
            <a:custGeom>
              <a:avLst/>
              <a:gdLst>
                <a:gd name="T0" fmla="*/ 0 w 217"/>
                <a:gd name="T1" fmla="*/ 48 h 48"/>
                <a:gd name="T2" fmla="*/ 109 w 217"/>
                <a:gd name="T3" fmla="*/ 0 h 48"/>
                <a:gd name="T4" fmla="*/ 217 w 217"/>
                <a:gd name="T5" fmla="*/ 48 h 48"/>
              </a:gdLst>
              <a:ahLst/>
              <a:cxnLst>
                <a:cxn ang="0">
                  <a:pos x="T0" y="T1"/>
                </a:cxn>
                <a:cxn ang="0">
                  <a:pos x="T2" y="T3"/>
                </a:cxn>
                <a:cxn ang="0">
                  <a:pos x="T4" y="T5"/>
                </a:cxn>
              </a:cxnLst>
              <a:rect l="0" t="0" r="r" b="b"/>
              <a:pathLst>
                <a:path w="217" h="48">
                  <a:moveTo>
                    <a:pt x="0" y="48"/>
                  </a:moveTo>
                  <a:lnTo>
                    <a:pt x="109" y="0"/>
                  </a:lnTo>
                  <a:lnTo>
                    <a:pt x="217" y="48"/>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0" name="Line 28">
              <a:extLst>
                <a:ext uri="{FF2B5EF4-FFF2-40B4-BE49-F238E27FC236}">
                  <a16:creationId xmlns:a16="http://schemas.microsoft.com/office/drawing/2014/main" id="{11B68B4B-96EF-8D72-5490-26DE8F571DAB}"/>
                </a:ext>
              </a:extLst>
            </p:cNvPr>
            <p:cNvSpPr>
              <a:spLocks noChangeShapeType="1"/>
            </p:cNvSpPr>
            <p:nvPr/>
          </p:nvSpPr>
          <p:spPr bwMode="auto">
            <a:xfrm>
              <a:off x="2393951" y="2425701"/>
              <a:ext cx="165100" cy="79375"/>
            </a:xfrm>
            <a:prstGeom prst="line">
              <a:avLst/>
            </a:prstGeom>
            <a:noFill/>
            <a:ln w="19050" cap="flat">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101" name="Freeform 29">
              <a:extLst>
                <a:ext uri="{FF2B5EF4-FFF2-40B4-BE49-F238E27FC236}">
                  <a16:creationId xmlns:a16="http://schemas.microsoft.com/office/drawing/2014/main" id="{05A16E1C-1DBD-CF06-C5F7-52D475B24854}"/>
                </a:ext>
              </a:extLst>
            </p:cNvPr>
            <p:cNvSpPr>
              <a:spLocks/>
            </p:cNvSpPr>
            <p:nvPr/>
          </p:nvSpPr>
          <p:spPr bwMode="auto">
            <a:xfrm>
              <a:off x="2336801" y="2540001"/>
              <a:ext cx="90488" cy="120650"/>
            </a:xfrm>
            <a:custGeom>
              <a:avLst/>
              <a:gdLst>
                <a:gd name="T0" fmla="*/ 57 w 57"/>
                <a:gd name="T1" fmla="*/ 28 h 76"/>
                <a:gd name="T2" fmla="*/ 0 w 57"/>
                <a:gd name="T3" fmla="*/ 0 h 76"/>
                <a:gd name="T4" fmla="*/ 0 w 57"/>
                <a:gd name="T5" fmla="*/ 47 h 76"/>
                <a:gd name="T6" fmla="*/ 57 w 57"/>
                <a:gd name="T7" fmla="*/ 76 h 76"/>
                <a:gd name="T8" fmla="*/ 57 w 57"/>
                <a:gd name="T9" fmla="*/ 28 h 76"/>
              </a:gdLst>
              <a:ahLst/>
              <a:cxnLst>
                <a:cxn ang="0">
                  <a:pos x="T0" y="T1"/>
                </a:cxn>
                <a:cxn ang="0">
                  <a:pos x="T2" y="T3"/>
                </a:cxn>
                <a:cxn ang="0">
                  <a:pos x="T4" y="T5"/>
                </a:cxn>
                <a:cxn ang="0">
                  <a:pos x="T6" y="T7"/>
                </a:cxn>
                <a:cxn ang="0">
                  <a:pos x="T8" y="T9"/>
                </a:cxn>
              </a:cxnLst>
              <a:rect l="0" t="0" r="r" b="b"/>
              <a:pathLst>
                <a:path w="57" h="76">
                  <a:moveTo>
                    <a:pt x="57" y="28"/>
                  </a:moveTo>
                  <a:lnTo>
                    <a:pt x="0" y="0"/>
                  </a:lnTo>
                  <a:lnTo>
                    <a:pt x="0" y="47"/>
                  </a:lnTo>
                  <a:lnTo>
                    <a:pt x="57" y="76"/>
                  </a:lnTo>
                  <a:lnTo>
                    <a:pt x="57" y="28"/>
                  </a:lnTo>
                  <a:close/>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44" name="Group 43">
            <a:extLst>
              <a:ext uri="{FF2B5EF4-FFF2-40B4-BE49-F238E27FC236}">
                <a16:creationId xmlns:a16="http://schemas.microsoft.com/office/drawing/2014/main" id="{BA60D849-A727-5695-79FD-08677AF3F97F}"/>
              </a:ext>
            </a:extLst>
          </p:cNvPr>
          <p:cNvGrpSpPr/>
          <p:nvPr/>
        </p:nvGrpSpPr>
        <p:grpSpPr>
          <a:xfrm>
            <a:off x="2280153" y="2245679"/>
            <a:ext cx="298336" cy="224247"/>
            <a:chOff x="3013076" y="1703388"/>
            <a:chExt cx="346075" cy="269875"/>
          </a:xfrm>
        </p:grpSpPr>
        <p:sp>
          <p:nvSpPr>
            <p:cNvPr id="84" name="Freeform 23">
              <a:extLst>
                <a:ext uri="{FF2B5EF4-FFF2-40B4-BE49-F238E27FC236}">
                  <a16:creationId xmlns:a16="http://schemas.microsoft.com/office/drawing/2014/main" id="{B643D843-354F-5E75-3B82-087766A15C0C}"/>
                </a:ext>
              </a:extLst>
            </p:cNvPr>
            <p:cNvSpPr>
              <a:spLocks/>
            </p:cNvSpPr>
            <p:nvPr/>
          </p:nvSpPr>
          <p:spPr bwMode="auto">
            <a:xfrm>
              <a:off x="3013076" y="1703388"/>
              <a:ext cx="346075" cy="269875"/>
            </a:xfrm>
            <a:custGeom>
              <a:avLst/>
              <a:gdLst>
                <a:gd name="T0" fmla="*/ 92 w 92"/>
                <a:gd name="T1" fmla="*/ 64 h 72"/>
                <a:gd name="T2" fmla="*/ 84 w 92"/>
                <a:gd name="T3" fmla="*/ 72 h 72"/>
                <a:gd name="T4" fmla="*/ 8 w 92"/>
                <a:gd name="T5" fmla="*/ 72 h 72"/>
                <a:gd name="T6" fmla="*/ 0 w 92"/>
                <a:gd name="T7" fmla="*/ 64 h 72"/>
                <a:gd name="T8" fmla="*/ 0 w 92"/>
                <a:gd name="T9" fmla="*/ 8 h 72"/>
                <a:gd name="T10" fmla="*/ 8 w 92"/>
                <a:gd name="T11" fmla="*/ 0 h 72"/>
                <a:gd name="T12" fmla="*/ 84 w 92"/>
                <a:gd name="T13" fmla="*/ 0 h 72"/>
                <a:gd name="T14" fmla="*/ 92 w 92"/>
                <a:gd name="T15" fmla="*/ 8 h 72"/>
                <a:gd name="T16" fmla="*/ 92 w 92"/>
                <a:gd name="T17" fmla="*/ 6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72">
                  <a:moveTo>
                    <a:pt x="92" y="64"/>
                  </a:moveTo>
                  <a:cubicBezTo>
                    <a:pt x="92" y="68"/>
                    <a:pt x="88" y="72"/>
                    <a:pt x="84" y="72"/>
                  </a:cubicBezTo>
                  <a:cubicBezTo>
                    <a:pt x="8" y="72"/>
                    <a:pt x="8" y="72"/>
                    <a:pt x="8" y="72"/>
                  </a:cubicBezTo>
                  <a:cubicBezTo>
                    <a:pt x="4" y="72"/>
                    <a:pt x="0" y="68"/>
                    <a:pt x="0" y="64"/>
                  </a:cubicBezTo>
                  <a:cubicBezTo>
                    <a:pt x="0" y="8"/>
                    <a:pt x="0" y="8"/>
                    <a:pt x="0" y="8"/>
                  </a:cubicBezTo>
                  <a:cubicBezTo>
                    <a:pt x="0" y="4"/>
                    <a:pt x="4" y="0"/>
                    <a:pt x="8" y="0"/>
                  </a:cubicBezTo>
                  <a:cubicBezTo>
                    <a:pt x="84" y="0"/>
                    <a:pt x="84" y="0"/>
                    <a:pt x="84" y="0"/>
                  </a:cubicBezTo>
                  <a:cubicBezTo>
                    <a:pt x="88" y="0"/>
                    <a:pt x="92" y="4"/>
                    <a:pt x="92" y="8"/>
                  </a:cubicBezTo>
                  <a:lnTo>
                    <a:pt x="92" y="64"/>
                  </a:lnTo>
                  <a:close/>
                </a:path>
              </a:pathLst>
            </a:custGeom>
            <a:solidFill>
              <a:srgbClr val="FFFFFF"/>
            </a:solidFill>
            <a:ln w="19050" cap="rnd">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5" name="Line 24">
              <a:extLst>
                <a:ext uri="{FF2B5EF4-FFF2-40B4-BE49-F238E27FC236}">
                  <a16:creationId xmlns:a16="http://schemas.microsoft.com/office/drawing/2014/main" id="{92F561AA-2A9D-C2B8-A056-BF90A450D6D9}"/>
                </a:ext>
              </a:extLst>
            </p:cNvPr>
            <p:cNvSpPr>
              <a:spLocks noChangeShapeType="1"/>
            </p:cNvSpPr>
            <p:nvPr/>
          </p:nvSpPr>
          <p:spPr bwMode="auto">
            <a:xfrm>
              <a:off x="3013076" y="1778001"/>
              <a:ext cx="346075"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6" name="Oval 25">
              <a:extLst>
                <a:ext uri="{FF2B5EF4-FFF2-40B4-BE49-F238E27FC236}">
                  <a16:creationId xmlns:a16="http://schemas.microsoft.com/office/drawing/2014/main" id="{1E5C9A54-A4D8-5D82-AB86-1C65F0C48349}"/>
                </a:ext>
              </a:extLst>
            </p:cNvPr>
            <p:cNvSpPr>
              <a:spLocks noChangeArrowheads="1"/>
            </p:cNvSpPr>
            <p:nvPr/>
          </p:nvSpPr>
          <p:spPr bwMode="auto">
            <a:xfrm>
              <a:off x="3057526" y="1733551"/>
              <a:ext cx="15875" cy="14288"/>
            </a:xfrm>
            <a:prstGeom prst="ellipse">
              <a:avLst/>
            </a:pr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7" name="Oval 26">
              <a:extLst>
                <a:ext uri="{FF2B5EF4-FFF2-40B4-BE49-F238E27FC236}">
                  <a16:creationId xmlns:a16="http://schemas.microsoft.com/office/drawing/2014/main" id="{B616EF28-2D63-BA3F-9D71-D4F68AD250DE}"/>
                </a:ext>
              </a:extLst>
            </p:cNvPr>
            <p:cNvSpPr>
              <a:spLocks noChangeArrowheads="1"/>
            </p:cNvSpPr>
            <p:nvPr/>
          </p:nvSpPr>
          <p:spPr bwMode="auto">
            <a:xfrm>
              <a:off x="3103563" y="1733551"/>
              <a:ext cx="14288" cy="14288"/>
            </a:xfrm>
            <a:prstGeom prst="ellipse">
              <a:avLst/>
            </a:pr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8" name="Oval 27">
              <a:extLst>
                <a:ext uri="{FF2B5EF4-FFF2-40B4-BE49-F238E27FC236}">
                  <a16:creationId xmlns:a16="http://schemas.microsoft.com/office/drawing/2014/main" id="{F98D896F-0727-D623-9B17-E39E804DA31A}"/>
                </a:ext>
              </a:extLst>
            </p:cNvPr>
            <p:cNvSpPr>
              <a:spLocks noChangeArrowheads="1"/>
            </p:cNvSpPr>
            <p:nvPr/>
          </p:nvSpPr>
          <p:spPr bwMode="auto">
            <a:xfrm>
              <a:off x="3148013" y="1733551"/>
              <a:ext cx="15875" cy="14288"/>
            </a:xfrm>
            <a:prstGeom prst="ellipse">
              <a:avLst/>
            </a:pr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9" name="Line 28">
              <a:extLst>
                <a:ext uri="{FF2B5EF4-FFF2-40B4-BE49-F238E27FC236}">
                  <a16:creationId xmlns:a16="http://schemas.microsoft.com/office/drawing/2014/main" id="{95CE460B-BD06-3050-411D-1AF6BD7F40AB}"/>
                </a:ext>
              </a:extLst>
            </p:cNvPr>
            <p:cNvSpPr>
              <a:spLocks noChangeShapeType="1"/>
            </p:cNvSpPr>
            <p:nvPr/>
          </p:nvSpPr>
          <p:spPr bwMode="auto">
            <a:xfrm flipH="1">
              <a:off x="3133726" y="1822451"/>
              <a:ext cx="149225"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90" name="Line 29">
              <a:extLst>
                <a:ext uri="{FF2B5EF4-FFF2-40B4-BE49-F238E27FC236}">
                  <a16:creationId xmlns:a16="http://schemas.microsoft.com/office/drawing/2014/main" id="{90C5E27F-954A-1FBF-F8C1-F620DC222A4E}"/>
                </a:ext>
              </a:extLst>
            </p:cNvPr>
            <p:cNvSpPr>
              <a:spLocks noChangeShapeType="1"/>
            </p:cNvSpPr>
            <p:nvPr/>
          </p:nvSpPr>
          <p:spPr bwMode="auto">
            <a:xfrm>
              <a:off x="3073401" y="1822451"/>
              <a:ext cx="14288"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91" name="Line 30">
              <a:extLst>
                <a:ext uri="{FF2B5EF4-FFF2-40B4-BE49-F238E27FC236}">
                  <a16:creationId xmlns:a16="http://schemas.microsoft.com/office/drawing/2014/main" id="{E6810B50-F673-AF7C-075A-8D5DC11A75BE}"/>
                </a:ext>
              </a:extLst>
            </p:cNvPr>
            <p:cNvSpPr>
              <a:spLocks noChangeShapeType="1"/>
            </p:cNvSpPr>
            <p:nvPr/>
          </p:nvSpPr>
          <p:spPr bwMode="auto">
            <a:xfrm flipH="1">
              <a:off x="3133726" y="1868488"/>
              <a:ext cx="149225"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92" name="Line 31">
              <a:extLst>
                <a:ext uri="{FF2B5EF4-FFF2-40B4-BE49-F238E27FC236}">
                  <a16:creationId xmlns:a16="http://schemas.microsoft.com/office/drawing/2014/main" id="{18D39404-492A-9825-A730-2D574E950F2F}"/>
                </a:ext>
              </a:extLst>
            </p:cNvPr>
            <p:cNvSpPr>
              <a:spLocks noChangeShapeType="1"/>
            </p:cNvSpPr>
            <p:nvPr/>
          </p:nvSpPr>
          <p:spPr bwMode="auto">
            <a:xfrm>
              <a:off x="3073401" y="1868488"/>
              <a:ext cx="14288"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93" name="Line 32">
              <a:extLst>
                <a:ext uri="{FF2B5EF4-FFF2-40B4-BE49-F238E27FC236}">
                  <a16:creationId xmlns:a16="http://schemas.microsoft.com/office/drawing/2014/main" id="{A727777A-A514-6B6C-9892-E175C565857D}"/>
                </a:ext>
              </a:extLst>
            </p:cNvPr>
            <p:cNvSpPr>
              <a:spLocks noChangeShapeType="1"/>
            </p:cNvSpPr>
            <p:nvPr/>
          </p:nvSpPr>
          <p:spPr bwMode="auto">
            <a:xfrm flipH="1">
              <a:off x="3133726" y="1912938"/>
              <a:ext cx="149225"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94" name="Line 33">
              <a:extLst>
                <a:ext uri="{FF2B5EF4-FFF2-40B4-BE49-F238E27FC236}">
                  <a16:creationId xmlns:a16="http://schemas.microsoft.com/office/drawing/2014/main" id="{43A52DEB-DBCC-1FC0-89C1-06A438FA5963}"/>
                </a:ext>
              </a:extLst>
            </p:cNvPr>
            <p:cNvSpPr>
              <a:spLocks noChangeShapeType="1"/>
            </p:cNvSpPr>
            <p:nvPr/>
          </p:nvSpPr>
          <p:spPr bwMode="auto">
            <a:xfrm>
              <a:off x="3073401" y="1912938"/>
              <a:ext cx="14288"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45" name="Group 44">
            <a:extLst>
              <a:ext uri="{FF2B5EF4-FFF2-40B4-BE49-F238E27FC236}">
                <a16:creationId xmlns:a16="http://schemas.microsoft.com/office/drawing/2014/main" id="{B0D3CA09-FF0B-004D-C10F-0D28CF61F1BB}"/>
              </a:ext>
            </a:extLst>
          </p:cNvPr>
          <p:cNvGrpSpPr/>
          <p:nvPr/>
        </p:nvGrpSpPr>
        <p:grpSpPr>
          <a:xfrm>
            <a:off x="1473751" y="4766169"/>
            <a:ext cx="199640" cy="260560"/>
            <a:chOff x="1611313" y="1676400"/>
            <a:chExt cx="255588" cy="346075"/>
          </a:xfrm>
        </p:grpSpPr>
        <p:sp>
          <p:nvSpPr>
            <p:cNvPr id="77" name="Freeform 10">
              <a:extLst>
                <a:ext uri="{FF2B5EF4-FFF2-40B4-BE49-F238E27FC236}">
                  <a16:creationId xmlns:a16="http://schemas.microsoft.com/office/drawing/2014/main" id="{E38E859F-4AEF-4EC4-F914-A5E06EC1795C}"/>
                </a:ext>
              </a:extLst>
            </p:cNvPr>
            <p:cNvSpPr>
              <a:spLocks/>
            </p:cNvSpPr>
            <p:nvPr/>
          </p:nvSpPr>
          <p:spPr bwMode="auto">
            <a:xfrm>
              <a:off x="1611313" y="1676400"/>
              <a:ext cx="255588" cy="346075"/>
            </a:xfrm>
            <a:custGeom>
              <a:avLst/>
              <a:gdLst>
                <a:gd name="T0" fmla="*/ 161 w 161"/>
                <a:gd name="T1" fmla="*/ 218 h 218"/>
                <a:gd name="T2" fmla="*/ 0 w 161"/>
                <a:gd name="T3" fmla="*/ 218 h 218"/>
                <a:gd name="T4" fmla="*/ 0 w 161"/>
                <a:gd name="T5" fmla="*/ 0 h 218"/>
                <a:gd name="T6" fmla="*/ 105 w 161"/>
                <a:gd name="T7" fmla="*/ 0 h 218"/>
                <a:gd name="T8" fmla="*/ 161 w 161"/>
                <a:gd name="T9" fmla="*/ 57 h 218"/>
                <a:gd name="T10" fmla="*/ 161 w 161"/>
                <a:gd name="T11" fmla="*/ 218 h 218"/>
              </a:gdLst>
              <a:ahLst/>
              <a:cxnLst>
                <a:cxn ang="0">
                  <a:pos x="T0" y="T1"/>
                </a:cxn>
                <a:cxn ang="0">
                  <a:pos x="T2" y="T3"/>
                </a:cxn>
                <a:cxn ang="0">
                  <a:pos x="T4" y="T5"/>
                </a:cxn>
                <a:cxn ang="0">
                  <a:pos x="T6" y="T7"/>
                </a:cxn>
                <a:cxn ang="0">
                  <a:pos x="T8" y="T9"/>
                </a:cxn>
                <a:cxn ang="0">
                  <a:pos x="T10" y="T11"/>
                </a:cxn>
              </a:cxnLst>
              <a:rect l="0" t="0" r="r" b="b"/>
              <a:pathLst>
                <a:path w="161" h="218">
                  <a:moveTo>
                    <a:pt x="161" y="218"/>
                  </a:moveTo>
                  <a:lnTo>
                    <a:pt x="0" y="218"/>
                  </a:lnTo>
                  <a:lnTo>
                    <a:pt x="0" y="0"/>
                  </a:lnTo>
                  <a:lnTo>
                    <a:pt x="105" y="0"/>
                  </a:lnTo>
                  <a:lnTo>
                    <a:pt x="161" y="57"/>
                  </a:lnTo>
                  <a:lnTo>
                    <a:pt x="161" y="218"/>
                  </a:lnTo>
                  <a:close/>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8" name="Freeform 11">
              <a:extLst>
                <a:ext uri="{FF2B5EF4-FFF2-40B4-BE49-F238E27FC236}">
                  <a16:creationId xmlns:a16="http://schemas.microsoft.com/office/drawing/2014/main" id="{CBC35547-D87F-AFB2-6D73-4F2DB62DFC24}"/>
                </a:ext>
              </a:extLst>
            </p:cNvPr>
            <p:cNvSpPr>
              <a:spLocks/>
            </p:cNvSpPr>
            <p:nvPr/>
          </p:nvSpPr>
          <p:spPr bwMode="auto">
            <a:xfrm>
              <a:off x="1778001" y="1676400"/>
              <a:ext cx="88900" cy="90488"/>
            </a:xfrm>
            <a:custGeom>
              <a:avLst/>
              <a:gdLst>
                <a:gd name="T0" fmla="*/ 0 w 56"/>
                <a:gd name="T1" fmla="*/ 0 h 57"/>
                <a:gd name="T2" fmla="*/ 0 w 56"/>
                <a:gd name="T3" fmla="*/ 57 h 57"/>
                <a:gd name="T4" fmla="*/ 56 w 56"/>
                <a:gd name="T5" fmla="*/ 57 h 57"/>
              </a:gdLst>
              <a:ahLst/>
              <a:cxnLst>
                <a:cxn ang="0">
                  <a:pos x="T0" y="T1"/>
                </a:cxn>
                <a:cxn ang="0">
                  <a:pos x="T2" y="T3"/>
                </a:cxn>
                <a:cxn ang="0">
                  <a:pos x="T4" y="T5"/>
                </a:cxn>
              </a:cxnLst>
              <a:rect l="0" t="0" r="r" b="b"/>
              <a:pathLst>
                <a:path w="56" h="57">
                  <a:moveTo>
                    <a:pt x="0" y="0"/>
                  </a:moveTo>
                  <a:lnTo>
                    <a:pt x="0" y="57"/>
                  </a:lnTo>
                  <a:lnTo>
                    <a:pt x="56" y="57"/>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9" name="Line 12">
              <a:extLst>
                <a:ext uri="{FF2B5EF4-FFF2-40B4-BE49-F238E27FC236}">
                  <a16:creationId xmlns:a16="http://schemas.microsoft.com/office/drawing/2014/main" id="{DE9CE217-C053-EF68-2514-3FFD81C7318B}"/>
                </a:ext>
              </a:extLst>
            </p:cNvPr>
            <p:cNvSpPr>
              <a:spLocks noChangeShapeType="1"/>
            </p:cNvSpPr>
            <p:nvPr/>
          </p:nvSpPr>
          <p:spPr bwMode="auto">
            <a:xfrm>
              <a:off x="1671638" y="1781175"/>
              <a:ext cx="68263"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0" name="Line 13">
              <a:extLst>
                <a:ext uri="{FF2B5EF4-FFF2-40B4-BE49-F238E27FC236}">
                  <a16:creationId xmlns:a16="http://schemas.microsoft.com/office/drawing/2014/main" id="{AFC0B42E-B96D-A217-07BE-D0AA754D44B3}"/>
                </a:ext>
              </a:extLst>
            </p:cNvPr>
            <p:cNvSpPr>
              <a:spLocks noChangeShapeType="1"/>
            </p:cNvSpPr>
            <p:nvPr/>
          </p:nvSpPr>
          <p:spPr bwMode="auto">
            <a:xfrm>
              <a:off x="1671638" y="1827213"/>
              <a:ext cx="134938"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1" name="Line 14">
              <a:extLst>
                <a:ext uri="{FF2B5EF4-FFF2-40B4-BE49-F238E27FC236}">
                  <a16:creationId xmlns:a16="http://schemas.microsoft.com/office/drawing/2014/main" id="{A1139780-1DEC-9310-CD3C-6A3FB924CF32}"/>
                </a:ext>
              </a:extLst>
            </p:cNvPr>
            <p:cNvSpPr>
              <a:spLocks noChangeShapeType="1"/>
            </p:cNvSpPr>
            <p:nvPr/>
          </p:nvSpPr>
          <p:spPr bwMode="auto">
            <a:xfrm>
              <a:off x="1671638" y="1871663"/>
              <a:ext cx="134938"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2" name="Line 15">
              <a:extLst>
                <a:ext uri="{FF2B5EF4-FFF2-40B4-BE49-F238E27FC236}">
                  <a16:creationId xmlns:a16="http://schemas.microsoft.com/office/drawing/2014/main" id="{B370DD43-5F29-902D-49E2-8D11C43A98FD}"/>
                </a:ext>
              </a:extLst>
            </p:cNvPr>
            <p:cNvSpPr>
              <a:spLocks noChangeShapeType="1"/>
            </p:cNvSpPr>
            <p:nvPr/>
          </p:nvSpPr>
          <p:spPr bwMode="auto">
            <a:xfrm>
              <a:off x="1671638" y="1917700"/>
              <a:ext cx="134938"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83" name="Line 16">
              <a:extLst>
                <a:ext uri="{FF2B5EF4-FFF2-40B4-BE49-F238E27FC236}">
                  <a16:creationId xmlns:a16="http://schemas.microsoft.com/office/drawing/2014/main" id="{334F818C-2FEA-6297-93CB-03E824CF6B33}"/>
                </a:ext>
              </a:extLst>
            </p:cNvPr>
            <p:cNvSpPr>
              <a:spLocks noChangeShapeType="1"/>
            </p:cNvSpPr>
            <p:nvPr/>
          </p:nvSpPr>
          <p:spPr bwMode="auto">
            <a:xfrm>
              <a:off x="1671638" y="1962150"/>
              <a:ext cx="134938"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46" name="Group 45">
            <a:extLst>
              <a:ext uri="{FF2B5EF4-FFF2-40B4-BE49-F238E27FC236}">
                <a16:creationId xmlns:a16="http://schemas.microsoft.com/office/drawing/2014/main" id="{35954844-EF7A-1513-72A8-4B1E4F8C5339}"/>
              </a:ext>
            </a:extLst>
          </p:cNvPr>
          <p:cNvGrpSpPr/>
          <p:nvPr/>
        </p:nvGrpSpPr>
        <p:grpSpPr>
          <a:xfrm>
            <a:off x="944869" y="3197199"/>
            <a:ext cx="199640" cy="260560"/>
            <a:chOff x="892176" y="1676401"/>
            <a:chExt cx="255588" cy="346075"/>
          </a:xfrm>
        </p:grpSpPr>
        <p:sp>
          <p:nvSpPr>
            <p:cNvPr id="69" name="Freeform 5">
              <a:extLst>
                <a:ext uri="{FF2B5EF4-FFF2-40B4-BE49-F238E27FC236}">
                  <a16:creationId xmlns:a16="http://schemas.microsoft.com/office/drawing/2014/main" id="{0A77886C-F678-D5D9-A936-0920ED186A20}"/>
                </a:ext>
              </a:extLst>
            </p:cNvPr>
            <p:cNvSpPr>
              <a:spLocks/>
            </p:cNvSpPr>
            <p:nvPr/>
          </p:nvSpPr>
          <p:spPr bwMode="auto">
            <a:xfrm>
              <a:off x="892176" y="1676401"/>
              <a:ext cx="255588" cy="346075"/>
            </a:xfrm>
            <a:custGeom>
              <a:avLst/>
              <a:gdLst>
                <a:gd name="T0" fmla="*/ 161 w 161"/>
                <a:gd name="T1" fmla="*/ 218 h 218"/>
                <a:gd name="T2" fmla="*/ 0 w 161"/>
                <a:gd name="T3" fmla="*/ 218 h 218"/>
                <a:gd name="T4" fmla="*/ 0 w 161"/>
                <a:gd name="T5" fmla="*/ 0 h 218"/>
                <a:gd name="T6" fmla="*/ 104 w 161"/>
                <a:gd name="T7" fmla="*/ 0 h 218"/>
                <a:gd name="T8" fmla="*/ 161 w 161"/>
                <a:gd name="T9" fmla="*/ 57 h 218"/>
                <a:gd name="T10" fmla="*/ 161 w 161"/>
                <a:gd name="T11" fmla="*/ 218 h 218"/>
              </a:gdLst>
              <a:ahLst/>
              <a:cxnLst>
                <a:cxn ang="0">
                  <a:pos x="T0" y="T1"/>
                </a:cxn>
                <a:cxn ang="0">
                  <a:pos x="T2" y="T3"/>
                </a:cxn>
                <a:cxn ang="0">
                  <a:pos x="T4" y="T5"/>
                </a:cxn>
                <a:cxn ang="0">
                  <a:pos x="T6" y="T7"/>
                </a:cxn>
                <a:cxn ang="0">
                  <a:pos x="T8" y="T9"/>
                </a:cxn>
                <a:cxn ang="0">
                  <a:pos x="T10" y="T11"/>
                </a:cxn>
              </a:cxnLst>
              <a:rect l="0" t="0" r="r" b="b"/>
              <a:pathLst>
                <a:path w="161" h="218">
                  <a:moveTo>
                    <a:pt x="161" y="218"/>
                  </a:moveTo>
                  <a:lnTo>
                    <a:pt x="0" y="218"/>
                  </a:lnTo>
                  <a:lnTo>
                    <a:pt x="0" y="0"/>
                  </a:lnTo>
                  <a:lnTo>
                    <a:pt x="104" y="0"/>
                  </a:lnTo>
                  <a:lnTo>
                    <a:pt x="161" y="57"/>
                  </a:lnTo>
                  <a:lnTo>
                    <a:pt x="161" y="218"/>
                  </a:lnTo>
                  <a:close/>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0" name="Freeform 6">
              <a:extLst>
                <a:ext uri="{FF2B5EF4-FFF2-40B4-BE49-F238E27FC236}">
                  <a16:creationId xmlns:a16="http://schemas.microsoft.com/office/drawing/2014/main" id="{A17A3092-48F6-19A8-349F-CC94A060B1B5}"/>
                </a:ext>
              </a:extLst>
            </p:cNvPr>
            <p:cNvSpPr>
              <a:spLocks/>
            </p:cNvSpPr>
            <p:nvPr/>
          </p:nvSpPr>
          <p:spPr bwMode="auto">
            <a:xfrm>
              <a:off x="1057276" y="1676401"/>
              <a:ext cx="90488" cy="90488"/>
            </a:xfrm>
            <a:custGeom>
              <a:avLst/>
              <a:gdLst>
                <a:gd name="T0" fmla="*/ 0 w 57"/>
                <a:gd name="T1" fmla="*/ 0 h 57"/>
                <a:gd name="T2" fmla="*/ 0 w 57"/>
                <a:gd name="T3" fmla="*/ 57 h 57"/>
                <a:gd name="T4" fmla="*/ 57 w 57"/>
                <a:gd name="T5" fmla="*/ 57 h 57"/>
              </a:gdLst>
              <a:ahLst/>
              <a:cxnLst>
                <a:cxn ang="0">
                  <a:pos x="T0" y="T1"/>
                </a:cxn>
                <a:cxn ang="0">
                  <a:pos x="T2" y="T3"/>
                </a:cxn>
                <a:cxn ang="0">
                  <a:pos x="T4" y="T5"/>
                </a:cxn>
              </a:cxnLst>
              <a:rect l="0" t="0" r="r" b="b"/>
              <a:pathLst>
                <a:path w="57" h="57">
                  <a:moveTo>
                    <a:pt x="0" y="0"/>
                  </a:moveTo>
                  <a:lnTo>
                    <a:pt x="0" y="57"/>
                  </a:lnTo>
                  <a:lnTo>
                    <a:pt x="57" y="57"/>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1" name="Line 7">
              <a:extLst>
                <a:ext uri="{FF2B5EF4-FFF2-40B4-BE49-F238E27FC236}">
                  <a16:creationId xmlns:a16="http://schemas.microsoft.com/office/drawing/2014/main" id="{40AAF758-C688-151A-CEB3-2A17DF51F1E6}"/>
                </a:ext>
              </a:extLst>
            </p:cNvPr>
            <p:cNvSpPr>
              <a:spLocks noChangeShapeType="1"/>
            </p:cNvSpPr>
            <p:nvPr/>
          </p:nvSpPr>
          <p:spPr bwMode="auto">
            <a:xfrm>
              <a:off x="1027114" y="1827214"/>
              <a:ext cx="60325"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2" name="Line 8">
              <a:extLst>
                <a:ext uri="{FF2B5EF4-FFF2-40B4-BE49-F238E27FC236}">
                  <a16:creationId xmlns:a16="http://schemas.microsoft.com/office/drawing/2014/main" id="{448EA67E-0EF0-C0CD-A8EB-2F0E01C752B6}"/>
                </a:ext>
              </a:extLst>
            </p:cNvPr>
            <p:cNvSpPr>
              <a:spLocks noChangeShapeType="1"/>
            </p:cNvSpPr>
            <p:nvPr/>
          </p:nvSpPr>
          <p:spPr bwMode="auto">
            <a:xfrm>
              <a:off x="1027114" y="1887539"/>
              <a:ext cx="60325"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3" name="Line 9">
              <a:extLst>
                <a:ext uri="{FF2B5EF4-FFF2-40B4-BE49-F238E27FC236}">
                  <a16:creationId xmlns:a16="http://schemas.microsoft.com/office/drawing/2014/main" id="{5B7FB490-130E-4D69-C2E8-37E3D0618720}"/>
                </a:ext>
              </a:extLst>
            </p:cNvPr>
            <p:cNvSpPr>
              <a:spLocks noChangeShapeType="1"/>
            </p:cNvSpPr>
            <p:nvPr/>
          </p:nvSpPr>
          <p:spPr bwMode="auto">
            <a:xfrm>
              <a:off x="1027114" y="1947864"/>
              <a:ext cx="60325" cy="0"/>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4" name="Freeform 10">
              <a:extLst>
                <a:ext uri="{FF2B5EF4-FFF2-40B4-BE49-F238E27FC236}">
                  <a16:creationId xmlns:a16="http://schemas.microsoft.com/office/drawing/2014/main" id="{B37FC1CD-FF7B-B63D-B77D-84D1F2A9903E}"/>
                </a:ext>
              </a:extLst>
            </p:cNvPr>
            <p:cNvSpPr>
              <a:spLocks/>
            </p:cNvSpPr>
            <p:nvPr/>
          </p:nvSpPr>
          <p:spPr bwMode="auto">
            <a:xfrm>
              <a:off x="936626" y="1797051"/>
              <a:ext cx="60325" cy="38100"/>
            </a:xfrm>
            <a:custGeom>
              <a:avLst/>
              <a:gdLst>
                <a:gd name="T0" fmla="*/ 38 w 38"/>
                <a:gd name="T1" fmla="*/ 0 h 24"/>
                <a:gd name="T2" fmla="*/ 15 w 38"/>
                <a:gd name="T3" fmla="*/ 24 h 24"/>
                <a:gd name="T4" fmla="*/ 0 w 38"/>
                <a:gd name="T5" fmla="*/ 10 h 24"/>
              </a:gdLst>
              <a:ahLst/>
              <a:cxnLst>
                <a:cxn ang="0">
                  <a:pos x="T0" y="T1"/>
                </a:cxn>
                <a:cxn ang="0">
                  <a:pos x="T2" y="T3"/>
                </a:cxn>
                <a:cxn ang="0">
                  <a:pos x="T4" y="T5"/>
                </a:cxn>
              </a:cxnLst>
              <a:rect l="0" t="0" r="r" b="b"/>
              <a:pathLst>
                <a:path w="38" h="24">
                  <a:moveTo>
                    <a:pt x="38" y="0"/>
                  </a:moveTo>
                  <a:lnTo>
                    <a:pt x="15" y="24"/>
                  </a:lnTo>
                  <a:lnTo>
                    <a:pt x="0" y="10"/>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5" name="Freeform 11">
              <a:extLst>
                <a:ext uri="{FF2B5EF4-FFF2-40B4-BE49-F238E27FC236}">
                  <a16:creationId xmlns:a16="http://schemas.microsoft.com/office/drawing/2014/main" id="{7C70714A-5C8B-5C4C-4B28-8C25A3380996}"/>
                </a:ext>
              </a:extLst>
            </p:cNvPr>
            <p:cNvSpPr>
              <a:spLocks/>
            </p:cNvSpPr>
            <p:nvPr/>
          </p:nvSpPr>
          <p:spPr bwMode="auto">
            <a:xfrm>
              <a:off x="936626" y="1857376"/>
              <a:ext cx="60325" cy="38100"/>
            </a:xfrm>
            <a:custGeom>
              <a:avLst/>
              <a:gdLst>
                <a:gd name="T0" fmla="*/ 38 w 38"/>
                <a:gd name="T1" fmla="*/ 0 h 24"/>
                <a:gd name="T2" fmla="*/ 15 w 38"/>
                <a:gd name="T3" fmla="*/ 24 h 24"/>
                <a:gd name="T4" fmla="*/ 0 w 38"/>
                <a:gd name="T5" fmla="*/ 10 h 24"/>
              </a:gdLst>
              <a:ahLst/>
              <a:cxnLst>
                <a:cxn ang="0">
                  <a:pos x="T0" y="T1"/>
                </a:cxn>
                <a:cxn ang="0">
                  <a:pos x="T2" y="T3"/>
                </a:cxn>
                <a:cxn ang="0">
                  <a:pos x="T4" y="T5"/>
                </a:cxn>
              </a:cxnLst>
              <a:rect l="0" t="0" r="r" b="b"/>
              <a:pathLst>
                <a:path w="38" h="24">
                  <a:moveTo>
                    <a:pt x="38" y="0"/>
                  </a:moveTo>
                  <a:lnTo>
                    <a:pt x="15" y="24"/>
                  </a:lnTo>
                  <a:lnTo>
                    <a:pt x="0" y="10"/>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76" name="Freeform 12">
              <a:extLst>
                <a:ext uri="{FF2B5EF4-FFF2-40B4-BE49-F238E27FC236}">
                  <a16:creationId xmlns:a16="http://schemas.microsoft.com/office/drawing/2014/main" id="{E2A78382-C6B9-439C-0F92-0C7D648BD186}"/>
                </a:ext>
              </a:extLst>
            </p:cNvPr>
            <p:cNvSpPr>
              <a:spLocks/>
            </p:cNvSpPr>
            <p:nvPr/>
          </p:nvSpPr>
          <p:spPr bwMode="auto">
            <a:xfrm>
              <a:off x="936626" y="1917701"/>
              <a:ext cx="60325" cy="38100"/>
            </a:xfrm>
            <a:custGeom>
              <a:avLst/>
              <a:gdLst>
                <a:gd name="T0" fmla="*/ 38 w 38"/>
                <a:gd name="T1" fmla="*/ 0 h 24"/>
                <a:gd name="T2" fmla="*/ 15 w 38"/>
                <a:gd name="T3" fmla="*/ 24 h 24"/>
                <a:gd name="T4" fmla="*/ 0 w 38"/>
                <a:gd name="T5" fmla="*/ 9 h 24"/>
              </a:gdLst>
              <a:ahLst/>
              <a:cxnLst>
                <a:cxn ang="0">
                  <a:pos x="T0" y="T1"/>
                </a:cxn>
                <a:cxn ang="0">
                  <a:pos x="T2" y="T3"/>
                </a:cxn>
                <a:cxn ang="0">
                  <a:pos x="T4" y="T5"/>
                </a:cxn>
              </a:cxnLst>
              <a:rect l="0" t="0" r="r" b="b"/>
              <a:pathLst>
                <a:path w="38" h="24">
                  <a:moveTo>
                    <a:pt x="38" y="0"/>
                  </a:moveTo>
                  <a:lnTo>
                    <a:pt x="15" y="24"/>
                  </a:lnTo>
                  <a:lnTo>
                    <a:pt x="0" y="9"/>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47" name="Group 46">
            <a:extLst>
              <a:ext uri="{FF2B5EF4-FFF2-40B4-BE49-F238E27FC236}">
                <a16:creationId xmlns:a16="http://schemas.microsoft.com/office/drawing/2014/main" id="{052FB20B-AAF5-703B-E750-E7F623A2D1BA}"/>
              </a:ext>
            </a:extLst>
          </p:cNvPr>
          <p:cNvGrpSpPr/>
          <p:nvPr/>
        </p:nvGrpSpPr>
        <p:grpSpPr>
          <a:xfrm>
            <a:off x="2290231" y="5029158"/>
            <a:ext cx="278179" cy="270608"/>
            <a:chOff x="4456113" y="2395539"/>
            <a:chExt cx="344488" cy="347663"/>
          </a:xfrm>
        </p:grpSpPr>
        <p:sp>
          <p:nvSpPr>
            <p:cNvPr id="63" name="Freeform 34">
              <a:extLst>
                <a:ext uri="{FF2B5EF4-FFF2-40B4-BE49-F238E27FC236}">
                  <a16:creationId xmlns:a16="http://schemas.microsoft.com/office/drawing/2014/main" id="{9533F6D8-5E71-BC13-312D-5C5F88656A9E}"/>
                </a:ext>
              </a:extLst>
            </p:cNvPr>
            <p:cNvSpPr>
              <a:spLocks/>
            </p:cNvSpPr>
            <p:nvPr/>
          </p:nvSpPr>
          <p:spPr bwMode="auto">
            <a:xfrm>
              <a:off x="4456113" y="2455864"/>
              <a:ext cx="209550" cy="166688"/>
            </a:xfrm>
            <a:custGeom>
              <a:avLst/>
              <a:gdLst>
                <a:gd name="T0" fmla="*/ 57 w 132"/>
                <a:gd name="T1" fmla="*/ 105 h 105"/>
                <a:gd name="T2" fmla="*/ 0 w 132"/>
                <a:gd name="T3" fmla="*/ 105 h 105"/>
                <a:gd name="T4" fmla="*/ 0 w 132"/>
                <a:gd name="T5" fmla="*/ 0 h 105"/>
                <a:gd name="T6" fmla="*/ 132 w 132"/>
                <a:gd name="T7" fmla="*/ 0 h 105"/>
                <a:gd name="T8" fmla="*/ 132 w 132"/>
                <a:gd name="T9" fmla="*/ 19 h 105"/>
              </a:gdLst>
              <a:ahLst/>
              <a:cxnLst>
                <a:cxn ang="0">
                  <a:pos x="T0" y="T1"/>
                </a:cxn>
                <a:cxn ang="0">
                  <a:pos x="T2" y="T3"/>
                </a:cxn>
                <a:cxn ang="0">
                  <a:pos x="T4" y="T5"/>
                </a:cxn>
                <a:cxn ang="0">
                  <a:pos x="T6" y="T7"/>
                </a:cxn>
                <a:cxn ang="0">
                  <a:pos x="T8" y="T9"/>
                </a:cxn>
              </a:cxnLst>
              <a:rect l="0" t="0" r="r" b="b"/>
              <a:pathLst>
                <a:path w="132" h="105">
                  <a:moveTo>
                    <a:pt x="57" y="105"/>
                  </a:moveTo>
                  <a:lnTo>
                    <a:pt x="0" y="105"/>
                  </a:lnTo>
                  <a:lnTo>
                    <a:pt x="0" y="0"/>
                  </a:lnTo>
                  <a:lnTo>
                    <a:pt x="132" y="0"/>
                  </a:lnTo>
                  <a:lnTo>
                    <a:pt x="132" y="19"/>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64" name="Freeform 35">
              <a:extLst>
                <a:ext uri="{FF2B5EF4-FFF2-40B4-BE49-F238E27FC236}">
                  <a16:creationId xmlns:a16="http://schemas.microsoft.com/office/drawing/2014/main" id="{E5661208-3E3A-5770-B53E-970484C04F52}"/>
                </a:ext>
              </a:extLst>
            </p:cNvPr>
            <p:cNvSpPr>
              <a:spLocks/>
            </p:cNvSpPr>
            <p:nvPr/>
          </p:nvSpPr>
          <p:spPr bwMode="auto">
            <a:xfrm>
              <a:off x="4456113" y="2395539"/>
              <a:ext cx="209550" cy="60325"/>
            </a:xfrm>
            <a:custGeom>
              <a:avLst/>
              <a:gdLst>
                <a:gd name="T0" fmla="*/ 132 w 132"/>
                <a:gd name="T1" fmla="*/ 38 h 38"/>
                <a:gd name="T2" fmla="*/ 0 w 132"/>
                <a:gd name="T3" fmla="*/ 38 h 38"/>
                <a:gd name="T4" fmla="*/ 38 w 132"/>
                <a:gd name="T5" fmla="*/ 0 h 38"/>
                <a:gd name="T6" fmla="*/ 94 w 132"/>
                <a:gd name="T7" fmla="*/ 0 h 38"/>
                <a:gd name="T8" fmla="*/ 132 w 132"/>
                <a:gd name="T9" fmla="*/ 38 h 38"/>
              </a:gdLst>
              <a:ahLst/>
              <a:cxnLst>
                <a:cxn ang="0">
                  <a:pos x="T0" y="T1"/>
                </a:cxn>
                <a:cxn ang="0">
                  <a:pos x="T2" y="T3"/>
                </a:cxn>
                <a:cxn ang="0">
                  <a:pos x="T4" y="T5"/>
                </a:cxn>
                <a:cxn ang="0">
                  <a:pos x="T6" y="T7"/>
                </a:cxn>
                <a:cxn ang="0">
                  <a:pos x="T8" y="T9"/>
                </a:cxn>
              </a:cxnLst>
              <a:rect l="0" t="0" r="r" b="b"/>
              <a:pathLst>
                <a:path w="132" h="38">
                  <a:moveTo>
                    <a:pt x="132" y="38"/>
                  </a:moveTo>
                  <a:lnTo>
                    <a:pt x="0" y="38"/>
                  </a:lnTo>
                  <a:lnTo>
                    <a:pt x="38" y="0"/>
                  </a:lnTo>
                  <a:lnTo>
                    <a:pt x="94" y="0"/>
                  </a:lnTo>
                  <a:lnTo>
                    <a:pt x="132" y="38"/>
                  </a:lnTo>
                  <a:close/>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65" name="Oval 36">
              <a:extLst>
                <a:ext uri="{FF2B5EF4-FFF2-40B4-BE49-F238E27FC236}">
                  <a16:creationId xmlns:a16="http://schemas.microsoft.com/office/drawing/2014/main" id="{487CFE50-8230-FD9D-20CC-3C870106CAE3}"/>
                </a:ext>
              </a:extLst>
            </p:cNvPr>
            <p:cNvSpPr>
              <a:spLocks noChangeArrowheads="1"/>
            </p:cNvSpPr>
            <p:nvPr/>
          </p:nvSpPr>
          <p:spPr bwMode="auto">
            <a:xfrm>
              <a:off x="4591051" y="2532064"/>
              <a:ext cx="209550" cy="211138"/>
            </a:xfrm>
            <a:prstGeom prst="ellipse">
              <a:avLst/>
            </a:pr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66" name="Freeform 37">
              <a:extLst>
                <a:ext uri="{FF2B5EF4-FFF2-40B4-BE49-F238E27FC236}">
                  <a16:creationId xmlns:a16="http://schemas.microsoft.com/office/drawing/2014/main" id="{5B0207CA-DE5F-D86C-D13A-ED35616F89BF}"/>
                </a:ext>
              </a:extLst>
            </p:cNvPr>
            <p:cNvSpPr>
              <a:spLocks/>
            </p:cNvSpPr>
            <p:nvPr/>
          </p:nvSpPr>
          <p:spPr bwMode="auto">
            <a:xfrm>
              <a:off x="4651376" y="2652714"/>
              <a:ext cx="90488" cy="44450"/>
            </a:xfrm>
            <a:custGeom>
              <a:avLst/>
              <a:gdLst>
                <a:gd name="T0" fmla="*/ 57 w 57"/>
                <a:gd name="T1" fmla="*/ 0 h 28"/>
                <a:gd name="T2" fmla="*/ 28 w 57"/>
                <a:gd name="T3" fmla="*/ 28 h 28"/>
                <a:gd name="T4" fmla="*/ 0 w 57"/>
                <a:gd name="T5" fmla="*/ 0 h 28"/>
              </a:gdLst>
              <a:ahLst/>
              <a:cxnLst>
                <a:cxn ang="0">
                  <a:pos x="T0" y="T1"/>
                </a:cxn>
                <a:cxn ang="0">
                  <a:pos x="T2" y="T3"/>
                </a:cxn>
                <a:cxn ang="0">
                  <a:pos x="T4" y="T5"/>
                </a:cxn>
              </a:cxnLst>
              <a:rect l="0" t="0" r="r" b="b"/>
              <a:pathLst>
                <a:path w="57" h="28">
                  <a:moveTo>
                    <a:pt x="57" y="0"/>
                  </a:moveTo>
                  <a:lnTo>
                    <a:pt x="28" y="28"/>
                  </a:lnTo>
                  <a:lnTo>
                    <a:pt x="0" y="0"/>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67" name="Line 38">
              <a:extLst>
                <a:ext uri="{FF2B5EF4-FFF2-40B4-BE49-F238E27FC236}">
                  <a16:creationId xmlns:a16="http://schemas.microsoft.com/office/drawing/2014/main" id="{7D47E264-6E72-E230-9BFC-AFF99193DCDD}"/>
                </a:ext>
              </a:extLst>
            </p:cNvPr>
            <p:cNvSpPr>
              <a:spLocks noChangeShapeType="1"/>
            </p:cNvSpPr>
            <p:nvPr/>
          </p:nvSpPr>
          <p:spPr bwMode="auto">
            <a:xfrm flipV="1">
              <a:off x="4695826" y="2592389"/>
              <a:ext cx="0" cy="104775"/>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68" name="Line 39">
              <a:extLst>
                <a:ext uri="{FF2B5EF4-FFF2-40B4-BE49-F238E27FC236}">
                  <a16:creationId xmlns:a16="http://schemas.microsoft.com/office/drawing/2014/main" id="{F3668669-452E-4456-D74E-D38882F2884F}"/>
                </a:ext>
              </a:extLst>
            </p:cNvPr>
            <p:cNvSpPr>
              <a:spLocks noChangeShapeType="1"/>
            </p:cNvSpPr>
            <p:nvPr/>
          </p:nvSpPr>
          <p:spPr bwMode="auto">
            <a:xfrm>
              <a:off x="4560888" y="2395539"/>
              <a:ext cx="0" cy="60325"/>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48" name="Group 47">
            <a:extLst>
              <a:ext uri="{FF2B5EF4-FFF2-40B4-BE49-F238E27FC236}">
                <a16:creationId xmlns:a16="http://schemas.microsoft.com/office/drawing/2014/main" id="{A4905135-0207-1253-BC51-BE4C56745CAE}"/>
              </a:ext>
            </a:extLst>
          </p:cNvPr>
          <p:cNvGrpSpPr/>
          <p:nvPr/>
        </p:nvGrpSpPr>
        <p:grpSpPr>
          <a:xfrm>
            <a:off x="3145340" y="4761145"/>
            <a:ext cx="279461" cy="270608"/>
            <a:chOff x="5176838" y="2395539"/>
            <a:chExt cx="346076" cy="347663"/>
          </a:xfrm>
        </p:grpSpPr>
        <p:sp>
          <p:nvSpPr>
            <p:cNvPr id="57" name="Oval 40">
              <a:extLst>
                <a:ext uri="{FF2B5EF4-FFF2-40B4-BE49-F238E27FC236}">
                  <a16:creationId xmlns:a16="http://schemas.microsoft.com/office/drawing/2014/main" id="{ECBA4EC0-C2AB-3552-1B9A-8E5125CA446B}"/>
                </a:ext>
              </a:extLst>
            </p:cNvPr>
            <p:cNvSpPr>
              <a:spLocks noChangeArrowheads="1"/>
            </p:cNvSpPr>
            <p:nvPr/>
          </p:nvSpPr>
          <p:spPr bwMode="auto">
            <a:xfrm>
              <a:off x="5311776" y="2532064"/>
              <a:ext cx="211138" cy="211138"/>
            </a:xfrm>
            <a:prstGeom prst="ellipse">
              <a:avLst/>
            </a:prstGeom>
            <a:noFill/>
            <a:ln w="19050" cap="flat">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58" name="Freeform 41">
              <a:extLst>
                <a:ext uri="{FF2B5EF4-FFF2-40B4-BE49-F238E27FC236}">
                  <a16:creationId xmlns:a16="http://schemas.microsoft.com/office/drawing/2014/main" id="{9849455C-98FD-9EA4-1010-F55053DAF73A}"/>
                </a:ext>
              </a:extLst>
            </p:cNvPr>
            <p:cNvSpPr>
              <a:spLocks/>
            </p:cNvSpPr>
            <p:nvPr/>
          </p:nvSpPr>
          <p:spPr bwMode="auto">
            <a:xfrm>
              <a:off x="5372101" y="2576514"/>
              <a:ext cx="90488" cy="46038"/>
            </a:xfrm>
            <a:custGeom>
              <a:avLst/>
              <a:gdLst>
                <a:gd name="T0" fmla="*/ 0 w 57"/>
                <a:gd name="T1" fmla="*/ 29 h 29"/>
                <a:gd name="T2" fmla="*/ 28 w 57"/>
                <a:gd name="T3" fmla="*/ 0 h 29"/>
                <a:gd name="T4" fmla="*/ 57 w 57"/>
                <a:gd name="T5" fmla="*/ 29 h 29"/>
              </a:gdLst>
              <a:ahLst/>
              <a:cxnLst>
                <a:cxn ang="0">
                  <a:pos x="T0" y="T1"/>
                </a:cxn>
                <a:cxn ang="0">
                  <a:pos x="T2" y="T3"/>
                </a:cxn>
                <a:cxn ang="0">
                  <a:pos x="T4" y="T5"/>
                </a:cxn>
              </a:cxnLst>
              <a:rect l="0" t="0" r="r" b="b"/>
              <a:pathLst>
                <a:path w="57" h="29">
                  <a:moveTo>
                    <a:pt x="0" y="29"/>
                  </a:moveTo>
                  <a:lnTo>
                    <a:pt x="28" y="0"/>
                  </a:lnTo>
                  <a:lnTo>
                    <a:pt x="57" y="29"/>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59" name="Line 42">
              <a:extLst>
                <a:ext uri="{FF2B5EF4-FFF2-40B4-BE49-F238E27FC236}">
                  <a16:creationId xmlns:a16="http://schemas.microsoft.com/office/drawing/2014/main" id="{9A803407-7958-C87E-F803-10E62DF6BD63}"/>
                </a:ext>
              </a:extLst>
            </p:cNvPr>
            <p:cNvSpPr>
              <a:spLocks noChangeShapeType="1"/>
            </p:cNvSpPr>
            <p:nvPr/>
          </p:nvSpPr>
          <p:spPr bwMode="auto">
            <a:xfrm>
              <a:off x="5416551" y="2576514"/>
              <a:ext cx="0" cy="106363"/>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60" name="Freeform 43">
              <a:extLst>
                <a:ext uri="{FF2B5EF4-FFF2-40B4-BE49-F238E27FC236}">
                  <a16:creationId xmlns:a16="http://schemas.microsoft.com/office/drawing/2014/main" id="{B7252EF8-D1F4-D729-7353-461C9418C434}"/>
                </a:ext>
              </a:extLst>
            </p:cNvPr>
            <p:cNvSpPr>
              <a:spLocks/>
            </p:cNvSpPr>
            <p:nvPr/>
          </p:nvSpPr>
          <p:spPr bwMode="auto">
            <a:xfrm>
              <a:off x="5176838" y="2455864"/>
              <a:ext cx="211138" cy="166688"/>
            </a:xfrm>
            <a:custGeom>
              <a:avLst/>
              <a:gdLst>
                <a:gd name="T0" fmla="*/ 57 w 133"/>
                <a:gd name="T1" fmla="*/ 105 h 105"/>
                <a:gd name="T2" fmla="*/ 0 w 133"/>
                <a:gd name="T3" fmla="*/ 105 h 105"/>
                <a:gd name="T4" fmla="*/ 0 w 133"/>
                <a:gd name="T5" fmla="*/ 0 h 105"/>
                <a:gd name="T6" fmla="*/ 133 w 133"/>
                <a:gd name="T7" fmla="*/ 0 h 105"/>
                <a:gd name="T8" fmla="*/ 133 w 133"/>
                <a:gd name="T9" fmla="*/ 19 h 105"/>
              </a:gdLst>
              <a:ahLst/>
              <a:cxnLst>
                <a:cxn ang="0">
                  <a:pos x="T0" y="T1"/>
                </a:cxn>
                <a:cxn ang="0">
                  <a:pos x="T2" y="T3"/>
                </a:cxn>
                <a:cxn ang="0">
                  <a:pos x="T4" y="T5"/>
                </a:cxn>
                <a:cxn ang="0">
                  <a:pos x="T6" y="T7"/>
                </a:cxn>
                <a:cxn ang="0">
                  <a:pos x="T8" y="T9"/>
                </a:cxn>
              </a:cxnLst>
              <a:rect l="0" t="0" r="r" b="b"/>
              <a:pathLst>
                <a:path w="133" h="105">
                  <a:moveTo>
                    <a:pt x="57" y="105"/>
                  </a:moveTo>
                  <a:lnTo>
                    <a:pt x="0" y="105"/>
                  </a:lnTo>
                  <a:lnTo>
                    <a:pt x="0" y="0"/>
                  </a:lnTo>
                  <a:lnTo>
                    <a:pt x="133" y="0"/>
                  </a:lnTo>
                  <a:lnTo>
                    <a:pt x="133" y="19"/>
                  </a:ln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61" name="Freeform 44">
              <a:extLst>
                <a:ext uri="{FF2B5EF4-FFF2-40B4-BE49-F238E27FC236}">
                  <a16:creationId xmlns:a16="http://schemas.microsoft.com/office/drawing/2014/main" id="{BCA9688D-4D57-4B97-3DFB-4375144C319B}"/>
                </a:ext>
              </a:extLst>
            </p:cNvPr>
            <p:cNvSpPr>
              <a:spLocks/>
            </p:cNvSpPr>
            <p:nvPr/>
          </p:nvSpPr>
          <p:spPr bwMode="auto">
            <a:xfrm>
              <a:off x="5176838" y="2395539"/>
              <a:ext cx="211138" cy="60325"/>
            </a:xfrm>
            <a:custGeom>
              <a:avLst/>
              <a:gdLst>
                <a:gd name="T0" fmla="*/ 133 w 133"/>
                <a:gd name="T1" fmla="*/ 38 h 38"/>
                <a:gd name="T2" fmla="*/ 0 w 133"/>
                <a:gd name="T3" fmla="*/ 38 h 38"/>
                <a:gd name="T4" fmla="*/ 38 w 133"/>
                <a:gd name="T5" fmla="*/ 0 h 38"/>
                <a:gd name="T6" fmla="*/ 95 w 133"/>
                <a:gd name="T7" fmla="*/ 0 h 38"/>
                <a:gd name="T8" fmla="*/ 133 w 133"/>
                <a:gd name="T9" fmla="*/ 38 h 38"/>
              </a:gdLst>
              <a:ahLst/>
              <a:cxnLst>
                <a:cxn ang="0">
                  <a:pos x="T0" y="T1"/>
                </a:cxn>
                <a:cxn ang="0">
                  <a:pos x="T2" y="T3"/>
                </a:cxn>
                <a:cxn ang="0">
                  <a:pos x="T4" y="T5"/>
                </a:cxn>
                <a:cxn ang="0">
                  <a:pos x="T6" y="T7"/>
                </a:cxn>
                <a:cxn ang="0">
                  <a:pos x="T8" y="T9"/>
                </a:cxn>
              </a:cxnLst>
              <a:rect l="0" t="0" r="r" b="b"/>
              <a:pathLst>
                <a:path w="133" h="38">
                  <a:moveTo>
                    <a:pt x="133" y="38"/>
                  </a:moveTo>
                  <a:lnTo>
                    <a:pt x="0" y="38"/>
                  </a:lnTo>
                  <a:lnTo>
                    <a:pt x="38" y="0"/>
                  </a:lnTo>
                  <a:lnTo>
                    <a:pt x="95" y="0"/>
                  </a:lnTo>
                  <a:lnTo>
                    <a:pt x="133" y="38"/>
                  </a:lnTo>
                  <a:close/>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62" name="Line 45">
              <a:extLst>
                <a:ext uri="{FF2B5EF4-FFF2-40B4-BE49-F238E27FC236}">
                  <a16:creationId xmlns:a16="http://schemas.microsoft.com/office/drawing/2014/main" id="{28761BA5-4837-B23A-1231-4F444FD40004}"/>
                </a:ext>
              </a:extLst>
            </p:cNvPr>
            <p:cNvSpPr>
              <a:spLocks noChangeShapeType="1"/>
            </p:cNvSpPr>
            <p:nvPr/>
          </p:nvSpPr>
          <p:spPr bwMode="auto">
            <a:xfrm>
              <a:off x="5281613" y="2395539"/>
              <a:ext cx="0" cy="60325"/>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49" name="Group 48">
            <a:extLst>
              <a:ext uri="{FF2B5EF4-FFF2-40B4-BE49-F238E27FC236}">
                <a16:creationId xmlns:a16="http://schemas.microsoft.com/office/drawing/2014/main" id="{280363CB-0EF0-735A-A463-EEAC5238DB3E}"/>
              </a:ext>
            </a:extLst>
          </p:cNvPr>
          <p:cNvGrpSpPr/>
          <p:nvPr/>
        </p:nvGrpSpPr>
        <p:grpSpPr>
          <a:xfrm>
            <a:off x="3668780" y="4054853"/>
            <a:ext cx="290346" cy="279864"/>
            <a:chOff x="19302413" y="3232150"/>
            <a:chExt cx="150813" cy="150813"/>
          </a:xfrm>
        </p:grpSpPr>
        <p:sp>
          <p:nvSpPr>
            <p:cNvPr id="54" name="Oval 133">
              <a:extLst>
                <a:ext uri="{FF2B5EF4-FFF2-40B4-BE49-F238E27FC236}">
                  <a16:creationId xmlns:a16="http://schemas.microsoft.com/office/drawing/2014/main" id="{E1466573-DFAF-4760-6671-768745E37BD9}"/>
                </a:ext>
              </a:extLst>
            </p:cNvPr>
            <p:cNvSpPr>
              <a:spLocks noChangeArrowheads="1"/>
            </p:cNvSpPr>
            <p:nvPr/>
          </p:nvSpPr>
          <p:spPr bwMode="auto">
            <a:xfrm>
              <a:off x="19302413" y="3232150"/>
              <a:ext cx="150813" cy="150813"/>
            </a:xfrm>
            <a:prstGeom prst="ellipse">
              <a:avLst/>
            </a:prstGeom>
            <a:noFill/>
            <a:ln w="19050" cap="flat">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55" name="Line 134">
              <a:extLst>
                <a:ext uri="{FF2B5EF4-FFF2-40B4-BE49-F238E27FC236}">
                  <a16:creationId xmlns:a16="http://schemas.microsoft.com/office/drawing/2014/main" id="{7111CB7A-32F0-8072-A30B-C8DBD6909509}"/>
                </a:ext>
              </a:extLst>
            </p:cNvPr>
            <p:cNvSpPr>
              <a:spLocks noChangeShapeType="1"/>
            </p:cNvSpPr>
            <p:nvPr/>
          </p:nvSpPr>
          <p:spPr bwMode="auto">
            <a:xfrm>
              <a:off x="19377025" y="3292475"/>
              <a:ext cx="0" cy="60325"/>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56" name="Oval 135">
              <a:extLst>
                <a:ext uri="{FF2B5EF4-FFF2-40B4-BE49-F238E27FC236}">
                  <a16:creationId xmlns:a16="http://schemas.microsoft.com/office/drawing/2014/main" id="{2B19673A-D2F9-A33D-3D96-185B5F71CCB6}"/>
                </a:ext>
              </a:extLst>
            </p:cNvPr>
            <p:cNvSpPr>
              <a:spLocks noChangeArrowheads="1"/>
            </p:cNvSpPr>
            <p:nvPr/>
          </p:nvSpPr>
          <p:spPr bwMode="auto">
            <a:xfrm>
              <a:off x="19369088" y="3254375"/>
              <a:ext cx="15875" cy="15875"/>
            </a:xfrm>
            <a:prstGeom prst="ellipse">
              <a:avLst/>
            </a:prstGeom>
            <a:solidFill>
              <a:srgbClr val="00AAA6"/>
            </a:solidFill>
            <a:ln w="19050">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grpSp>
        <p:nvGrpSpPr>
          <p:cNvPr id="50" name="Group 49">
            <a:extLst>
              <a:ext uri="{FF2B5EF4-FFF2-40B4-BE49-F238E27FC236}">
                <a16:creationId xmlns:a16="http://schemas.microsoft.com/office/drawing/2014/main" id="{7877302B-5696-4899-E4BF-4677FF989B99}"/>
              </a:ext>
            </a:extLst>
          </p:cNvPr>
          <p:cNvGrpSpPr/>
          <p:nvPr/>
        </p:nvGrpSpPr>
        <p:grpSpPr>
          <a:xfrm>
            <a:off x="903363" y="4058561"/>
            <a:ext cx="282652" cy="272448"/>
            <a:chOff x="4456113" y="1673226"/>
            <a:chExt cx="344488" cy="344488"/>
          </a:xfrm>
        </p:grpSpPr>
        <p:sp>
          <p:nvSpPr>
            <p:cNvPr id="51" name="Oval 856">
              <a:extLst>
                <a:ext uri="{FF2B5EF4-FFF2-40B4-BE49-F238E27FC236}">
                  <a16:creationId xmlns:a16="http://schemas.microsoft.com/office/drawing/2014/main" id="{11FF0BDE-587B-F807-6B5A-B2AA0C7B2141}"/>
                </a:ext>
              </a:extLst>
            </p:cNvPr>
            <p:cNvSpPr>
              <a:spLocks noChangeArrowheads="1"/>
            </p:cNvSpPr>
            <p:nvPr/>
          </p:nvSpPr>
          <p:spPr bwMode="auto">
            <a:xfrm>
              <a:off x="4575176" y="1717676"/>
              <a:ext cx="106363" cy="104775"/>
            </a:xfrm>
            <a:prstGeom prst="ellipse">
              <a:avLst/>
            </a:pr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52" name="Freeform 857">
              <a:extLst>
                <a:ext uri="{FF2B5EF4-FFF2-40B4-BE49-F238E27FC236}">
                  <a16:creationId xmlns:a16="http://schemas.microsoft.com/office/drawing/2014/main" id="{55198808-F11C-B6BF-067C-8A5A6A8907B8}"/>
                </a:ext>
              </a:extLst>
            </p:cNvPr>
            <p:cNvSpPr>
              <a:spLocks/>
            </p:cNvSpPr>
            <p:nvPr/>
          </p:nvSpPr>
          <p:spPr bwMode="auto">
            <a:xfrm>
              <a:off x="4527551" y="1673226"/>
              <a:ext cx="201613" cy="314325"/>
            </a:xfrm>
            <a:custGeom>
              <a:avLst/>
              <a:gdLst>
                <a:gd name="T0" fmla="*/ 54 w 54"/>
                <a:gd name="T1" fmla="*/ 27 h 84"/>
                <a:gd name="T2" fmla="*/ 27 w 54"/>
                <a:gd name="T3" fmla="*/ 84 h 84"/>
                <a:gd name="T4" fmla="*/ 0 w 54"/>
                <a:gd name="T5" fmla="*/ 27 h 84"/>
                <a:gd name="T6" fmla="*/ 27 w 54"/>
                <a:gd name="T7" fmla="*/ 0 h 84"/>
                <a:gd name="T8" fmla="*/ 54 w 54"/>
                <a:gd name="T9" fmla="*/ 27 h 84"/>
              </a:gdLst>
              <a:ahLst/>
              <a:cxnLst>
                <a:cxn ang="0">
                  <a:pos x="T0" y="T1"/>
                </a:cxn>
                <a:cxn ang="0">
                  <a:pos x="T2" y="T3"/>
                </a:cxn>
                <a:cxn ang="0">
                  <a:pos x="T4" y="T5"/>
                </a:cxn>
                <a:cxn ang="0">
                  <a:pos x="T6" y="T7"/>
                </a:cxn>
                <a:cxn ang="0">
                  <a:pos x="T8" y="T9"/>
                </a:cxn>
              </a:cxnLst>
              <a:rect l="0" t="0" r="r" b="b"/>
              <a:pathLst>
                <a:path w="54" h="84">
                  <a:moveTo>
                    <a:pt x="54" y="27"/>
                  </a:moveTo>
                  <a:cubicBezTo>
                    <a:pt x="54" y="43"/>
                    <a:pt x="27" y="84"/>
                    <a:pt x="27" y="84"/>
                  </a:cubicBezTo>
                  <a:cubicBezTo>
                    <a:pt x="27" y="84"/>
                    <a:pt x="0" y="43"/>
                    <a:pt x="0" y="27"/>
                  </a:cubicBezTo>
                  <a:cubicBezTo>
                    <a:pt x="0" y="12"/>
                    <a:pt x="12" y="0"/>
                    <a:pt x="27" y="0"/>
                  </a:cubicBezTo>
                  <a:cubicBezTo>
                    <a:pt x="42" y="0"/>
                    <a:pt x="54" y="12"/>
                    <a:pt x="54" y="27"/>
                  </a:cubicBezTo>
                  <a:close/>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sp>
          <p:nvSpPr>
            <p:cNvPr id="53" name="Freeform 858">
              <a:extLst>
                <a:ext uri="{FF2B5EF4-FFF2-40B4-BE49-F238E27FC236}">
                  <a16:creationId xmlns:a16="http://schemas.microsoft.com/office/drawing/2014/main" id="{A06E1CAB-F30D-AD14-BDEF-D521AE8E9A11}"/>
                </a:ext>
              </a:extLst>
            </p:cNvPr>
            <p:cNvSpPr>
              <a:spLocks/>
            </p:cNvSpPr>
            <p:nvPr/>
          </p:nvSpPr>
          <p:spPr bwMode="auto">
            <a:xfrm>
              <a:off x="4456113" y="1962151"/>
              <a:ext cx="344488" cy="55563"/>
            </a:xfrm>
            <a:custGeom>
              <a:avLst/>
              <a:gdLst>
                <a:gd name="T0" fmla="*/ 66 w 92"/>
                <a:gd name="T1" fmla="*/ 0 h 15"/>
                <a:gd name="T2" fmla="*/ 92 w 92"/>
                <a:gd name="T3" fmla="*/ 7 h 15"/>
                <a:gd name="T4" fmla="*/ 46 w 92"/>
                <a:gd name="T5" fmla="*/ 15 h 15"/>
                <a:gd name="T6" fmla="*/ 0 w 92"/>
                <a:gd name="T7" fmla="*/ 7 h 15"/>
                <a:gd name="T8" fmla="*/ 26 w 92"/>
                <a:gd name="T9" fmla="*/ 0 h 15"/>
              </a:gdLst>
              <a:ahLst/>
              <a:cxnLst>
                <a:cxn ang="0">
                  <a:pos x="T0" y="T1"/>
                </a:cxn>
                <a:cxn ang="0">
                  <a:pos x="T2" y="T3"/>
                </a:cxn>
                <a:cxn ang="0">
                  <a:pos x="T4" y="T5"/>
                </a:cxn>
                <a:cxn ang="0">
                  <a:pos x="T6" y="T7"/>
                </a:cxn>
                <a:cxn ang="0">
                  <a:pos x="T8" y="T9"/>
                </a:cxn>
              </a:cxnLst>
              <a:rect l="0" t="0" r="r" b="b"/>
              <a:pathLst>
                <a:path w="92" h="15">
                  <a:moveTo>
                    <a:pt x="66" y="0"/>
                  </a:moveTo>
                  <a:cubicBezTo>
                    <a:pt x="81" y="1"/>
                    <a:pt x="92" y="4"/>
                    <a:pt x="92" y="7"/>
                  </a:cubicBezTo>
                  <a:cubicBezTo>
                    <a:pt x="92" y="11"/>
                    <a:pt x="71" y="15"/>
                    <a:pt x="46" y="15"/>
                  </a:cubicBezTo>
                  <a:cubicBezTo>
                    <a:pt x="21" y="15"/>
                    <a:pt x="0" y="11"/>
                    <a:pt x="0" y="7"/>
                  </a:cubicBezTo>
                  <a:cubicBezTo>
                    <a:pt x="0" y="4"/>
                    <a:pt x="11" y="1"/>
                    <a:pt x="26" y="0"/>
                  </a:cubicBezTo>
                </a:path>
              </a:pathLst>
            </a:custGeom>
            <a:noFill/>
            <a:ln w="19050" cap="rnd">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Arial"/>
                <a:ea typeface="+mn-ea"/>
                <a:cs typeface="+mn-cs"/>
              </a:endParaRPr>
            </a:p>
          </p:txBody>
        </p:sp>
      </p:grpSp>
      <p:pic>
        <p:nvPicPr>
          <p:cNvPr id="114" name="Picture 113">
            <a:extLst>
              <a:ext uri="{FF2B5EF4-FFF2-40B4-BE49-F238E27FC236}">
                <a16:creationId xmlns:a16="http://schemas.microsoft.com/office/drawing/2014/main" id="{EE203E2D-59EC-00E9-C95B-114E6F94276C}"/>
              </a:ext>
            </a:extLst>
          </p:cNvPr>
          <p:cNvPicPr>
            <a:picLocks noChangeAspect="1"/>
          </p:cNvPicPr>
          <p:nvPr/>
        </p:nvPicPr>
        <p:blipFill>
          <a:blip r:embed="rId4" cstate="print">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tretch>
            <a:fillRect/>
          </a:stretch>
        </p:blipFill>
        <p:spPr>
          <a:xfrm>
            <a:off x="6689608" y="1719253"/>
            <a:ext cx="1717834" cy="849591"/>
          </a:xfrm>
          <a:prstGeom prst="rect">
            <a:avLst/>
          </a:prstGeom>
          <a:noFill/>
        </p:spPr>
      </p:pic>
      <p:sp>
        <p:nvSpPr>
          <p:cNvPr id="115" name="Rectangle 114">
            <a:extLst>
              <a:ext uri="{FF2B5EF4-FFF2-40B4-BE49-F238E27FC236}">
                <a16:creationId xmlns:a16="http://schemas.microsoft.com/office/drawing/2014/main" id="{81677695-C322-46C3-2B9E-F99A807A38CC}"/>
              </a:ext>
            </a:extLst>
          </p:cNvPr>
          <p:cNvSpPr/>
          <p:nvPr/>
        </p:nvSpPr>
        <p:spPr>
          <a:xfrm>
            <a:off x="6681537" y="2703139"/>
            <a:ext cx="2007625" cy="68307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371" tIns="33685" rIns="67371" bIns="33685" numCol="1" spcCol="0" rtlCol="0" fromWordArt="0" anchor="ctr" anchorCtr="0" forceAA="0" compatLnSpc="0">
            <a:prstTxWarp prst="textNoShape">
              <a:avLst/>
            </a:prstTxWarp>
            <a:noAutofit/>
          </a:bodyPr>
          <a:lstStyle/>
          <a:p>
            <a:pPr marL="0" marR="0" lvl="0" indent="0" algn="ctr" defTabSz="371475" rtl="0" eaLnBrk="1" fontAlgn="auto" latinLnBrk="0" hangingPunct="1">
              <a:lnSpc>
                <a:spcPct val="110000"/>
              </a:lnSpc>
              <a:spcBef>
                <a:spcPts val="0"/>
              </a:spcBef>
              <a:spcAft>
                <a:spcPts val="442"/>
              </a:spcAft>
              <a:buClrTx/>
              <a:buSzTx/>
              <a:buFontTx/>
              <a:buNone/>
              <a:tabLst/>
              <a:defRPr/>
            </a:pPr>
            <a:r>
              <a:rPr kumimoji="0" lang="en-AU" sz="1179" b="1" i="0" u="none" strike="noStrike" kern="1200" cap="none" spc="0" normalizeH="0" baseline="0" noProof="0" dirty="0">
                <a:ln>
                  <a:noFill/>
                </a:ln>
                <a:solidFill>
                  <a:srgbClr val="143200"/>
                </a:solidFill>
                <a:effectLst/>
                <a:uLnTx/>
                <a:uFillTx/>
                <a:latin typeface="Arial"/>
                <a:ea typeface="LF_Kai"/>
                <a:cs typeface="+mn-cs"/>
              </a:rPr>
              <a:t>500k+ users</a:t>
            </a:r>
          </a:p>
          <a:p>
            <a:pPr marL="0" marR="0" lvl="0" indent="0" algn="ctr" defTabSz="371475" rtl="0" eaLnBrk="1" fontAlgn="auto" latinLnBrk="0" hangingPunct="1">
              <a:lnSpc>
                <a:spcPct val="110000"/>
              </a:lnSpc>
              <a:spcBef>
                <a:spcPts val="0"/>
              </a:spcBef>
              <a:spcAft>
                <a:spcPts val="442"/>
              </a:spcAft>
              <a:buClrTx/>
              <a:buSzTx/>
              <a:buFontTx/>
              <a:buNone/>
              <a:tabLst/>
              <a:defRPr/>
            </a:pPr>
            <a:r>
              <a:rPr kumimoji="0" lang="en-AU" sz="1179" b="1" i="0" u="none" strike="noStrike" kern="1200" cap="none" spc="0" normalizeH="0" baseline="0" noProof="0" dirty="0">
                <a:ln>
                  <a:noFill/>
                </a:ln>
                <a:solidFill>
                  <a:srgbClr val="143200"/>
                </a:solidFill>
                <a:effectLst/>
                <a:uLnTx/>
                <a:uFillTx/>
                <a:latin typeface="Arial"/>
                <a:ea typeface="LF_Kai"/>
                <a:cs typeface="+mn-cs"/>
              </a:rPr>
              <a:t>1.8m+ bookings p/m</a:t>
            </a:r>
          </a:p>
          <a:p>
            <a:pPr marL="0" marR="0" lvl="0" indent="0" algn="ctr" defTabSz="371475" rtl="0" eaLnBrk="1" fontAlgn="auto" latinLnBrk="0" hangingPunct="1">
              <a:lnSpc>
                <a:spcPct val="110000"/>
              </a:lnSpc>
              <a:spcBef>
                <a:spcPts val="0"/>
              </a:spcBef>
              <a:spcAft>
                <a:spcPts val="442"/>
              </a:spcAft>
              <a:buClrTx/>
              <a:buSzTx/>
              <a:buFontTx/>
              <a:buNone/>
              <a:tabLst/>
              <a:defRPr/>
            </a:pPr>
            <a:r>
              <a:rPr kumimoji="0" lang="en-AU" sz="1179" b="1" i="0" u="none" strike="noStrike" kern="1200" cap="none" spc="0" normalizeH="0" baseline="0" noProof="0" dirty="0">
                <a:ln>
                  <a:noFill/>
                </a:ln>
                <a:solidFill>
                  <a:srgbClr val="143200"/>
                </a:solidFill>
                <a:effectLst/>
                <a:uLnTx/>
                <a:uFillTx/>
                <a:latin typeface="Arial"/>
                <a:ea typeface="LF_Kai"/>
                <a:cs typeface="+mn-cs"/>
              </a:rPr>
              <a:t>10m+ T&amp;T searches p/m</a:t>
            </a:r>
          </a:p>
        </p:txBody>
      </p:sp>
      <p:grpSp>
        <p:nvGrpSpPr>
          <p:cNvPr id="116" name="Group 115">
            <a:extLst>
              <a:ext uri="{FF2B5EF4-FFF2-40B4-BE49-F238E27FC236}">
                <a16:creationId xmlns:a16="http://schemas.microsoft.com/office/drawing/2014/main" id="{80D1C35E-6CFA-7E6E-2C62-7707CEAA1748}"/>
              </a:ext>
            </a:extLst>
          </p:cNvPr>
          <p:cNvGrpSpPr/>
          <p:nvPr/>
        </p:nvGrpSpPr>
        <p:grpSpPr>
          <a:xfrm>
            <a:off x="7071980" y="4212846"/>
            <a:ext cx="1137648" cy="898997"/>
            <a:chOff x="4964475" y="4189237"/>
            <a:chExt cx="1137648" cy="898997"/>
          </a:xfrm>
        </p:grpSpPr>
        <p:grpSp>
          <p:nvGrpSpPr>
            <p:cNvPr id="117" name="Group 116">
              <a:extLst>
                <a:ext uri="{FF2B5EF4-FFF2-40B4-BE49-F238E27FC236}">
                  <a16:creationId xmlns:a16="http://schemas.microsoft.com/office/drawing/2014/main" id="{2C0D522D-1470-31A1-3F65-79255E5C64CE}"/>
                </a:ext>
              </a:extLst>
            </p:cNvPr>
            <p:cNvGrpSpPr>
              <a:grpSpLocks noChangeAspect="1"/>
            </p:cNvGrpSpPr>
            <p:nvPr/>
          </p:nvGrpSpPr>
          <p:grpSpPr>
            <a:xfrm>
              <a:off x="4964475" y="4189237"/>
              <a:ext cx="558935" cy="894297"/>
              <a:chOff x="1408891" y="1003030"/>
              <a:chExt cx="3654572" cy="5847319"/>
            </a:xfrm>
          </p:grpSpPr>
          <p:pic>
            <p:nvPicPr>
              <p:cNvPr id="121" name="Picture 120">
                <a:extLst>
                  <a:ext uri="{FF2B5EF4-FFF2-40B4-BE49-F238E27FC236}">
                    <a16:creationId xmlns:a16="http://schemas.microsoft.com/office/drawing/2014/main" id="{A8B95B9C-3B3B-448F-5C49-038FDCF7AB8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08891" y="1003030"/>
                <a:ext cx="3654572" cy="5847319"/>
              </a:xfrm>
              <a:prstGeom prst="rect">
                <a:avLst/>
              </a:prstGeom>
            </p:spPr>
          </p:pic>
          <p:pic>
            <p:nvPicPr>
              <p:cNvPr id="122" name="Picture 121">
                <a:extLst>
                  <a:ext uri="{FF2B5EF4-FFF2-40B4-BE49-F238E27FC236}">
                    <a16:creationId xmlns:a16="http://schemas.microsoft.com/office/drawing/2014/main" id="{58785841-584D-3B99-1456-F0476499C44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38794" y="1998871"/>
                <a:ext cx="2217613" cy="3959431"/>
              </a:xfrm>
              <a:prstGeom prst="rect">
                <a:avLst/>
              </a:prstGeom>
              <a:effectLst>
                <a:softEdge rad="12700"/>
              </a:effectLst>
            </p:spPr>
          </p:pic>
        </p:grpSp>
        <p:grpSp>
          <p:nvGrpSpPr>
            <p:cNvPr id="118" name="Group 117">
              <a:extLst>
                <a:ext uri="{FF2B5EF4-FFF2-40B4-BE49-F238E27FC236}">
                  <a16:creationId xmlns:a16="http://schemas.microsoft.com/office/drawing/2014/main" id="{18F80AB0-7C62-BA15-9C6A-11117E4DEB4C}"/>
                </a:ext>
              </a:extLst>
            </p:cNvPr>
            <p:cNvGrpSpPr>
              <a:grpSpLocks noChangeAspect="1"/>
            </p:cNvGrpSpPr>
            <p:nvPr/>
          </p:nvGrpSpPr>
          <p:grpSpPr>
            <a:xfrm>
              <a:off x="5540250" y="4189237"/>
              <a:ext cx="561873" cy="898997"/>
              <a:chOff x="7416058" y="849508"/>
              <a:chExt cx="3654573" cy="5847319"/>
            </a:xfrm>
          </p:grpSpPr>
          <p:pic>
            <p:nvPicPr>
              <p:cNvPr id="119" name="Picture 118">
                <a:extLst>
                  <a:ext uri="{FF2B5EF4-FFF2-40B4-BE49-F238E27FC236}">
                    <a16:creationId xmlns:a16="http://schemas.microsoft.com/office/drawing/2014/main" id="{61B9976D-8643-6CC6-4476-17E73FFD82F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16058" y="849508"/>
                <a:ext cx="3654573" cy="5847319"/>
              </a:xfrm>
              <a:prstGeom prst="rect">
                <a:avLst/>
              </a:prstGeom>
            </p:spPr>
          </p:pic>
          <p:pic>
            <p:nvPicPr>
              <p:cNvPr id="120" name="Picture 1" descr="image001">
                <a:extLst>
                  <a:ext uri="{FF2B5EF4-FFF2-40B4-BE49-F238E27FC236}">
                    <a16:creationId xmlns:a16="http://schemas.microsoft.com/office/drawing/2014/main" id="{97AC908D-7337-0053-EC92-97ED626BF29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33969" y="1843270"/>
                <a:ext cx="2234458" cy="3959430"/>
              </a:xfrm>
              <a:prstGeom prst="rect">
                <a:avLst/>
              </a:prstGeom>
              <a:noFill/>
              <a:ln>
                <a:noFill/>
              </a:ln>
              <a:effectLst>
                <a:softEdge rad="3175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23" name="Rectangle 122">
            <a:extLst>
              <a:ext uri="{FF2B5EF4-FFF2-40B4-BE49-F238E27FC236}">
                <a16:creationId xmlns:a16="http://schemas.microsoft.com/office/drawing/2014/main" id="{4E821582-5479-936E-2DCB-9DC149A10273}"/>
              </a:ext>
            </a:extLst>
          </p:cNvPr>
          <p:cNvSpPr/>
          <p:nvPr/>
        </p:nvSpPr>
        <p:spPr>
          <a:xfrm>
            <a:off x="6605717" y="5293696"/>
            <a:ext cx="2145485" cy="458779"/>
          </a:xfrm>
          <a:prstGeom prst="rect">
            <a:avLst/>
          </a:prstGeom>
          <a:noFill/>
          <a:ln w="9525">
            <a:no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371" tIns="33685" rIns="67371" bIns="33685" numCol="1" spcCol="0" rtlCol="0" fromWordArt="0" anchor="ctr" anchorCtr="0" forceAA="0" compatLnSpc="0">
            <a:prstTxWarp prst="textNoShape">
              <a:avLst/>
            </a:prstTxWarp>
            <a:noAutofit/>
          </a:bodyPr>
          <a:lstStyle/>
          <a:p>
            <a:pPr marL="0" marR="0" lvl="0" indent="0" algn="ctr" defTabSz="371475" rtl="0" eaLnBrk="1" fontAlgn="auto" latinLnBrk="0" hangingPunct="1">
              <a:lnSpc>
                <a:spcPct val="110000"/>
              </a:lnSpc>
              <a:spcBef>
                <a:spcPts val="0"/>
              </a:spcBef>
              <a:spcAft>
                <a:spcPts val="442"/>
              </a:spcAft>
              <a:buClrTx/>
              <a:buSzTx/>
              <a:buFontTx/>
              <a:buNone/>
              <a:tabLst/>
              <a:defRPr/>
            </a:pPr>
            <a:r>
              <a:rPr kumimoji="0" lang="en-AU" sz="1179" b="1" i="0" u="none" strike="noStrike" kern="1200" cap="none" spc="0" normalizeH="0" baseline="0" noProof="0" dirty="0">
                <a:ln>
                  <a:noFill/>
                </a:ln>
                <a:solidFill>
                  <a:srgbClr val="143200"/>
                </a:solidFill>
                <a:effectLst/>
                <a:uLnTx/>
                <a:uFillTx/>
                <a:latin typeface="Arial"/>
                <a:ea typeface="LF_Kai"/>
                <a:cs typeface="+mn-cs"/>
              </a:rPr>
              <a:t>9000+ Global Express’ drivers &amp; users</a:t>
            </a:r>
          </a:p>
        </p:txBody>
      </p:sp>
      <p:sp>
        <p:nvSpPr>
          <p:cNvPr id="124" name="Rounded Rectangle 143">
            <a:extLst>
              <a:ext uri="{FF2B5EF4-FFF2-40B4-BE49-F238E27FC236}">
                <a16:creationId xmlns:a16="http://schemas.microsoft.com/office/drawing/2014/main" id="{17E17D88-F6C9-2385-B371-74B71EC550A8}"/>
              </a:ext>
            </a:extLst>
          </p:cNvPr>
          <p:cNvSpPr/>
          <p:nvPr/>
        </p:nvSpPr>
        <p:spPr>
          <a:xfrm>
            <a:off x="4893622" y="1403463"/>
            <a:ext cx="1654969" cy="2136511"/>
          </a:xfrm>
          <a:prstGeom prst="roundRect">
            <a:avLst>
              <a:gd name="adj" fmla="val 0"/>
            </a:avLst>
          </a:prstGeom>
          <a:solidFill>
            <a:schemeClr val="bg2"/>
          </a:solidFill>
          <a:ln w="12700">
            <a:solidFill>
              <a:schemeClr val="tx2"/>
            </a:solidFill>
          </a:ln>
        </p:spPr>
        <p:style>
          <a:lnRef idx="2">
            <a:schemeClr val="accent6"/>
          </a:lnRef>
          <a:fillRef idx="1">
            <a:schemeClr val="lt1"/>
          </a:fillRef>
          <a:effectRef idx="0">
            <a:schemeClr val="accent6"/>
          </a:effectRef>
          <a:fontRef idx="minor">
            <a:schemeClr val="dk1"/>
          </a:fontRef>
        </p:style>
        <p:txBody>
          <a:bodyPr wrap="square" lIns="71549" tIns="71549" bIns="71549" rtlCol="0" anchor="ctr"/>
          <a:lstStyle/>
          <a:p>
            <a:pPr marL="0" marR="0" lvl="0" indent="0" algn="ctr" defTabSz="371475" rtl="0" eaLnBrk="1" fontAlgn="auto" latinLnBrk="0" hangingPunct="1">
              <a:lnSpc>
                <a:spcPct val="100000"/>
              </a:lnSpc>
              <a:spcBef>
                <a:spcPts val="0"/>
              </a:spcBef>
              <a:spcAft>
                <a:spcPts val="239"/>
              </a:spcAft>
              <a:buClrTx/>
              <a:buSzTx/>
              <a:buFontTx/>
              <a:buNone/>
              <a:tabLst/>
              <a:defRPr/>
            </a:pPr>
            <a:endParaRPr kumimoji="0" lang="en-AU" sz="1032" b="1" i="0" u="none" strike="noStrike" kern="1200" cap="none" spc="0" normalizeH="0" baseline="0" noProof="0" dirty="0">
              <a:ln>
                <a:noFill/>
              </a:ln>
              <a:solidFill>
                <a:srgbClr val="000000">
                  <a:lumMod val="90000"/>
                  <a:lumOff val="10000"/>
                </a:srgbClr>
              </a:solidFill>
              <a:effectLst/>
              <a:uLnTx/>
              <a:uFillTx/>
              <a:latin typeface="Arial"/>
              <a:ea typeface="Calibri" panose="020F0502020204030204" pitchFamily="34" charset="0"/>
              <a:cs typeface="Times New Roman" panose="02020603050405020304" pitchFamily="18" charset="0"/>
            </a:endParaRPr>
          </a:p>
          <a:p>
            <a:pPr marL="0" marR="0" lvl="0" indent="0" algn="ctr" defTabSz="371475" rtl="0" eaLnBrk="1" fontAlgn="auto" latinLnBrk="0" hangingPunct="1">
              <a:lnSpc>
                <a:spcPct val="100000"/>
              </a:lnSpc>
              <a:spcBef>
                <a:spcPts val="0"/>
              </a:spcBef>
              <a:spcAft>
                <a:spcPts val="239"/>
              </a:spcAft>
              <a:buClrTx/>
              <a:buSzTx/>
              <a:buFontTx/>
              <a:buNone/>
              <a:tabLst/>
              <a:defRPr/>
            </a:pPr>
            <a:r>
              <a:rPr kumimoji="0" lang="en-AU" sz="1032" b="1" i="0" u="none" strike="noStrike" kern="1200" cap="none" spc="0" normalizeH="0" baseline="0" noProof="0" dirty="0">
                <a:ln>
                  <a:noFill/>
                </a:ln>
                <a:solidFill>
                  <a:srgbClr val="000000">
                    <a:lumMod val="90000"/>
                    <a:lumOff val="10000"/>
                  </a:srgbClr>
                </a:solidFill>
                <a:effectLst/>
                <a:uLnTx/>
                <a:uFillTx/>
                <a:latin typeface="Arial"/>
                <a:ea typeface="Calibri" panose="020F0502020204030204" pitchFamily="34" charset="0"/>
                <a:cs typeface="Times New Roman" panose="02020603050405020304" pitchFamily="18" charset="0"/>
              </a:rPr>
              <a:t>A$50m investment </a:t>
            </a:r>
          </a:p>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1032" b="0" i="1" u="none" strike="noStrike" kern="1200" cap="none" spc="0" normalizeH="0" baseline="0" noProof="0" dirty="0">
                <a:ln>
                  <a:noFill/>
                </a:ln>
                <a:solidFill>
                  <a:srgbClr val="000000"/>
                </a:solidFill>
                <a:effectLst/>
                <a:uLnTx/>
                <a:uFillTx/>
                <a:latin typeface="Arial"/>
                <a:ea typeface="LF_Kai"/>
                <a:cs typeface="Arial" panose="020B0604020202020204" pitchFamily="34" charset="0"/>
              </a:rPr>
              <a:t>A single, global, digital </a:t>
            </a:r>
            <a:br>
              <a:rPr kumimoji="0" lang="en-US" sz="1032" b="0" i="1" u="none" strike="noStrike" kern="1200" cap="none" spc="0" normalizeH="0" baseline="0" noProof="0" dirty="0">
                <a:ln>
                  <a:noFill/>
                </a:ln>
                <a:solidFill>
                  <a:srgbClr val="000000"/>
                </a:solidFill>
                <a:effectLst/>
                <a:uLnTx/>
                <a:uFillTx/>
                <a:latin typeface="Arial"/>
                <a:ea typeface="LF_Kai"/>
                <a:cs typeface="Arial" panose="020B0604020202020204" pitchFamily="34" charset="0"/>
              </a:rPr>
            </a:br>
            <a:r>
              <a:rPr kumimoji="0" lang="en-US" sz="1032" b="0" i="1" u="none" strike="noStrike" kern="1200" cap="none" spc="0" normalizeH="0" baseline="0" noProof="0" dirty="0">
                <a:ln>
                  <a:noFill/>
                </a:ln>
                <a:solidFill>
                  <a:srgbClr val="000000"/>
                </a:solidFill>
                <a:effectLst/>
                <a:uLnTx/>
                <a:uFillTx/>
                <a:latin typeface="Arial"/>
                <a:ea typeface="LF_Kai"/>
                <a:cs typeface="Arial" panose="020B0604020202020204" pitchFamily="34" charset="0"/>
              </a:rPr>
              <a:t>ordering &amp; tracking experience for our customers</a:t>
            </a:r>
          </a:p>
        </p:txBody>
      </p:sp>
      <p:sp>
        <p:nvSpPr>
          <p:cNvPr id="125" name="Rounded Rectangle 143">
            <a:extLst>
              <a:ext uri="{FF2B5EF4-FFF2-40B4-BE49-F238E27FC236}">
                <a16:creationId xmlns:a16="http://schemas.microsoft.com/office/drawing/2014/main" id="{CEBC854E-5B85-226D-6DB7-E588594F653F}"/>
              </a:ext>
            </a:extLst>
          </p:cNvPr>
          <p:cNvSpPr/>
          <p:nvPr/>
        </p:nvSpPr>
        <p:spPr>
          <a:xfrm>
            <a:off x="4893620" y="3882387"/>
            <a:ext cx="1654969" cy="2136511"/>
          </a:xfrm>
          <a:prstGeom prst="roundRect">
            <a:avLst>
              <a:gd name="adj" fmla="val 0"/>
            </a:avLst>
          </a:prstGeom>
          <a:solidFill>
            <a:schemeClr val="bg2"/>
          </a:solidFill>
          <a:ln w="12700">
            <a:solidFill>
              <a:schemeClr val="tx2"/>
            </a:solidFill>
          </a:ln>
        </p:spPr>
        <p:style>
          <a:lnRef idx="2">
            <a:schemeClr val="accent6"/>
          </a:lnRef>
          <a:fillRef idx="1">
            <a:schemeClr val="lt1"/>
          </a:fillRef>
          <a:effectRef idx="0">
            <a:schemeClr val="accent6"/>
          </a:effectRef>
          <a:fontRef idx="minor">
            <a:schemeClr val="dk1"/>
          </a:fontRef>
        </p:style>
        <p:txBody>
          <a:bodyPr wrap="square" lIns="71549" tIns="71549" bIns="71549" rtlCol="0" anchor="ctr"/>
          <a:lstStyle/>
          <a:p>
            <a:pPr marL="0" marR="0" lvl="0" indent="0" algn="ctr" defTabSz="371475" rtl="0" eaLnBrk="1" fontAlgn="auto" latinLnBrk="0" hangingPunct="1">
              <a:lnSpc>
                <a:spcPct val="100000"/>
              </a:lnSpc>
              <a:spcBef>
                <a:spcPts val="0"/>
              </a:spcBef>
              <a:spcAft>
                <a:spcPts val="239"/>
              </a:spcAft>
              <a:buClrTx/>
              <a:buSzTx/>
              <a:buFontTx/>
              <a:buNone/>
              <a:tabLst/>
              <a:defRPr/>
            </a:pPr>
            <a:endParaRPr kumimoji="0" lang="en-AU" sz="1032" b="1" i="0" u="none" strike="noStrike" kern="1200" cap="none" spc="0" normalizeH="0" baseline="0" noProof="0" dirty="0">
              <a:ln>
                <a:noFill/>
              </a:ln>
              <a:solidFill>
                <a:srgbClr val="000000">
                  <a:lumMod val="90000"/>
                  <a:lumOff val="10000"/>
                </a:srgbClr>
              </a:solidFill>
              <a:effectLst/>
              <a:uLnTx/>
              <a:uFillTx/>
              <a:latin typeface="Arial"/>
              <a:ea typeface="Calibri" panose="020F0502020204030204" pitchFamily="34" charset="0"/>
              <a:cs typeface="Times New Roman" panose="02020603050405020304" pitchFamily="18" charset="0"/>
            </a:endParaRPr>
          </a:p>
          <a:p>
            <a:pPr marL="0" marR="0" lvl="0" indent="0" algn="ctr" defTabSz="371475" rtl="0" eaLnBrk="1" fontAlgn="auto" latinLnBrk="0" hangingPunct="1">
              <a:lnSpc>
                <a:spcPct val="100000"/>
              </a:lnSpc>
              <a:spcBef>
                <a:spcPts val="0"/>
              </a:spcBef>
              <a:spcAft>
                <a:spcPts val="239"/>
              </a:spcAft>
              <a:buClrTx/>
              <a:buSzTx/>
              <a:buFontTx/>
              <a:buNone/>
              <a:tabLst/>
              <a:defRPr/>
            </a:pPr>
            <a:r>
              <a:rPr kumimoji="0" lang="en-AU" sz="1032" b="1" i="0" u="none" strike="noStrike" kern="1200" cap="none" spc="0" normalizeH="0" baseline="0" noProof="0" dirty="0">
                <a:ln>
                  <a:noFill/>
                </a:ln>
                <a:solidFill>
                  <a:srgbClr val="000000">
                    <a:lumMod val="90000"/>
                    <a:lumOff val="10000"/>
                  </a:srgbClr>
                </a:solidFill>
                <a:effectLst/>
                <a:uLnTx/>
                <a:uFillTx/>
                <a:latin typeface="Arial"/>
                <a:ea typeface="Calibri" panose="020F0502020204030204" pitchFamily="34" charset="0"/>
                <a:cs typeface="Times New Roman" panose="02020603050405020304" pitchFamily="18" charset="0"/>
              </a:rPr>
              <a:t>A$45m investment </a:t>
            </a:r>
          </a:p>
          <a:p>
            <a:pPr marL="0" marR="0" lvl="0" indent="0" algn="ctr" defTabSz="371475" rtl="0" eaLnBrk="1" fontAlgn="auto" latinLnBrk="0" hangingPunct="1">
              <a:lnSpc>
                <a:spcPct val="100000"/>
              </a:lnSpc>
              <a:spcBef>
                <a:spcPts val="0"/>
              </a:spcBef>
              <a:spcAft>
                <a:spcPts val="0"/>
              </a:spcAft>
              <a:buClrTx/>
              <a:buSzTx/>
              <a:buFontTx/>
              <a:buNone/>
              <a:tabLst/>
              <a:defRPr/>
            </a:pPr>
            <a:r>
              <a:rPr kumimoji="0" lang="en-US" sz="1032" b="0" i="1" u="none" strike="noStrike" kern="1200" cap="none" spc="0" normalizeH="0" baseline="0" noProof="0" dirty="0">
                <a:ln>
                  <a:noFill/>
                </a:ln>
                <a:solidFill>
                  <a:srgbClr val="000000"/>
                </a:solidFill>
                <a:effectLst/>
                <a:uLnTx/>
                <a:uFillTx/>
                <a:latin typeface="Arial"/>
                <a:ea typeface="LF_Kai"/>
                <a:cs typeface="Arial" panose="020B0604020202020204" pitchFamily="34" charset="0"/>
              </a:rPr>
              <a:t>Single scanner solution for drivers and depot staff, running </a:t>
            </a:r>
            <a:br>
              <a:rPr kumimoji="0" lang="en-US" sz="1032" b="0" i="1" u="none" strike="noStrike" kern="1200" cap="none" spc="0" normalizeH="0" baseline="0" noProof="0" dirty="0">
                <a:ln>
                  <a:noFill/>
                </a:ln>
                <a:solidFill>
                  <a:srgbClr val="000000"/>
                </a:solidFill>
                <a:effectLst/>
                <a:uLnTx/>
                <a:uFillTx/>
                <a:latin typeface="Arial"/>
                <a:ea typeface="LF_Kai"/>
                <a:cs typeface="Arial" panose="020B0604020202020204" pitchFamily="34" charset="0"/>
              </a:rPr>
            </a:br>
            <a:r>
              <a:rPr kumimoji="0" lang="en-US" sz="1032" b="0" i="1" u="none" strike="noStrike" kern="1200" cap="none" spc="0" normalizeH="0" baseline="0" noProof="0" dirty="0">
                <a:ln>
                  <a:noFill/>
                </a:ln>
                <a:solidFill>
                  <a:srgbClr val="000000"/>
                </a:solidFill>
                <a:effectLst/>
                <a:uLnTx/>
                <a:uFillTx/>
                <a:latin typeface="Arial"/>
                <a:ea typeface="LF_Kai"/>
                <a:cs typeface="Arial" panose="020B0604020202020204" pitchFamily="34" charset="0"/>
              </a:rPr>
              <a:t>a standard data driven application to pickup </a:t>
            </a:r>
            <a:br>
              <a:rPr kumimoji="0" lang="en-US" sz="1032" b="0" i="1" u="none" strike="noStrike" kern="1200" cap="none" spc="0" normalizeH="0" baseline="0" noProof="0" dirty="0">
                <a:ln>
                  <a:noFill/>
                </a:ln>
                <a:solidFill>
                  <a:srgbClr val="000000"/>
                </a:solidFill>
                <a:effectLst/>
                <a:uLnTx/>
                <a:uFillTx/>
                <a:latin typeface="Arial"/>
                <a:ea typeface="LF_Kai"/>
                <a:cs typeface="Arial" panose="020B0604020202020204" pitchFamily="34" charset="0"/>
              </a:rPr>
            </a:br>
            <a:r>
              <a:rPr kumimoji="0" lang="en-US" sz="1032" b="0" i="1" u="none" strike="noStrike" kern="1200" cap="none" spc="0" normalizeH="0" baseline="0" noProof="0" dirty="0">
                <a:ln>
                  <a:noFill/>
                </a:ln>
                <a:solidFill>
                  <a:srgbClr val="000000"/>
                </a:solidFill>
                <a:effectLst/>
                <a:uLnTx/>
                <a:uFillTx/>
                <a:latin typeface="Arial"/>
                <a:ea typeface="LF_Kai"/>
                <a:cs typeface="Arial" panose="020B0604020202020204" pitchFamily="34" charset="0"/>
              </a:rPr>
              <a:t>and deliver items. </a:t>
            </a:r>
          </a:p>
        </p:txBody>
      </p:sp>
      <p:sp>
        <p:nvSpPr>
          <p:cNvPr id="126" name="TextBox 125">
            <a:extLst>
              <a:ext uri="{FF2B5EF4-FFF2-40B4-BE49-F238E27FC236}">
                <a16:creationId xmlns:a16="http://schemas.microsoft.com/office/drawing/2014/main" id="{EDA32D95-6D0A-0565-952B-00191E7F2E68}"/>
              </a:ext>
            </a:extLst>
          </p:cNvPr>
          <p:cNvSpPr txBox="1"/>
          <p:nvPr>
            <p:custDataLst>
              <p:tags r:id="rId1"/>
            </p:custDataLst>
          </p:nvPr>
        </p:nvSpPr>
        <p:spPr>
          <a:xfrm>
            <a:off x="8697232" y="1578561"/>
            <a:ext cx="2927321" cy="2120794"/>
          </a:xfrm>
          <a:prstGeom prst="rect">
            <a:avLst/>
          </a:prstGeom>
          <a:noFill/>
        </p:spPr>
        <p:txBody>
          <a:bodyPr vert="horz" wrap="square" lIns="67371" tIns="26948" rIns="26948" bIns="26948" rtlCol="0" anchor="t">
            <a:noAutofit/>
          </a:bodyPr>
          <a:lstStyle/>
          <a:p>
            <a:pPr marL="0" marR="0" lvl="1" indent="0" algn="l" defTabSz="371475" rtl="0" eaLnBrk="1" fontAlgn="auto" latinLnBrk="0" hangingPunct="1">
              <a:lnSpc>
                <a:spcPct val="110000"/>
              </a:lnSpc>
              <a:spcBef>
                <a:spcPts val="442"/>
              </a:spcBef>
              <a:spcAft>
                <a:spcPts val="368"/>
              </a:spcAft>
              <a:buClr>
                <a:srgbClr val="00AAA6"/>
              </a:buClr>
              <a:buSzPct val="92000"/>
              <a:buFontTx/>
              <a:buNone/>
              <a:tabLst/>
              <a:defRPr/>
            </a:pPr>
            <a:r>
              <a:rPr kumimoji="0" lang="en-US" sz="1200" b="1" i="0" u="none" strike="noStrike" kern="1200" cap="none" spc="0" normalizeH="0" baseline="0" noProof="0" dirty="0">
                <a:ln>
                  <a:noFill/>
                </a:ln>
                <a:solidFill>
                  <a:srgbClr val="143200"/>
                </a:solidFill>
                <a:effectLst/>
                <a:uLnTx/>
                <a:uFillTx/>
                <a:latin typeface="Century Gothic" panose="020B0502020202020204" pitchFamily="34" charset="0"/>
                <a:ea typeface="LF_Kai"/>
              </a:rPr>
              <a:t>Benefits</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ea typeface="LF_Kai"/>
              </a:rPr>
              <a:t> </a:t>
            </a:r>
            <a:r>
              <a:rPr kumimoji="0" lang="en-US" sz="1032" b="0" i="0" u="none" strike="noStrike" kern="1200" cap="none" spc="0" normalizeH="0" baseline="0" noProof="0">
                <a:ln>
                  <a:noFill/>
                </a:ln>
                <a:solidFill>
                  <a:srgbClr val="2A2C28"/>
                </a:solidFill>
                <a:effectLst/>
                <a:uLnTx/>
                <a:uFillTx/>
                <a:latin typeface="Century Gothic" panose="020B0502020202020204" pitchFamily="34" charset="0"/>
                <a:ea typeface="LF_Kai"/>
              </a:rPr>
              <a:t>Standardised</a:t>
            </a: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ea typeface="LF_Kai"/>
              </a:rPr>
              <a:t> digital customer experience</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ea typeface="LF_Kai"/>
              </a:rPr>
              <a:t> One-stop solution for booking needs</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ea typeface="LF_Kai"/>
              </a:rPr>
              <a:t> Track and trace / Real-time alerts</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ea typeface="LF_Kai"/>
              </a:rPr>
              <a:t> AWS cloud managed infrastructure</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ea typeface="LF_Kai"/>
              </a:rPr>
              <a:t> Resiliency implemented across </a:t>
            </a:r>
            <a:r>
              <a:rPr kumimoji="0" lang="en-US" sz="1032" b="0" i="0" u="none" strike="noStrike" kern="1200" cap="none" spc="0" normalizeH="0" baseline="0" noProof="0" dirty="0" err="1">
                <a:ln>
                  <a:noFill/>
                </a:ln>
                <a:solidFill>
                  <a:srgbClr val="2A2C28"/>
                </a:solidFill>
                <a:effectLst/>
                <a:uLnTx/>
                <a:uFillTx/>
                <a:latin typeface="Century Gothic" panose="020B0502020202020204" pitchFamily="34" charset="0"/>
                <a:ea typeface="LF_Kai"/>
              </a:rPr>
              <a:t>MyTeamGE</a:t>
            </a:r>
            <a:endParaRPr kumimoji="0" lang="en-AU" sz="1032" b="0" i="0" u="none" strike="noStrike" kern="1200" cap="none" spc="0" normalizeH="0" baseline="0" noProof="0" dirty="0">
              <a:ln>
                <a:noFill/>
              </a:ln>
              <a:solidFill>
                <a:srgbClr val="2A2C28"/>
              </a:solidFill>
              <a:effectLst/>
              <a:uLnTx/>
              <a:uFillTx/>
              <a:latin typeface="Century Gothic" panose="020B0502020202020204" pitchFamily="34" charset="0"/>
            </a:endParaRPr>
          </a:p>
          <a:p>
            <a:pPr marL="0" marR="0" lvl="1" indent="0" algn="l" defTabSz="371475" rtl="0" eaLnBrk="1" fontAlgn="auto" latinLnBrk="0" hangingPunct="1">
              <a:lnSpc>
                <a:spcPct val="110000"/>
              </a:lnSpc>
              <a:spcBef>
                <a:spcPts val="442"/>
              </a:spcBef>
              <a:spcAft>
                <a:spcPts val="368"/>
              </a:spcAft>
              <a:buClr>
                <a:srgbClr val="00AB4E"/>
              </a:buClr>
              <a:buSzPct val="92000"/>
              <a:buFont typeface="Wingdings" panose="05000000000000000000" pitchFamily="2" charset="2"/>
              <a:buChar char="ü"/>
              <a:tabLst/>
              <a:defRPr/>
            </a:pPr>
            <a:endParaRPr kumimoji="0" lang="en-US" sz="1032" b="0" i="0" u="none" strike="noStrike" kern="1200" cap="none" spc="0" normalizeH="0" baseline="0" noProof="0" dirty="0">
              <a:ln>
                <a:noFill/>
              </a:ln>
              <a:solidFill>
                <a:srgbClr val="6D6E6A"/>
              </a:solidFill>
              <a:effectLst/>
              <a:uLnTx/>
              <a:uFillTx/>
              <a:latin typeface="Century Gothic" panose="020B0502020202020204" pitchFamily="34" charset="0"/>
              <a:ea typeface="LF_Kai"/>
            </a:endParaRPr>
          </a:p>
        </p:txBody>
      </p:sp>
      <p:sp>
        <p:nvSpPr>
          <p:cNvPr id="127" name="TextBox 126">
            <a:extLst>
              <a:ext uri="{FF2B5EF4-FFF2-40B4-BE49-F238E27FC236}">
                <a16:creationId xmlns:a16="http://schemas.microsoft.com/office/drawing/2014/main" id="{742EC863-8C72-D246-E353-DD6FA0800358}"/>
              </a:ext>
            </a:extLst>
          </p:cNvPr>
          <p:cNvSpPr txBox="1"/>
          <p:nvPr>
            <p:custDataLst>
              <p:tags r:id="rId2"/>
            </p:custDataLst>
          </p:nvPr>
        </p:nvSpPr>
        <p:spPr>
          <a:xfrm>
            <a:off x="8697230" y="3882386"/>
            <a:ext cx="3021159" cy="2473963"/>
          </a:xfrm>
          <a:prstGeom prst="rect">
            <a:avLst/>
          </a:prstGeom>
          <a:noFill/>
        </p:spPr>
        <p:txBody>
          <a:bodyPr vert="horz" wrap="square" lIns="67371" tIns="26948" rIns="26948" bIns="26948" rtlCol="0" anchor="t">
            <a:noAutofit/>
          </a:bodyPr>
          <a:lstStyle/>
          <a:p>
            <a:pPr marL="0" marR="0" lvl="1" indent="0" algn="l" defTabSz="371475" rtl="0" eaLnBrk="1" fontAlgn="auto" latinLnBrk="0" hangingPunct="1">
              <a:lnSpc>
                <a:spcPct val="110000"/>
              </a:lnSpc>
              <a:spcBef>
                <a:spcPts val="442"/>
              </a:spcBef>
              <a:spcAft>
                <a:spcPts val="368"/>
              </a:spcAft>
              <a:buClr>
                <a:srgbClr val="00AAA6"/>
              </a:buClr>
              <a:buSzPct val="92000"/>
              <a:buFontTx/>
              <a:buNone/>
              <a:tabLst/>
              <a:defRPr/>
            </a:pPr>
            <a:r>
              <a:rPr kumimoji="0" lang="en-US" sz="1200" b="1" i="0" u="none" strike="noStrike" kern="1200" cap="none" spc="0" normalizeH="0" baseline="0" noProof="0" dirty="0">
                <a:ln>
                  <a:noFill/>
                </a:ln>
                <a:solidFill>
                  <a:srgbClr val="143200"/>
                </a:solidFill>
                <a:effectLst/>
                <a:uLnTx/>
                <a:uFillTx/>
                <a:latin typeface="Century Gothic" panose="020B0502020202020204" pitchFamily="34" charset="0"/>
              </a:rPr>
              <a:t>Benefits</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t> Team Global Express’ new scanning device, TED</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t> Multi-purpose single scanner solution for</a:t>
            </a:r>
            <a:b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b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t>    drivers and depot staff </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t> Provides real-time shipment and delivery</a:t>
            </a:r>
            <a:b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b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t>    events to </a:t>
            </a:r>
            <a:r>
              <a:rPr kumimoji="0" lang="en-US" sz="1032" b="0" i="0" u="none" strike="noStrike" kern="1200" cap="none" spc="0" normalizeH="0" baseline="0" noProof="0" dirty="0" err="1">
                <a:ln>
                  <a:noFill/>
                </a:ln>
                <a:solidFill>
                  <a:srgbClr val="2A2C28"/>
                </a:solidFill>
                <a:effectLst/>
                <a:uLnTx/>
                <a:uFillTx/>
                <a:latin typeface="Century Gothic" panose="020B0502020202020204" pitchFamily="34" charset="0"/>
              </a:rPr>
              <a:t>MyTeamGE</a:t>
            </a: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t> </a:t>
            </a:r>
          </a:p>
          <a:p>
            <a:pPr marL="0" marR="0" lvl="1" indent="0" algn="l" defTabSz="371475" rtl="0" eaLnBrk="1" fontAlgn="auto" latinLnBrk="0" hangingPunct="1">
              <a:lnSpc>
                <a:spcPct val="110000"/>
              </a:lnSpc>
              <a:spcBef>
                <a:spcPts val="442"/>
              </a:spcBef>
              <a:spcAft>
                <a:spcPts val="368"/>
              </a:spcAft>
              <a:buClr>
                <a:srgbClr val="143200"/>
              </a:buClr>
              <a:buSzPct val="92000"/>
              <a:buFont typeface="Wingdings" panose="05000000000000000000" pitchFamily="2" charset="2"/>
              <a:buChar char="ü"/>
              <a:tabLst/>
              <a:defRPr/>
            </a:pP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t> Giving customers an end-to-end view of</a:t>
            </a:r>
            <a:b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br>
            <a:r>
              <a:rPr kumimoji="0" lang="en-US" sz="1032" b="0" i="0" u="none" strike="noStrike" kern="1200" cap="none" spc="0" normalizeH="0" baseline="0" noProof="0" dirty="0">
                <a:ln>
                  <a:noFill/>
                </a:ln>
                <a:solidFill>
                  <a:srgbClr val="2A2C28"/>
                </a:solidFill>
                <a:effectLst/>
                <a:uLnTx/>
                <a:uFillTx/>
                <a:latin typeface="Century Gothic" panose="020B0502020202020204" pitchFamily="34" charset="0"/>
              </a:rPr>
              <a:t>    their freight as it moves through the  Team      </a:t>
            </a:r>
            <a:r>
              <a:rPr lang="en-US" sz="1032" dirty="0">
                <a:solidFill>
                  <a:srgbClr val="2A2C28"/>
                </a:solidFill>
                <a:latin typeface="Century Gothic" panose="020B0502020202020204" pitchFamily="34" charset="0"/>
              </a:rPr>
              <a:t>Global Express network.</a:t>
            </a:r>
          </a:p>
          <a:p>
            <a:pPr marL="0" marR="0" lvl="1" indent="0" algn="l" defTabSz="371475" rtl="0" eaLnBrk="1" fontAlgn="auto" latinLnBrk="0" hangingPunct="1">
              <a:lnSpc>
                <a:spcPct val="110000"/>
              </a:lnSpc>
              <a:spcBef>
                <a:spcPts val="442"/>
              </a:spcBef>
              <a:spcAft>
                <a:spcPts val="368"/>
              </a:spcAft>
              <a:buClr>
                <a:srgbClr val="00AB4E"/>
              </a:buClr>
              <a:buSzPct val="92000"/>
              <a:buFont typeface="Wingdings" panose="05000000000000000000" pitchFamily="2" charset="2"/>
              <a:buChar char="ü"/>
              <a:tabLst/>
              <a:defRPr/>
            </a:pPr>
            <a:endParaRPr kumimoji="0" lang="en-US" sz="1032" b="0" i="0" u="none" strike="noStrike" kern="1200" cap="none" spc="0" normalizeH="0" baseline="0" noProof="0" dirty="0">
              <a:ln>
                <a:noFill/>
              </a:ln>
              <a:solidFill>
                <a:srgbClr val="6D6E6A"/>
              </a:solidFill>
              <a:effectLst/>
              <a:uLnTx/>
              <a:uFillTx/>
              <a:latin typeface="Century Gothic" panose="020B0502020202020204" pitchFamily="34" charset="0"/>
              <a:ea typeface="LF_Kai"/>
            </a:endParaRPr>
          </a:p>
        </p:txBody>
      </p:sp>
      <p:sp>
        <p:nvSpPr>
          <p:cNvPr id="7" name="TextBox 6">
            <a:extLst>
              <a:ext uri="{FF2B5EF4-FFF2-40B4-BE49-F238E27FC236}">
                <a16:creationId xmlns:a16="http://schemas.microsoft.com/office/drawing/2014/main" id="{F184863C-2054-3747-129D-24F0176CEA8C}"/>
              </a:ext>
            </a:extLst>
          </p:cNvPr>
          <p:cNvSpPr txBox="1"/>
          <p:nvPr/>
        </p:nvSpPr>
        <p:spPr>
          <a:xfrm>
            <a:off x="1474141" y="3261987"/>
            <a:ext cx="1988075" cy="461665"/>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1" u="none" strike="noStrike" kern="1200" cap="none" spc="0" normalizeH="0" baseline="0" noProof="0" dirty="0">
                <a:ln>
                  <a:noFill/>
                </a:ln>
                <a:solidFill>
                  <a:srgbClr val="143200"/>
                </a:solidFill>
                <a:effectLst/>
                <a:uLnTx/>
                <a:uFillTx/>
                <a:latin typeface="Century Gothic" panose="020B0502020202020204" pitchFamily="34" charset="0"/>
                <a:ea typeface="Times New Roman" panose="02020603050405020304" pitchFamily="18" charset="0"/>
                <a:cs typeface="Arial" panose="020B0604020202020204" pitchFamily="34" charset="0"/>
              </a:rPr>
              <a:t>MyTeamGE</a:t>
            </a:r>
            <a:endParaRPr kumimoji="0" lang="en-AU" sz="2400" b="0" i="1" u="none" strike="noStrike" kern="1200" cap="none" spc="0" normalizeH="0" baseline="0" noProof="0" dirty="0">
              <a:ln>
                <a:noFill/>
              </a:ln>
              <a:solidFill>
                <a:srgbClr val="143200"/>
              </a:solidFill>
              <a:effectLst/>
              <a:uLnTx/>
              <a:uFillTx/>
              <a:latin typeface="Calibri" panose="020F0502020204030204"/>
              <a:ea typeface="+mn-ea"/>
              <a:cs typeface="+mn-cs"/>
            </a:endParaRPr>
          </a:p>
        </p:txBody>
      </p:sp>
      <p:sp>
        <p:nvSpPr>
          <p:cNvPr id="132" name="TextBox 131">
            <a:extLst>
              <a:ext uri="{FF2B5EF4-FFF2-40B4-BE49-F238E27FC236}">
                <a16:creationId xmlns:a16="http://schemas.microsoft.com/office/drawing/2014/main" id="{0C483574-734D-1E64-682E-9A322391E30C}"/>
              </a:ext>
            </a:extLst>
          </p:cNvPr>
          <p:cNvSpPr txBox="1"/>
          <p:nvPr/>
        </p:nvSpPr>
        <p:spPr>
          <a:xfrm>
            <a:off x="5167032" y="1836271"/>
            <a:ext cx="1232785"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1" i="1" u="none" strike="noStrike" kern="1200" cap="none" spc="0" normalizeH="0" baseline="0" noProof="0" dirty="0">
                <a:ln>
                  <a:noFill/>
                </a:ln>
                <a:solidFill>
                  <a:srgbClr val="CBFF54"/>
                </a:solidFill>
                <a:effectLst/>
                <a:highlight>
                  <a:srgbClr val="143200"/>
                </a:highlight>
                <a:uLnTx/>
                <a:uFillTx/>
                <a:latin typeface="Century Gothic" panose="020B0502020202020204" pitchFamily="34" charset="0"/>
                <a:ea typeface="Times New Roman" panose="02020603050405020304" pitchFamily="18" charset="0"/>
                <a:cs typeface="Arial" panose="020B0604020202020204" pitchFamily="34" charset="0"/>
              </a:rPr>
              <a:t>MyTeamGE</a:t>
            </a:r>
            <a:endParaRPr kumimoji="0" lang="en-AU" sz="1400" b="0" i="1" u="none" strike="noStrike" kern="1200" cap="none" spc="0" normalizeH="0" baseline="0" noProof="0" dirty="0">
              <a:ln>
                <a:noFill/>
              </a:ln>
              <a:solidFill>
                <a:srgbClr val="CBFF54"/>
              </a:solidFill>
              <a:effectLst/>
              <a:highlight>
                <a:srgbClr val="143200"/>
              </a:highlight>
              <a:uLnTx/>
              <a:uFillTx/>
              <a:latin typeface="Calibri" panose="020F0502020204030204"/>
              <a:ea typeface="+mn-ea"/>
              <a:cs typeface="+mn-cs"/>
            </a:endParaRPr>
          </a:p>
        </p:txBody>
      </p:sp>
      <p:sp>
        <p:nvSpPr>
          <p:cNvPr id="134" name="TextBox 133">
            <a:extLst>
              <a:ext uri="{FF2B5EF4-FFF2-40B4-BE49-F238E27FC236}">
                <a16:creationId xmlns:a16="http://schemas.microsoft.com/office/drawing/2014/main" id="{99DBBE75-1590-2FDC-994E-80AA2488E8E9}"/>
              </a:ext>
            </a:extLst>
          </p:cNvPr>
          <p:cNvSpPr txBox="1"/>
          <p:nvPr/>
        </p:nvSpPr>
        <p:spPr>
          <a:xfrm>
            <a:off x="4992186" y="4159018"/>
            <a:ext cx="14885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srgbClr val="CBFF54"/>
                </a:solidFill>
                <a:effectLst/>
                <a:highlight>
                  <a:srgbClr val="143200"/>
                </a:highlight>
                <a:uLnTx/>
                <a:uFillTx/>
                <a:latin typeface="Century Gothic" panose="020B0502020202020204" pitchFamily="34" charset="0"/>
                <a:ea typeface="Times New Roman" panose="02020603050405020304" pitchFamily="18" charset="0"/>
                <a:cs typeface="Arial" panose="020B0604020202020204" pitchFamily="34" charset="0"/>
              </a:rPr>
              <a:t>DRIVER APPS </a:t>
            </a:r>
          </a:p>
        </p:txBody>
      </p:sp>
      <p:pic>
        <p:nvPicPr>
          <p:cNvPr id="3" name="Picture 2" descr="A picture containing text, sign&#10;&#10;Description automatically generated">
            <a:extLst>
              <a:ext uri="{FF2B5EF4-FFF2-40B4-BE49-F238E27FC236}">
                <a16:creationId xmlns:a16="http://schemas.microsoft.com/office/drawing/2014/main" id="{0EA82B45-F641-2807-3367-CD3E7A1437E1}"/>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509971" y="3779256"/>
            <a:ext cx="1916414" cy="515302"/>
          </a:xfrm>
          <a:prstGeom prst="rect">
            <a:avLst/>
          </a:prstGeom>
        </p:spPr>
      </p:pic>
    </p:spTree>
    <p:extLst>
      <p:ext uri="{BB962C8B-B14F-4D97-AF65-F5344CB8AC3E}">
        <p14:creationId xmlns:p14="http://schemas.microsoft.com/office/powerpoint/2010/main" val="2908037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A2D1-7444-AF6C-EDA7-04F67207B277}"/>
              </a:ext>
            </a:extLst>
          </p:cNvPr>
          <p:cNvSpPr>
            <a:spLocks noGrp="1"/>
          </p:cNvSpPr>
          <p:nvPr>
            <p:ph type="title"/>
          </p:nvPr>
        </p:nvSpPr>
        <p:spPr>
          <a:xfrm>
            <a:off x="327991" y="323882"/>
            <a:ext cx="11536018" cy="590518"/>
          </a:xfrm>
        </p:spPr>
        <p:txBody>
          <a:bodyPr>
            <a:normAutofit fontScale="90000"/>
          </a:bodyPr>
          <a:lstStyle/>
          <a:p>
            <a:r>
              <a:rPr lang="en-AU" dirty="0"/>
              <a:t>Team Global Express Electronic Delivery Application</a:t>
            </a:r>
            <a:endParaRPr lang="en-US" dirty="0"/>
          </a:p>
        </p:txBody>
      </p:sp>
      <p:sp>
        <p:nvSpPr>
          <p:cNvPr id="4" name="Slide Number Placeholder 3">
            <a:extLst>
              <a:ext uri="{FF2B5EF4-FFF2-40B4-BE49-F238E27FC236}">
                <a16:creationId xmlns:a16="http://schemas.microsoft.com/office/drawing/2014/main" id="{DAE38344-DE54-23AC-618A-8DC9594D5406}"/>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EED4F224-E88B-A44E-95C1-82CB97C9A2DF}" type="slidenum">
              <a:rPr kumimoji="0" lang="en-US" sz="800" b="1" i="0" u="none" strike="noStrike" kern="1200" cap="none" spc="0" normalizeH="0" baseline="0" noProof="0" smtClean="0">
                <a:ln>
                  <a:noFill/>
                </a:ln>
                <a:solidFill>
                  <a:srgbClr val="143200"/>
                </a:solidFill>
                <a:effectLst/>
                <a:uLnTx/>
                <a:uFillTx/>
                <a:latin typeface="Century Gothic" panose="020B0502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12</a:t>
            </a:fld>
            <a:endParaRPr kumimoji="0" lang="en-US" sz="800" b="1" i="0" u="none" strike="noStrike" kern="1200" cap="none" spc="0" normalizeH="0" baseline="0" noProof="0" dirty="0">
              <a:ln>
                <a:noFill/>
              </a:ln>
              <a:solidFill>
                <a:srgbClr val="143200"/>
              </a:solidFill>
              <a:effectLst/>
              <a:uLnTx/>
              <a:uFillTx/>
              <a:latin typeface="Century Gothic" panose="020B0502020202020204" pitchFamily="34" charset="0"/>
              <a:ea typeface="+mn-ea"/>
              <a:cs typeface="+mn-cs"/>
            </a:endParaRPr>
          </a:p>
        </p:txBody>
      </p:sp>
      <p:sp>
        <p:nvSpPr>
          <p:cNvPr id="55" name="TextBox 54">
            <a:extLst>
              <a:ext uri="{FF2B5EF4-FFF2-40B4-BE49-F238E27FC236}">
                <a16:creationId xmlns:a16="http://schemas.microsoft.com/office/drawing/2014/main" id="{1FD5D0FF-29CC-9E12-261A-ACC7B46C48E0}"/>
              </a:ext>
            </a:extLst>
          </p:cNvPr>
          <p:cNvSpPr txBox="1"/>
          <p:nvPr/>
        </p:nvSpPr>
        <p:spPr>
          <a:xfrm>
            <a:off x="346096" y="2120626"/>
            <a:ext cx="4914094" cy="3939540"/>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600"/>
              </a:spcBef>
              <a:spcAft>
                <a:spcPts val="600"/>
              </a:spcAft>
              <a:buClr>
                <a:srgbClr val="143200"/>
              </a:buClr>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Improved customer experience by using </a:t>
            </a:r>
            <a:b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b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a single MDT to deliver all Team Global Express freight</a:t>
            </a:r>
          </a:p>
          <a:p>
            <a:pPr marL="171450" marR="0" lvl="0" indent="-171450" algn="l" defTabSz="457200" rtl="0" eaLnBrk="1" fontAlgn="auto" latinLnBrk="0" hangingPunct="1">
              <a:lnSpc>
                <a:spcPct val="100000"/>
              </a:lnSpc>
              <a:spcBef>
                <a:spcPts val="600"/>
              </a:spcBef>
              <a:spcAft>
                <a:spcPts val="600"/>
              </a:spcAft>
              <a:buClr>
                <a:srgbClr val="143200"/>
              </a:buClr>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Reduction of paper-based consignment management/ proof of delivery notifications</a:t>
            </a:r>
          </a:p>
          <a:p>
            <a:pPr marL="171450" marR="0" lvl="0" indent="-171450" algn="l" defTabSz="457200" rtl="0" eaLnBrk="1" fontAlgn="auto" latinLnBrk="0" hangingPunct="1">
              <a:lnSpc>
                <a:spcPct val="100000"/>
              </a:lnSpc>
              <a:spcBef>
                <a:spcPts val="600"/>
              </a:spcBef>
              <a:spcAft>
                <a:spcPts val="600"/>
              </a:spcAft>
              <a:buClr>
                <a:srgbClr val="143200"/>
              </a:buClr>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Improved customer visibility of tracking information as items are processed</a:t>
            </a:r>
          </a:p>
          <a:p>
            <a:pPr marL="171450" marR="0" lvl="0" indent="-171450" algn="l" defTabSz="457200" rtl="0" eaLnBrk="1" fontAlgn="auto" latinLnBrk="0" hangingPunct="1">
              <a:lnSpc>
                <a:spcPct val="100000"/>
              </a:lnSpc>
              <a:spcBef>
                <a:spcPts val="600"/>
              </a:spcBef>
              <a:spcAft>
                <a:spcPts val="600"/>
              </a:spcAft>
              <a:buClr>
                <a:srgbClr val="143200"/>
              </a:buClr>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A single scanner solution and application across all our businesses</a:t>
            </a:r>
          </a:p>
          <a:p>
            <a:pPr marL="171450" marR="0" lvl="0" indent="-171450" algn="l" defTabSz="457200" rtl="0" eaLnBrk="1" fontAlgn="auto" latinLnBrk="0" hangingPunct="1">
              <a:lnSpc>
                <a:spcPct val="100000"/>
              </a:lnSpc>
              <a:spcBef>
                <a:spcPts val="600"/>
              </a:spcBef>
              <a:spcAft>
                <a:spcPts val="600"/>
              </a:spcAft>
              <a:buClr>
                <a:srgbClr val="143200"/>
              </a:buClr>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Single process for pickup and delivery of products irrespective of business unit with a single device</a:t>
            </a:r>
          </a:p>
          <a:p>
            <a:pPr marL="171450" marR="0" lvl="0" indent="-171450" algn="l" defTabSz="457200" rtl="0" eaLnBrk="1" fontAlgn="auto" latinLnBrk="0" hangingPunct="1">
              <a:lnSpc>
                <a:spcPct val="100000"/>
              </a:lnSpc>
              <a:spcBef>
                <a:spcPts val="600"/>
              </a:spcBef>
              <a:spcAft>
                <a:spcPts val="600"/>
              </a:spcAft>
              <a:buClr>
                <a:srgbClr val="143200"/>
              </a:buClr>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Customer only signs once for cross-business unit deliveries</a:t>
            </a:r>
          </a:p>
          <a:p>
            <a:pPr marL="171450" marR="0" lvl="0" indent="-171450" algn="l" defTabSz="457200" rtl="0" eaLnBrk="1" fontAlgn="auto" latinLnBrk="0" hangingPunct="1">
              <a:lnSpc>
                <a:spcPct val="100000"/>
              </a:lnSpc>
              <a:spcBef>
                <a:spcPts val="600"/>
              </a:spcBef>
              <a:spcAft>
                <a:spcPts val="600"/>
              </a:spcAft>
              <a:buClr>
                <a:srgbClr val="143200"/>
              </a:buClr>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Ability to track freight to authenticated drivers</a:t>
            </a:r>
          </a:p>
          <a:p>
            <a:pPr marL="171450" marR="0" lvl="0" indent="-171450" algn="l" defTabSz="457200" rtl="0" eaLnBrk="1" fontAlgn="auto" latinLnBrk="0" hangingPunct="1">
              <a:lnSpc>
                <a:spcPct val="100000"/>
              </a:lnSpc>
              <a:spcBef>
                <a:spcPts val="600"/>
              </a:spcBef>
              <a:spcAft>
                <a:spcPts val="600"/>
              </a:spcAft>
              <a:buClr>
                <a:srgbClr val="143200"/>
              </a:buClr>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Calibri" panose="020F0502020204030204" pitchFamily="34" charset="0"/>
              </a:rPr>
              <a:t>Automate depot arrival and depart recording/geo-fencing of Team Global Express and non-Team Global Express locations</a:t>
            </a:r>
          </a:p>
        </p:txBody>
      </p:sp>
      <p:grpSp>
        <p:nvGrpSpPr>
          <p:cNvPr id="57" name="Group 56">
            <a:extLst>
              <a:ext uri="{FF2B5EF4-FFF2-40B4-BE49-F238E27FC236}">
                <a16:creationId xmlns:a16="http://schemas.microsoft.com/office/drawing/2014/main" id="{DE9CBF51-9B56-167D-725B-36A9F6B55CB8}"/>
              </a:ext>
            </a:extLst>
          </p:cNvPr>
          <p:cNvGrpSpPr/>
          <p:nvPr/>
        </p:nvGrpSpPr>
        <p:grpSpPr>
          <a:xfrm>
            <a:off x="5600051" y="1807549"/>
            <a:ext cx="6224045" cy="3727398"/>
            <a:chOff x="839788" y="2009662"/>
            <a:chExt cx="7111937" cy="4160271"/>
          </a:xfrm>
        </p:grpSpPr>
        <p:grpSp>
          <p:nvGrpSpPr>
            <p:cNvPr id="58" name="Group 57">
              <a:extLst>
                <a:ext uri="{FF2B5EF4-FFF2-40B4-BE49-F238E27FC236}">
                  <a16:creationId xmlns:a16="http://schemas.microsoft.com/office/drawing/2014/main" id="{3D52F638-2299-E6B8-A32A-4D909471F1D3}"/>
                </a:ext>
              </a:extLst>
            </p:cNvPr>
            <p:cNvGrpSpPr>
              <a:grpSpLocks noChangeAspect="1"/>
            </p:cNvGrpSpPr>
            <p:nvPr/>
          </p:nvGrpSpPr>
          <p:grpSpPr>
            <a:xfrm>
              <a:off x="1320355" y="2009662"/>
              <a:ext cx="2586574" cy="4138521"/>
              <a:chOff x="1408891" y="1003030"/>
              <a:chExt cx="3654572" cy="5847319"/>
            </a:xfrm>
          </p:grpSpPr>
          <p:pic>
            <p:nvPicPr>
              <p:cNvPr id="98" name="Picture 97">
                <a:extLst>
                  <a:ext uri="{FF2B5EF4-FFF2-40B4-BE49-F238E27FC236}">
                    <a16:creationId xmlns:a16="http://schemas.microsoft.com/office/drawing/2014/main" id="{EF436E8A-4D60-1F72-3328-D52A8FA1C1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8891" y="1003030"/>
                <a:ext cx="3654572" cy="5847319"/>
              </a:xfrm>
              <a:prstGeom prst="rect">
                <a:avLst/>
              </a:prstGeom>
              <a:effectLst>
                <a:outerShdw blurRad="50800" dist="38100" dir="2700000" algn="tl" rotWithShape="0">
                  <a:prstClr val="black">
                    <a:alpha val="40000"/>
                  </a:prstClr>
                </a:outerShdw>
              </a:effectLst>
            </p:spPr>
          </p:pic>
          <p:pic>
            <p:nvPicPr>
              <p:cNvPr id="99" name="Picture 98">
                <a:extLst>
                  <a:ext uri="{FF2B5EF4-FFF2-40B4-BE49-F238E27FC236}">
                    <a16:creationId xmlns:a16="http://schemas.microsoft.com/office/drawing/2014/main" id="{564B2E83-B2E7-14FE-A6AD-67E129ED52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8794" y="1998871"/>
                <a:ext cx="2217613" cy="3959431"/>
              </a:xfrm>
              <a:prstGeom prst="rect">
                <a:avLst/>
              </a:prstGeom>
              <a:effectLst>
                <a:softEdge rad="12700"/>
              </a:effectLst>
            </p:spPr>
          </p:pic>
        </p:grpSp>
        <p:grpSp>
          <p:nvGrpSpPr>
            <p:cNvPr id="59" name="Group 58">
              <a:extLst>
                <a:ext uri="{FF2B5EF4-FFF2-40B4-BE49-F238E27FC236}">
                  <a16:creationId xmlns:a16="http://schemas.microsoft.com/office/drawing/2014/main" id="{DFD4498B-0B31-0AB8-40D7-C1031304E783}"/>
                </a:ext>
              </a:extLst>
            </p:cNvPr>
            <p:cNvGrpSpPr>
              <a:grpSpLocks noChangeAspect="1"/>
            </p:cNvGrpSpPr>
            <p:nvPr/>
          </p:nvGrpSpPr>
          <p:grpSpPr>
            <a:xfrm>
              <a:off x="5018182" y="2009662"/>
              <a:ext cx="2600168" cy="4160271"/>
              <a:chOff x="7416058" y="849508"/>
              <a:chExt cx="3654573" cy="5847319"/>
            </a:xfrm>
          </p:grpSpPr>
          <p:pic>
            <p:nvPicPr>
              <p:cNvPr id="96" name="Picture 95">
                <a:extLst>
                  <a:ext uri="{FF2B5EF4-FFF2-40B4-BE49-F238E27FC236}">
                    <a16:creationId xmlns:a16="http://schemas.microsoft.com/office/drawing/2014/main" id="{0F96AE7B-2C68-4602-5823-2DA723B1F8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16058" y="849508"/>
                <a:ext cx="3654573" cy="5847319"/>
              </a:xfrm>
              <a:prstGeom prst="rect">
                <a:avLst/>
              </a:prstGeom>
              <a:effectLst>
                <a:outerShdw blurRad="50800" dist="38100" dir="2700000" algn="tl" rotWithShape="0">
                  <a:prstClr val="black">
                    <a:alpha val="40000"/>
                  </a:prstClr>
                </a:outerShdw>
              </a:effectLst>
            </p:spPr>
          </p:pic>
          <p:pic>
            <p:nvPicPr>
              <p:cNvPr id="97" name="Picture 1" descr="image001">
                <a:extLst>
                  <a:ext uri="{FF2B5EF4-FFF2-40B4-BE49-F238E27FC236}">
                    <a16:creationId xmlns:a16="http://schemas.microsoft.com/office/drawing/2014/main" id="{346F588B-9FC1-7658-AC5B-5B0775496F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33969" y="1843270"/>
                <a:ext cx="2234458" cy="3959430"/>
              </a:xfrm>
              <a:prstGeom prst="rect">
                <a:avLst/>
              </a:prstGeom>
              <a:noFill/>
              <a:ln>
                <a:noFill/>
              </a:ln>
              <a:effectLst>
                <a:softEdge rad="3175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0" name="TextBox 59">
              <a:extLst>
                <a:ext uri="{FF2B5EF4-FFF2-40B4-BE49-F238E27FC236}">
                  <a16:creationId xmlns:a16="http://schemas.microsoft.com/office/drawing/2014/main" id="{C930FC92-D16A-F4E8-45FE-E60F6D52F3EF}"/>
                </a:ext>
              </a:extLst>
            </p:cNvPr>
            <p:cNvSpPr txBox="1"/>
            <p:nvPr/>
          </p:nvSpPr>
          <p:spPr>
            <a:xfrm>
              <a:off x="839788" y="3044565"/>
              <a:ext cx="536410" cy="469028"/>
            </a:xfrm>
            <a:prstGeom prst="rect">
              <a:avLst/>
            </a:prstGeom>
            <a:noFill/>
          </p:spPr>
          <p:txBody>
            <a:bodyPr wrap="square" lIns="0" tIns="0" rIns="0" bIns="0" rtlCol="0">
              <a:spAutoFit/>
            </a:bodyPr>
            <a:lstStyle/>
            <a:p>
              <a:pPr marL="0" marR="0" lvl="0" indent="0" algn="l"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Manage jobs</a:t>
              </a:r>
              <a:endParaRPr kumimoji="0" lang="en-AU" sz="700" b="1" i="0" u="none" strike="noStrike" kern="1200" cap="none" spc="0" normalizeH="0" baseline="0" noProof="0">
                <a:ln>
                  <a:noFill/>
                </a:ln>
                <a:solidFill>
                  <a:srgbClr val="2A2C28"/>
                </a:solidFill>
                <a:effectLst/>
                <a:uLnTx/>
                <a:uFillTx/>
                <a:latin typeface="Arial"/>
                <a:ea typeface="+mn-ea"/>
                <a:cs typeface="+mn-cs"/>
              </a:endParaRPr>
            </a:p>
            <a:p>
              <a:pPr marL="0" marR="0" lvl="0" indent="0" algn="l" defTabSz="457200" rtl="0" eaLnBrk="1" fontAlgn="auto" latinLnBrk="0" hangingPunct="1">
                <a:lnSpc>
                  <a:spcPts val="1000"/>
                </a:lnSpc>
                <a:spcBef>
                  <a:spcPts val="0"/>
                </a:spcBef>
                <a:spcAft>
                  <a:spcPts val="0"/>
                </a:spcAft>
                <a:buClrTx/>
                <a:buSzTx/>
                <a:buFontTx/>
                <a:buNone/>
                <a:tabLst/>
                <a:defRPr/>
              </a:pPr>
              <a:endParaRPr kumimoji="0" lang="en-AU" sz="700" b="0" i="0" u="none" strike="noStrike" kern="1200" cap="none" spc="0" normalizeH="0" baseline="0" noProof="0">
                <a:ln>
                  <a:noFill/>
                </a:ln>
                <a:solidFill>
                  <a:srgbClr val="2A2C28"/>
                </a:solidFill>
                <a:effectLst/>
                <a:uLnTx/>
                <a:uFillTx/>
                <a:latin typeface="Arial"/>
                <a:ea typeface="+mn-ea"/>
                <a:cs typeface="+mn-cs"/>
              </a:endParaRPr>
            </a:p>
          </p:txBody>
        </p:sp>
        <p:sp>
          <p:nvSpPr>
            <p:cNvPr id="61" name="TextBox 60">
              <a:extLst>
                <a:ext uri="{FF2B5EF4-FFF2-40B4-BE49-F238E27FC236}">
                  <a16:creationId xmlns:a16="http://schemas.microsoft.com/office/drawing/2014/main" id="{D1104DB7-75A5-3392-5779-592DA0DFBDDA}"/>
                </a:ext>
              </a:extLst>
            </p:cNvPr>
            <p:cNvSpPr txBox="1"/>
            <p:nvPr/>
          </p:nvSpPr>
          <p:spPr>
            <a:xfrm>
              <a:off x="839788" y="4069632"/>
              <a:ext cx="963612" cy="469028"/>
            </a:xfrm>
            <a:prstGeom prst="rect">
              <a:avLst/>
            </a:prstGeom>
            <a:noFill/>
          </p:spPr>
          <p:txBody>
            <a:bodyPr wrap="square" lIns="0" tIns="0" rIns="0" bIns="0" rtlCol="0">
              <a:spAutoFit/>
            </a:bodyPr>
            <a:lstStyle/>
            <a:p>
              <a:pPr marL="0" marR="0" lvl="0" indent="0" algn="l"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Driver </a:t>
              </a:r>
              <a:br>
                <a:rPr kumimoji="0" lang="en-US" sz="700" b="1" i="0" u="none" strike="noStrike" kern="1200" cap="none" spc="0" normalizeH="0" baseline="0" noProof="0">
                  <a:ln>
                    <a:noFill/>
                  </a:ln>
                  <a:solidFill>
                    <a:srgbClr val="2A2C28"/>
                  </a:solidFill>
                  <a:effectLst/>
                  <a:uLnTx/>
                  <a:uFillTx/>
                  <a:latin typeface="Arial"/>
                  <a:ea typeface="+mn-ea"/>
                  <a:cs typeface="+mn-cs"/>
                </a:rPr>
              </a:br>
              <a:r>
                <a:rPr kumimoji="0" lang="en-US" sz="700" b="1" i="0" u="none" strike="noStrike" kern="1200" cap="none" spc="0" normalizeH="0" baseline="0" noProof="0">
                  <a:ln>
                    <a:noFill/>
                  </a:ln>
                  <a:solidFill>
                    <a:srgbClr val="2A2C28"/>
                  </a:solidFill>
                  <a:effectLst/>
                  <a:uLnTx/>
                  <a:uFillTx/>
                  <a:latin typeface="Arial"/>
                  <a:ea typeface="+mn-ea"/>
                  <a:cs typeface="+mn-cs"/>
                </a:rPr>
                <a:t>initiated </a:t>
              </a:r>
              <a:br>
                <a:rPr kumimoji="0" lang="en-US" sz="700" b="1" i="0" u="none" strike="noStrike" kern="1200" cap="none" spc="0" normalizeH="0" baseline="0" noProof="0">
                  <a:ln>
                    <a:noFill/>
                  </a:ln>
                  <a:solidFill>
                    <a:srgbClr val="2A2C28"/>
                  </a:solidFill>
                  <a:effectLst/>
                  <a:uLnTx/>
                  <a:uFillTx/>
                  <a:latin typeface="Arial"/>
                  <a:ea typeface="+mn-ea"/>
                  <a:cs typeface="+mn-cs"/>
                </a:rPr>
              </a:br>
              <a:r>
                <a:rPr kumimoji="0" lang="en-US" sz="700" b="1" i="0" u="none" strike="noStrike" kern="1200" cap="none" spc="0" normalizeH="0" baseline="0" noProof="0">
                  <a:ln>
                    <a:noFill/>
                  </a:ln>
                  <a:solidFill>
                    <a:srgbClr val="2A2C28"/>
                  </a:solidFill>
                  <a:effectLst/>
                  <a:uLnTx/>
                  <a:uFillTx/>
                  <a:latin typeface="Arial"/>
                  <a:ea typeface="+mn-ea"/>
                  <a:cs typeface="+mn-cs"/>
                </a:rPr>
                <a:t>pickups</a:t>
              </a:r>
            </a:p>
          </p:txBody>
        </p:sp>
        <p:sp>
          <p:nvSpPr>
            <p:cNvPr id="62" name="TextBox 61">
              <a:extLst>
                <a:ext uri="{FF2B5EF4-FFF2-40B4-BE49-F238E27FC236}">
                  <a16:creationId xmlns:a16="http://schemas.microsoft.com/office/drawing/2014/main" id="{4B2AE9EC-49E0-45E5-84E7-35A030FB3493}"/>
                </a:ext>
              </a:extLst>
            </p:cNvPr>
            <p:cNvSpPr txBox="1"/>
            <p:nvPr/>
          </p:nvSpPr>
          <p:spPr>
            <a:xfrm>
              <a:off x="839788" y="5017762"/>
              <a:ext cx="940751" cy="307822"/>
            </a:xfrm>
            <a:prstGeom prst="rect">
              <a:avLst/>
            </a:prstGeom>
            <a:noFill/>
          </p:spPr>
          <p:txBody>
            <a:bodyPr wrap="square" lIns="0" tIns="0" rIns="0" bIns="0" rtlCol="0">
              <a:spAutoFit/>
            </a:bodyPr>
            <a:lstStyle/>
            <a:p>
              <a:pPr marL="0" marR="0" lvl="0" indent="0" algn="l"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70" normalizeH="0" baseline="0" noProof="0">
                  <a:ln>
                    <a:noFill/>
                  </a:ln>
                  <a:solidFill>
                    <a:srgbClr val="2A2C28"/>
                  </a:solidFill>
                  <a:effectLst/>
                  <a:uLnTx/>
                  <a:uFillTx/>
                  <a:latin typeface="Arial"/>
                  <a:ea typeface="+mn-ea"/>
                  <a:cs typeface="+mn-cs"/>
                </a:rPr>
                <a:t>Communications from depot</a:t>
              </a:r>
            </a:p>
          </p:txBody>
        </p:sp>
        <p:sp>
          <p:nvSpPr>
            <p:cNvPr id="63" name="TextBox 62">
              <a:extLst>
                <a:ext uri="{FF2B5EF4-FFF2-40B4-BE49-F238E27FC236}">
                  <a16:creationId xmlns:a16="http://schemas.microsoft.com/office/drawing/2014/main" id="{D5413AD0-66F6-F14A-F718-0E6777E66997}"/>
                </a:ext>
              </a:extLst>
            </p:cNvPr>
            <p:cNvSpPr txBox="1"/>
            <p:nvPr/>
          </p:nvSpPr>
          <p:spPr>
            <a:xfrm>
              <a:off x="4595108" y="4069632"/>
              <a:ext cx="844719" cy="307822"/>
            </a:xfrm>
            <a:prstGeom prst="rect">
              <a:avLst/>
            </a:prstGeom>
            <a:noFill/>
          </p:spPr>
          <p:txBody>
            <a:bodyPr wrap="square" lIns="0" tIns="0" rIns="0" bIns="0" rtlCol="0">
              <a:spAutoFit/>
            </a:bodyPr>
            <a:lstStyle/>
            <a:p>
              <a:pPr marL="0" marR="0" lvl="0" indent="0" algn="l"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Linehaul functionality</a:t>
              </a:r>
            </a:p>
          </p:txBody>
        </p:sp>
        <p:cxnSp>
          <p:nvCxnSpPr>
            <p:cNvPr id="64" name="Straight Arrow Connector 63">
              <a:extLst>
                <a:ext uri="{FF2B5EF4-FFF2-40B4-BE49-F238E27FC236}">
                  <a16:creationId xmlns:a16="http://schemas.microsoft.com/office/drawing/2014/main" id="{730ED8C5-0534-CCE7-7252-05A455D6B9DF}"/>
                </a:ext>
              </a:extLst>
            </p:cNvPr>
            <p:cNvCxnSpPr/>
            <p:nvPr/>
          </p:nvCxnSpPr>
          <p:spPr>
            <a:xfrm>
              <a:off x="4592160" y="4031163"/>
              <a:ext cx="1181042" cy="0"/>
            </a:xfrm>
            <a:prstGeom prst="straightConnector1">
              <a:avLst/>
            </a:prstGeom>
            <a:ln w="1270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3E8FF5B-2FF9-25E2-7593-AF6DCCBAF922}"/>
                </a:ext>
              </a:extLst>
            </p:cNvPr>
            <p:cNvSpPr txBox="1"/>
            <p:nvPr/>
          </p:nvSpPr>
          <p:spPr>
            <a:xfrm>
              <a:off x="3585840" y="3044565"/>
              <a:ext cx="666750" cy="469028"/>
            </a:xfrm>
            <a:prstGeom prst="rect">
              <a:avLst/>
            </a:prstGeom>
            <a:noFill/>
          </p:spPr>
          <p:txBody>
            <a:bodyPr wrap="square" lIns="0" tIns="0" rIns="0" bIns="0" rtlCol="0">
              <a:spAutoFit/>
            </a:bodyPr>
            <a:lstStyle/>
            <a:p>
              <a:pPr marL="0" marR="0" lvl="0" indent="0" algn="r"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Load deliveries</a:t>
              </a:r>
            </a:p>
            <a:p>
              <a:pPr marL="0" marR="0" lvl="0" indent="0" algn="r" defTabSz="457200" rtl="0" eaLnBrk="1" fontAlgn="auto" latinLnBrk="0" hangingPunct="1">
                <a:lnSpc>
                  <a:spcPts val="1000"/>
                </a:lnSpc>
                <a:spcBef>
                  <a:spcPts val="0"/>
                </a:spcBef>
                <a:spcAft>
                  <a:spcPts val="0"/>
                </a:spcAft>
                <a:buClrTx/>
                <a:buSzTx/>
                <a:buFontTx/>
                <a:buNone/>
                <a:tabLst/>
                <a:defRPr/>
              </a:pPr>
              <a:endParaRPr kumimoji="0" lang="en-AU" sz="700" b="0" i="0" u="none" strike="noStrike" kern="1200" cap="none" spc="0" normalizeH="0" baseline="0" noProof="0">
                <a:ln>
                  <a:noFill/>
                </a:ln>
                <a:solidFill>
                  <a:srgbClr val="2A2C28"/>
                </a:solidFill>
                <a:effectLst/>
                <a:uLnTx/>
                <a:uFillTx/>
                <a:latin typeface="Arial"/>
                <a:ea typeface="+mn-ea"/>
                <a:cs typeface="+mn-cs"/>
              </a:endParaRPr>
            </a:p>
          </p:txBody>
        </p:sp>
        <p:sp>
          <p:nvSpPr>
            <p:cNvPr id="66" name="TextBox 65">
              <a:extLst>
                <a:ext uri="{FF2B5EF4-FFF2-40B4-BE49-F238E27FC236}">
                  <a16:creationId xmlns:a16="http://schemas.microsoft.com/office/drawing/2014/main" id="{3E68E032-F4E7-DE04-D390-D7FC36BC881C}"/>
                </a:ext>
              </a:extLst>
            </p:cNvPr>
            <p:cNvSpPr txBox="1"/>
            <p:nvPr/>
          </p:nvSpPr>
          <p:spPr>
            <a:xfrm>
              <a:off x="3585840" y="4069632"/>
              <a:ext cx="666750" cy="630234"/>
            </a:xfrm>
            <a:prstGeom prst="rect">
              <a:avLst/>
            </a:prstGeom>
            <a:noFill/>
          </p:spPr>
          <p:txBody>
            <a:bodyPr wrap="square" lIns="0" tIns="0" rIns="0" bIns="0" rtlCol="0">
              <a:spAutoFit/>
            </a:bodyPr>
            <a:lstStyle/>
            <a:p>
              <a:pPr marL="0" marR="0" lvl="0" indent="0" algn="r"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Record daily events</a:t>
              </a:r>
            </a:p>
            <a:p>
              <a:pPr marL="0" marR="0" lvl="0" indent="0" algn="r" defTabSz="457200" rtl="0" eaLnBrk="1" fontAlgn="auto" latinLnBrk="0" hangingPunct="1">
                <a:lnSpc>
                  <a:spcPts val="1000"/>
                </a:lnSpc>
                <a:spcBef>
                  <a:spcPts val="0"/>
                </a:spcBef>
                <a:spcAft>
                  <a:spcPts val="0"/>
                </a:spcAft>
                <a:buClrTx/>
                <a:buSzTx/>
                <a:buFontTx/>
                <a:buNone/>
                <a:tabLst/>
                <a:defRPr/>
              </a:pPr>
              <a:endParaRPr kumimoji="0" lang="en-AU" sz="700" b="0" i="0" u="none" strike="noStrike" kern="1200" cap="none" spc="0" normalizeH="0" baseline="0" noProof="0">
                <a:ln>
                  <a:noFill/>
                </a:ln>
                <a:solidFill>
                  <a:srgbClr val="2A2C28"/>
                </a:solidFill>
                <a:effectLst/>
                <a:uLnTx/>
                <a:uFillTx/>
                <a:latin typeface="Arial"/>
                <a:ea typeface="+mn-ea"/>
                <a:cs typeface="+mn-cs"/>
              </a:endParaRPr>
            </a:p>
          </p:txBody>
        </p:sp>
        <p:sp>
          <p:nvSpPr>
            <p:cNvPr id="67" name="TextBox 66">
              <a:extLst>
                <a:ext uri="{FF2B5EF4-FFF2-40B4-BE49-F238E27FC236}">
                  <a16:creationId xmlns:a16="http://schemas.microsoft.com/office/drawing/2014/main" id="{86D37D89-BDA3-D33A-60AE-1D7A9C39C556}"/>
                </a:ext>
              </a:extLst>
            </p:cNvPr>
            <p:cNvSpPr txBox="1"/>
            <p:nvPr/>
          </p:nvSpPr>
          <p:spPr>
            <a:xfrm>
              <a:off x="3550780" y="5017762"/>
              <a:ext cx="701809" cy="630234"/>
            </a:xfrm>
            <a:prstGeom prst="rect">
              <a:avLst/>
            </a:prstGeom>
            <a:noFill/>
          </p:spPr>
          <p:txBody>
            <a:bodyPr wrap="square" lIns="0" tIns="0" rIns="0" bIns="0" rtlCol="0">
              <a:spAutoFit/>
            </a:bodyPr>
            <a:lstStyle/>
            <a:p>
              <a:pPr marL="0" marR="0" lvl="0" indent="0" algn="r"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30" normalizeH="0" baseline="0" noProof="0">
                  <a:ln>
                    <a:noFill/>
                  </a:ln>
                  <a:solidFill>
                    <a:srgbClr val="2A2C28"/>
                  </a:solidFill>
                  <a:effectLst/>
                  <a:uLnTx/>
                  <a:uFillTx/>
                  <a:latin typeface="Arial"/>
                  <a:ea typeface="+mn-ea"/>
                  <a:cs typeface="+mn-cs"/>
                </a:rPr>
                <a:t>Pre- operational safety check</a:t>
              </a:r>
            </a:p>
            <a:p>
              <a:pPr marL="0" marR="0" lvl="0" indent="0" algn="r" defTabSz="457200" rtl="0" eaLnBrk="1" fontAlgn="auto" latinLnBrk="0" hangingPunct="1">
                <a:lnSpc>
                  <a:spcPts val="1000"/>
                </a:lnSpc>
                <a:spcBef>
                  <a:spcPts val="0"/>
                </a:spcBef>
                <a:spcAft>
                  <a:spcPts val="0"/>
                </a:spcAft>
                <a:buClrTx/>
                <a:buSzTx/>
                <a:buFontTx/>
                <a:buNone/>
                <a:tabLst/>
                <a:defRPr/>
              </a:pPr>
              <a:endParaRPr kumimoji="0" lang="en-AU" sz="700" b="0" i="0" u="none" strike="noStrike" kern="1200" cap="none" spc="0" normalizeH="0" baseline="0" noProof="0">
                <a:ln>
                  <a:noFill/>
                </a:ln>
                <a:solidFill>
                  <a:srgbClr val="2A2C28"/>
                </a:solidFill>
                <a:effectLst/>
                <a:uLnTx/>
                <a:uFillTx/>
                <a:latin typeface="Arial"/>
                <a:ea typeface="+mn-ea"/>
                <a:cs typeface="+mn-cs"/>
              </a:endParaRPr>
            </a:p>
          </p:txBody>
        </p:sp>
        <p:sp>
          <p:nvSpPr>
            <p:cNvPr id="68" name="TextBox 67">
              <a:extLst>
                <a:ext uri="{FF2B5EF4-FFF2-40B4-BE49-F238E27FC236}">
                  <a16:creationId xmlns:a16="http://schemas.microsoft.com/office/drawing/2014/main" id="{7588FEE4-A9C4-CE66-4EF2-B6732CD00CDA}"/>
                </a:ext>
              </a:extLst>
            </p:cNvPr>
            <p:cNvSpPr txBox="1"/>
            <p:nvPr/>
          </p:nvSpPr>
          <p:spPr>
            <a:xfrm>
              <a:off x="7180936" y="4069632"/>
              <a:ext cx="770789" cy="307822"/>
            </a:xfrm>
            <a:prstGeom prst="rect">
              <a:avLst/>
            </a:prstGeom>
            <a:noFill/>
          </p:spPr>
          <p:txBody>
            <a:bodyPr wrap="square" lIns="0" tIns="0" rIns="0" bIns="0" rtlCol="0">
              <a:spAutoFit/>
            </a:bodyPr>
            <a:lstStyle/>
            <a:p>
              <a:pPr marL="0" marR="0" lvl="0" indent="0" algn="r"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End shift </a:t>
              </a:r>
            </a:p>
            <a:p>
              <a:pPr marL="0" marR="0" lvl="0" indent="0" algn="r" defTabSz="457200" rtl="0" eaLnBrk="1" fontAlgn="auto" latinLnBrk="0" hangingPunct="1">
                <a:lnSpc>
                  <a:spcPts val="1000"/>
                </a:lnSpc>
                <a:spcBef>
                  <a:spcPts val="0"/>
                </a:spcBef>
                <a:spcAft>
                  <a:spcPts val="0"/>
                </a:spcAft>
                <a:buClrTx/>
                <a:buSzTx/>
                <a:buFontTx/>
                <a:buNone/>
                <a:tabLst/>
                <a:defRPr/>
              </a:pPr>
              <a:endParaRPr kumimoji="0" lang="en-AU" sz="700" b="0" i="0" u="none" strike="noStrike" kern="1200" cap="none" spc="0" normalizeH="0" baseline="0" noProof="0">
                <a:ln>
                  <a:noFill/>
                </a:ln>
                <a:solidFill>
                  <a:srgbClr val="2A2C28"/>
                </a:solidFill>
                <a:effectLst/>
                <a:uLnTx/>
                <a:uFillTx/>
                <a:latin typeface="Arial"/>
                <a:ea typeface="+mn-ea"/>
                <a:cs typeface="+mn-cs"/>
              </a:endParaRPr>
            </a:p>
          </p:txBody>
        </p:sp>
        <p:cxnSp>
          <p:nvCxnSpPr>
            <p:cNvPr id="69" name="Straight Arrow Connector 68">
              <a:extLst>
                <a:ext uri="{FF2B5EF4-FFF2-40B4-BE49-F238E27FC236}">
                  <a16:creationId xmlns:a16="http://schemas.microsoft.com/office/drawing/2014/main" id="{F6D4B67A-160D-3A1F-783D-B193FA125DCA}"/>
                </a:ext>
              </a:extLst>
            </p:cNvPr>
            <p:cNvCxnSpPr/>
            <p:nvPr/>
          </p:nvCxnSpPr>
          <p:spPr>
            <a:xfrm>
              <a:off x="6864821" y="4031163"/>
              <a:ext cx="1086904" cy="0"/>
            </a:xfrm>
            <a:prstGeom prst="straightConnector1">
              <a:avLst/>
            </a:prstGeom>
            <a:ln w="1270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70F2937-6AB9-0B31-CE11-5DB0FDC30168}"/>
                </a:ext>
              </a:extLst>
            </p:cNvPr>
            <p:cNvCxnSpPr/>
            <p:nvPr/>
          </p:nvCxnSpPr>
          <p:spPr>
            <a:xfrm>
              <a:off x="845820" y="4031163"/>
              <a:ext cx="1205230" cy="0"/>
            </a:xfrm>
            <a:prstGeom prst="straightConnector1">
              <a:avLst/>
            </a:prstGeom>
            <a:ln w="1270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7AFAB3E-BADB-11C0-B7D0-F7DA8824F945}"/>
                </a:ext>
              </a:extLst>
            </p:cNvPr>
            <p:cNvCxnSpPr/>
            <p:nvPr/>
          </p:nvCxnSpPr>
          <p:spPr>
            <a:xfrm>
              <a:off x="3183872" y="4031163"/>
              <a:ext cx="1068717" cy="0"/>
            </a:xfrm>
            <a:prstGeom prst="straightConnector1">
              <a:avLst/>
            </a:prstGeom>
            <a:ln w="1270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2" name="Freeform 114">
              <a:extLst>
                <a:ext uri="{FF2B5EF4-FFF2-40B4-BE49-F238E27FC236}">
                  <a16:creationId xmlns:a16="http://schemas.microsoft.com/office/drawing/2014/main" id="{9BBFA517-08EB-ED8F-AA6B-52B7186E9105}"/>
                </a:ext>
              </a:extLst>
            </p:cNvPr>
            <p:cNvSpPr/>
            <p:nvPr/>
          </p:nvSpPr>
          <p:spPr>
            <a:xfrm>
              <a:off x="845820" y="2992755"/>
              <a:ext cx="1215390" cy="339090"/>
            </a:xfrm>
            <a:custGeom>
              <a:avLst/>
              <a:gdLst>
                <a:gd name="connsiteX0" fmla="*/ 0 w 1407795"/>
                <a:gd name="connsiteY0" fmla="*/ 0 h 422910"/>
                <a:gd name="connsiteX1" fmla="*/ 525780 w 1407795"/>
                <a:gd name="connsiteY1" fmla="*/ 0 h 422910"/>
                <a:gd name="connsiteX2" fmla="*/ 1403985 w 1407795"/>
                <a:gd name="connsiteY2" fmla="*/ 419100 h 422910"/>
                <a:gd name="connsiteX3" fmla="*/ 1403985 w 1407795"/>
                <a:gd name="connsiteY3" fmla="*/ 419100 h 422910"/>
                <a:gd name="connsiteX4" fmla="*/ 1407795 w 1407795"/>
                <a:gd name="connsiteY4" fmla="*/ 422910 h 422910"/>
                <a:gd name="connsiteX0" fmla="*/ 0 w 1407795"/>
                <a:gd name="connsiteY0" fmla="*/ 0 h 422910"/>
                <a:gd name="connsiteX1" fmla="*/ 421005 w 1407795"/>
                <a:gd name="connsiteY1" fmla="*/ 0 h 422910"/>
                <a:gd name="connsiteX2" fmla="*/ 1403985 w 1407795"/>
                <a:gd name="connsiteY2" fmla="*/ 419100 h 422910"/>
                <a:gd name="connsiteX3" fmla="*/ 1403985 w 1407795"/>
                <a:gd name="connsiteY3" fmla="*/ 419100 h 422910"/>
                <a:gd name="connsiteX4" fmla="*/ 1407795 w 1407795"/>
                <a:gd name="connsiteY4" fmla="*/ 422910 h 422910"/>
                <a:gd name="connsiteX0" fmla="*/ 0 w 1403991"/>
                <a:gd name="connsiteY0" fmla="*/ 0 h 419114"/>
                <a:gd name="connsiteX1" fmla="*/ 421005 w 1403991"/>
                <a:gd name="connsiteY1" fmla="*/ 0 h 419114"/>
                <a:gd name="connsiteX2" fmla="*/ 1403985 w 1403991"/>
                <a:gd name="connsiteY2" fmla="*/ 419100 h 419114"/>
                <a:gd name="connsiteX3" fmla="*/ 1403985 w 1403991"/>
                <a:gd name="connsiteY3" fmla="*/ 419100 h 419114"/>
                <a:gd name="connsiteX4" fmla="*/ 1215390 w 1403991"/>
                <a:gd name="connsiteY4" fmla="*/ 339090 h 419114"/>
                <a:gd name="connsiteX0" fmla="*/ 0 w 1403985"/>
                <a:gd name="connsiteY0" fmla="*/ 0 h 419100"/>
                <a:gd name="connsiteX1" fmla="*/ 421005 w 1403985"/>
                <a:gd name="connsiteY1" fmla="*/ 0 h 419100"/>
                <a:gd name="connsiteX2" fmla="*/ 1403985 w 1403985"/>
                <a:gd name="connsiteY2" fmla="*/ 419100 h 419100"/>
                <a:gd name="connsiteX3" fmla="*/ 1213485 w 1403985"/>
                <a:gd name="connsiteY3" fmla="*/ 337185 h 419100"/>
                <a:gd name="connsiteX4" fmla="*/ 1215390 w 1403985"/>
                <a:gd name="connsiteY4" fmla="*/ 339090 h 419100"/>
                <a:gd name="connsiteX0" fmla="*/ 0 w 1215390"/>
                <a:gd name="connsiteY0" fmla="*/ 0 h 339090"/>
                <a:gd name="connsiteX1" fmla="*/ 421005 w 1215390"/>
                <a:gd name="connsiteY1" fmla="*/ 0 h 339090"/>
                <a:gd name="connsiteX2" fmla="*/ 1213485 w 1215390"/>
                <a:gd name="connsiteY2" fmla="*/ 339090 h 339090"/>
                <a:gd name="connsiteX3" fmla="*/ 1213485 w 1215390"/>
                <a:gd name="connsiteY3" fmla="*/ 337185 h 339090"/>
                <a:gd name="connsiteX4" fmla="*/ 1215390 w 1215390"/>
                <a:gd name="connsiteY4" fmla="*/ 339090 h 339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5390" h="339090">
                  <a:moveTo>
                    <a:pt x="0" y="0"/>
                  </a:moveTo>
                  <a:lnTo>
                    <a:pt x="421005" y="0"/>
                  </a:lnTo>
                  <a:lnTo>
                    <a:pt x="1213485" y="339090"/>
                  </a:lnTo>
                  <a:lnTo>
                    <a:pt x="1213485" y="337185"/>
                  </a:lnTo>
                  <a:lnTo>
                    <a:pt x="1215390" y="339090"/>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73" name="TextBox 72">
              <a:extLst>
                <a:ext uri="{FF2B5EF4-FFF2-40B4-BE49-F238E27FC236}">
                  <a16:creationId xmlns:a16="http://schemas.microsoft.com/office/drawing/2014/main" id="{0FBC30BE-A87B-FF63-A406-3EF6569B0AD5}"/>
                </a:ext>
              </a:extLst>
            </p:cNvPr>
            <p:cNvSpPr txBox="1"/>
            <p:nvPr/>
          </p:nvSpPr>
          <p:spPr>
            <a:xfrm>
              <a:off x="4595108" y="3044565"/>
              <a:ext cx="802034" cy="469028"/>
            </a:xfrm>
            <a:prstGeom prst="rect">
              <a:avLst/>
            </a:prstGeom>
            <a:noFill/>
          </p:spPr>
          <p:txBody>
            <a:bodyPr wrap="square" lIns="0" tIns="0" rIns="0" bIns="0" rtlCol="0">
              <a:spAutoFit/>
            </a:bodyPr>
            <a:lstStyle/>
            <a:p>
              <a:pPr marL="0" marR="0" lvl="0" indent="0" algn="l"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Transferring freight</a:t>
              </a:r>
            </a:p>
            <a:p>
              <a:pPr marL="0" marR="0" lvl="0" indent="0" algn="l" defTabSz="457200" rtl="0" eaLnBrk="1" fontAlgn="auto" latinLnBrk="0" hangingPunct="1">
                <a:lnSpc>
                  <a:spcPts val="1000"/>
                </a:lnSpc>
                <a:spcBef>
                  <a:spcPts val="0"/>
                </a:spcBef>
                <a:spcAft>
                  <a:spcPts val="0"/>
                </a:spcAft>
                <a:buClrTx/>
                <a:buSzTx/>
                <a:buFontTx/>
                <a:buNone/>
                <a:tabLst/>
                <a:defRPr/>
              </a:pPr>
              <a:endParaRPr kumimoji="0" lang="en-AU" sz="700" b="0" i="0" u="none" strike="noStrike" kern="1200" cap="none" spc="0" normalizeH="0" baseline="0" noProof="0">
                <a:ln>
                  <a:noFill/>
                </a:ln>
                <a:solidFill>
                  <a:srgbClr val="2A2C28"/>
                </a:solidFill>
                <a:effectLst/>
                <a:uLnTx/>
                <a:uFillTx/>
                <a:latin typeface="Arial"/>
                <a:ea typeface="+mn-ea"/>
                <a:cs typeface="+mn-cs"/>
              </a:endParaRPr>
            </a:p>
          </p:txBody>
        </p:sp>
        <p:sp>
          <p:nvSpPr>
            <p:cNvPr id="74" name="Freeform 339">
              <a:extLst>
                <a:ext uri="{FF2B5EF4-FFF2-40B4-BE49-F238E27FC236}">
                  <a16:creationId xmlns:a16="http://schemas.microsoft.com/office/drawing/2014/main" id="{C6F7D970-5928-251C-1AE4-69C4451F64AC}"/>
                </a:ext>
              </a:extLst>
            </p:cNvPr>
            <p:cNvSpPr/>
            <p:nvPr/>
          </p:nvSpPr>
          <p:spPr>
            <a:xfrm>
              <a:off x="4592159" y="2992754"/>
              <a:ext cx="1209574" cy="327923"/>
            </a:xfrm>
            <a:custGeom>
              <a:avLst/>
              <a:gdLst>
                <a:gd name="connsiteX0" fmla="*/ 0 w 1407795"/>
                <a:gd name="connsiteY0" fmla="*/ 0 h 422910"/>
                <a:gd name="connsiteX1" fmla="*/ 525780 w 1407795"/>
                <a:gd name="connsiteY1" fmla="*/ 0 h 422910"/>
                <a:gd name="connsiteX2" fmla="*/ 1403985 w 1407795"/>
                <a:gd name="connsiteY2" fmla="*/ 419100 h 422910"/>
                <a:gd name="connsiteX3" fmla="*/ 1403985 w 1407795"/>
                <a:gd name="connsiteY3" fmla="*/ 419100 h 422910"/>
                <a:gd name="connsiteX4" fmla="*/ 1407795 w 1407795"/>
                <a:gd name="connsiteY4" fmla="*/ 422910 h 422910"/>
                <a:gd name="connsiteX0" fmla="*/ 0 w 1407795"/>
                <a:gd name="connsiteY0" fmla="*/ 0 h 422910"/>
                <a:gd name="connsiteX1" fmla="*/ 573405 w 1407795"/>
                <a:gd name="connsiteY1" fmla="*/ 1905 h 422910"/>
                <a:gd name="connsiteX2" fmla="*/ 1403985 w 1407795"/>
                <a:gd name="connsiteY2" fmla="*/ 419100 h 422910"/>
                <a:gd name="connsiteX3" fmla="*/ 1403985 w 1407795"/>
                <a:gd name="connsiteY3" fmla="*/ 419100 h 422910"/>
                <a:gd name="connsiteX4" fmla="*/ 1407795 w 1407795"/>
                <a:gd name="connsiteY4" fmla="*/ 422910 h 422910"/>
                <a:gd name="connsiteX0" fmla="*/ 0 w 1407795"/>
                <a:gd name="connsiteY0" fmla="*/ 0 h 422910"/>
                <a:gd name="connsiteX1" fmla="*/ 659130 w 1407795"/>
                <a:gd name="connsiteY1" fmla="*/ 3810 h 422910"/>
                <a:gd name="connsiteX2" fmla="*/ 1403985 w 1407795"/>
                <a:gd name="connsiteY2" fmla="*/ 419100 h 422910"/>
                <a:gd name="connsiteX3" fmla="*/ 1403985 w 1407795"/>
                <a:gd name="connsiteY3" fmla="*/ 419100 h 422910"/>
                <a:gd name="connsiteX4" fmla="*/ 1407795 w 1407795"/>
                <a:gd name="connsiteY4" fmla="*/ 422910 h 422910"/>
                <a:gd name="connsiteX0" fmla="*/ 0 w 1403992"/>
                <a:gd name="connsiteY0" fmla="*/ 0 h 419112"/>
                <a:gd name="connsiteX1" fmla="*/ 659130 w 1403992"/>
                <a:gd name="connsiteY1" fmla="*/ 3810 h 419112"/>
                <a:gd name="connsiteX2" fmla="*/ 1403985 w 1403992"/>
                <a:gd name="connsiteY2" fmla="*/ 419100 h 419112"/>
                <a:gd name="connsiteX3" fmla="*/ 1403985 w 1403992"/>
                <a:gd name="connsiteY3" fmla="*/ 419100 h 419112"/>
                <a:gd name="connsiteX4" fmla="*/ 1238519 w 1403992"/>
                <a:gd name="connsiteY4" fmla="*/ 326390 h 419112"/>
                <a:gd name="connsiteX0" fmla="*/ 0 w 1403985"/>
                <a:gd name="connsiteY0" fmla="*/ 0 h 419100"/>
                <a:gd name="connsiteX1" fmla="*/ 659130 w 1403985"/>
                <a:gd name="connsiteY1" fmla="*/ 3810 h 419100"/>
                <a:gd name="connsiteX2" fmla="*/ 1403985 w 1403985"/>
                <a:gd name="connsiteY2" fmla="*/ 419100 h 419100"/>
                <a:gd name="connsiteX3" fmla="*/ 1239917 w 1403985"/>
                <a:gd name="connsiteY3" fmla="*/ 327660 h 419100"/>
                <a:gd name="connsiteX4" fmla="*/ 1238519 w 1403985"/>
                <a:gd name="connsiteY4" fmla="*/ 326390 h 419100"/>
                <a:gd name="connsiteX0" fmla="*/ 0 w 1240172"/>
                <a:gd name="connsiteY0" fmla="*/ 0 h 327923"/>
                <a:gd name="connsiteX1" fmla="*/ 659130 w 1240172"/>
                <a:gd name="connsiteY1" fmla="*/ 3810 h 327923"/>
                <a:gd name="connsiteX2" fmla="*/ 1237313 w 1240172"/>
                <a:gd name="connsiteY2" fmla="*/ 327660 h 327923"/>
                <a:gd name="connsiteX3" fmla="*/ 1239917 w 1240172"/>
                <a:gd name="connsiteY3" fmla="*/ 327660 h 327923"/>
                <a:gd name="connsiteX4" fmla="*/ 1238519 w 1240172"/>
                <a:gd name="connsiteY4" fmla="*/ 326390 h 327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0172" h="327923">
                  <a:moveTo>
                    <a:pt x="0" y="0"/>
                  </a:moveTo>
                  <a:lnTo>
                    <a:pt x="659130" y="3810"/>
                  </a:lnTo>
                  <a:lnTo>
                    <a:pt x="1237313" y="327660"/>
                  </a:lnTo>
                  <a:lnTo>
                    <a:pt x="1239917" y="327660"/>
                  </a:lnTo>
                  <a:cubicBezTo>
                    <a:pt x="1241187" y="328930"/>
                    <a:pt x="1237249" y="325120"/>
                    <a:pt x="1238519" y="326390"/>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75" name="Freeform 115">
              <a:extLst>
                <a:ext uri="{FF2B5EF4-FFF2-40B4-BE49-F238E27FC236}">
                  <a16:creationId xmlns:a16="http://schemas.microsoft.com/office/drawing/2014/main" id="{299B2A3E-DABE-A23D-9504-76C9F53384F8}"/>
                </a:ext>
              </a:extLst>
            </p:cNvPr>
            <p:cNvSpPr/>
            <p:nvPr/>
          </p:nvSpPr>
          <p:spPr>
            <a:xfrm>
              <a:off x="850900" y="4795520"/>
              <a:ext cx="1211580" cy="185420"/>
            </a:xfrm>
            <a:custGeom>
              <a:avLst/>
              <a:gdLst>
                <a:gd name="connsiteX0" fmla="*/ 0 w 1394460"/>
                <a:gd name="connsiteY0" fmla="*/ 266700 h 266700"/>
                <a:gd name="connsiteX1" fmla="*/ 812800 w 1394460"/>
                <a:gd name="connsiteY1" fmla="*/ 266700 h 266700"/>
                <a:gd name="connsiteX2" fmla="*/ 1394460 w 1394460"/>
                <a:gd name="connsiteY2" fmla="*/ 0 h 266700"/>
                <a:gd name="connsiteX0" fmla="*/ 0 w 1211580"/>
                <a:gd name="connsiteY0" fmla="*/ 185420 h 185420"/>
                <a:gd name="connsiteX1" fmla="*/ 812800 w 1211580"/>
                <a:gd name="connsiteY1" fmla="*/ 185420 h 185420"/>
                <a:gd name="connsiteX2" fmla="*/ 1211580 w 1211580"/>
                <a:gd name="connsiteY2" fmla="*/ 0 h 185420"/>
              </a:gdLst>
              <a:ahLst/>
              <a:cxnLst>
                <a:cxn ang="0">
                  <a:pos x="connsiteX0" y="connsiteY0"/>
                </a:cxn>
                <a:cxn ang="0">
                  <a:pos x="connsiteX1" y="connsiteY1"/>
                </a:cxn>
                <a:cxn ang="0">
                  <a:pos x="connsiteX2" y="connsiteY2"/>
                </a:cxn>
              </a:cxnLst>
              <a:rect l="l" t="t" r="r" b="b"/>
              <a:pathLst>
                <a:path w="1211580" h="185420">
                  <a:moveTo>
                    <a:pt x="0" y="185420"/>
                  </a:moveTo>
                  <a:lnTo>
                    <a:pt x="812800" y="185420"/>
                  </a:lnTo>
                  <a:lnTo>
                    <a:pt x="1211580" y="0"/>
                  </a:lnTo>
                </a:path>
              </a:pathLst>
            </a:custGeom>
            <a:noFill/>
            <a:ln>
              <a:solidFill>
                <a:schemeClr val="accent2"/>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76" name="TextBox 75">
              <a:extLst>
                <a:ext uri="{FF2B5EF4-FFF2-40B4-BE49-F238E27FC236}">
                  <a16:creationId xmlns:a16="http://schemas.microsoft.com/office/drawing/2014/main" id="{CCB98CE1-8C38-4797-C36D-658720D812E5}"/>
                </a:ext>
              </a:extLst>
            </p:cNvPr>
            <p:cNvSpPr txBox="1"/>
            <p:nvPr/>
          </p:nvSpPr>
          <p:spPr>
            <a:xfrm>
              <a:off x="4595108" y="5017762"/>
              <a:ext cx="940751" cy="469028"/>
            </a:xfrm>
            <a:prstGeom prst="rect">
              <a:avLst/>
            </a:prstGeom>
            <a:noFill/>
          </p:spPr>
          <p:txBody>
            <a:bodyPr wrap="square" lIns="0" tIns="0" rIns="0" bIns="0" rtlCol="0">
              <a:spAutoFit/>
            </a:bodyPr>
            <a:lstStyle/>
            <a:p>
              <a:pPr marL="0" marR="0" lvl="0" indent="0" algn="l"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Transfer undelivered freight </a:t>
              </a:r>
            </a:p>
          </p:txBody>
        </p:sp>
        <p:sp>
          <p:nvSpPr>
            <p:cNvPr id="77" name="Freeform 341">
              <a:extLst>
                <a:ext uri="{FF2B5EF4-FFF2-40B4-BE49-F238E27FC236}">
                  <a16:creationId xmlns:a16="http://schemas.microsoft.com/office/drawing/2014/main" id="{BBC907C8-DACA-B067-B3F8-CBC591B36892}"/>
                </a:ext>
              </a:extLst>
            </p:cNvPr>
            <p:cNvSpPr/>
            <p:nvPr/>
          </p:nvSpPr>
          <p:spPr>
            <a:xfrm>
              <a:off x="4602433" y="4785360"/>
              <a:ext cx="1174854" cy="199390"/>
            </a:xfrm>
            <a:custGeom>
              <a:avLst/>
              <a:gdLst>
                <a:gd name="connsiteX0" fmla="*/ 0 w 1394460"/>
                <a:gd name="connsiteY0" fmla="*/ 266700 h 266700"/>
                <a:gd name="connsiteX1" fmla="*/ 812800 w 1394460"/>
                <a:gd name="connsiteY1" fmla="*/ 266700 h 266700"/>
                <a:gd name="connsiteX2" fmla="*/ 1394460 w 1394460"/>
                <a:gd name="connsiteY2" fmla="*/ 0 h 266700"/>
                <a:gd name="connsiteX0" fmla="*/ 0 w 1394460"/>
                <a:gd name="connsiteY0" fmla="*/ 266700 h 270510"/>
                <a:gd name="connsiteX1" fmla="*/ 652780 w 1394460"/>
                <a:gd name="connsiteY1" fmla="*/ 270510 h 270510"/>
                <a:gd name="connsiteX2" fmla="*/ 1394460 w 1394460"/>
                <a:gd name="connsiteY2" fmla="*/ 0 h 270510"/>
                <a:gd name="connsiteX0" fmla="*/ 0 w 1202135"/>
                <a:gd name="connsiteY0" fmla="*/ 195580 h 199390"/>
                <a:gd name="connsiteX1" fmla="*/ 652780 w 1202135"/>
                <a:gd name="connsiteY1" fmla="*/ 199390 h 199390"/>
                <a:gd name="connsiteX2" fmla="*/ 1202135 w 1202135"/>
                <a:gd name="connsiteY2" fmla="*/ 0 h 199390"/>
              </a:gdLst>
              <a:ahLst/>
              <a:cxnLst>
                <a:cxn ang="0">
                  <a:pos x="connsiteX0" y="connsiteY0"/>
                </a:cxn>
                <a:cxn ang="0">
                  <a:pos x="connsiteX1" y="connsiteY1"/>
                </a:cxn>
                <a:cxn ang="0">
                  <a:pos x="connsiteX2" y="connsiteY2"/>
                </a:cxn>
              </a:cxnLst>
              <a:rect l="l" t="t" r="r" b="b"/>
              <a:pathLst>
                <a:path w="1202135" h="199390">
                  <a:moveTo>
                    <a:pt x="0" y="195580"/>
                  </a:moveTo>
                  <a:lnTo>
                    <a:pt x="652780" y="199390"/>
                  </a:lnTo>
                  <a:lnTo>
                    <a:pt x="1202135" y="0"/>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78" name="Freeform 116">
              <a:extLst>
                <a:ext uri="{FF2B5EF4-FFF2-40B4-BE49-F238E27FC236}">
                  <a16:creationId xmlns:a16="http://schemas.microsoft.com/office/drawing/2014/main" id="{53867799-D3BE-8CA4-315C-624144E37D8E}"/>
                </a:ext>
              </a:extLst>
            </p:cNvPr>
            <p:cNvSpPr/>
            <p:nvPr/>
          </p:nvSpPr>
          <p:spPr>
            <a:xfrm>
              <a:off x="3170936" y="2992755"/>
              <a:ext cx="1082040" cy="304800"/>
            </a:xfrm>
            <a:custGeom>
              <a:avLst/>
              <a:gdLst>
                <a:gd name="connsiteX0" fmla="*/ 0 w 1244600"/>
                <a:gd name="connsiteY0" fmla="*/ 401320 h 401320"/>
                <a:gd name="connsiteX1" fmla="*/ 690880 w 1244600"/>
                <a:gd name="connsiteY1" fmla="*/ 0 h 401320"/>
                <a:gd name="connsiteX2" fmla="*/ 1244600 w 1244600"/>
                <a:gd name="connsiteY2" fmla="*/ 0 h 401320"/>
                <a:gd name="connsiteX0" fmla="*/ 0 w 1082040"/>
                <a:gd name="connsiteY0" fmla="*/ 304800 h 304800"/>
                <a:gd name="connsiteX1" fmla="*/ 528320 w 1082040"/>
                <a:gd name="connsiteY1" fmla="*/ 0 h 304800"/>
                <a:gd name="connsiteX2" fmla="*/ 1082040 w 1082040"/>
                <a:gd name="connsiteY2" fmla="*/ 0 h 304800"/>
              </a:gdLst>
              <a:ahLst/>
              <a:cxnLst>
                <a:cxn ang="0">
                  <a:pos x="connsiteX0" y="connsiteY0"/>
                </a:cxn>
                <a:cxn ang="0">
                  <a:pos x="connsiteX1" y="connsiteY1"/>
                </a:cxn>
                <a:cxn ang="0">
                  <a:pos x="connsiteX2" y="connsiteY2"/>
                </a:cxn>
              </a:cxnLst>
              <a:rect l="l" t="t" r="r" b="b"/>
              <a:pathLst>
                <a:path w="1082040" h="304800">
                  <a:moveTo>
                    <a:pt x="0" y="304800"/>
                  </a:moveTo>
                  <a:lnTo>
                    <a:pt x="528320" y="0"/>
                  </a:lnTo>
                  <a:lnTo>
                    <a:pt x="1082040" y="0"/>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79" name="TextBox 78">
              <a:extLst>
                <a:ext uri="{FF2B5EF4-FFF2-40B4-BE49-F238E27FC236}">
                  <a16:creationId xmlns:a16="http://schemas.microsoft.com/office/drawing/2014/main" id="{10AE51FD-26EB-7AB3-8345-AC0386C94A5D}"/>
                </a:ext>
              </a:extLst>
            </p:cNvPr>
            <p:cNvSpPr txBox="1"/>
            <p:nvPr/>
          </p:nvSpPr>
          <p:spPr>
            <a:xfrm>
              <a:off x="7284975" y="3044565"/>
              <a:ext cx="666750" cy="469028"/>
            </a:xfrm>
            <a:prstGeom prst="rect">
              <a:avLst/>
            </a:prstGeom>
            <a:noFill/>
          </p:spPr>
          <p:txBody>
            <a:bodyPr wrap="square" lIns="0" tIns="0" rIns="0" bIns="0" rtlCol="0">
              <a:spAutoFit/>
            </a:bodyPr>
            <a:lstStyle/>
            <a:p>
              <a:pPr marL="0" marR="0" lvl="0" indent="0" algn="r"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Depot </a:t>
              </a:r>
              <a:br>
                <a:rPr kumimoji="0" lang="en-US" sz="700" b="1" i="0" u="none" strike="noStrike" kern="1200" cap="none" spc="0" normalizeH="0" baseline="0" noProof="0">
                  <a:ln>
                    <a:noFill/>
                  </a:ln>
                  <a:solidFill>
                    <a:srgbClr val="2A2C28"/>
                  </a:solidFill>
                  <a:effectLst/>
                  <a:uLnTx/>
                  <a:uFillTx/>
                  <a:latin typeface="Arial"/>
                  <a:ea typeface="+mn-ea"/>
                  <a:cs typeface="+mn-cs"/>
                </a:rPr>
              </a:br>
              <a:r>
                <a:rPr kumimoji="0" lang="en-US" sz="700" b="1" i="0" u="none" strike="noStrike" kern="1200" cap="none" spc="0" normalizeH="0" baseline="0" noProof="0">
                  <a:ln>
                    <a:noFill/>
                  </a:ln>
                  <a:solidFill>
                    <a:srgbClr val="2A2C28"/>
                  </a:solidFill>
                  <a:effectLst/>
                  <a:uLnTx/>
                  <a:uFillTx/>
                  <a:latin typeface="Arial"/>
                  <a:ea typeface="+mn-ea"/>
                  <a:cs typeface="+mn-cs"/>
                </a:rPr>
                <a:t>pickups</a:t>
              </a:r>
            </a:p>
            <a:p>
              <a:pPr marL="0" marR="0" lvl="0" indent="0" algn="r" defTabSz="457200" rtl="0" eaLnBrk="1" fontAlgn="auto" latinLnBrk="0" hangingPunct="1">
                <a:lnSpc>
                  <a:spcPts val="1000"/>
                </a:lnSpc>
                <a:spcBef>
                  <a:spcPts val="0"/>
                </a:spcBef>
                <a:spcAft>
                  <a:spcPts val="0"/>
                </a:spcAft>
                <a:buClrTx/>
                <a:buSzTx/>
                <a:buFontTx/>
                <a:buNone/>
                <a:tabLst/>
                <a:defRPr/>
              </a:pPr>
              <a:endParaRPr kumimoji="0" lang="en-AU" sz="700" b="0" i="0" u="none" strike="noStrike" kern="1200" cap="none" spc="0" normalizeH="0" baseline="0" noProof="0">
                <a:ln>
                  <a:noFill/>
                </a:ln>
                <a:solidFill>
                  <a:srgbClr val="2A2C28"/>
                </a:solidFill>
                <a:effectLst/>
                <a:uLnTx/>
                <a:uFillTx/>
                <a:latin typeface="Arial"/>
                <a:ea typeface="+mn-ea"/>
                <a:cs typeface="+mn-cs"/>
              </a:endParaRPr>
            </a:p>
          </p:txBody>
        </p:sp>
        <p:sp>
          <p:nvSpPr>
            <p:cNvPr id="80" name="Freeform 343">
              <a:extLst>
                <a:ext uri="{FF2B5EF4-FFF2-40B4-BE49-F238E27FC236}">
                  <a16:creationId xmlns:a16="http://schemas.microsoft.com/office/drawing/2014/main" id="{DC5836C0-0080-B558-1A55-2EE10DC763B8}"/>
                </a:ext>
              </a:extLst>
            </p:cNvPr>
            <p:cNvSpPr/>
            <p:nvPr/>
          </p:nvSpPr>
          <p:spPr>
            <a:xfrm>
              <a:off x="6846315" y="2992755"/>
              <a:ext cx="1092200" cy="312420"/>
            </a:xfrm>
            <a:custGeom>
              <a:avLst/>
              <a:gdLst>
                <a:gd name="connsiteX0" fmla="*/ 0 w 1244600"/>
                <a:gd name="connsiteY0" fmla="*/ 401320 h 401320"/>
                <a:gd name="connsiteX1" fmla="*/ 690880 w 1244600"/>
                <a:gd name="connsiteY1" fmla="*/ 0 h 401320"/>
                <a:gd name="connsiteX2" fmla="*/ 1244600 w 1244600"/>
                <a:gd name="connsiteY2" fmla="*/ 0 h 401320"/>
                <a:gd name="connsiteX0" fmla="*/ 0 w 1092200"/>
                <a:gd name="connsiteY0" fmla="*/ 312420 h 312420"/>
                <a:gd name="connsiteX1" fmla="*/ 538480 w 1092200"/>
                <a:gd name="connsiteY1" fmla="*/ 0 h 312420"/>
                <a:gd name="connsiteX2" fmla="*/ 1092200 w 1092200"/>
                <a:gd name="connsiteY2" fmla="*/ 0 h 312420"/>
              </a:gdLst>
              <a:ahLst/>
              <a:cxnLst>
                <a:cxn ang="0">
                  <a:pos x="connsiteX0" y="connsiteY0"/>
                </a:cxn>
                <a:cxn ang="0">
                  <a:pos x="connsiteX1" y="connsiteY1"/>
                </a:cxn>
                <a:cxn ang="0">
                  <a:pos x="connsiteX2" y="connsiteY2"/>
                </a:cxn>
              </a:cxnLst>
              <a:rect l="l" t="t" r="r" b="b"/>
              <a:pathLst>
                <a:path w="1092200" h="312420">
                  <a:moveTo>
                    <a:pt x="0" y="312420"/>
                  </a:moveTo>
                  <a:lnTo>
                    <a:pt x="538480" y="0"/>
                  </a:lnTo>
                  <a:lnTo>
                    <a:pt x="1092200" y="0"/>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81" name="Freeform 117">
              <a:extLst>
                <a:ext uri="{FF2B5EF4-FFF2-40B4-BE49-F238E27FC236}">
                  <a16:creationId xmlns:a16="http://schemas.microsoft.com/office/drawing/2014/main" id="{99629C6C-E250-B3BA-E997-3B86E1883E6D}"/>
                </a:ext>
              </a:extLst>
            </p:cNvPr>
            <p:cNvSpPr/>
            <p:nvPr/>
          </p:nvSpPr>
          <p:spPr>
            <a:xfrm>
              <a:off x="3183872" y="4770120"/>
              <a:ext cx="1092200" cy="209550"/>
            </a:xfrm>
            <a:custGeom>
              <a:avLst/>
              <a:gdLst>
                <a:gd name="connsiteX0" fmla="*/ 0 w 1280160"/>
                <a:gd name="connsiteY0" fmla="*/ 0 h 285750"/>
                <a:gd name="connsiteX1" fmla="*/ 708660 w 1280160"/>
                <a:gd name="connsiteY1" fmla="*/ 285750 h 285750"/>
                <a:gd name="connsiteX2" fmla="*/ 1280160 w 1280160"/>
                <a:gd name="connsiteY2" fmla="*/ 285750 h 285750"/>
                <a:gd name="connsiteX0" fmla="*/ 0 w 1092200"/>
                <a:gd name="connsiteY0" fmla="*/ 0 h 209550"/>
                <a:gd name="connsiteX1" fmla="*/ 520700 w 1092200"/>
                <a:gd name="connsiteY1" fmla="*/ 209550 h 209550"/>
                <a:gd name="connsiteX2" fmla="*/ 1092200 w 1092200"/>
                <a:gd name="connsiteY2" fmla="*/ 209550 h 209550"/>
              </a:gdLst>
              <a:ahLst/>
              <a:cxnLst>
                <a:cxn ang="0">
                  <a:pos x="connsiteX0" y="connsiteY0"/>
                </a:cxn>
                <a:cxn ang="0">
                  <a:pos x="connsiteX1" y="connsiteY1"/>
                </a:cxn>
                <a:cxn ang="0">
                  <a:pos x="connsiteX2" y="connsiteY2"/>
                </a:cxn>
              </a:cxnLst>
              <a:rect l="l" t="t" r="r" b="b"/>
              <a:pathLst>
                <a:path w="1092200" h="209550">
                  <a:moveTo>
                    <a:pt x="0" y="0"/>
                  </a:moveTo>
                  <a:lnTo>
                    <a:pt x="520700" y="209550"/>
                  </a:lnTo>
                  <a:lnTo>
                    <a:pt x="1092200" y="209550"/>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82" name="TextBox 81">
              <a:extLst>
                <a:ext uri="{FF2B5EF4-FFF2-40B4-BE49-F238E27FC236}">
                  <a16:creationId xmlns:a16="http://schemas.microsoft.com/office/drawing/2014/main" id="{9E2B163C-1D71-F71C-F93C-99690CAE3411}"/>
                </a:ext>
              </a:extLst>
            </p:cNvPr>
            <p:cNvSpPr txBox="1"/>
            <p:nvPr/>
          </p:nvSpPr>
          <p:spPr>
            <a:xfrm>
              <a:off x="7249916" y="5017762"/>
              <a:ext cx="701809" cy="469028"/>
            </a:xfrm>
            <a:prstGeom prst="rect">
              <a:avLst/>
            </a:prstGeom>
            <a:noFill/>
          </p:spPr>
          <p:txBody>
            <a:bodyPr wrap="square" lIns="0" tIns="0" rIns="0" bIns="0" rtlCol="0">
              <a:spAutoFit/>
            </a:bodyPr>
            <a:lstStyle/>
            <a:p>
              <a:pPr marL="0" marR="0" lvl="0" indent="0" algn="r" defTabSz="457200" rtl="0" eaLnBrk="1" fontAlgn="auto" latinLnBrk="0" hangingPunct="1">
                <a:lnSpc>
                  <a:spcPts val="1000"/>
                </a:lnSpc>
                <a:spcBef>
                  <a:spcPts val="0"/>
                </a:spcBef>
                <a:spcAft>
                  <a:spcPts val="0"/>
                </a:spcAft>
                <a:buClrTx/>
                <a:buSzTx/>
                <a:buFontTx/>
                <a:buNone/>
                <a:tabLst/>
                <a:defRPr/>
              </a:pPr>
              <a:r>
                <a:rPr kumimoji="0" lang="en-US" sz="700" b="1" i="0" u="none" strike="noStrike" kern="1200" cap="none" spc="0" normalizeH="0" baseline="0" noProof="0">
                  <a:ln>
                    <a:noFill/>
                  </a:ln>
                  <a:solidFill>
                    <a:srgbClr val="2A2C28"/>
                  </a:solidFill>
                  <a:effectLst/>
                  <a:uLnTx/>
                  <a:uFillTx/>
                  <a:latin typeface="Arial"/>
                  <a:ea typeface="+mn-ea"/>
                  <a:cs typeface="+mn-cs"/>
                </a:rPr>
                <a:t>ID’s for </a:t>
              </a:r>
              <a:br>
                <a:rPr kumimoji="0" lang="en-US" sz="700" b="1" i="0" u="none" strike="noStrike" kern="1200" cap="none" spc="0" normalizeH="0" baseline="0" noProof="0">
                  <a:ln>
                    <a:noFill/>
                  </a:ln>
                  <a:solidFill>
                    <a:srgbClr val="2A2C28"/>
                  </a:solidFill>
                  <a:effectLst/>
                  <a:uLnTx/>
                  <a:uFillTx/>
                  <a:latin typeface="Arial"/>
                  <a:ea typeface="+mn-ea"/>
                  <a:cs typeface="+mn-cs"/>
                </a:rPr>
              </a:br>
              <a:r>
                <a:rPr kumimoji="0" lang="en-US" sz="700" b="1" i="0" u="none" strike="noStrike" kern="1200" cap="none" spc="0" normalizeH="0" baseline="0" noProof="0">
                  <a:ln>
                    <a:noFill/>
                  </a:ln>
                  <a:solidFill>
                    <a:srgbClr val="2A2C28"/>
                  </a:solidFill>
                  <a:effectLst/>
                  <a:uLnTx/>
                  <a:uFillTx/>
                  <a:latin typeface="Arial"/>
                  <a:ea typeface="+mn-ea"/>
                  <a:cs typeface="+mn-cs"/>
                </a:rPr>
                <a:t>freight transfers</a:t>
              </a:r>
            </a:p>
          </p:txBody>
        </p:sp>
        <p:sp>
          <p:nvSpPr>
            <p:cNvPr id="83" name="Freeform 345">
              <a:extLst>
                <a:ext uri="{FF2B5EF4-FFF2-40B4-BE49-F238E27FC236}">
                  <a16:creationId xmlns:a16="http://schemas.microsoft.com/office/drawing/2014/main" id="{C8CC5BB5-70F4-D3B1-2A1C-24726D61CA43}"/>
                </a:ext>
              </a:extLst>
            </p:cNvPr>
            <p:cNvSpPr/>
            <p:nvPr/>
          </p:nvSpPr>
          <p:spPr>
            <a:xfrm>
              <a:off x="6876272" y="4767580"/>
              <a:ext cx="1075453" cy="213995"/>
            </a:xfrm>
            <a:custGeom>
              <a:avLst/>
              <a:gdLst>
                <a:gd name="connsiteX0" fmla="*/ 0 w 1280160"/>
                <a:gd name="connsiteY0" fmla="*/ 0 h 285750"/>
                <a:gd name="connsiteX1" fmla="*/ 708660 w 1280160"/>
                <a:gd name="connsiteY1" fmla="*/ 285750 h 285750"/>
                <a:gd name="connsiteX2" fmla="*/ 1280160 w 1280160"/>
                <a:gd name="connsiteY2" fmla="*/ 285750 h 285750"/>
                <a:gd name="connsiteX0" fmla="*/ 0 w 1280160"/>
                <a:gd name="connsiteY0" fmla="*/ 0 h 287655"/>
                <a:gd name="connsiteX1" fmla="*/ 763905 w 1280160"/>
                <a:gd name="connsiteY1" fmla="*/ 287655 h 287655"/>
                <a:gd name="connsiteX2" fmla="*/ 1280160 w 1280160"/>
                <a:gd name="connsiteY2" fmla="*/ 285750 h 287655"/>
                <a:gd name="connsiteX0" fmla="*/ 0 w 1096321"/>
                <a:gd name="connsiteY0" fmla="*/ 0 h 213995"/>
                <a:gd name="connsiteX1" fmla="*/ 580066 w 1096321"/>
                <a:gd name="connsiteY1" fmla="*/ 213995 h 213995"/>
                <a:gd name="connsiteX2" fmla="*/ 1096321 w 1096321"/>
                <a:gd name="connsiteY2" fmla="*/ 212090 h 213995"/>
              </a:gdLst>
              <a:ahLst/>
              <a:cxnLst>
                <a:cxn ang="0">
                  <a:pos x="connsiteX0" y="connsiteY0"/>
                </a:cxn>
                <a:cxn ang="0">
                  <a:pos x="connsiteX1" y="connsiteY1"/>
                </a:cxn>
                <a:cxn ang="0">
                  <a:pos x="connsiteX2" y="connsiteY2"/>
                </a:cxn>
              </a:cxnLst>
              <a:rect l="l" t="t" r="r" b="b"/>
              <a:pathLst>
                <a:path w="1096321" h="213995">
                  <a:moveTo>
                    <a:pt x="0" y="0"/>
                  </a:moveTo>
                  <a:lnTo>
                    <a:pt x="580066" y="213995"/>
                  </a:lnTo>
                  <a:lnTo>
                    <a:pt x="1096321" y="212090"/>
                  </a:ln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84" name="Oval 83">
              <a:extLst>
                <a:ext uri="{FF2B5EF4-FFF2-40B4-BE49-F238E27FC236}">
                  <a16:creationId xmlns:a16="http://schemas.microsoft.com/office/drawing/2014/main" id="{689D2148-A026-3B96-8AA9-EB1DA5A683A2}"/>
                </a:ext>
              </a:extLst>
            </p:cNvPr>
            <p:cNvSpPr/>
            <p:nvPr/>
          </p:nvSpPr>
          <p:spPr>
            <a:xfrm>
              <a:off x="2049694" y="3199130"/>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85" name="Oval 84">
              <a:extLst>
                <a:ext uri="{FF2B5EF4-FFF2-40B4-BE49-F238E27FC236}">
                  <a16:creationId xmlns:a16="http://schemas.microsoft.com/office/drawing/2014/main" id="{950A714A-6175-B73E-75F8-1EC5A6FCE263}"/>
                </a:ext>
              </a:extLst>
            </p:cNvPr>
            <p:cNvSpPr/>
            <p:nvPr/>
          </p:nvSpPr>
          <p:spPr>
            <a:xfrm>
              <a:off x="2803930" y="3199130"/>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86" name="Oval 85">
              <a:extLst>
                <a:ext uri="{FF2B5EF4-FFF2-40B4-BE49-F238E27FC236}">
                  <a16:creationId xmlns:a16="http://schemas.microsoft.com/office/drawing/2014/main" id="{042D302D-E7A9-A2E3-6DAD-71F8D267AF40}"/>
                </a:ext>
              </a:extLst>
            </p:cNvPr>
            <p:cNvSpPr/>
            <p:nvPr/>
          </p:nvSpPr>
          <p:spPr>
            <a:xfrm>
              <a:off x="2049694" y="3861118"/>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87" name="Oval 86">
              <a:extLst>
                <a:ext uri="{FF2B5EF4-FFF2-40B4-BE49-F238E27FC236}">
                  <a16:creationId xmlns:a16="http://schemas.microsoft.com/office/drawing/2014/main" id="{8BA5C15E-00FA-D99D-970F-A15AE02C3F5D}"/>
                </a:ext>
              </a:extLst>
            </p:cNvPr>
            <p:cNvSpPr/>
            <p:nvPr/>
          </p:nvSpPr>
          <p:spPr>
            <a:xfrm>
              <a:off x="2803930" y="3861118"/>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88" name="Oval 87">
              <a:extLst>
                <a:ext uri="{FF2B5EF4-FFF2-40B4-BE49-F238E27FC236}">
                  <a16:creationId xmlns:a16="http://schemas.microsoft.com/office/drawing/2014/main" id="{A4254CCE-9EB0-95FA-534B-BE24BDD40C6A}"/>
                </a:ext>
              </a:extLst>
            </p:cNvPr>
            <p:cNvSpPr/>
            <p:nvPr/>
          </p:nvSpPr>
          <p:spPr>
            <a:xfrm>
              <a:off x="2049694" y="4527607"/>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89" name="Oval 88">
              <a:extLst>
                <a:ext uri="{FF2B5EF4-FFF2-40B4-BE49-F238E27FC236}">
                  <a16:creationId xmlns:a16="http://schemas.microsoft.com/office/drawing/2014/main" id="{781B65E3-F037-5F98-364C-0756F6368141}"/>
                </a:ext>
              </a:extLst>
            </p:cNvPr>
            <p:cNvSpPr/>
            <p:nvPr/>
          </p:nvSpPr>
          <p:spPr>
            <a:xfrm>
              <a:off x="2803930" y="4527607"/>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90" name="Oval 89">
              <a:extLst>
                <a:ext uri="{FF2B5EF4-FFF2-40B4-BE49-F238E27FC236}">
                  <a16:creationId xmlns:a16="http://schemas.microsoft.com/office/drawing/2014/main" id="{762B4668-0525-6FA6-FC46-3AAC07CBDA29}"/>
                </a:ext>
              </a:extLst>
            </p:cNvPr>
            <p:cNvSpPr/>
            <p:nvPr/>
          </p:nvSpPr>
          <p:spPr>
            <a:xfrm>
              <a:off x="5773202" y="3216910"/>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91" name="Oval 90">
              <a:extLst>
                <a:ext uri="{FF2B5EF4-FFF2-40B4-BE49-F238E27FC236}">
                  <a16:creationId xmlns:a16="http://schemas.microsoft.com/office/drawing/2014/main" id="{8B59C0B4-7E04-3D34-BC5B-236F1646C1B7}"/>
                </a:ext>
              </a:extLst>
            </p:cNvPr>
            <p:cNvSpPr/>
            <p:nvPr/>
          </p:nvSpPr>
          <p:spPr>
            <a:xfrm>
              <a:off x="6489087" y="3216910"/>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92" name="Oval 91">
              <a:extLst>
                <a:ext uri="{FF2B5EF4-FFF2-40B4-BE49-F238E27FC236}">
                  <a16:creationId xmlns:a16="http://schemas.microsoft.com/office/drawing/2014/main" id="{BF71C51B-6670-567A-8E6D-EA6F3C3F4CE6}"/>
                </a:ext>
              </a:extLst>
            </p:cNvPr>
            <p:cNvSpPr/>
            <p:nvPr/>
          </p:nvSpPr>
          <p:spPr>
            <a:xfrm>
              <a:off x="5773202" y="3878898"/>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93" name="Oval 92">
              <a:extLst>
                <a:ext uri="{FF2B5EF4-FFF2-40B4-BE49-F238E27FC236}">
                  <a16:creationId xmlns:a16="http://schemas.microsoft.com/office/drawing/2014/main" id="{CA503A3A-1FB4-6B46-2887-A0ECB1CAF964}"/>
                </a:ext>
              </a:extLst>
            </p:cNvPr>
            <p:cNvSpPr/>
            <p:nvPr/>
          </p:nvSpPr>
          <p:spPr>
            <a:xfrm>
              <a:off x="6489087" y="3878898"/>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94" name="Oval 93">
              <a:extLst>
                <a:ext uri="{FF2B5EF4-FFF2-40B4-BE49-F238E27FC236}">
                  <a16:creationId xmlns:a16="http://schemas.microsoft.com/office/drawing/2014/main" id="{7421C721-D4D6-804D-4CDF-B52A00291A10}"/>
                </a:ext>
              </a:extLst>
            </p:cNvPr>
            <p:cNvSpPr/>
            <p:nvPr/>
          </p:nvSpPr>
          <p:spPr>
            <a:xfrm>
              <a:off x="5773202" y="4545387"/>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sp>
          <p:nvSpPr>
            <p:cNvPr id="95" name="Oval 94">
              <a:extLst>
                <a:ext uri="{FF2B5EF4-FFF2-40B4-BE49-F238E27FC236}">
                  <a16:creationId xmlns:a16="http://schemas.microsoft.com/office/drawing/2014/main" id="{73F17441-2D90-4D97-149A-CC621C4E33EF}"/>
                </a:ext>
              </a:extLst>
            </p:cNvPr>
            <p:cNvSpPr/>
            <p:nvPr/>
          </p:nvSpPr>
          <p:spPr>
            <a:xfrm>
              <a:off x="6489087" y="4545387"/>
              <a:ext cx="387734" cy="387734"/>
            </a:xfrm>
            <a:prstGeom prst="ellipse">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100" name="TextBox 99">
            <a:extLst>
              <a:ext uri="{FF2B5EF4-FFF2-40B4-BE49-F238E27FC236}">
                <a16:creationId xmlns:a16="http://schemas.microsoft.com/office/drawing/2014/main" id="{33FEA25C-B826-B04A-3F3E-F0DA6FBD088D}"/>
              </a:ext>
            </a:extLst>
          </p:cNvPr>
          <p:cNvSpPr txBox="1"/>
          <p:nvPr/>
        </p:nvSpPr>
        <p:spPr>
          <a:xfrm>
            <a:off x="346096" y="1628970"/>
            <a:ext cx="2670924"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43200"/>
                </a:solidFill>
                <a:effectLst/>
                <a:uLnTx/>
                <a:uFillTx/>
                <a:latin typeface="Century Gothic" panose="020B0502020202020204" pitchFamily="34" charset="0"/>
                <a:ea typeface="+mn-ea"/>
                <a:cs typeface="Calibri" panose="020F0502020204030204" pitchFamily="34" charset="0"/>
              </a:rPr>
              <a:t>Key Application Features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600" b="1"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endParaRPr>
          </a:p>
        </p:txBody>
      </p:sp>
      <p:sp>
        <p:nvSpPr>
          <p:cNvPr id="101" name="TextBox 100">
            <a:extLst>
              <a:ext uri="{FF2B5EF4-FFF2-40B4-BE49-F238E27FC236}">
                <a16:creationId xmlns:a16="http://schemas.microsoft.com/office/drawing/2014/main" id="{0580A93F-EB97-D669-0527-E13A6D45D0C8}"/>
              </a:ext>
            </a:extLst>
          </p:cNvPr>
          <p:cNvSpPr txBox="1"/>
          <p:nvPr/>
        </p:nvSpPr>
        <p:spPr>
          <a:xfrm>
            <a:off x="441165" y="914400"/>
            <a:ext cx="11149327" cy="113877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
                <a:srgbClr val="656E74"/>
              </a:buClr>
              <a:buSzTx/>
              <a:buFontTx/>
              <a:buNone/>
              <a:tabLst/>
              <a:defRPr/>
            </a:pPr>
            <a:r>
              <a:rPr kumimoji="0" lang="en-AU" sz="1600" b="0" i="0" u="none" strike="noStrike" kern="1200" cap="none" spc="-10" normalizeH="0" baseline="0" noProof="0" dirty="0">
                <a:ln>
                  <a:noFill/>
                </a:ln>
                <a:solidFill>
                  <a:srgbClr val="2A2C28"/>
                </a:solidFill>
                <a:effectLst/>
                <a:uLnTx/>
                <a:uFillTx/>
                <a:latin typeface="Century Gothic" panose="020B0502020202020204" pitchFamily="34" charset="0"/>
                <a:ea typeface="+mn-ea"/>
                <a:cs typeface="+mn-cs"/>
              </a:rPr>
              <a:t>Team Global Express Electronic Delivery Application is a multi-purpose single scanner solution for drivers and depot staff to manage pick-ups, deliveries, associated event milestones in addition to operational and safety checks.</a:t>
            </a:r>
          </a:p>
          <a:p>
            <a:pPr marL="0" marR="0" lvl="0" indent="0" algn="l" defTabSz="457200" rtl="0" eaLnBrk="1" fontAlgn="auto" latinLnBrk="0" hangingPunct="1">
              <a:lnSpc>
                <a:spcPct val="100000"/>
              </a:lnSpc>
              <a:spcBef>
                <a:spcPts val="0"/>
              </a:spcBef>
              <a:spcAft>
                <a:spcPts val="600"/>
              </a:spcAft>
              <a:buClr>
                <a:srgbClr val="656E74"/>
              </a:buClr>
              <a:buSzTx/>
              <a:buFontTx/>
              <a:buNone/>
              <a:tabLst/>
              <a:defRPr/>
            </a:pPr>
            <a:endParaRPr kumimoji="0" lang="en-AU" sz="1600" b="0" i="0" u="none" strike="noStrike" kern="1200" cap="none" spc="-10" normalizeH="0" baseline="0" noProof="0" dirty="0">
              <a:ln>
                <a:noFill/>
              </a:ln>
              <a:solidFill>
                <a:srgbClr val="2A2C2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600"/>
              </a:spcAft>
              <a:buClr>
                <a:srgbClr val="656E74"/>
              </a:buClr>
              <a:buSzTx/>
              <a:buFontTx/>
              <a:buNone/>
              <a:tabLst/>
              <a:defRPr/>
            </a:pPr>
            <a:endParaRPr kumimoji="0" lang="en-AU" sz="1600" b="0" i="0" u="none" strike="noStrike" kern="1200" cap="none" spc="-10" normalizeH="0" baseline="0" noProof="0" dirty="0">
              <a:ln>
                <a:noFill/>
              </a:ln>
              <a:solidFill>
                <a:srgbClr val="2A2C28"/>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598536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ctangle 110">
            <a:extLst>
              <a:ext uri="{FF2B5EF4-FFF2-40B4-BE49-F238E27FC236}">
                <a16:creationId xmlns:a16="http://schemas.microsoft.com/office/drawing/2014/main" id="{A2DAA716-5137-4AF7-9329-18588558D54C}"/>
              </a:ext>
            </a:extLst>
          </p:cNvPr>
          <p:cNvSpPr/>
          <p:nvPr/>
        </p:nvSpPr>
        <p:spPr>
          <a:xfrm>
            <a:off x="5561712" y="1618313"/>
            <a:ext cx="2028738" cy="1475693"/>
          </a:xfrm>
          <a:prstGeom prst="rect">
            <a:avLst/>
          </a:prstGeom>
          <a:solidFill>
            <a:schemeClr val="bg2"/>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nvGrpSpPr>
          <p:cNvPr id="22" name="Group 21">
            <a:extLst>
              <a:ext uri="{FF2B5EF4-FFF2-40B4-BE49-F238E27FC236}">
                <a16:creationId xmlns:a16="http://schemas.microsoft.com/office/drawing/2014/main" id="{FDA85140-7029-22A5-BB1E-738D5BD1CA8C}"/>
              </a:ext>
            </a:extLst>
          </p:cNvPr>
          <p:cNvGrpSpPr/>
          <p:nvPr/>
        </p:nvGrpSpPr>
        <p:grpSpPr>
          <a:xfrm>
            <a:off x="5699021" y="1751896"/>
            <a:ext cx="227474" cy="804937"/>
            <a:chOff x="3013003" y="1093312"/>
            <a:chExt cx="346070" cy="819626"/>
          </a:xfrm>
        </p:grpSpPr>
        <p:sp>
          <p:nvSpPr>
            <p:cNvPr id="23" name="Freeform 23">
              <a:extLst>
                <a:ext uri="{FF2B5EF4-FFF2-40B4-BE49-F238E27FC236}">
                  <a16:creationId xmlns:a16="http://schemas.microsoft.com/office/drawing/2014/main" id="{266BDB6B-BF34-93CB-63B1-CC0D9A88291E}"/>
                </a:ext>
              </a:extLst>
            </p:cNvPr>
            <p:cNvSpPr>
              <a:spLocks/>
            </p:cNvSpPr>
            <p:nvPr/>
          </p:nvSpPr>
          <p:spPr bwMode="auto">
            <a:xfrm>
              <a:off x="3013006" y="1093312"/>
              <a:ext cx="346067" cy="173218"/>
            </a:xfrm>
            <a:custGeom>
              <a:avLst/>
              <a:gdLst>
                <a:gd name="T0" fmla="*/ 92 w 92"/>
                <a:gd name="T1" fmla="*/ 64 h 72"/>
                <a:gd name="T2" fmla="*/ 84 w 92"/>
                <a:gd name="T3" fmla="*/ 72 h 72"/>
                <a:gd name="T4" fmla="*/ 8 w 92"/>
                <a:gd name="T5" fmla="*/ 72 h 72"/>
                <a:gd name="T6" fmla="*/ 0 w 92"/>
                <a:gd name="T7" fmla="*/ 64 h 72"/>
                <a:gd name="T8" fmla="*/ 0 w 92"/>
                <a:gd name="T9" fmla="*/ 8 h 72"/>
                <a:gd name="T10" fmla="*/ 8 w 92"/>
                <a:gd name="T11" fmla="*/ 0 h 72"/>
                <a:gd name="T12" fmla="*/ 84 w 92"/>
                <a:gd name="T13" fmla="*/ 0 h 72"/>
                <a:gd name="T14" fmla="*/ 92 w 92"/>
                <a:gd name="T15" fmla="*/ 8 h 72"/>
                <a:gd name="T16" fmla="*/ 92 w 92"/>
                <a:gd name="T17" fmla="*/ 6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72">
                  <a:moveTo>
                    <a:pt x="92" y="64"/>
                  </a:moveTo>
                  <a:cubicBezTo>
                    <a:pt x="92" y="68"/>
                    <a:pt x="88" y="72"/>
                    <a:pt x="84" y="72"/>
                  </a:cubicBezTo>
                  <a:cubicBezTo>
                    <a:pt x="8" y="72"/>
                    <a:pt x="8" y="72"/>
                    <a:pt x="8" y="72"/>
                  </a:cubicBezTo>
                  <a:cubicBezTo>
                    <a:pt x="4" y="72"/>
                    <a:pt x="0" y="68"/>
                    <a:pt x="0" y="64"/>
                  </a:cubicBezTo>
                  <a:cubicBezTo>
                    <a:pt x="0" y="8"/>
                    <a:pt x="0" y="8"/>
                    <a:pt x="0" y="8"/>
                  </a:cubicBezTo>
                  <a:cubicBezTo>
                    <a:pt x="0" y="4"/>
                    <a:pt x="4" y="0"/>
                    <a:pt x="8" y="0"/>
                  </a:cubicBezTo>
                  <a:cubicBezTo>
                    <a:pt x="84" y="0"/>
                    <a:pt x="84" y="0"/>
                    <a:pt x="84" y="0"/>
                  </a:cubicBezTo>
                  <a:cubicBezTo>
                    <a:pt x="88" y="0"/>
                    <a:pt x="92" y="4"/>
                    <a:pt x="92" y="8"/>
                  </a:cubicBezTo>
                  <a:lnTo>
                    <a:pt x="92" y="64"/>
                  </a:lnTo>
                  <a:close/>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24" name="Line 24">
              <a:extLst>
                <a:ext uri="{FF2B5EF4-FFF2-40B4-BE49-F238E27FC236}">
                  <a16:creationId xmlns:a16="http://schemas.microsoft.com/office/drawing/2014/main" id="{03AFBEFE-C116-8285-7428-46AE60849B95}"/>
                </a:ext>
              </a:extLst>
            </p:cNvPr>
            <p:cNvSpPr>
              <a:spLocks noChangeShapeType="1"/>
            </p:cNvSpPr>
            <p:nvPr/>
          </p:nvSpPr>
          <p:spPr bwMode="auto">
            <a:xfrm>
              <a:off x="3013003" y="1141202"/>
              <a:ext cx="346067"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25" name="Oval 25">
              <a:extLst>
                <a:ext uri="{FF2B5EF4-FFF2-40B4-BE49-F238E27FC236}">
                  <a16:creationId xmlns:a16="http://schemas.microsoft.com/office/drawing/2014/main" id="{8EB22FD1-F922-6089-FFBD-A9E3FED515F8}"/>
                </a:ext>
              </a:extLst>
            </p:cNvPr>
            <p:cNvSpPr>
              <a:spLocks noChangeArrowheads="1"/>
            </p:cNvSpPr>
            <p:nvPr/>
          </p:nvSpPr>
          <p:spPr bwMode="auto">
            <a:xfrm>
              <a:off x="3057448" y="1112672"/>
              <a:ext cx="15875" cy="9171"/>
            </a:xfrm>
            <a:prstGeom prst="ellipse">
              <a:avLst/>
            </a:pr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26" name="Oval 26">
              <a:extLst>
                <a:ext uri="{FF2B5EF4-FFF2-40B4-BE49-F238E27FC236}">
                  <a16:creationId xmlns:a16="http://schemas.microsoft.com/office/drawing/2014/main" id="{4BAC3167-1783-BA56-C836-5262B4D1C0E8}"/>
                </a:ext>
              </a:extLst>
            </p:cNvPr>
            <p:cNvSpPr>
              <a:spLocks noChangeArrowheads="1"/>
            </p:cNvSpPr>
            <p:nvPr/>
          </p:nvSpPr>
          <p:spPr bwMode="auto">
            <a:xfrm>
              <a:off x="3103484" y="1112672"/>
              <a:ext cx="14288" cy="9171"/>
            </a:xfrm>
            <a:prstGeom prst="ellipse">
              <a:avLst/>
            </a:pr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27" name="Oval 27">
              <a:extLst>
                <a:ext uri="{FF2B5EF4-FFF2-40B4-BE49-F238E27FC236}">
                  <a16:creationId xmlns:a16="http://schemas.microsoft.com/office/drawing/2014/main" id="{613D8469-1BEE-927E-038E-C6364BD78A15}"/>
                </a:ext>
              </a:extLst>
            </p:cNvPr>
            <p:cNvSpPr>
              <a:spLocks noChangeArrowheads="1"/>
            </p:cNvSpPr>
            <p:nvPr/>
          </p:nvSpPr>
          <p:spPr bwMode="auto">
            <a:xfrm>
              <a:off x="3147932" y="1112672"/>
              <a:ext cx="15875" cy="9171"/>
            </a:xfrm>
            <a:prstGeom prst="ellipse">
              <a:avLst/>
            </a:pr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28" name="Line 28">
              <a:extLst>
                <a:ext uri="{FF2B5EF4-FFF2-40B4-BE49-F238E27FC236}">
                  <a16:creationId xmlns:a16="http://schemas.microsoft.com/office/drawing/2014/main" id="{EA4614F3-C26C-1DE6-D95E-361038EA59EE}"/>
                </a:ext>
              </a:extLst>
            </p:cNvPr>
            <p:cNvSpPr>
              <a:spLocks noChangeShapeType="1"/>
            </p:cNvSpPr>
            <p:nvPr/>
          </p:nvSpPr>
          <p:spPr bwMode="auto">
            <a:xfrm flipH="1">
              <a:off x="3133653" y="1169732"/>
              <a:ext cx="149221"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29" name="Line 29">
              <a:extLst>
                <a:ext uri="{FF2B5EF4-FFF2-40B4-BE49-F238E27FC236}">
                  <a16:creationId xmlns:a16="http://schemas.microsoft.com/office/drawing/2014/main" id="{EB8552C6-D8D6-D5E7-AE9D-E9E4157311FC}"/>
                </a:ext>
              </a:extLst>
            </p:cNvPr>
            <p:cNvSpPr>
              <a:spLocks noChangeShapeType="1"/>
            </p:cNvSpPr>
            <p:nvPr/>
          </p:nvSpPr>
          <p:spPr bwMode="auto">
            <a:xfrm>
              <a:off x="3073330" y="1169732"/>
              <a:ext cx="14288"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30" name="Line 30">
              <a:extLst>
                <a:ext uri="{FF2B5EF4-FFF2-40B4-BE49-F238E27FC236}">
                  <a16:creationId xmlns:a16="http://schemas.microsoft.com/office/drawing/2014/main" id="{FACA9D0A-95B5-608C-0585-043CF095F9C6}"/>
                </a:ext>
              </a:extLst>
            </p:cNvPr>
            <p:cNvSpPr>
              <a:spLocks noChangeShapeType="1"/>
            </p:cNvSpPr>
            <p:nvPr/>
          </p:nvSpPr>
          <p:spPr bwMode="auto">
            <a:xfrm flipH="1">
              <a:off x="3133646" y="1199281"/>
              <a:ext cx="149221"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31" name="Line 31">
              <a:extLst>
                <a:ext uri="{FF2B5EF4-FFF2-40B4-BE49-F238E27FC236}">
                  <a16:creationId xmlns:a16="http://schemas.microsoft.com/office/drawing/2014/main" id="{C88A55A6-CAB8-86CD-56EB-4527F8F05AFB}"/>
                </a:ext>
              </a:extLst>
            </p:cNvPr>
            <p:cNvSpPr>
              <a:spLocks noChangeShapeType="1"/>
            </p:cNvSpPr>
            <p:nvPr/>
          </p:nvSpPr>
          <p:spPr bwMode="auto">
            <a:xfrm>
              <a:off x="3073326" y="1199281"/>
              <a:ext cx="14288"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32" name="Line 32">
              <a:extLst>
                <a:ext uri="{FF2B5EF4-FFF2-40B4-BE49-F238E27FC236}">
                  <a16:creationId xmlns:a16="http://schemas.microsoft.com/office/drawing/2014/main" id="{2F826F4D-0CDF-030E-991D-857B469B5318}"/>
                </a:ext>
              </a:extLst>
            </p:cNvPr>
            <p:cNvSpPr>
              <a:spLocks noChangeShapeType="1"/>
            </p:cNvSpPr>
            <p:nvPr/>
          </p:nvSpPr>
          <p:spPr bwMode="auto">
            <a:xfrm flipH="1">
              <a:off x="3133644" y="1227811"/>
              <a:ext cx="149221"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33" name="Line 33">
              <a:extLst>
                <a:ext uri="{FF2B5EF4-FFF2-40B4-BE49-F238E27FC236}">
                  <a16:creationId xmlns:a16="http://schemas.microsoft.com/office/drawing/2014/main" id="{4DB92F76-634B-4090-99F4-A0A34E8501B1}"/>
                </a:ext>
              </a:extLst>
            </p:cNvPr>
            <p:cNvSpPr>
              <a:spLocks noChangeShapeType="1"/>
            </p:cNvSpPr>
            <p:nvPr/>
          </p:nvSpPr>
          <p:spPr bwMode="auto">
            <a:xfrm>
              <a:off x="3073402" y="1912938"/>
              <a:ext cx="14288"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6" name="TextBox 5">
            <a:extLst>
              <a:ext uri="{FF2B5EF4-FFF2-40B4-BE49-F238E27FC236}">
                <a16:creationId xmlns:a16="http://schemas.microsoft.com/office/drawing/2014/main" id="{9B5FE647-A360-FD04-DA82-8306C15D9F76}"/>
              </a:ext>
            </a:extLst>
          </p:cNvPr>
          <p:cNvSpPr txBox="1"/>
          <p:nvPr/>
        </p:nvSpPr>
        <p:spPr>
          <a:xfrm>
            <a:off x="5928961" y="1722785"/>
            <a:ext cx="923651"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dirty="0">
                <a:ln>
                  <a:noFill/>
                </a:ln>
                <a:solidFill>
                  <a:srgbClr val="2A2C28"/>
                </a:solidFill>
                <a:effectLst/>
                <a:uLnTx/>
                <a:uFillTx/>
                <a:latin typeface="Century Gothic" panose="020B0502020202020204" pitchFamily="34" charset="0"/>
                <a:ea typeface="+mn-ea"/>
                <a:cs typeface="Arial" panose="020B0604020202020204" pitchFamily="34" charset="0"/>
              </a:rPr>
              <a:t>Dashboards</a:t>
            </a:r>
          </a:p>
        </p:txBody>
      </p:sp>
      <p:sp>
        <p:nvSpPr>
          <p:cNvPr id="54" name="TextBox 53">
            <a:extLst>
              <a:ext uri="{FF2B5EF4-FFF2-40B4-BE49-F238E27FC236}">
                <a16:creationId xmlns:a16="http://schemas.microsoft.com/office/drawing/2014/main" id="{0BFD5BD9-CE55-89AD-4744-0FBF66EBC159}"/>
              </a:ext>
            </a:extLst>
          </p:cNvPr>
          <p:cNvSpPr txBox="1"/>
          <p:nvPr/>
        </p:nvSpPr>
        <p:spPr>
          <a:xfrm>
            <a:off x="5623230" y="2016788"/>
            <a:ext cx="1967219" cy="1077219"/>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Create and monitor shipping transactions and </a:t>
            </a:r>
            <a:b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b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receive communications about news updates, </a:t>
            </a:r>
            <a:b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b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system announcements and new </a:t>
            </a:r>
            <a:r>
              <a:rPr kumimoji="0" lang="en-US" sz="800" b="0" i="0" u="none" strike="noStrike" kern="1200" cap="none" spc="0" normalizeH="0" baseline="0" noProof="0" dirty="0" err="1">
                <a:ln>
                  <a:noFill/>
                </a:ln>
                <a:solidFill>
                  <a:srgbClr val="2A2C28"/>
                </a:solidFill>
                <a:effectLst/>
                <a:uLnTx/>
                <a:uFillTx/>
                <a:latin typeface="Century Gothic" panose="020B0502020202020204" pitchFamily="34" charset="0"/>
                <a:ea typeface="+mn-ea"/>
                <a:cs typeface="+mn-cs"/>
              </a:rPr>
              <a:t>MyTeamGE</a:t>
            </a: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 functionality from a central location.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endParaRPr>
          </a:p>
        </p:txBody>
      </p:sp>
      <p:sp>
        <p:nvSpPr>
          <p:cNvPr id="55" name="Rectangle 54">
            <a:extLst>
              <a:ext uri="{FF2B5EF4-FFF2-40B4-BE49-F238E27FC236}">
                <a16:creationId xmlns:a16="http://schemas.microsoft.com/office/drawing/2014/main" id="{B16C4F08-2004-7962-2C60-61671E0A3BE5}"/>
              </a:ext>
            </a:extLst>
          </p:cNvPr>
          <p:cNvSpPr/>
          <p:nvPr/>
        </p:nvSpPr>
        <p:spPr>
          <a:xfrm>
            <a:off x="5562030" y="4687995"/>
            <a:ext cx="2030400" cy="1476000"/>
          </a:xfrm>
          <a:prstGeom prst="rect">
            <a:avLst/>
          </a:prstGeom>
          <a:solidFill>
            <a:schemeClr val="bg2"/>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nvGrpSpPr>
          <p:cNvPr id="66" name="Group 65">
            <a:extLst>
              <a:ext uri="{FF2B5EF4-FFF2-40B4-BE49-F238E27FC236}">
                <a16:creationId xmlns:a16="http://schemas.microsoft.com/office/drawing/2014/main" id="{6563AACA-44FF-07D8-144D-EC9CA9479C56}"/>
              </a:ext>
            </a:extLst>
          </p:cNvPr>
          <p:cNvGrpSpPr/>
          <p:nvPr/>
        </p:nvGrpSpPr>
        <p:grpSpPr>
          <a:xfrm>
            <a:off x="5708479" y="4827831"/>
            <a:ext cx="212842" cy="205557"/>
            <a:chOff x="5176838" y="2395539"/>
            <a:chExt cx="346076" cy="347663"/>
          </a:xfrm>
        </p:grpSpPr>
        <p:sp>
          <p:nvSpPr>
            <p:cNvPr id="67" name="Oval 40">
              <a:extLst>
                <a:ext uri="{FF2B5EF4-FFF2-40B4-BE49-F238E27FC236}">
                  <a16:creationId xmlns:a16="http://schemas.microsoft.com/office/drawing/2014/main" id="{B9C1200C-0177-BC37-B445-35821448DE02}"/>
                </a:ext>
              </a:extLst>
            </p:cNvPr>
            <p:cNvSpPr>
              <a:spLocks noChangeArrowheads="1"/>
            </p:cNvSpPr>
            <p:nvPr/>
          </p:nvSpPr>
          <p:spPr bwMode="auto">
            <a:xfrm>
              <a:off x="5311776" y="2532064"/>
              <a:ext cx="211138" cy="211138"/>
            </a:xfrm>
            <a:prstGeom prst="ellipse">
              <a:avLst/>
            </a:prstGeom>
            <a:noFill/>
            <a:ln w="19050" cap="flat">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68" name="Freeform 41">
              <a:extLst>
                <a:ext uri="{FF2B5EF4-FFF2-40B4-BE49-F238E27FC236}">
                  <a16:creationId xmlns:a16="http://schemas.microsoft.com/office/drawing/2014/main" id="{390DF18A-531D-D98A-3CFB-1767B7090834}"/>
                </a:ext>
              </a:extLst>
            </p:cNvPr>
            <p:cNvSpPr>
              <a:spLocks/>
            </p:cNvSpPr>
            <p:nvPr/>
          </p:nvSpPr>
          <p:spPr bwMode="auto">
            <a:xfrm>
              <a:off x="5372101" y="2576514"/>
              <a:ext cx="90488" cy="46038"/>
            </a:xfrm>
            <a:custGeom>
              <a:avLst/>
              <a:gdLst>
                <a:gd name="T0" fmla="*/ 0 w 57"/>
                <a:gd name="T1" fmla="*/ 29 h 29"/>
                <a:gd name="T2" fmla="*/ 28 w 57"/>
                <a:gd name="T3" fmla="*/ 0 h 29"/>
                <a:gd name="T4" fmla="*/ 57 w 57"/>
                <a:gd name="T5" fmla="*/ 29 h 29"/>
              </a:gdLst>
              <a:ahLst/>
              <a:cxnLst>
                <a:cxn ang="0">
                  <a:pos x="T0" y="T1"/>
                </a:cxn>
                <a:cxn ang="0">
                  <a:pos x="T2" y="T3"/>
                </a:cxn>
                <a:cxn ang="0">
                  <a:pos x="T4" y="T5"/>
                </a:cxn>
              </a:cxnLst>
              <a:rect l="0" t="0" r="r" b="b"/>
              <a:pathLst>
                <a:path w="57" h="29">
                  <a:moveTo>
                    <a:pt x="0" y="29"/>
                  </a:moveTo>
                  <a:lnTo>
                    <a:pt x="28" y="0"/>
                  </a:lnTo>
                  <a:lnTo>
                    <a:pt x="57" y="29"/>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69" name="Line 42">
              <a:extLst>
                <a:ext uri="{FF2B5EF4-FFF2-40B4-BE49-F238E27FC236}">
                  <a16:creationId xmlns:a16="http://schemas.microsoft.com/office/drawing/2014/main" id="{46EE4D98-E0A6-78A5-DA6E-53186449DB5D}"/>
                </a:ext>
              </a:extLst>
            </p:cNvPr>
            <p:cNvSpPr>
              <a:spLocks noChangeShapeType="1"/>
            </p:cNvSpPr>
            <p:nvPr/>
          </p:nvSpPr>
          <p:spPr bwMode="auto">
            <a:xfrm>
              <a:off x="5416551" y="2576514"/>
              <a:ext cx="0" cy="106363"/>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70" name="Freeform 43">
              <a:extLst>
                <a:ext uri="{FF2B5EF4-FFF2-40B4-BE49-F238E27FC236}">
                  <a16:creationId xmlns:a16="http://schemas.microsoft.com/office/drawing/2014/main" id="{7239B3B6-24EF-D6D7-0FC7-2D1E19F915B3}"/>
                </a:ext>
              </a:extLst>
            </p:cNvPr>
            <p:cNvSpPr>
              <a:spLocks/>
            </p:cNvSpPr>
            <p:nvPr/>
          </p:nvSpPr>
          <p:spPr bwMode="auto">
            <a:xfrm>
              <a:off x="5176838" y="2455864"/>
              <a:ext cx="211138" cy="166688"/>
            </a:xfrm>
            <a:custGeom>
              <a:avLst/>
              <a:gdLst>
                <a:gd name="T0" fmla="*/ 57 w 133"/>
                <a:gd name="T1" fmla="*/ 105 h 105"/>
                <a:gd name="T2" fmla="*/ 0 w 133"/>
                <a:gd name="T3" fmla="*/ 105 h 105"/>
                <a:gd name="T4" fmla="*/ 0 w 133"/>
                <a:gd name="T5" fmla="*/ 0 h 105"/>
                <a:gd name="T6" fmla="*/ 133 w 133"/>
                <a:gd name="T7" fmla="*/ 0 h 105"/>
                <a:gd name="T8" fmla="*/ 133 w 133"/>
                <a:gd name="T9" fmla="*/ 19 h 105"/>
              </a:gdLst>
              <a:ahLst/>
              <a:cxnLst>
                <a:cxn ang="0">
                  <a:pos x="T0" y="T1"/>
                </a:cxn>
                <a:cxn ang="0">
                  <a:pos x="T2" y="T3"/>
                </a:cxn>
                <a:cxn ang="0">
                  <a:pos x="T4" y="T5"/>
                </a:cxn>
                <a:cxn ang="0">
                  <a:pos x="T6" y="T7"/>
                </a:cxn>
                <a:cxn ang="0">
                  <a:pos x="T8" y="T9"/>
                </a:cxn>
              </a:cxnLst>
              <a:rect l="0" t="0" r="r" b="b"/>
              <a:pathLst>
                <a:path w="133" h="105">
                  <a:moveTo>
                    <a:pt x="57" y="105"/>
                  </a:moveTo>
                  <a:lnTo>
                    <a:pt x="0" y="105"/>
                  </a:lnTo>
                  <a:lnTo>
                    <a:pt x="0" y="0"/>
                  </a:lnTo>
                  <a:lnTo>
                    <a:pt x="133" y="0"/>
                  </a:lnTo>
                  <a:lnTo>
                    <a:pt x="133" y="19"/>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71" name="Freeform 44">
              <a:extLst>
                <a:ext uri="{FF2B5EF4-FFF2-40B4-BE49-F238E27FC236}">
                  <a16:creationId xmlns:a16="http://schemas.microsoft.com/office/drawing/2014/main" id="{CDD794CF-2D88-B380-E5B5-F4B4104039C4}"/>
                </a:ext>
              </a:extLst>
            </p:cNvPr>
            <p:cNvSpPr>
              <a:spLocks/>
            </p:cNvSpPr>
            <p:nvPr/>
          </p:nvSpPr>
          <p:spPr bwMode="auto">
            <a:xfrm>
              <a:off x="5176838" y="2395539"/>
              <a:ext cx="211138" cy="60325"/>
            </a:xfrm>
            <a:custGeom>
              <a:avLst/>
              <a:gdLst>
                <a:gd name="T0" fmla="*/ 133 w 133"/>
                <a:gd name="T1" fmla="*/ 38 h 38"/>
                <a:gd name="T2" fmla="*/ 0 w 133"/>
                <a:gd name="T3" fmla="*/ 38 h 38"/>
                <a:gd name="T4" fmla="*/ 38 w 133"/>
                <a:gd name="T5" fmla="*/ 0 h 38"/>
                <a:gd name="T6" fmla="*/ 95 w 133"/>
                <a:gd name="T7" fmla="*/ 0 h 38"/>
                <a:gd name="T8" fmla="*/ 133 w 133"/>
                <a:gd name="T9" fmla="*/ 38 h 38"/>
              </a:gdLst>
              <a:ahLst/>
              <a:cxnLst>
                <a:cxn ang="0">
                  <a:pos x="T0" y="T1"/>
                </a:cxn>
                <a:cxn ang="0">
                  <a:pos x="T2" y="T3"/>
                </a:cxn>
                <a:cxn ang="0">
                  <a:pos x="T4" y="T5"/>
                </a:cxn>
                <a:cxn ang="0">
                  <a:pos x="T6" y="T7"/>
                </a:cxn>
                <a:cxn ang="0">
                  <a:pos x="T8" y="T9"/>
                </a:cxn>
              </a:cxnLst>
              <a:rect l="0" t="0" r="r" b="b"/>
              <a:pathLst>
                <a:path w="133" h="38">
                  <a:moveTo>
                    <a:pt x="133" y="38"/>
                  </a:moveTo>
                  <a:lnTo>
                    <a:pt x="0" y="38"/>
                  </a:lnTo>
                  <a:lnTo>
                    <a:pt x="38" y="0"/>
                  </a:lnTo>
                  <a:lnTo>
                    <a:pt x="95" y="0"/>
                  </a:lnTo>
                  <a:lnTo>
                    <a:pt x="133" y="38"/>
                  </a:lnTo>
                  <a:close/>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72" name="Line 45">
              <a:extLst>
                <a:ext uri="{FF2B5EF4-FFF2-40B4-BE49-F238E27FC236}">
                  <a16:creationId xmlns:a16="http://schemas.microsoft.com/office/drawing/2014/main" id="{8881A3FD-5E5D-778E-EE53-5CE21B9DB1F4}"/>
                </a:ext>
              </a:extLst>
            </p:cNvPr>
            <p:cNvSpPr>
              <a:spLocks noChangeShapeType="1"/>
            </p:cNvSpPr>
            <p:nvPr/>
          </p:nvSpPr>
          <p:spPr bwMode="auto">
            <a:xfrm>
              <a:off x="5281613" y="2395539"/>
              <a:ext cx="0" cy="60325"/>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73" name="TextBox 72">
            <a:extLst>
              <a:ext uri="{FF2B5EF4-FFF2-40B4-BE49-F238E27FC236}">
                <a16:creationId xmlns:a16="http://schemas.microsoft.com/office/drawing/2014/main" id="{B45F06AA-6D99-8207-B5B0-17C08FA88B1A}"/>
              </a:ext>
            </a:extLst>
          </p:cNvPr>
          <p:cNvSpPr txBox="1"/>
          <p:nvPr/>
        </p:nvSpPr>
        <p:spPr>
          <a:xfrm>
            <a:off x="5894778" y="4811984"/>
            <a:ext cx="1167307"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srgbClr val="2A2C28"/>
                </a:solidFill>
                <a:effectLst/>
                <a:uLnTx/>
                <a:uFillTx/>
                <a:latin typeface="Century Gothic" panose="020B0502020202020204" pitchFamily="34" charset="0"/>
                <a:ea typeface="+mn-ea"/>
                <a:cs typeface="Arial" panose="020B0604020202020204" pitchFamily="34" charset="0"/>
              </a:rPr>
              <a:t>Pickup/Booking</a:t>
            </a:r>
          </a:p>
        </p:txBody>
      </p:sp>
      <p:sp>
        <p:nvSpPr>
          <p:cNvPr id="74" name="TextBox 73">
            <a:extLst>
              <a:ext uri="{FF2B5EF4-FFF2-40B4-BE49-F238E27FC236}">
                <a16:creationId xmlns:a16="http://schemas.microsoft.com/office/drawing/2014/main" id="{F507204E-EF34-81C6-0A18-BB3412A2B3E1}"/>
              </a:ext>
            </a:extLst>
          </p:cNvPr>
          <p:cNvSpPr txBox="1"/>
          <p:nvPr/>
        </p:nvSpPr>
        <p:spPr>
          <a:xfrm>
            <a:off x="5622784" y="5077614"/>
            <a:ext cx="2086896" cy="1031052"/>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Save time by booking a pickup via </a:t>
            </a:r>
            <a:r>
              <a:rPr kumimoji="0" lang="en-US" sz="800" b="0" i="0" u="none" strike="noStrike" kern="1200" cap="none" spc="0" normalizeH="0" baseline="0" noProof="0" dirty="0" err="1">
                <a:ln>
                  <a:noFill/>
                </a:ln>
                <a:solidFill>
                  <a:srgbClr val="2A2C28"/>
                </a:solidFill>
                <a:effectLst/>
                <a:uLnTx/>
                <a:uFillTx/>
                <a:latin typeface="Century Gothic" panose="020B0502020202020204" pitchFamily="34" charset="0"/>
                <a:ea typeface="+mn-ea"/>
                <a:cs typeface="+mn-cs"/>
              </a:rPr>
              <a:t>MyTeamGE</a:t>
            </a: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a:t>
            </a: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Create &amp; save booking templates.</a:t>
            </a: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Book pickup directly from shipment manifest or book a single request for shipments not created on the </a:t>
            </a:r>
            <a:r>
              <a:rPr kumimoji="0" lang="en-US" sz="800" b="0" i="0" u="none" strike="noStrike" kern="1200" cap="none" spc="0" normalizeH="0" baseline="0" noProof="0" dirty="0" err="1">
                <a:ln>
                  <a:noFill/>
                </a:ln>
                <a:solidFill>
                  <a:srgbClr val="2A2C28"/>
                </a:solidFill>
                <a:effectLst/>
                <a:uLnTx/>
                <a:uFillTx/>
                <a:latin typeface="Century Gothic" panose="020B0502020202020204" pitchFamily="34" charset="0"/>
                <a:ea typeface="+mn-ea"/>
                <a:cs typeface="+mn-cs"/>
              </a:rPr>
              <a:t>MyTeamGE</a:t>
            </a: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 application.</a:t>
            </a:r>
            <a:endParaRPr kumimoji="0" lang="en-AU"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endParaRPr>
          </a:p>
        </p:txBody>
      </p:sp>
      <p:sp>
        <p:nvSpPr>
          <p:cNvPr id="106" name="Rectangle 105">
            <a:extLst>
              <a:ext uri="{FF2B5EF4-FFF2-40B4-BE49-F238E27FC236}">
                <a16:creationId xmlns:a16="http://schemas.microsoft.com/office/drawing/2014/main" id="{328D9F6E-66D3-671D-0355-E87BB39A8B3A}"/>
              </a:ext>
            </a:extLst>
          </p:cNvPr>
          <p:cNvSpPr/>
          <p:nvPr/>
        </p:nvSpPr>
        <p:spPr>
          <a:xfrm>
            <a:off x="9739503" y="1613011"/>
            <a:ext cx="2030400" cy="1476000"/>
          </a:xfrm>
          <a:prstGeom prst="rect">
            <a:avLst/>
          </a:prstGeom>
          <a:solidFill>
            <a:schemeClr val="bg2"/>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08" name="TextBox 107">
            <a:extLst>
              <a:ext uri="{FF2B5EF4-FFF2-40B4-BE49-F238E27FC236}">
                <a16:creationId xmlns:a16="http://schemas.microsoft.com/office/drawing/2014/main" id="{275468BB-06C4-9F48-1ED2-1CCA5EBFDD78}"/>
              </a:ext>
            </a:extLst>
          </p:cNvPr>
          <p:cNvSpPr txBox="1"/>
          <p:nvPr/>
        </p:nvSpPr>
        <p:spPr>
          <a:xfrm>
            <a:off x="10062228" y="1742802"/>
            <a:ext cx="1598515"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dirty="0">
                <a:ln>
                  <a:noFill/>
                </a:ln>
                <a:solidFill>
                  <a:srgbClr val="2A2C28"/>
                </a:solidFill>
                <a:effectLst/>
                <a:uLnTx/>
                <a:uFillTx/>
                <a:latin typeface="Century Gothic" panose="020B0502020202020204" pitchFamily="34" charset="0"/>
                <a:ea typeface="+mn-ea"/>
                <a:cs typeface="Arial" panose="020B0604020202020204" pitchFamily="34" charset="0"/>
              </a:rPr>
              <a:t>Account Management</a:t>
            </a:r>
          </a:p>
        </p:txBody>
      </p:sp>
      <p:grpSp>
        <p:nvGrpSpPr>
          <p:cNvPr id="114" name="Group 113">
            <a:extLst>
              <a:ext uri="{FF2B5EF4-FFF2-40B4-BE49-F238E27FC236}">
                <a16:creationId xmlns:a16="http://schemas.microsoft.com/office/drawing/2014/main" id="{16DCB730-DC7D-46B6-A982-399226434C2C}"/>
              </a:ext>
            </a:extLst>
          </p:cNvPr>
          <p:cNvGrpSpPr/>
          <p:nvPr/>
        </p:nvGrpSpPr>
        <p:grpSpPr>
          <a:xfrm>
            <a:off x="9879797" y="1751201"/>
            <a:ext cx="203131" cy="195408"/>
            <a:chOff x="18592800" y="2525713"/>
            <a:chExt cx="131763" cy="134938"/>
          </a:xfrm>
        </p:grpSpPr>
        <p:sp>
          <p:nvSpPr>
            <p:cNvPr id="116" name="Oval 61">
              <a:extLst>
                <a:ext uri="{FF2B5EF4-FFF2-40B4-BE49-F238E27FC236}">
                  <a16:creationId xmlns:a16="http://schemas.microsoft.com/office/drawing/2014/main" id="{8C0F34AB-8F7A-FC5B-A905-6FC59981BB8E}"/>
                </a:ext>
              </a:extLst>
            </p:cNvPr>
            <p:cNvSpPr>
              <a:spLocks noChangeArrowheads="1"/>
            </p:cNvSpPr>
            <p:nvPr/>
          </p:nvSpPr>
          <p:spPr bwMode="auto">
            <a:xfrm>
              <a:off x="18637250" y="2570163"/>
              <a:ext cx="46038" cy="46038"/>
            </a:xfrm>
            <a:prstGeom prst="ellipse">
              <a:avLst/>
            </a:prstGeom>
            <a:noFill/>
            <a:ln w="19050" cap="flat">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18" name="Freeform 62">
              <a:extLst>
                <a:ext uri="{FF2B5EF4-FFF2-40B4-BE49-F238E27FC236}">
                  <a16:creationId xmlns:a16="http://schemas.microsoft.com/office/drawing/2014/main" id="{29E54987-F804-4B16-CD5D-92BB940B96D4}"/>
                </a:ext>
              </a:extLst>
            </p:cNvPr>
            <p:cNvSpPr>
              <a:spLocks/>
            </p:cNvSpPr>
            <p:nvPr/>
          </p:nvSpPr>
          <p:spPr bwMode="auto">
            <a:xfrm>
              <a:off x="18592800" y="2525713"/>
              <a:ext cx="131763" cy="134938"/>
            </a:xfrm>
            <a:custGeom>
              <a:avLst/>
              <a:gdLst>
                <a:gd name="T0" fmla="*/ 32 w 35"/>
                <a:gd name="T1" fmla="*/ 18 h 36"/>
                <a:gd name="T2" fmla="*/ 31 w 35"/>
                <a:gd name="T3" fmla="*/ 15 h 36"/>
                <a:gd name="T4" fmla="*/ 35 w 35"/>
                <a:gd name="T5" fmla="*/ 13 h 36"/>
                <a:gd name="T6" fmla="*/ 31 w 35"/>
                <a:gd name="T7" fmla="*/ 6 h 36"/>
                <a:gd name="T8" fmla="*/ 27 w 35"/>
                <a:gd name="T9" fmla="*/ 8 h 36"/>
                <a:gd name="T10" fmla="*/ 21 w 35"/>
                <a:gd name="T11" fmla="*/ 5 h 36"/>
                <a:gd name="T12" fmla="*/ 21 w 35"/>
                <a:gd name="T13" fmla="*/ 0 h 36"/>
                <a:gd name="T14" fmla="*/ 13 w 35"/>
                <a:gd name="T15" fmla="*/ 0 h 36"/>
                <a:gd name="T16" fmla="*/ 13 w 35"/>
                <a:gd name="T17" fmla="*/ 5 h 36"/>
                <a:gd name="T18" fmla="*/ 8 w 35"/>
                <a:gd name="T19" fmla="*/ 8 h 36"/>
                <a:gd name="T20" fmla="*/ 4 w 35"/>
                <a:gd name="T21" fmla="*/ 6 h 36"/>
                <a:gd name="T22" fmla="*/ 0 w 35"/>
                <a:gd name="T23" fmla="*/ 13 h 36"/>
                <a:gd name="T24" fmla="*/ 4 w 35"/>
                <a:gd name="T25" fmla="*/ 15 h 36"/>
                <a:gd name="T26" fmla="*/ 4 w 35"/>
                <a:gd name="T27" fmla="*/ 18 h 36"/>
                <a:gd name="T28" fmla="*/ 4 w 35"/>
                <a:gd name="T29" fmla="*/ 21 h 36"/>
                <a:gd name="T30" fmla="*/ 0 w 35"/>
                <a:gd name="T31" fmla="*/ 24 h 36"/>
                <a:gd name="T32" fmla="*/ 4 w 35"/>
                <a:gd name="T33" fmla="*/ 31 h 36"/>
                <a:gd name="T34" fmla="*/ 8 w 35"/>
                <a:gd name="T35" fmla="*/ 28 h 36"/>
                <a:gd name="T36" fmla="*/ 13 w 35"/>
                <a:gd name="T37" fmla="*/ 32 h 36"/>
                <a:gd name="T38" fmla="*/ 13 w 35"/>
                <a:gd name="T39" fmla="*/ 36 h 36"/>
                <a:gd name="T40" fmla="*/ 21 w 35"/>
                <a:gd name="T41" fmla="*/ 36 h 36"/>
                <a:gd name="T42" fmla="*/ 21 w 35"/>
                <a:gd name="T43" fmla="*/ 32 h 36"/>
                <a:gd name="T44" fmla="*/ 27 w 35"/>
                <a:gd name="T45" fmla="*/ 28 h 36"/>
                <a:gd name="T46" fmla="*/ 31 w 35"/>
                <a:gd name="T47" fmla="*/ 31 h 36"/>
                <a:gd name="T48" fmla="*/ 35 w 35"/>
                <a:gd name="T49" fmla="*/ 24 h 36"/>
                <a:gd name="T50" fmla="*/ 31 w 35"/>
                <a:gd name="T51" fmla="*/ 21 h 36"/>
                <a:gd name="T52" fmla="*/ 32 w 35"/>
                <a:gd name="T53"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6">
                  <a:moveTo>
                    <a:pt x="32" y="18"/>
                  </a:moveTo>
                  <a:cubicBezTo>
                    <a:pt x="32" y="17"/>
                    <a:pt x="32" y="16"/>
                    <a:pt x="31" y="15"/>
                  </a:cubicBezTo>
                  <a:cubicBezTo>
                    <a:pt x="35" y="13"/>
                    <a:pt x="35" y="13"/>
                    <a:pt x="35" y="13"/>
                  </a:cubicBezTo>
                  <a:cubicBezTo>
                    <a:pt x="31" y="6"/>
                    <a:pt x="31" y="6"/>
                    <a:pt x="31" y="6"/>
                  </a:cubicBezTo>
                  <a:cubicBezTo>
                    <a:pt x="27" y="8"/>
                    <a:pt x="27" y="8"/>
                    <a:pt x="27" y="8"/>
                  </a:cubicBezTo>
                  <a:cubicBezTo>
                    <a:pt x="25" y="7"/>
                    <a:pt x="23" y="5"/>
                    <a:pt x="21" y="5"/>
                  </a:cubicBezTo>
                  <a:cubicBezTo>
                    <a:pt x="21" y="0"/>
                    <a:pt x="21" y="0"/>
                    <a:pt x="21" y="0"/>
                  </a:cubicBezTo>
                  <a:cubicBezTo>
                    <a:pt x="13" y="0"/>
                    <a:pt x="13" y="0"/>
                    <a:pt x="13" y="0"/>
                  </a:cubicBezTo>
                  <a:cubicBezTo>
                    <a:pt x="13" y="5"/>
                    <a:pt x="13" y="5"/>
                    <a:pt x="13" y="5"/>
                  </a:cubicBezTo>
                  <a:cubicBezTo>
                    <a:pt x="11" y="5"/>
                    <a:pt x="9" y="7"/>
                    <a:pt x="8" y="8"/>
                  </a:cubicBezTo>
                  <a:cubicBezTo>
                    <a:pt x="4" y="6"/>
                    <a:pt x="4" y="6"/>
                    <a:pt x="4" y="6"/>
                  </a:cubicBezTo>
                  <a:cubicBezTo>
                    <a:pt x="0" y="13"/>
                    <a:pt x="0" y="13"/>
                    <a:pt x="0" y="13"/>
                  </a:cubicBezTo>
                  <a:cubicBezTo>
                    <a:pt x="4" y="15"/>
                    <a:pt x="4" y="15"/>
                    <a:pt x="4" y="15"/>
                  </a:cubicBezTo>
                  <a:cubicBezTo>
                    <a:pt x="4" y="16"/>
                    <a:pt x="4" y="17"/>
                    <a:pt x="4" y="18"/>
                  </a:cubicBezTo>
                  <a:cubicBezTo>
                    <a:pt x="4" y="19"/>
                    <a:pt x="4" y="20"/>
                    <a:pt x="4" y="21"/>
                  </a:cubicBezTo>
                  <a:cubicBezTo>
                    <a:pt x="0" y="24"/>
                    <a:pt x="0" y="24"/>
                    <a:pt x="0" y="24"/>
                  </a:cubicBezTo>
                  <a:cubicBezTo>
                    <a:pt x="4" y="31"/>
                    <a:pt x="4" y="31"/>
                    <a:pt x="4" y="31"/>
                  </a:cubicBezTo>
                  <a:cubicBezTo>
                    <a:pt x="8" y="28"/>
                    <a:pt x="8" y="28"/>
                    <a:pt x="8" y="28"/>
                  </a:cubicBezTo>
                  <a:cubicBezTo>
                    <a:pt x="9" y="30"/>
                    <a:pt x="11" y="31"/>
                    <a:pt x="13" y="32"/>
                  </a:cubicBezTo>
                  <a:cubicBezTo>
                    <a:pt x="13" y="36"/>
                    <a:pt x="13" y="36"/>
                    <a:pt x="13" y="36"/>
                  </a:cubicBezTo>
                  <a:cubicBezTo>
                    <a:pt x="21" y="36"/>
                    <a:pt x="21" y="36"/>
                    <a:pt x="21" y="36"/>
                  </a:cubicBezTo>
                  <a:cubicBezTo>
                    <a:pt x="21" y="32"/>
                    <a:pt x="21" y="32"/>
                    <a:pt x="21" y="32"/>
                  </a:cubicBezTo>
                  <a:cubicBezTo>
                    <a:pt x="23" y="31"/>
                    <a:pt x="25" y="30"/>
                    <a:pt x="27" y="28"/>
                  </a:cubicBezTo>
                  <a:cubicBezTo>
                    <a:pt x="31" y="31"/>
                    <a:pt x="31" y="31"/>
                    <a:pt x="31" y="31"/>
                  </a:cubicBezTo>
                  <a:cubicBezTo>
                    <a:pt x="35" y="24"/>
                    <a:pt x="35" y="24"/>
                    <a:pt x="35" y="24"/>
                  </a:cubicBezTo>
                  <a:cubicBezTo>
                    <a:pt x="31" y="21"/>
                    <a:pt x="31" y="21"/>
                    <a:pt x="31" y="21"/>
                  </a:cubicBezTo>
                  <a:cubicBezTo>
                    <a:pt x="31" y="20"/>
                    <a:pt x="32" y="19"/>
                    <a:pt x="32" y="18"/>
                  </a:cubicBezTo>
                  <a:close/>
                </a:path>
              </a:pathLst>
            </a:custGeom>
            <a:noFill/>
            <a:ln w="19050" cap="flat">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163" name="TextBox 162">
            <a:extLst>
              <a:ext uri="{FF2B5EF4-FFF2-40B4-BE49-F238E27FC236}">
                <a16:creationId xmlns:a16="http://schemas.microsoft.com/office/drawing/2014/main" id="{B914A24B-7FB0-7DF4-E27E-5942821C5C63}"/>
              </a:ext>
            </a:extLst>
          </p:cNvPr>
          <p:cNvSpPr txBox="1"/>
          <p:nvPr/>
        </p:nvSpPr>
        <p:spPr>
          <a:xfrm>
            <a:off x="9787389" y="2030421"/>
            <a:ext cx="1934371" cy="1090042"/>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rPr>
              <a:t>Configure and save default settings for increased efficiency when creating transactions .</a:t>
            </a:r>
          </a:p>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rPr>
              <a:t>Save frequently used information to reduce repetitive data entry, improving transaction speed and accuracy.</a:t>
            </a:r>
          </a:p>
        </p:txBody>
      </p:sp>
      <p:sp>
        <p:nvSpPr>
          <p:cNvPr id="135" name="Rectangle 134">
            <a:extLst>
              <a:ext uri="{FF2B5EF4-FFF2-40B4-BE49-F238E27FC236}">
                <a16:creationId xmlns:a16="http://schemas.microsoft.com/office/drawing/2014/main" id="{9D4E3A0D-EF87-9038-6933-EB7AA2EEE982}"/>
              </a:ext>
            </a:extLst>
          </p:cNvPr>
          <p:cNvSpPr/>
          <p:nvPr/>
        </p:nvSpPr>
        <p:spPr>
          <a:xfrm>
            <a:off x="7649776" y="1620487"/>
            <a:ext cx="2030399" cy="1476000"/>
          </a:xfrm>
          <a:prstGeom prst="rect">
            <a:avLst/>
          </a:prstGeom>
          <a:solidFill>
            <a:schemeClr val="bg1"/>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36" name="TextBox 135">
            <a:extLst>
              <a:ext uri="{FF2B5EF4-FFF2-40B4-BE49-F238E27FC236}">
                <a16:creationId xmlns:a16="http://schemas.microsoft.com/office/drawing/2014/main" id="{AF5524C9-0229-DD0A-CCDA-F5E46C09760F}"/>
              </a:ext>
            </a:extLst>
          </p:cNvPr>
          <p:cNvSpPr txBox="1"/>
          <p:nvPr/>
        </p:nvSpPr>
        <p:spPr>
          <a:xfrm>
            <a:off x="7981603" y="1741918"/>
            <a:ext cx="1468672"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srgbClr val="2A2C28"/>
                </a:solidFill>
                <a:effectLst/>
                <a:uLnTx/>
                <a:uFillTx/>
                <a:latin typeface="Century Gothic" panose="020B0502020202020204" pitchFamily="34" charset="0"/>
                <a:ea typeface="+mn-ea"/>
                <a:cs typeface="Arial" panose="020B0604020202020204" pitchFamily="34" charset="0"/>
              </a:rPr>
              <a:t>Track &amp; Trace &amp; POD</a:t>
            </a:r>
          </a:p>
        </p:txBody>
      </p:sp>
      <p:grpSp>
        <p:nvGrpSpPr>
          <p:cNvPr id="140" name="Group 139">
            <a:extLst>
              <a:ext uri="{FF2B5EF4-FFF2-40B4-BE49-F238E27FC236}">
                <a16:creationId xmlns:a16="http://schemas.microsoft.com/office/drawing/2014/main" id="{494F18BB-49AC-7336-3836-B2660DBE099C}"/>
              </a:ext>
            </a:extLst>
          </p:cNvPr>
          <p:cNvGrpSpPr/>
          <p:nvPr/>
        </p:nvGrpSpPr>
        <p:grpSpPr>
          <a:xfrm>
            <a:off x="7785328" y="1750512"/>
            <a:ext cx="215391" cy="207203"/>
            <a:chOff x="4456113" y="1673226"/>
            <a:chExt cx="344488" cy="344488"/>
          </a:xfrm>
        </p:grpSpPr>
        <p:sp>
          <p:nvSpPr>
            <p:cNvPr id="141" name="Oval 856">
              <a:extLst>
                <a:ext uri="{FF2B5EF4-FFF2-40B4-BE49-F238E27FC236}">
                  <a16:creationId xmlns:a16="http://schemas.microsoft.com/office/drawing/2014/main" id="{C278760A-C3AA-16FE-1D74-0FED4EB7AA82}"/>
                </a:ext>
              </a:extLst>
            </p:cNvPr>
            <p:cNvSpPr>
              <a:spLocks noChangeArrowheads="1"/>
            </p:cNvSpPr>
            <p:nvPr/>
          </p:nvSpPr>
          <p:spPr bwMode="auto">
            <a:xfrm>
              <a:off x="4575176" y="1717676"/>
              <a:ext cx="106363" cy="104775"/>
            </a:xfrm>
            <a:prstGeom prst="ellipse">
              <a:avLst/>
            </a:pr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42" name="Freeform 857">
              <a:extLst>
                <a:ext uri="{FF2B5EF4-FFF2-40B4-BE49-F238E27FC236}">
                  <a16:creationId xmlns:a16="http://schemas.microsoft.com/office/drawing/2014/main" id="{2944B194-71AB-3865-505C-DABCE28C0B35}"/>
                </a:ext>
              </a:extLst>
            </p:cNvPr>
            <p:cNvSpPr>
              <a:spLocks/>
            </p:cNvSpPr>
            <p:nvPr/>
          </p:nvSpPr>
          <p:spPr bwMode="auto">
            <a:xfrm>
              <a:off x="4527551" y="1673226"/>
              <a:ext cx="201613" cy="314325"/>
            </a:xfrm>
            <a:custGeom>
              <a:avLst/>
              <a:gdLst>
                <a:gd name="T0" fmla="*/ 54 w 54"/>
                <a:gd name="T1" fmla="*/ 27 h 84"/>
                <a:gd name="T2" fmla="*/ 27 w 54"/>
                <a:gd name="T3" fmla="*/ 84 h 84"/>
                <a:gd name="T4" fmla="*/ 0 w 54"/>
                <a:gd name="T5" fmla="*/ 27 h 84"/>
                <a:gd name="T6" fmla="*/ 27 w 54"/>
                <a:gd name="T7" fmla="*/ 0 h 84"/>
                <a:gd name="T8" fmla="*/ 54 w 54"/>
                <a:gd name="T9" fmla="*/ 27 h 84"/>
              </a:gdLst>
              <a:ahLst/>
              <a:cxnLst>
                <a:cxn ang="0">
                  <a:pos x="T0" y="T1"/>
                </a:cxn>
                <a:cxn ang="0">
                  <a:pos x="T2" y="T3"/>
                </a:cxn>
                <a:cxn ang="0">
                  <a:pos x="T4" y="T5"/>
                </a:cxn>
                <a:cxn ang="0">
                  <a:pos x="T6" y="T7"/>
                </a:cxn>
                <a:cxn ang="0">
                  <a:pos x="T8" y="T9"/>
                </a:cxn>
              </a:cxnLst>
              <a:rect l="0" t="0" r="r" b="b"/>
              <a:pathLst>
                <a:path w="54" h="84">
                  <a:moveTo>
                    <a:pt x="54" y="27"/>
                  </a:moveTo>
                  <a:cubicBezTo>
                    <a:pt x="54" y="43"/>
                    <a:pt x="27" y="84"/>
                    <a:pt x="27" y="84"/>
                  </a:cubicBezTo>
                  <a:cubicBezTo>
                    <a:pt x="27" y="84"/>
                    <a:pt x="0" y="43"/>
                    <a:pt x="0" y="27"/>
                  </a:cubicBezTo>
                  <a:cubicBezTo>
                    <a:pt x="0" y="12"/>
                    <a:pt x="12" y="0"/>
                    <a:pt x="27" y="0"/>
                  </a:cubicBezTo>
                  <a:cubicBezTo>
                    <a:pt x="42" y="0"/>
                    <a:pt x="54" y="12"/>
                    <a:pt x="54" y="27"/>
                  </a:cubicBezTo>
                  <a:close/>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43" name="Freeform 858">
              <a:extLst>
                <a:ext uri="{FF2B5EF4-FFF2-40B4-BE49-F238E27FC236}">
                  <a16:creationId xmlns:a16="http://schemas.microsoft.com/office/drawing/2014/main" id="{F55D4B70-43CC-F6FE-C306-CC415FFF4240}"/>
                </a:ext>
              </a:extLst>
            </p:cNvPr>
            <p:cNvSpPr>
              <a:spLocks/>
            </p:cNvSpPr>
            <p:nvPr/>
          </p:nvSpPr>
          <p:spPr bwMode="auto">
            <a:xfrm>
              <a:off x="4456113" y="1962151"/>
              <a:ext cx="344488" cy="55563"/>
            </a:xfrm>
            <a:custGeom>
              <a:avLst/>
              <a:gdLst>
                <a:gd name="T0" fmla="*/ 66 w 92"/>
                <a:gd name="T1" fmla="*/ 0 h 15"/>
                <a:gd name="T2" fmla="*/ 92 w 92"/>
                <a:gd name="T3" fmla="*/ 7 h 15"/>
                <a:gd name="T4" fmla="*/ 46 w 92"/>
                <a:gd name="T5" fmla="*/ 15 h 15"/>
                <a:gd name="T6" fmla="*/ 0 w 92"/>
                <a:gd name="T7" fmla="*/ 7 h 15"/>
                <a:gd name="T8" fmla="*/ 26 w 92"/>
                <a:gd name="T9" fmla="*/ 0 h 15"/>
              </a:gdLst>
              <a:ahLst/>
              <a:cxnLst>
                <a:cxn ang="0">
                  <a:pos x="T0" y="T1"/>
                </a:cxn>
                <a:cxn ang="0">
                  <a:pos x="T2" y="T3"/>
                </a:cxn>
                <a:cxn ang="0">
                  <a:pos x="T4" y="T5"/>
                </a:cxn>
                <a:cxn ang="0">
                  <a:pos x="T6" y="T7"/>
                </a:cxn>
                <a:cxn ang="0">
                  <a:pos x="T8" y="T9"/>
                </a:cxn>
              </a:cxnLst>
              <a:rect l="0" t="0" r="r" b="b"/>
              <a:pathLst>
                <a:path w="92" h="15">
                  <a:moveTo>
                    <a:pt x="66" y="0"/>
                  </a:moveTo>
                  <a:cubicBezTo>
                    <a:pt x="81" y="1"/>
                    <a:pt x="92" y="4"/>
                    <a:pt x="92" y="7"/>
                  </a:cubicBezTo>
                  <a:cubicBezTo>
                    <a:pt x="92" y="11"/>
                    <a:pt x="71" y="15"/>
                    <a:pt x="46" y="15"/>
                  </a:cubicBezTo>
                  <a:cubicBezTo>
                    <a:pt x="21" y="15"/>
                    <a:pt x="0" y="11"/>
                    <a:pt x="0" y="7"/>
                  </a:cubicBezTo>
                  <a:cubicBezTo>
                    <a:pt x="0" y="4"/>
                    <a:pt x="11" y="1"/>
                    <a:pt x="26" y="0"/>
                  </a:cubicBez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164" name="TextBox 163">
            <a:extLst>
              <a:ext uri="{FF2B5EF4-FFF2-40B4-BE49-F238E27FC236}">
                <a16:creationId xmlns:a16="http://schemas.microsoft.com/office/drawing/2014/main" id="{8B1D1236-B884-574B-89E1-AD88A39D201D}"/>
              </a:ext>
            </a:extLst>
          </p:cNvPr>
          <p:cNvSpPr txBox="1"/>
          <p:nvPr/>
        </p:nvSpPr>
        <p:spPr>
          <a:xfrm>
            <a:off x="7709680" y="1993524"/>
            <a:ext cx="1941728" cy="966931"/>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rPr>
              <a:t>Track multiple shipments on any device and get real-time visibility of the shipment status</a:t>
            </a:r>
          </a:p>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rPr>
              <a:t>View and download proof of delivery and alternate shipment collection points for missed deliveries</a:t>
            </a:r>
          </a:p>
        </p:txBody>
      </p:sp>
      <p:sp>
        <p:nvSpPr>
          <p:cNvPr id="88" name="Rectangle 87">
            <a:extLst>
              <a:ext uri="{FF2B5EF4-FFF2-40B4-BE49-F238E27FC236}">
                <a16:creationId xmlns:a16="http://schemas.microsoft.com/office/drawing/2014/main" id="{EE0E6521-394D-CDA6-13B9-F9099B577593}"/>
              </a:ext>
            </a:extLst>
          </p:cNvPr>
          <p:cNvSpPr/>
          <p:nvPr/>
        </p:nvSpPr>
        <p:spPr>
          <a:xfrm>
            <a:off x="7651133" y="3155932"/>
            <a:ext cx="2030399" cy="1476000"/>
          </a:xfrm>
          <a:prstGeom prst="rect">
            <a:avLst/>
          </a:prstGeom>
          <a:solidFill>
            <a:schemeClr val="bg2"/>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nvGrpSpPr>
          <p:cNvPr id="78" name="Group 77">
            <a:extLst>
              <a:ext uri="{FF2B5EF4-FFF2-40B4-BE49-F238E27FC236}">
                <a16:creationId xmlns:a16="http://schemas.microsoft.com/office/drawing/2014/main" id="{A45BE96F-2556-8235-1AA8-3462BF0B5A97}"/>
              </a:ext>
            </a:extLst>
          </p:cNvPr>
          <p:cNvGrpSpPr/>
          <p:nvPr/>
        </p:nvGrpSpPr>
        <p:grpSpPr>
          <a:xfrm>
            <a:off x="7789316" y="3281371"/>
            <a:ext cx="152133" cy="198162"/>
            <a:chOff x="1611313" y="1676400"/>
            <a:chExt cx="255588" cy="346075"/>
          </a:xfrm>
        </p:grpSpPr>
        <p:sp>
          <p:nvSpPr>
            <p:cNvPr id="79" name="Freeform 10">
              <a:extLst>
                <a:ext uri="{FF2B5EF4-FFF2-40B4-BE49-F238E27FC236}">
                  <a16:creationId xmlns:a16="http://schemas.microsoft.com/office/drawing/2014/main" id="{3645A639-2A7A-8B7F-A551-0FED41B08B12}"/>
                </a:ext>
              </a:extLst>
            </p:cNvPr>
            <p:cNvSpPr>
              <a:spLocks/>
            </p:cNvSpPr>
            <p:nvPr/>
          </p:nvSpPr>
          <p:spPr bwMode="auto">
            <a:xfrm>
              <a:off x="1611313" y="1676400"/>
              <a:ext cx="255588" cy="346075"/>
            </a:xfrm>
            <a:custGeom>
              <a:avLst/>
              <a:gdLst>
                <a:gd name="T0" fmla="*/ 161 w 161"/>
                <a:gd name="T1" fmla="*/ 218 h 218"/>
                <a:gd name="T2" fmla="*/ 0 w 161"/>
                <a:gd name="T3" fmla="*/ 218 h 218"/>
                <a:gd name="T4" fmla="*/ 0 w 161"/>
                <a:gd name="T5" fmla="*/ 0 h 218"/>
                <a:gd name="T6" fmla="*/ 105 w 161"/>
                <a:gd name="T7" fmla="*/ 0 h 218"/>
                <a:gd name="T8" fmla="*/ 161 w 161"/>
                <a:gd name="T9" fmla="*/ 57 h 218"/>
                <a:gd name="T10" fmla="*/ 161 w 161"/>
                <a:gd name="T11" fmla="*/ 218 h 218"/>
              </a:gdLst>
              <a:ahLst/>
              <a:cxnLst>
                <a:cxn ang="0">
                  <a:pos x="T0" y="T1"/>
                </a:cxn>
                <a:cxn ang="0">
                  <a:pos x="T2" y="T3"/>
                </a:cxn>
                <a:cxn ang="0">
                  <a:pos x="T4" y="T5"/>
                </a:cxn>
                <a:cxn ang="0">
                  <a:pos x="T6" y="T7"/>
                </a:cxn>
                <a:cxn ang="0">
                  <a:pos x="T8" y="T9"/>
                </a:cxn>
                <a:cxn ang="0">
                  <a:pos x="T10" y="T11"/>
                </a:cxn>
              </a:cxnLst>
              <a:rect l="0" t="0" r="r" b="b"/>
              <a:pathLst>
                <a:path w="161" h="218">
                  <a:moveTo>
                    <a:pt x="161" y="218"/>
                  </a:moveTo>
                  <a:lnTo>
                    <a:pt x="0" y="218"/>
                  </a:lnTo>
                  <a:lnTo>
                    <a:pt x="0" y="0"/>
                  </a:lnTo>
                  <a:lnTo>
                    <a:pt x="105" y="0"/>
                  </a:lnTo>
                  <a:lnTo>
                    <a:pt x="161" y="57"/>
                  </a:lnTo>
                  <a:lnTo>
                    <a:pt x="161" y="218"/>
                  </a:lnTo>
                  <a:close/>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80" name="Freeform 11">
              <a:extLst>
                <a:ext uri="{FF2B5EF4-FFF2-40B4-BE49-F238E27FC236}">
                  <a16:creationId xmlns:a16="http://schemas.microsoft.com/office/drawing/2014/main" id="{0DFF8EB0-1E68-90FA-6228-782574F278CC}"/>
                </a:ext>
              </a:extLst>
            </p:cNvPr>
            <p:cNvSpPr>
              <a:spLocks/>
            </p:cNvSpPr>
            <p:nvPr/>
          </p:nvSpPr>
          <p:spPr bwMode="auto">
            <a:xfrm>
              <a:off x="1778001" y="1676400"/>
              <a:ext cx="88900" cy="90488"/>
            </a:xfrm>
            <a:custGeom>
              <a:avLst/>
              <a:gdLst>
                <a:gd name="T0" fmla="*/ 0 w 56"/>
                <a:gd name="T1" fmla="*/ 0 h 57"/>
                <a:gd name="T2" fmla="*/ 0 w 56"/>
                <a:gd name="T3" fmla="*/ 57 h 57"/>
                <a:gd name="T4" fmla="*/ 56 w 56"/>
                <a:gd name="T5" fmla="*/ 57 h 57"/>
              </a:gdLst>
              <a:ahLst/>
              <a:cxnLst>
                <a:cxn ang="0">
                  <a:pos x="T0" y="T1"/>
                </a:cxn>
                <a:cxn ang="0">
                  <a:pos x="T2" y="T3"/>
                </a:cxn>
                <a:cxn ang="0">
                  <a:pos x="T4" y="T5"/>
                </a:cxn>
              </a:cxnLst>
              <a:rect l="0" t="0" r="r" b="b"/>
              <a:pathLst>
                <a:path w="56" h="57">
                  <a:moveTo>
                    <a:pt x="0" y="0"/>
                  </a:moveTo>
                  <a:lnTo>
                    <a:pt x="0" y="57"/>
                  </a:lnTo>
                  <a:lnTo>
                    <a:pt x="56" y="57"/>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81" name="Line 12">
              <a:extLst>
                <a:ext uri="{FF2B5EF4-FFF2-40B4-BE49-F238E27FC236}">
                  <a16:creationId xmlns:a16="http://schemas.microsoft.com/office/drawing/2014/main" id="{6CC05048-521B-79F2-0351-2AF797FD1C55}"/>
                </a:ext>
              </a:extLst>
            </p:cNvPr>
            <p:cNvSpPr>
              <a:spLocks noChangeShapeType="1"/>
            </p:cNvSpPr>
            <p:nvPr/>
          </p:nvSpPr>
          <p:spPr bwMode="auto">
            <a:xfrm>
              <a:off x="1671638" y="1781175"/>
              <a:ext cx="68263"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82" name="Line 13">
              <a:extLst>
                <a:ext uri="{FF2B5EF4-FFF2-40B4-BE49-F238E27FC236}">
                  <a16:creationId xmlns:a16="http://schemas.microsoft.com/office/drawing/2014/main" id="{F7928DC5-C529-12C3-5D9A-DF70CA78B811}"/>
                </a:ext>
              </a:extLst>
            </p:cNvPr>
            <p:cNvSpPr>
              <a:spLocks noChangeShapeType="1"/>
            </p:cNvSpPr>
            <p:nvPr/>
          </p:nvSpPr>
          <p:spPr bwMode="auto">
            <a:xfrm>
              <a:off x="1671638" y="1827213"/>
              <a:ext cx="134938"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83" name="Line 14">
              <a:extLst>
                <a:ext uri="{FF2B5EF4-FFF2-40B4-BE49-F238E27FC236}">
                  <a16:creationId xmlns:a16="http://schemas.microsoft.com/office/drawing/2014/main" id="{94F6D197-A387-65E2-BD5E-E19EE51F3982}"/>
                </a:ext>
              </a:extLst>
            </p:cNvPr>
            <p:cNvSpPr>
              <a:spLocks noChangeShapeType="1"/>
            </p:cNvSpPr>
            <p:nvPr/>
          </p:nvSpPr>
          <p:spPr bwMode="auto">
            <a:xfrm>
              <a:off x="1671638" y="1871663"/>
              <a:ext cx="134938"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84" name="Line 15">
              <a:extLst>
                <a:ext uri="{FF2B5EF4-FFF2-40B4-BE49-F238E27FC236}">
                  <a16:creationId xmlns:a16="http://schemas.microsoft.com/office/drawing/2014/main" id="{567BC4A3-20AC-2E0A-B48B-8FC4ABE3AFBE}"/>
                </a:ext>
              </a:extLst>
            </p:cNvPr>
            <p:cNvSpPr>
              <a:spLocks noChangeShapeType="1"/>
            </p:cNvSpPr>
            <p:nvPr/>
          </p:nvSpPr>
          <p:spPr bwMode="auto">
            <a:xfrm>
              <a:off x="1671638" y="1917700"/>
              <a:ext cx="134938"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85" name="Line 16">
              <a:extLst>
                <a:ext uri="{FF2B5EF4-FFF2-40B4-BE49-F238E27FC236}">
                  <a16:creationId xmlns:a16="http://schemas.microsoft.com/office/drawing/2014/main" id="{1CB3D182-047E-F2F6-A615-723B906949EB}"/>
                </a:ext>
              </a:extLst>
            </p:cNvPr>
            <p:cNvSpPr>
              <a:spLocks noChangeShapeType="1"/>
            </p:cNvSpPr>
            <p:nvPr/>
          </p:nvSpPr>
          <p:spPr bwMode="auto">
            <a:xfrm>
              <a:off x="1671638" y="1962150"/>
              <a:ext cx="134938"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86" name="TextBox 85">
            <a:extLst>
              <a:ext uri="{FF2B5EF4-FFF2-40B4-BE49-F238E27FC236}">
                <a16:creationId xmlns:a16="http://schemas.microsoft.com/office/drawing/2014/main" id="{30B68ABD-56CF-595A-AF90-03C70304E2A4}"/>
              </a:ext>
            </a:extLst>
          </p:cNvPr>
          <p:cNvSpPr txBox="1"/>
          <p:nvPr/>
        </p:nvSpPr>
        <p:spPr>
          <a:xfrm>
            <a:off x="7974369" y="3275128"/>
            <a:ext cx="1585690"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srgbClr val="2A2C28"/>
                </a:solidFill>
                <a:effectLst/>
                <a:uLnTx/>
                <a:uFillTx/>
                <a:latin typeface="Century Gothic" panose="020B0502020202020204" pitchFamily="34" charset="0"/>
                <a:ea typeface="+mn-ea"/>
                <a:cs typeface="Arial" panose="020B0604020202020204" pitchFamily="34" charset="0"/>
              </a:rPr>
              <a:t>Manifest Management</a:t>
            </a:r>
          </a:p>
        </p:txBody>
      </p:sp>
      <p:sp>
        <p:nvSpPr>
          <p:cNvPr id="169" name="TextBox 168">
            <a:extLst>
              <a:ext uri="{FF2B5EF4-FFF2-40B4-BE49-F238E27FC236}">
                <a16:creationId xmlns:a16="http://schemas.microsoft.com/office/drawing/2014/main" id="{4782C6EF-1F1C-EC28-4E61-F5B89071C972}"/>
              </a:ext>
            </a:extLst>
          </p:cNvPr>
          <p:cNvSpPr txBox="1"/>
          <p:nvPr/>
        </p:nvSpPr>
        <p:spPr>
          <a:xfrm>
            <a:off x="7711037" y="3564280"/>
            <a:ext cx="1917579" cy="979755"/>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Create &amp; add shipments to a new or existing manifest.</a:t>
            </a:r>
          </a:p>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Print shipping documents from within the manifest</a:t>
            </a:r>
          </a:p>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Close manifest to submit shipment information to TGE carrier systems</a:t>
            </a:r>
          </a:p>
        </p:txBody>
      </p:sp>
      <p:sp>
        <p:nvSpPr>
          <p:cNvPr id="144" name="Rectangle 143">
            <a:extLst>
              <a:ext uri="{FF2B5EF4-FFF2-40B4-BE49-F238E27FC236}">
                <a16:creationId xmlns:a16="http://schemas.microsoft.com/office/drawing/2014/main" id="{09BCE801-A94D-6646-7E94-B5367DC9B79C}"/>
              </a:ext>
            </a:extLst>
          </p:cNvPr>
          <p:cNvSpPr/>
          <p:nvPr/>
        </p:nvSpPr>
        <p:spPr>
          <a:xfrm>
            <a:off x="7651132" y="4689617"/>
            <a:ext cx="2030400" cy="1476000"/>
          </a:xfrm>
          <a:prstGeom prst="rect">
            <a:avLst/>
          </a:prstGeom>
          <a:solidFill>
            <a:schemeClr val="bg1"/>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49" name="TextBox 148">
            <a:extLst>
              <a:ext uri="{FF2B5EF4-FFF2-40B4-BE49-F238E27FC236}">
                <a16:creationId xmlns:a16="http://schemas.microsoft.com/office/drawing/2014/main" id="{964F3A29-1009-3FBB-0873-47EC77FE4489}"/>
              </a:ext>
            </a:extLst>
          </p:cNvPr>
          <p:cNvSpPr txBox="1"/>
          <p:nvPr/>
        </p:nvSpPr>
        <p:spPr>
          <a:xfrm>
            <a:off x="7982894" y="4795444"/>
            <a:ext cx="630301"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srgbClr val="2A2C28"/>
                </a:solidFill>
                <a:effectLst/>
                <a:uLnTx/>
                <a:uFillTx/>
                <a:latin typeface="Century Gothic" panose="020B0502020202020204" pitchFamily="34" charset="0"/>
                <a:ea typeface="+mn-ea"/>
                <a:cs typeface="Arial" panose="020B0604020202020204" pitchFamily="34" charset="0"/>
              </a:rPr>
              <a:t>Returns</a:t>
            </a:r>
          </a:p>
        </p:txBody>
      </p:sp>
      <p:grpSp>
        <p:nvGrpSpPr>
          <p:cNvPr id="153" name="Group 152">
            <a:extLst>
              <a:ext uri="{FF2B5EF4-FFF2-40B4-BE49-F238E27FC236}">
                <a16:creationId xmlns:a16="http://schemas.microsoft.com/office/drawing/2014/main" id="{8338A050-2A78-B9D6-DE36-32B129C7289F}"/>
              </a:ext>
            </a:extLst>
          </p:cNvPr>
          <p:cNvGrpSpPr/>
          <p:nvPr/>
        </p:nvGrpSpPr>
        <p:grpSpPr>
          <a:xfrm>
            <a:off x="7787749" y="4842828"/>
            <a:ext cx="211984" cy="205803"/>
            <a:chOff x="4456113" y="2395539"/>
            <a:chExt cx="344488" cy="347663"/>
          </a:xfrm>
        </p:grpSpPr>
        <p:sp>
          <p:nvSpPr>
            <p:cNvPr id="154" name="Freeform 34">
              <a:extLst>
                <a:ext uri="{FF2B5EF4-FFF2-40B4-BE49-F238E27FC236}">
                  <a16:creationId xmlns:a16="http://schemas.microsoft.com/office/drawing/2014/main" id="{995815C4-C308-994F-1987-8F6EDB10D272}"/>
                </a:ext>
              </a:extLst>
            </p:cNvPr>
            <p:cNvSpPr>
              <a:spLocks/>
            </p:cNvSpPr>
            <p:nvPr/>
          </p:nvSpPr>
          <p:spPr bwMode="auto">
            <a:xfrm>
              <a:off x="4456113" y="2455864"/>
              <a:ext cx="209550" cy="166688"/>
            </a:xfrm>
            <a:custGeom>
              <a:avLst/>
              <a:gdLst>
                <a:gd name="T0" fmla="*/ 57 w 132"/>
                <a:gd name="T1" fmla="*/ 105 h 105"/>
                <a:gd name="T2" fmla="*/ 0 w 132"/>
                <a:gd name="T3" fmla="*/ 105 h 105"/>
                <a:gd name="T4" fmla="*/ 0 w 132"/>
                <a:gd name="T5" fmla="*/ 0 h 105"/>
                <a:gd name="T6" fmla="*/ 132 w 132"/>
                <a:gd name="T7" fmla="*/ 0 h 105"/>
                <a:gd name="T8" fmla="*/ 132 w 132"/>
                <a:gd name="T9" fmla="*/ 19 h 105"/>
              </a:gdLst>
              <a:ahLst/>
              <a:cxnLst>
                <a:cxn ang="0">
                  <a:pos x="T0" y="T1"/>
                </a:cxn>
                <a:cxn ang="0">
                  <a:pos x="T2" y="T3"/>
                </a:cxn>
                <a:cxn ang="0">
                  <a:pos x="T4" y="T5"/>
                </a:cxn>
                <a:cxn ang="0">
                  <a:pos x="T6" y="T7"/>
                </a:cxn>
                <a:cxn ang="0">
                  <a:pos x="T8" y="T9"/>
                </a:cxn>
              </a:cxnLst>
              <a:rect l="0" t="0" r="r" b="b"/>
              <a:pathLst>
                <a:path w="132" h="105">
                  <a:moveTo>
                    <a:pt x="57" y="105"/>
                  </a:moveTo>
                  <a:lnTo>
                    <a:pt x="0" y="105"/>
                  </a:lnTo>
                  <a:lnTo>
                    <a:pt x="0" y="0"/>
                  </a:lnTo>
                  <a:lnTo>
                    <a:pt x="132" y="0"/>
                  </a:lnTo>
                  <a:lnTo>
                    <a:pt x="132" y="19"/>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55" name="Freeform 35">
              <a:extLst>
                <a:ext uri="{FF2B5EF4-FFF2-40B4-BE49-F238E27FC236}">
                  <a16:creationId xmlns:a16="http://schemas.microsoft.com/office/drawing/2014/main" id="{EF4491E4-7694-2CC6-6245-2150AC7877A4}"/>
                </a:ext>
              </a:extLst>
            </p:cNvPr>
            <p:cNvSpPr>
              <a:spLocks/>
            </p:cNvSpPr>
            <p:nvPr/>
          </p:nvSpPr>
          <p:spPr bwMode="auto">
            <a:xfrm>
              <a:off x="4456113" y="2395539"/>
              <a:ext cx="209550" cy="60325"/>
            </a:xfrm>
            <a:custGeom>
              <a:avLst/>
              <a:gdLst>
                <a:gd name="T0" fmla="*/ 132 w 132"/>
                <a:gd name="T1" fmla="*/ 38 h 38"/>
                <a:gd name="T2" fmla="*/ 0 w 132"/>
                <a:gd name="T3" fmla="*/ 38 h 38"/>
                <a:gd name="T4" fmla="*/ 38 w 132"/>
                <a:gd name="T5" fmla="*/ 0 h 38"/>
                <a:gd name="T6" fmla="*/ 94 w 132"/>
                <a:gd name="T7" fmla="*/ 0 h 38"/>
                <a:gd name="T8" fmla="*/ 132 w 132"/>
                <a:gd name="T9" fmla="*/ 38 h 38"/>
              </a:gdLst>
              <a:ahLst/>
              <a:cxnLst>
                <a:cxn ang="0">
                  <a:pos x="T0" y="T1"/>
                </a:cxn>
                <a:cxn ang="0">
                  <a:pos x="T2" y="T3"/>
                </a:cxn>
                <a:cxn ang="0">
                  <a:pos x="T4" y="T5"/>
                </a:cxn>
                <a:cxn ang="0">
                  <a:pos x="T6" y="T7"/>
                </a:cxn>
                <a:cxn ang="0">
                  <a:pos x="T8" y="T9"/>
                </a:cxn>
              </a:cxnLst>
              <a:rect l="0" t="0" r="r" b="b"/>
              <a:pathLst>
                <a:path w="132" h="38">
                  <a:moveTo>
                    <a:pt x="132" y="38"/>
                  </a:moveTo>
                  <a:lnTo>
                    <a:pt x="0" y="38"/>
                  </a:lnTo>
                  <a:lnTo>
                    <a:pt x="38" y="0"/>
                  </a:lnTo>
                  <a:lnTo>
                    <a:pt x="94" y="0"/>
                  </a:lnTo>
                  <a:lnTo>
                    <a:pt x="132" y="38"/>
                  </a:lnTo>
                  <a:close/>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56" name="Oval 36">
              <a:extLst>
                <a:ext uri="{FF2B5EF4-FFF2-40B4-BE49-F238E27FC236}">
                  <a16:creationId xmlns:a16="http://schemas.microsoft.com/office/drawing/2014/main" id="{DFA13F2A-4981-73AA-C369-D346781DD244}"/>
                </a:ext>
              </a:extLst>
            </p:cNvPr>
            <p:cNvSpPr>
              <a:spLocks noChangeArrowheads="1"/>
            </p:cNvSpPr>
            <p:nvPr/>
          </p:nvSpPr>
          <p:spPr bwMode="auto">
            <a:xfrm>
              <a:off x="4591051" y="2532064"/>
              <a:ext cx="209550" cy="211138"/>
            </a:xfrm>
            <a:prstGeom prst="ellipse">
              <a:avLst/>
            </a:pr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57" name="Freeform 37">
              <a:extLst>
                <a:ext uri="{FF2B5EF4-FFF2-40B4-BE49-F238E27FC236}">
                  <a16:creationId xmlns:a16="http://schemas.microsoft.com/office/drawing/2014/main" id="{59C49BE7-E618-6FF0-C185-F2ED5A900830}"/>
                </a:ext>
              </a:extLst>
            </p:cNvPr>
            <p:cNvSpPr>
              <a:spLocks/>
            </p:cNvSpPr>
            <p:nvPr/>
          </p:nvSpPr>
          <p:spPr bwMode="auto">
            <a:xfrm>
              <a:off x="4651376" y="2652714"/>
              <a:ext cx="90488" cy="44450"/>
            </a:xfrm>
            <a:custGeom>
              <a:avLst/>
              <a:gdLst>
                <a:gd name="T0" fmla="*/ 57 w 57"/>
                <a:gd name="T1" fmla="*/ 0 h 28"/>
                <a:gd name="T2" fmla="*/ 28 w 57"/>
                <a:gd name="T3" fmla="*/ 28 h 28"/>
                <a:gd name="T4" fmla="*/ 0 w 57"/>
                <a:gd name="T5" fmla="*/ 0 h 28"/>
              </a:gdLst>
              <a:ahLst/>
              <a:cxnLst>
                <a:cxn ang="0">
                  <a:pos x="T0" y="T1"/>
                </a:cxn>
                <a:cxn ang="0">
                  <a:pos x="T2" y="T3"/>
                </a:cxn>
                <a:cxn ang="0">
                  <a:pos x="T4" y="T5"/>
                </a:cxn>
              </a:cxnLst>
              <a:rect l="0" t="0" r="r" b="b"/>
              <a:pathLst>
                <a:path w="57" h="28">
                  <a:moveTo>
                    <a:pt x="57" y="0"/>
                  </a:moveTo>
                  <a:lnTo>
                    <a:pt x="28" y="28"/>
                  </a:lnTo>
                  <a:lnTo>
                    <a:pt x="0" y="0"/>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58" name="Line 38">
              <a:extLst>
                <a:ext uri="{FF2B5EF4-FFF2-40B4-BE49-F238E27FC236}">
                  <a16:creationId xmlns:a16="http://schemas.microsoft.com/office/drawing/2014/main" id="{3D22AD51-D8CC-9050-D530-A6022B2791D2}"/>
                </a:ext>
              </a:extLst>
            </p:cNvPr>
            <p:cNvSpPr>
              <a:spLocks noChangeShapeType="1"/>
            </p:cNvSpPr>
            <p:nvPr/>
          </p:nvSpPr>
          <p:spPr bwMode="auto">
            <a:xfrm flipV="1">
              <a:off x="4695826" y="2592389"/>
              <a:ext cx="0" cy="104775"/>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59" name="Line 39">
              <a:extLst>
                <a:ext uri="{FF2B5EF4-FFF2-40B4-BE49-F238E27FC236}">
                  <a16:creationId xmlns:a16="http://schemas.microsoft.com/office/drawing/2014/main" id="{77505FBA-C875-FCBC-107B-418DAA121E43}"/>
                </a:ext>
              </a:extLst>
            </p:cNvPr>
            <p:cNvSpPr>
              <a:spLocks noChangeShapeType="1"/>
            </p:cNvSpPr>
            <p:nvPr/>
          </p:nvSpPr>
          <p:spPr bwMode="auto">
            <a:xfrm>
              <a:off x="4560888" y="2395539"/>
              <a:ext cx="0" cy="60325"/>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171" name="TextBox 170">
            <a:extLst>
              <a:ext uri="{FF2B5EF4-FFF2-40B4-BE49-F238E27FC236}">
                <a16:creationId xmlns:a16="http://schemas.microsoft.com/office/drawing/2014/main" id="{D11F4FC5-B5AB-4041-6047-7261E90D76ED}"/>
              </a:ext>
            </a:extLst>
          </p:cNvPr>
          <p:cNvSpPr txBox="1"/>
          <p:nvPr/>
        </p:nvSpPr>
        <p:spPr>
          <a:xfrm>
            <a:off x="7712100" y="5062052"/>
            <a:ext cx="2056117" cy="746358"/>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Create and submit a return shipment with TGE </a:t>
            </a:r>
            <a:b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b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Priority in </a:t>
            </a:r>
            <a:r>
              <a:rPr kumimoji="0" lang="en-US" sz="800" b="0" i="0" u="none" strike="noStrike" kern="1200" cap="none" spc="0" normalizeH="0" baseline="0" noProof="0" dirty="0" err="1">
                <a:ln>
                  <a:noFill/>
                </a:ln>
                <a:solidFill>
                  <a:srgbClr val="2A2C28"/>
                </a:solidFill>
                <a:effectLst/>
                <a:uLnTx/>
                <a:uFillTx/>
                <a:latin typeface="Century Gothic" panose="020B0502020202020204" pitchFamily="34" charset="0"/>
                <a:ea typeface="+mn-ea"/>
                <a:cs typeface="+mn-cs"/>
              </a:rPr>
              <a:t>MyTeamGE</a:t>
            </a:r>
            <a:endPar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endParaRP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Track the shipment through to delivery</a:t>
            </a:r>
          </a:p>
        </p:txBody>
      </p:sp>
      <p:sp>
        <p:nvSpPr>
          <p:cNvPr id="90" name="Rectangle 89">
            <a:extLst>
              <a:ext uri="{FF2B5EF4-FFF2-40B4-BE49-F238E27FC236}">
                <a16:creationId xmlns:a16="http://schemas.microsoft.com/office/drawing/2014/main" id="{0CB97B6B-ADFF-226C-9699-CFE8575105F1}"/>
              </a:ext>
            </a:extLst>
          </p:cNvPr>
          <p:cNvSpPr/>
          <p:nvPr/>
        </p:nvSpPr>
        <p:spPr>
          <a:xfrm>
            <a:off x="9739503" y="3155932"/>
            <a:ext cx="2030400" cy="1476000"/>
          </a:xfrm>
          <a:prstGeom prst="rect">
            <a:avLst/>
          </a:prstGeom>
          <a:solidFill>
            <a:schemeClr val="bg1"/>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92" name="TextBox 91">
            <a:extLst>
              <a:ext uri="{FF2B5EF4-FFF2-40B4-BE49-F238E27FC236}">
                <a16:creationId xmlns:a16="http://schemas.microsoft.com/office/drawing/2014/main" id="{4B31610C-F0AC-5AA2-3CF4-ED1174217A58}"/>
              </a:ext>
            </a:extLst>
          </p:cNvPr>
          <p:cNvSpPr txBox="1"/>
          <p:nvPr/>
        </p:nvSpPr>
        <p:spPr>
          <a:xfrm>
            <a:off x="10061917" y="3291539"/>
            <a:ext cx="1455848"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srgbClr val="2A2C28"/>
                </a:solidFill>
                <a:effectLst/>
                <a:uLnTx/>
                <a:uFillTx/>
                <a:latin typeface="Century Gothic" panose="020B0502020202020204" pitchFamily="34" charset="0"/>
                <a:ea typeface="+mn-ea"/>
                <a:cs typeface="Arial" panose="020B0604020202020204" pitchFamily="34" charset="0"/>
              </a:rPr>
              <a:t>Stationary &amp; Finance</a:t>
            </a:r>
          </a:p>
        </p:txBody>
      </p:sp>
      <p:grpSp>
        <p:nvGrpSpPr>
          <p:cNvPr id="97" name="Group 96">
            <a:extLst>
              <a:ext uri="{FF2B5EF4-FFF2-40B4-BE49-F238E27FC236}">
                <a16:creationId xmlns:a16="http://schemas.microsoft.com/office/drawing/2014/main" id="{ACBE688B-6FCC-4F35-5E92-A9B278D1640B}"/>
              </a:ext>
            </a:extLst>
          </p:cNvPr>
          <p:cNvGrpSpPr/>
          <p:nvPr/>
        </p:nvGrpSpPr>
        <p:grpSpPr>
          <a:xfrm>
            <a:off x="9888253" y="3293817"/>
            <a:ext cx="152133" cy="198215"/>
            <a:chOff x="892176" y="1676401"/>
            <a:chExt cx="255588" cy="346075"/>
          </a:xfrm>
        </p:grpSpPr>
        <p:sp>
          <p:nvSpPr>
            <p:cNvPr id="98" name="Freeform 5">
              <a:extLst>
                <a:ext uri="{FF2B5EF4-FFF2-40B4-BE49-F238E27FC236}">
                  <a16:creationId xmlns:a16="http://schemas.microsoft.com/office/drawing/2014/main" id="{B7ED5B62-483F-5C8D-F479-CF934F356015}"/>
                </a:ext>
              </a:extLst>
            </p:cNvPr>
            <p:cNvSpPr>
              <a:spLocks/>
            </p:cNvSpPr>
            <p:nvPr/>
          </p:nvSpPr>
          <p:spPr bwMode="auto">
            <a:xfrm>
              <a:off x="892176" y="1676401"/>
              <a:ext cx="255588" cy="346075"/>
            </a:xfrm>
            <a:custGeom>
              <a:avLst/>
              <a:gdLst>
                <a:gd name="T0" fmla="*/ 161 w 161"/>
                <a:gd name="T1" fmla="*/ 218 h 218"/>
                <a:gd name="T2" fmla="*/ 0 w 161"/>
                <a:gd name="T3" fmla="*/ 218 h 218"/>
                <a:gd name="T4" fmla="*/ 0 w 161"/>
                <a:gd name="T5" fmla="*/ 0 h 218"/>
                <a:gd name="T6" fmla="*/ 104 w 161"/>
                <a:gd name="T7" fmla="*/ 0 h 218"/>
                <a:gd name="T8" fmla="*/ 161 w 161"/>
                <a:gd name="T9" fmla="*/ 57 h 218"/>
                <a:gd name="T10" fmla="*/ 161 w 161"/>
                <a:gd name="T11" fmla="*/ 218 h 218"/>
              </a:gdLst>
              <a:ahLst/>
              <a:cxnLst>
                <a:cxn ang="0">
                  <a:pos x="T0" y="T1"/>
                </a:cxn>
                <a:cxn ang="0">
                  <a:pos x="T2" y="T3"/>
                </a:cxn>
                <a:cxn ang="0">
                  <a:pos x="T4" y="T5"/>
                </a:cxn>
                <a:cxn ang="0">
                  <a:pos x="T6" y="T7"/>
                </a:cxn>
                <a:cxn ang="0">
                  <a:pos x="T8" y="T9"/>
                </a:cxn>
                <a:cxn ang="0">
                  <a:pos x="T10" y="T11"/>
                </a:cxn>
              </a:cxnLst>
              <a:rect l="0" t="0" r="r" b="b"/>
              <a:pathLst>
                <a:path w="161" h="218">
                  <a:moveTo>
                    <a:pt x="161" y="218"/>
                  </a:moveTo>
                  <a:lnTo>
                    <a:pt x="0" y="218"/>
                  </a:lnTo>
                  <a:lnTo>
                    <a:pt x="0" y="0"/>
                  </a:lnTo>
                  <a:lnTo>
                    <a:pt x="104" y="0"/>
                  </a:lnTo>
                  <a:lnTo>
                    <a:pt x="161" y="57"/>
                  </a:lnTo>
                  <a:lnTo>
                    <a:pt x="161" y="218"/>
                  </a:lnTo>
                  <a:close/>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99" name="Freeform 6">
              <a:extLst>
                <a:ext uri="{FF2B5EF4-FFF2-40B4-BE49-F238E27FC236}">
                  <a16:creationId xmlns:a16="http://schemas.microsoft.com/office/drawing/2014/main" id="{A75C07F3-D15C-2FB2-6A49-0D4D692D89F2}"/>
                </a:ext>
              </a:extLst>
            </p:cNvPr>
            <p:cNvSpPr>
              <a:spLocks/>
            </p:cNvSpPr>
            <p:nvPr/>
          </p:nvSpPr>
          <p:spPr bwMode="auto">
            <a:xfrm>
              <a:off x="1057276" y="1676401"/>
              <a:ext cx="90488" cy="90488"/>
            </a:xfrm>
            <a:custGeom>
              <a:avLst/>
              <a:gdLst>
                <a:gd name="T0" fmla="*/ 0 w 57"/>
                <a:gd name="T1" fmla="*/ 0 h 57"/>
                <a:gd name="T2" fmla="*/ 0 w 57"/>
                <a:gd name="T3" fmla="*/ 57 h 57"/>
                <a:gd name="T4" fmla="*/ 57 w 57"/>
                <a:gd name="T5" fmla="*/ 57 h 57"/>
              </a:gdLst>
              <a:ahLst/>
              <a:cxnLst>
                <a:cxn ang="0">
                  <a:pos x="T0" y="T1"/>
                </a:cxn>
                <a:cxn ang="0">
                  <a:pos x="T2" y="T3"/>
                </a:cxn>
                <a:cxn ang="0">
                  <a:pos x="T4" y="T5"/>
                </a:cxn>
              </a:cxnLst>
              <a:rect l="0" t="0" r="r" b="b"/>
              <a:pathLst>
                <a:path w="57" h="57">
                  <a:moveTo>
                    <a:pt x="0" y="0"/>
                  </a:moveTo>
                  <a:lnTo>
                    <a:pt x="0" y="57"/>
                  </a:lnTo>
                  <a:lnTo>
                    <a:pt x="57" y="57"/>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00" name="Line 7">
              <a:extLst>
                <a:ext uri="{FF2B5EF4-FFF2-40B4-BE49-F238E27FC236}">
                  <a16:creationId xmlns:a16="http://schemas.microsoft.com/office/drawing/2014/main" id="{6B19F529-A4EA-5EB0-908E-D603408CE570}"/>
                </a:ext>
              </a:extLst>
            </p:cNvPr>
            <p:cNvSpPr>
              <a:spLocks noChangeShapeType="1"/>
            </p:cNvSpPr>
            <p:nvPr/>
          </p:nvSpPr>
          <p:spPr bwMode="auto">
            <a:xfrm>
              <a:off x="1027114" y="1827214"/>
              <a:ext cx="60325"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01" name="Line 8">
              <a:extLst>
                <a:ext uri="{FF2B5EF4-FFF2-40B4-BE49-F238E27FC236}">
                  <a16:creationId xmlns:a16="http://schemas.microsoft.com/office/drawing/2014/main" id="{0D61F08E-234E-F3A4-601E-3951BA13CC79}"/>
                </a:ext>
              </a:extLst>
            </p:cNvPr>
            <p:cNvSpPr>
              <a:spLocks noChangeShapeType="1"/>
            </p:cNvSpPr>
            <p:nvPr/>
          </p:nvSpPr>
          <p:spPr bwMode="auto">
            <a:xfrm>
              <a:off x="1027114" y="1887539"/>
              <a:ext cx="60325"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02" name="Line 9">
              <a:extLst>
                <a:ext uri="{FF2B5EF4-FFF2-40B4-BE49-F238E27FC236}">
                  <a16:creationId xmlns:a16="http://schemas.microsoft.com/office/drawing/2014/main" id="{FFB45F79-AF5C-7A68-A106-4394344417E0}"/>
                </a:ext>
              </a:extLst>
            </p:cNvPr>
            <p:cNvSpPr>
              <a:spLocks noChangeShapeType="1"/>
            </p:cNvSpPr>
            <p:nvPr/>
          </p:nvSpPr>
          <p:spPr bwMode="auto">
            <a:xfrm>
              <a:off x="1027114" y="1947864"/>
              <a:ext cx="60325"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03" name="Freeform 10">
              <a:extLst>
                <a:ext uri="{FF2B5EF4-FFF2-40B4-BE49-F238E27FC236}">
                  <a16:creationId xmlns:a16="http://schemas.microsoft.com/office/drawing/2014/main" id="{C374F1E9-7A63-7508-5C4C-F694879D4229}"/>
                </a:ext>
              </a:extLst>
            </p:cNvPr>
            <p:cNvSpPr>
              <a:spLocks/>
            </p:cNvSpPr>
            <p:nvPr/>
          </p:nvSpPr>
          <p:spPr bwMode="auto">
            <a:xfrm>
              <a:off x="936626" y="1797051"/>
              <a:ext cx="60325" cy="38100"/>
            </a:xfrm>
            <a:custGeom>
              <a:avLst/>
              <a:gdLst>
                <a:gd name="T0" fmla="*/ 38 w 38"/>
                <a:gd name="T1" fmla="*/ 0 h 24"/>
                <a:gd name="T2" fmla="*/ 15 w 38"/>
                <a:gd name="T3" fmla="*/ 24 h 24"/>
                <a:gd name="T4" fmla="*/ 0 w 38"/>
                <a:gd name="T5" fmla="*/ 10 h 24"/>
              </a:gdLst>
              <a:ahLst/>
              <a:cxnLst>
                <a:cxn ang="0">
                  <a:pos x="T0" y="T1"/>
                </a:cxn>
                <a:cxn ang="0">
                  <a:pos x="T2" y="T3"/>
                </a:cxn>
                <a:cxn ang="0">
                  <a:pos x="T4" y="T5"/>
                </a:cxn>
              </a:cxnLst>
              <a:rect l="0" t="0" r="r" b="b"/>
              <a:pathLst>
                <a:path w="38" h="24">
                  <a:moveTo>
                    <a:pt x="38" y="0"/>
                  </a:moveTo>
                  <a:lnTo>
                    <a:pt x="15" y="24"/>
                  </a:lnTo>
                  <a:lnTo>
                    <a:pt x="0" y="10"/>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04" name="Freeform 11">
              <a:extLst>
                <a:ext uri="{FF2B5EF4-FFF2-40B4-BE49-F238E27FC236}">
                  <a16:creationId xmlns:a16="http://schemas.microsoft.com/office/drawing/2014/main" id="{CC28745D-7D3F-6510-1DD9-07F275C5B007}"/>
                </a:ext>
              </a:extLst>
            </p:cNvPr>
            <p:cNvSpPr>
              <a:spLocks/>
            </p:cNvSpPr>
            <p:nvPr/>
          </p:nvSpPr>
          <p:spPr bwMode="auto">
            <a:xfrm>
              <a:off x="936626" y="1857376"/>
              <a:ext cx="60325" cy="38100"/>
            </a:xfrm>
            <a:custGeom>
              <a:avLst/>
              <a:gdLst>
                <a:gd name="T0" fmla="*/ 38 w 38"/>
                <a:gd name="T1" fmla="*/ 0 h 24"/>
                <a:gd name="T2" fmla="*/ 15 w 38"/>
                <a:gd name="T3" fmla="*/ 24 h 24"/>
                <a:gd name="T4" fmla="*/ 0 w 38"/>
                <a:gd name="T5" fmla="*/ 10 h 24"/>
              </a:gdLst>
              <a:ahLst/>
              <a:cxnLst>
                <a:cxn ang="0">
                  <a:pos x="T0" y="T1"/>
                </a:cxn>
                <a:cxn ang="0">
                  <a:pos x="T2" y="T3"/>
                </a:cxn>
                <a:cxn ang="0">
                  <a:pos x="T4" y="T5"/>
                </a:cxn>
              </a:cxnLst>
              <a:rect l="0" t="0" r="r" b="b"/>
              <a:pathLst>
                <a:path w="38" h="24">
                  <a:moveTo>
                    <a:pt x="38" y="0"/>
                  </a:moveTo>
                  <a:lnTo>
                    <a:pt x="15" y="24"/>
                  </a:lnTo>
                  <a:lnTo>
                    <a:pt x="0" y="10"/>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05" name="Freeform 12">
              <a:extLst>
                <a:ext uri="{FF2B5EF4-FFF2-40B4-BE49-F238E27FC236}">
                  <a16:creationId xmlns:a16="http://schemas.microsoft.com/office/drawing/2014/main" id="{0B4FB3AF-44DC-842E-962F-987BCFAD38EB}"/>
                </a:ext>
              </a:extLst>
            </p:cNvPr>
            <p:cNvSpPr>
              <a:spLocks/>
            </p:cNvSpPr>
            <p:nvPr/>
          </p:nvSpPr>
          <p:spPr bwMode="auto">
            <a:xfrm>
              <a:off x="936626" y="1917701"/>
              <a:ext cx="60325" cy="38100"/>
            </a:xfrm>
            <a:custGeom>
              <a:avLst/>
              <a:gdLst>
                <a:gd name="T0" fmla="*/ 38 w 38"/>
                <a:gd name="T1" fmla="*/ 0 h 24"/>
                <a:gd name="T2" fmla="*/ 15 w 38"/>
                <a:gd name="T3" fmla="*/ 24 h 24"/>
                <a:gd name="T4" fmla="*/ 0 w 38"/>
                <a:gd name="T5" fmla="*/ 9 h 24"/>
              </a:gdLst>
              <a:ahLst/>
              <a:cxnLst>
                <a:cxn ang="0">
                  <a:pos x="T0" y="T1"/>
                </a:cxn>
                <a:cxn ang="0">
                  <a:pos x="T2" y="T3"/>
                </a:cxn>
                <a:cxn ang="0">
                  <a:pos x="T4" y="T5"/>
                </a:cxn>
              </a:cxnLst>
              <a:rect l="0" t="0" r="r" b="b"/>
              <a:pathLst>
                <a:path w="38" h="24">
                  <a:moveTo>
                    <a:pt x="38" y="0"/>
                  </a:moveTo>
                  <a:lnTo>
                    <a:pt x="15" y="24"/>
                  </a:lnTo>
                  <a:lnTo>
                    <a:pt x="0" y="9"/>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173" name="TextBox 172">
            <a:extLst>
              <a:ext uri="{FF2B5EF4-FFF2-40B4-BE49-F238E27FC236}">
                <a16:creationId xmlns:a16="http://schemas.microsoft.com/office/drawing/2014/main" id="{4A4EE278-C298-7D16-89AC-16B50AC20DEA}"/>
              </a:ext>
            </a:extLst>
          </p:cNvPr>
          <p:cNvSpPr txBox="1"/>
          <p:nvPr/>
        </p:nvSpPr>
        <p:spPr>
          <a:xfrm>
            <a:off x="9797979" y="3548595"/>
            <a:ext cx="2053455" cy="907941"/>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Order a range of TGE Priority products such as labels, stickers, satchels directly on </a:t>
            </a:r>
            <a:r>
              <a:rPr kumimoji="0" lang="en-US" sz="800" b="0" i="0" u="none" strike="noStrike" kern="1200" cap="none" spc="0" normalizeH="0" baseline="0" noProof="0" dirty="0" err="1">
                <a:ln>
                  <a:noFill/>
                </a:ln>
                <a:solidFill>
                  <a:srgbClr val="2A2C28"/>
                </a:solidFill>
                <a:effectLst/>
                <a:uLnTx/>
                <a:uFillTx/>
                <a:latin typeface="Century Gothic" panose="020B0502020202020204" pitchFamily="34" charset="0"/>
                <a:ea typeface="+mn-ea"/>
                <a:cs typeface="+mn-cs"/>
              </a:rPr>
              <a:t>MyTeamGE</a:t>
            </a: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a:t>
            </a: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View, search and download individual invoices.</a:t>
            </a: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Pay individual invoices online.</a:t>
            </a:r>
          </a:p>
        </p:txBody>
      </p:sp>
      <p:sp>
        <p:nvSpPr>
          <p:cNvPr id="120" name="Rectangle 119">
            <a:extLst>
              <a:ext uri="{FF2B5EF4-FFF2-40B4-BE49-F238E27FC236}">
                <a16:creationId xmlns:a16="http://schemas.microsoft.com/office/drawing/2014/main" id="{C5A14323-F4C3-3F6E-1567-50B99EF5C701}"/>
              </a:ext>
            </a:extLst>
          </p:cNvPr>
          <p:cNvSpPr/>
          <p:nvPr/>
        </p:nvSpPr>
        <p:spPr>
          <a:xfrm>
            <a:off x="9739502" y="4687995"/>
            <a:ext cx="2030399" cy="1476000"/>
          </a:xfrm>
          <a:prstGeom prst="rect">
            <a:avLst/>
          </a:prstGeom>
          <a:solidFill>
            <a:schemeClr val="bg2"/>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24" name="TextBox 123">
            <a:extLst>
              <a:ext uri="{FF2B5EF4-FFF2-40B4-BE49-F238E27FC236}">
                <a16:creationId xmlns:a16="http://schemas.microsoft.com/office/drawing/2014/main" id="{291871AE-522D-4408-53B1-279356F73DBE}"/>
              </a:ext>
            </a:extLst>
          </p:cNvPr>
          <p:cNvSpPr txBox="1"/>
          <p:nvPr/>
        </p:nvSpPr>
        <p:spPr>
          <a:xfrm>
            <a:off x="10051994" y="4811140"/>
            <a:ext cx="1585689"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dirty="0">
                <a:ln>
                  <a:noFill/>
                </a:ln>
                <a:solidFill>
                  <a:srgbClr val="2A2C28"/>
                </a:solidFill>
                <a:effectLst/>
                <a:uLnTx/>
                <a:uFillTx/>
                <a:latin typeface="Century Gothic" panose="020B0502020202020204" pitchFamily="34" charset="0"/>
                <a:ea typeface="+mn-ea"/>
                <a:cs typeface="Arial" panose="020B0604020202020204" pitchFamily="34" charset="0"/>
              </a:rPr>
              <a:t>Rate &amp; Transit Enquiries</a:t>
            </a:r>
          </a:p>
        </p:txBody>
      </p:sp>
      <p:grpSp>
        <p:nvGrpSpPr>
          <p:cNvPr id="130" name="Group 129">
            <a:extLst>
              <a:ext uri="{FF2B5EF4-FFF2-40B4-BE49-F238E27FC236}">
                <a16:creationId xmlns:a16="http://schemas.microsoft.com/office/drawing/2014/main" id="{C99DA1E4-7552-1E7C-90A0-52DFAB940068}"/>
              </a:ext>
            </a:extLst>
          </p:cNvPr>
          <p:cNvGrpSpPr/>
          <p:nvPr/>
        </p:nvGrpSpPr>
        <p:grpSpPr>
          <a:xfrm>
            <a:off x="9867622" y="4834312"/>
            <a:ext cx="221255" cy="212843"/>
            <a:chOff x="19302413" y="3232150"/>
            <a:chExt cx="150813" cy="150813"/>
          </a:xfrm>
        </p:grpSpPr>
        <p:sp>
          <p:nvSpPr>
            <p:cNvPr id="131" name="Oval 133">
              <a:extLst>
                <a:ext uri="{FF2B5EF4-FFF2-40B4-BE49-F238E27FC236}">
                  <a16:creationId xmlns:a16="http://schemas.microsoft.com/office/drawing/2014/main" id="{5A8F9E3F-E2AE-F9EE-A0AC-23A5C02DED46}"/>
                </a:ext>
              </a:extLst>
            </p:cNvPr>
            <p:cNvSpPr>
              <a:spLocks noChangeArrowheads="1"/>
            </p:cNvSpPr>
            <p:nvPr/>
          </p:nvSpPr>
          <p:spPr bwMode="auto">
            <a:xfrm>
              <a:off x="19302413" y="3232150"/>
              <a:ext cx="150813" cy="150813"/>
            </a:xfrm>
            <a:prstGeom prst="ellipse">
              <a:avLst/>
            </a:prstGeom>
            <a:noFill/>
            <a:ln w="19050" cap="flat">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33" name="Line 134">
              <a:extLst>
                <a:ext uri="{FF2B5EF4-FFF2-40B4-BE49-F238E27FC236}">
                  <a16:creationId xmlns:a16="http://schemas.microsoft.com/office/drawing/2014/main" id="{5E62B869-66EC-C7DE-0515-1D7D52C174C8}"/>
                </a:ext>
              </a:extLst>
            </p:cNvPr>
            <p:cNvSpPr>
              <a:spLocks noChangeShapeType="1"/>
            </p:cNvSpPr>
            <p:nvPr/>
          </p:nvSpPr>
          <p:spPr bwMode="auto">
            <a:xfrm>
              <a:off x="19377025" y="3292475"/>
              <a:ext cx="0" cy="60325"/>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134" name="Oval 135">
              <a:extLst>
                <a:ext uri="{FF2B5EF4-FFF2-40B4-BE49-F238E27FC236}">
                  <a16:creationId xmlns:a16="http://schemas.microsoft.com/office/drawing/2014/main" id="{19FE64D0-F624-E586-0445-5921ED2AD13D}"/>
                </a:ext>
              </a:extLst>
            </p:cNvPr>
            <p:cNvSpPr>
              <a:spLocks noChangeArrowheads="1"/>
            </p:cNvSpPr>
            <p:nvPr/>
          </p:nvSpPr>
          <p:spPr bwMode="auto">
            <a:xfrm>
              <a:off x="19369088" y="3254375"/>
              <a:ext cx="15875" cy="15875"/>
            </a:xfrm>
            <a:prstGeom prst="ellipse">
              <a:avLst/>
            </a:prstGeom>
            <a:solidFill>
              <a:srgbClr val="00AAA6"/>
            </a:solidFill>
            <a:ln w="19050">
              <a:solidFill>
                <a:srgbClr val="143200"/>
              </a:solidFill>
              <a:round/>
              <a:headEnd/>
              <a:tailEnd/>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177" name="TextBox 176">
            <a:extLst>
              <a:ext uri="{FF2B5EF4-FFF2-40B4-BE49-F238E27FC236}">
                <a16:creationId xmlns:a16="http://schemas.microsoft.com/office/drawing/2014/main" id="{5C1DB64A-3F9E-A723-CD53-01BE79A1C3ED}"/>
              </a:ext>
            </a:extLst>
          </p:cNvPr>
          <p:cNvSpPr txBox="1"/>
          <p:nvPr/>
        </p:nvSpPr>
        <p:spPr>
          <a:xfrm>
            <a:off x="9797979" y="5078024"/>
            <a:ext cx="2053454" cy="461665"/>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Calculate cost and delivery time frames for shipping items with an approved TGE carrier and service.</a:t>
            </a:r>
          </a:p>
        </p:txBody>
      </p:sp>
      <p:sp>
        <p:nvSpPr>
          <p:cNvPr id="39" name="Rectangle 38">
            <a:extLst>
              <a:ext uri="{FF2B5EF4-FFF2-40B4-BE49-F238E27FC236}">
                <a16:creationId xmlns:a16="http://schemas.microsoft.com/office/drawing/2014/main" id="{5FEE9B83-38AD-0956-49B5-57C0892A522B}"/>
              </a:ext>
            </a:extLst>
          </p:cNvPr>
          <p:cNvSpPr/>
          <p:nvPr/>
        </p:nvSpPr>
        <p:spPr>
          <a:xfrm>
            <a:off x="5561988" y="3154831"/>
            <a:ext cx="2030400" cy="1476000"/>
          </a:xfrm>
          <a:prstGeom prst="rect">
            <a:avLst/>
          </a:prstGeom>
          <a:solidFill>
            <a:schemeClr val="bg1"/>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54000" rIns="72000" bIns="0" rtlCol="0" anchor="t"/>
          <a:lstStyle/>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endParaRPr kumimoji="0" lang="en-US" sz="1100" b="1" i="0" u="none" strike="noStrike" kern="1200" cap="none" spc="0" normalizeH="0" baseline="0" noProof="0">
              <a:ln>
                <a:noFill/>
              </a:ln>
              <a:solidFill>
                <a:srgbClr val="007A6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a:p>
            <a:pPr marL="92075" marR="0" lvl="0" indent="-92075"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endParaRPr kumimoji="0" lang="en-US" sz="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nvGrpSpPr>
          <p:cNvPr id="42" name="Group 41">
            <a:extLst>
              <a:ext uri="{FF2B5EF4-FFF2-40B4-BE49-F238E27FC236}">
                <a16:creationId xmlns:a16="http://schemas.microsoft.com/office/drawing/2014/main" id="{C4D77E1F-7C85-6780-C4BA-DFC3D48BCE4F}"/>
              </a:ext>
            </a:extLst>
          </p:cNvPr>
          <p:cNvGrpSpPr/>
          <p:nvPr/>
        </p:nvGrpSpPr>
        <p:grpSpPr>
          <a:xfrm>
            <a:off x="5701290" y="3291377"/>
            <a:ext cx="171281" cy="227198"/>
            <a:chOff x="887413" y="3836988"/>
            <a:chExt cx="255588" cy="352425"/>
          </a:xfrm>
        </p:grpSpPr>
        <p:sp>
          <p:nvSpPr>
            <p:cNvPr id="43" name="Freeform 852">
              <a:extLst>
                <a:ext uri="{FF2B5EF4-FFF2-40B4-BE49-F238E27FC236}">
                  <a16:creationId xmlns:a16="http://schemas.microsoft.com/office/drawing/2014/main" id="{14BA1620-8FD1-01D7-6024-D495B1E7D850}"/>
                </a:ext>
              </a:extLst>
            </p:cNvPr>
            <p:cNvSpPr>
              <a:spLocks/>
            </p:cNvSpPr>
            <p:nvPr/>
          </p:nvSpPr>
          <p:spPr bwMode="auto">
            <a:xfrm>
              <a:off x="893763" y="4144963"/>
              <a:ext cx="249238" cy="44450"/>
            </a:xfrm>
            <a:custGeom>
              <a:avLst/>
              <a:gdLst>
                <a:gd name="T0" fmla="*/ 66 w 66"/>
                <a:gd name="T1" fmla="*/ 9 h 12"/>
                <a:gd name="T2" fmla="*/ 58 w 66"/>
                <a:gd name="T3" fmla="*/ 6 h 12"/>
                <a:gd name="T4" fmla="*/ 48 w 66"/>
                <a:gd name="T5" fmla="*/ 6 h 12"/>
                <a:gd name="T6" fmla="*/ 38 w 66"/>
                <a:gd name="T7" fmla="*/ 6 h 12"/>
                <a:gd name="T8" fmla="*/ 28 w 66"/>
                <a:gd name="T9" fmla="*/ 6 h 12"/>
                <a:gd name="T10" fmla="*/ 18 w 66"/>
                <a:gd name="T11" fmla="*/ 6 h 12"/>
                <a:gd name="T12" fmla="*/ 8 w 66"/>
                <a:gd name="T13" fmla="*/ 6 h 12"/>
                <a:gd name="T14" fmla="*/ 0 w 66"/>
                <a:gd name="T15" fmla="*/ 9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12">
                  <a:moveTo>
                    <a:pt x="66" y="9"/>
                  </a:moveTo>
                  <a:cubicBezTo>
                    <a:pt x="63" y="11"/>
                    <a:pt x="58" y="10"/>
                    <a:pt x="58" y="6"/>
                  </a:cubicBezTo>
                  <a:cubicBezTo>
                    <a:pt x="58" y="0"/>
                    <a:pt x="48" y="0"/>
                    <a:pt x="48" y="6"/>
                  </a:cubicBezTo>
                  <a:cubicBezTo>
                    <a:pt x="48" y="12"/>
                    <a:pt x="38" y="12"/>
                    <a:pt x="38" y="6"/>
                  </a:cubicBezTo>
                  <a:cubicBezTo>
                    <a:pt x="38" y="0"/>
                    <a:pt x="28" y="0"/>
                    <a:pt x="28" y="6"/>
                  </a:cubicBezTo>
                  <a:cubicBezTo>
                    <a:pt x="28" y="12"/>
                    <a:pt x="18" y="12"/>
                    <a:pt x="18" y="6"/>
                  </a:cubicBezTo>
                  <a:cubicBezTo>
                    <a:pt x="18" y="0"/>
                    <a:pt x="8" y="0"/>
                    <a:pt x="8" y="6"/>
                  </a:cubicBezTo>
                  <a:cubicBezTo>
                    <a:pt x="8" y="10"/>
                    <a:pt x="3" y="11"/>
                    <a:pt x="0" y="9"/>
                  </a:cubicBez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44" name="Line 853">
              <a:extLst>
                <a:ext uri="{FF2B5EF4-FFF2-40B4-BE49-F238E27FC236}">
                  <a16:creationId xmlns:a16="http://schemas.microsoft.com/office/drawing/2014/main" id="{AD3E2BA2-75C6-1BEB-B0B0-7DAE23B5CEC3}"/>
                </a:ext>
              </a:extLst>
            </p:cNvPr>
            <p:cNvSpPr>
              <a:spLocks noChangeShapeType="1"/>
            </p:cNvSpPr>
            <p:nvPr/>
          </p:nvSpPr>
          <p:spPr bwMode="auto">
            <a:xfrm flipV="1">
              <a:off x="1014413" y="3971926"/>
              <a:ext cx="0" cy="176213"/>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45" name="Freeform 854">
              <a:extLst>
                <a:ext uri="{FF2B5EF4-FFF2-40B4-BE49-F238E27FC236}">
                  <a16:creationId xmlns:a16="http://schemas.microsoft.com/office/drawing/2014/main" id="{B1E4C0EF-2385-D68B-B2C9-D72AC5ADD1C7}"/>
                </a:ext>
              </a:extLst>
            </p:cNvPr>
            <p:cNvSpPr>
              <a:spLocks/>
            </p:cNvSpPr>
            <p:nvPr/>
          </p:nvSpPr>
          <p:spPr bwMode="auto">
            <a:xfrm>
              <a:off x="887413" y="3971926"/>
              <a:ext cx="255588" cy="30163"/>
            </a:xfrm>
            <a:custGeom>
              <a:avLst/>
              <a:gdLst>
                <a:gd name="T0" fmla="*/ 0 w 161"/>
                <a:gd name="T1" fmla="*/ 19 h 19"/>
                <a:gd name="T2" fmla="*/ 80 w 161"/>
                <a:gd name="T3" fmla="*/ 0 h 19"/>
                <a:gd name="T4" fmla="*/ 161 w 161"/>
                <a:gd name="T5" fmla="*/ 19 h 19"/>
              </a:gdLst>
              <a:ahLst/>
              <a:cxnLst>
                <a:cxn ang="0">
                  <a:pos x="T0" y="T1"/>
                </a:cxn>
                <a:cxn ang="0">
                  <a:pos x="T2" y="T3"/>
                </a:cxn>
                <a:cxn ang="0">
                  <a:pos x="T4" y="T5"/>
                </a:cxn>
              </a:cxnLst>
              <a:rect l="0" t="0" r="r" b="b"/>
              <a:pathLst>
                <a:path w="161" h="19">
                  <a:moveTo>
                    <a:pt x="0" y="19"/>
                  </a:moveTo>
                  <a:lnTo>
                    <a:pt x="80" y="0"/>
                  </a:lnTo>
                  <a:lnTo>
                    <a:pt x="161" y="19"/>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46" name="Line 855">
              <a:extLst>
                <a:ext uri="{FF2B5EF4-FFF2-40B4-BE49-F238E27FC236}">
                  <a16:creationId xmlns:a16="http://schemas.microsoft.com/office/drawing/2014/main" id="{C82567B9-0B45-362F-8ADA-458C820E13DF}"/>
                </a:ext>
              </a:extLst>
            </p:cNvPr>
            <p:cNvSpPr>
              <a:spLocks noChangeShapeType="1"/>
            </p:cNvSpPr>
            <p:nvPr/>
          </p:nvSpPr>
          <p:spPr bwMode="auto">
            <a:xfrm>
              <a:off x="901700" y="3997326"/>
              <a:ext cx="38100" cy="150813"/>
            </a:xfrm>
            <a:prstGeom prst="line">
              <a:avLst/>
            </a:prstGeom>
            <a:noFill/>
            <a:ln w="19050" cap="flat">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47" name="Line 856">
              <a:extLst>
                <a:ext uri="{FF2B5EF4-FFF2-40B4-BE49-F238E27FC236}">
                  <a16:creationId xmlns:a16="http://schemas.microsoft.com/office/drawing/2014/main" id="{1C0DA2A9-6196-25F1-9909-43653DE6B68F}"/>
                </a:ext>
              </a:extLst>
            </p:cNvPr>
            <p:cNvSpPr>
              <a:spLocks noChangeShapeType="1"/>
            </p:cNvSpPr>
            <p:nvPr/>
          </p:nvSpPr>
          <p:spPr bwMode="auto">
            <a:xfrm flipH="1">
              <a:off x="1090613" y="3997326"/>
              <a:ext cx="36513" cy="150813"/>
            </a:xfrm>
            <a:prstGeom prst="line">
              <a:avLst/>
            </a:prstGeom>
            <a:noFill/>
            <a:ln w="19050" cap="flat">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48" name="Freeform 857">
              <a:extLst>
                <a:ext uri="{FF2B5EF4-FFF2-40B4-BE49-F238E27FC236}">
                  <a16:creationId xmlns:a16="http://schemas.microsoft.com/office/drawing/2014/main" id="{3FCD49F8-B2B3-FF5B-AA99-ED26F55A625C}"/>
                </a:ext>
              </a:extLst>
            </p:cNvPr>
            <p:cNvSpPr>
              <a:spLocks/>
            </p:cNvSpPr>
            <p:nvPr/>
          </p:nvSpPr>
          <p:spPr bwMode="auto">
            <a:xfrm>
              <a:off x="923925" y="3911601"/>
              <a:ext cx="180975" cy="79375"/>
            </a:xfrm>
            <a:custGeom>
              <a:avLst/>
              <a:gdLst>
                <a:gd name="T0" fmla="*/ 0 w 48"/>
                <a:gd name="T1" fmla="*/ 21 h 21"/>
                <a:gd name="T2" fmla="*/ 0 w 48"/>
                <a:gd name="T3" fmla="*/ 8 h 21"/>
                <a:gd name="T4" fmla="*/ 8 w 48"/>
                <a:gd name="T5" fmla="*/ 0 h 21"/>
                <a:gd name="T6" fmla="*/ 40 w 48"/>
                <a:gd name="T7" fmla="*/ 0 h 21"/>
                <a:gd name="T8" fmla="*/ 48 w 48"/>
                <a:gd name="T9" fmla="*/ 8 h 21"/>
                <a:gd name="T10" fmla="*/ 48 w 48"/>
                <a:gd name="T11" fmla="*/ 21 h 21"/>
              </a:gdLst>
              <a:ahLst/>
              <a:cxnLst>
                <a:cxn ang="0">
                  <a:pos x="T0" y="T1"/>
                </a:cxn>
                <a:cxn ang="0">
                  <a:pos x="T2" y="T3"/>
                </a:cxn>
                <a:cxn ang="0">
                  <a:pos x="T4" y="T5"/>
                </a:cxn>
                <a:cxn ang="0">
                  <a:pos x="T6" y="T7"/>
                </a:cxn>
                <a:cxn ang="0">
                  <a:pos x="T8" y="T9"/>
                </a:cxn>
                <a:cxn ang="0">
                  <a:pos x="T10" y="T11"/>
                </a:cxn>
              </a:cxnLst>
              <a:rect l="0" t="0" r="r" b="b"/>
              <a:pathLst>
                <a:path w="48" h="21">
                  <a:moveTo>
                    <a:pt x="0" y="21"/>
                  </a:moveTo>
                  <a:cubicBezTo>
                    <a:pt x="0" y="8"/>
                    <a:pt x="0" y="8"/>
                    <a:pt x="0" y="8"/>
                  </a:cubicBezTo>
                  <a:cubicBezTo>
                    <a:pt x="0" y="4"/>
                    <a:pt x="4" y="0"/>
                    <a:pt x="8" y="0"/>
                  </a:cubicBezTo>
                  <a:cubicBezTo>
                    <a:pt x="40" y="0"/>
                    <a:pt x="40" y="0"/>
                    <a:pt x="40" y="0"/>
                  </a:cubicBezTo>
                  <a:cubicBezTo>
                    <a:pt x="44" y="0"/>
                    <a:pt x="48" y="4"/>
                    <a:pt x="48" y="8"/>
                  </a:cubicBezTo>
                  <a:cubicBezTo>
                    <a:pt x="48" y="21"/>
                    <a:pt x="48" y="21"/>
                    <a:pt x="48" y="21"/>
                  </a:cubicBez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49" name="Line 858">
              <a:extLst>
                <a:ext uri="{FF2B5EF4-FFF2-40B4-BE49-F238E27FC236}">
                  <a16:creationId xmlns:a16="http://schemas.microsoft.com/office/drawing/2014/main" id="{07BCA6F3-A960-01A8-3542-AFAFEC2CC7C7}"/>
                </a:ext>
              </a:extLst>
            </p:cNvPr>
            <p:cNvSpPr>
              <a:spLocks noChangeShapeType="1"/>
            </p:cNvSpPr>
            <p:nvPr/>
          </p:nvSpPr>
          <p:spPr bwMode="auto">
            <a:xfrm>
              <a:off x="977900" y="3941763"/>
              <a:ext cx="74613"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50" name="Freeform 859">
              <a:extLst>
                <a:ext uri="{FF2B5EF4-FFF2-40B4-BE49-F238E27FC236}">
                  <a16:creationId xmlns:a16="http://schemas.microsoft.com/office/drawing/2014/main" id="{B852EE86-2D40-73B1-DA62-9C12EF1ED459}"/>
                </a:ext>
              </a:extLst>
            </p:cNvPr>
            <p:cNvSpPr>
              <a:spLocks/>
            </p:cNvSpPr>
            <p:nvPr/>
          </p:nvSpPr>
          <p:spPr bwMode="auto">
            <a:xfrm>
              <a:off x="984250" y="3836988"/>
              <a:ext cx="60325" cy="74613"/>
            </a:xfrm>
            <a:custGeom>
              <a:avLst/>
              <a:gdLst>
                <a:gd name="T0" fmla="*/ 0 w 38"/>
                <a:gd name="T1" fmla="*/ 47 h 47"/>
                <a:gd name="T2" fmla="*/ 0 w 38"/>
                <a:gd name="T3" fmla="*/ 0 h 47"/>
                <a:gd name="T4" fmla="*/ 38 w 38"/>
                <a:gd name="T5" fmla="*/ 0 h 47"/>
                <a:gd name="T6" fmla="*/ 38 w 38"/>
                <a:gd name="T7" fmla="*/ 47 h 47"/>
              </a:gdLst>
              <a:ahLst/>
              <a:cxnLst>
                <a:cxn ang="0">
                  <a:pos x="T0" y="T1"/>
                </a:cxn>
                <a:cxn ang="0">
                  <a:pos x="T2" y="T3"/>
                </a:cxn>
                <a:cxn ang="0">
                  <a:pos x="T4" y="T5"/>
                </a:cxn>
                <a:cxn ang="0">
                  <a:pos x="T6" y="T7"/>
                </a:cxn>
              </a:cxnLst>
              <a:rect l="0" t="0" r="r" b="b"/>
              <a:pathLst>
                <a:path w="38" h="47">
                  <a:moveTo>
                    <a:pt x="0" y="47"/>
                  </a:moveTo>
                  <a:lnTo>
                    <a:pt x="0" y="0"/>
                  </a:lnTo>
                  <a:lnTo>
                    <a:pt x="38" y="0"/>
                  </a:lnTo>
                  <a:lnTo>
                    <a:pt x="38" y="47"/>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51" name="Line 860">
              <a:extLst>
                <a:ext uri="{FF2B5EF4-FFF2-40B4-BE49-F238E27FC236}">
                  <a16:creationId xmlns:a16="http://schemas.microsoft.com/office/drawing/2014/main" id="{34C74C1B-5CF1-03EB-E428-1407DB6DE835}"/>
                </a:ext>
              </a:extLst>
            </p:cNvPr>
            <p:cNvSpPr>
              <a:spLocks noChangeShapeType="1"/>
            </p:cNvSpPr>
            <p:nvPr/>
          </p:nvSpPr>
          <p:spPr bwMode="auto">
            <a:xfrm>
              <a:off x="984250" y="3881438"/>
              <a:ext cx="60325" cy="0"/>
            </a:xfrm>
            <a:prstGeom prst="line">
              <a:avLst/>
            </a:prstGeom>
            <a:noFill/>
            <a:ln w="19050" cap="rnd">
              <a:solidFill>
                <a:srgbClr val="1432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sp>
          <p:nvSpPr>
            <p:cNvPr id="52" name="Freeform 861">
              <a:extLst>
                <a:ext uri="{FF2B5EF4-FFF2-40B4-BE49-F238E27FC236}">
                  <a16:creationId xmlns:a16="http://schemas.microsoft.com/office/drawing/2014/main" id="{178CD7C4-CE3B-CBC8-DD31-51F10B2867BD}"/>
                </a:ext>
              </a:extLst>
            </p:cNvPr>
            <p:cNvSpPr>
              <a:spLocks/>
            </p:cNvSpPr>
            <p:nvPr/>
          </p:nvSpPr>
          <p:spPr bwMode="auto">
            <a:xfrm>
              <a:off x="912813" y="4016376"/>
              <a:ext cx="203200" cy="30163"/>
            </a:xfrm>
            <a:custGeom>
              <a:avLst/>
              <a:gdLst>
                <a:gd name="T0" fmla="*/ 0 w 128"/>
                <a:gd name="T1" fmla="*/ 19 h 19"/>
                <a:gd name="T2" fmla="*/ 64 w 128"/>
                <a:gd name="T3" fmla="*/ 0 h 19"/>
                <a:gd name="T4" fmla="*/ 128 w 128"/>
                <a:gd name="T5" fmla="*/ 19 h 19"/>
              </a:gdLst>
              <a:ahLst/>
              <a:cxnLst>
                <a:cxn ang="0">
                  <a:pos x="T0" y="T1"/>
                </a:cxn>
                <a:cxn ang="0">
                  <a:pos x="T2" y="T3"/>
                </a:cxn>
                <a:cxn ang="0">
                  <a:pos x="T4" y="T5"/>
                </a:cxn>
              </a:cxnLst>
              <a:rect l="0" t="0" r="r" b="b"/>
              <a:pathLst>
                <a:path w="128" h="19">
                  <a:moveTo>
                    <a:pt x="0" y="19"/>
                  </a:moveTo>
                  <a:lnTo>
                    <a:pt x="64" y="0"/>
                  </a:lnTo>
                  <a:lnTo>
                    <a:pt x="128" y="19"/>
                  </a:lnTo>
                </a:path>
              </a:pathLst>
            </a:custGeom>
            <a:noFill/>
            <a:ln w="19050" cap="rnd">
              <a:solidFill>
                <a:srgbClr val="1432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2A2C28"/>
                </a:solidFill>
                <a:effectLst/>
                <a:uLnTx/>
                <a:uFillTx/>
                <a:latin typeface="Century Gothic" panose="020B0502020202020204" pitchFamily="34" charset="0"/>
                <a:ea typeface="+mn-ea"/>
                <a:cs typeface="+mn-cs"/>
              </a:endParaRPr>
            </a:p>
          </p:txBody>
        </p:sp>
      </p:grpSp>
      <p:sp>
        <p:nvSpPr>
          <p:cNvPr id="53" name="TextBox 52">
            <a:extLst>
              <a:ext uri="{FF2B5EF4-FFF2-40B4-BE49-F238E27FC236}">
                <a16:creationId xmlns:a16="http://schemas.microsoft.com/office/drawing/2014/main" id="{74D101F5-35E2-EE03-0E4A-F35743BDFB26}"/>
              </a:ext>
            </a:extLst>
          </p:cNvPr>
          <p:cNvSpPr txBox="1"/>
          <p:nvPr/>
        </p:nvSpPr>
        <p:spPr>
          <a:xfrm>
            <a:off x="5850007" y="3281892"/>
            <a:ext cx="838691" cy="24622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srgbClr val="2A2C28"/>
                </a:solidFill>
                <a:effectLst/>
                <a:uLnTx/>
                <a:uFillTx/>
                <a:latin typeface="Century Gothic" panose="020B0502020202020204" pitchFamily="34" charset="0"/>
                <a:ea typeface="+mn-ea"/>
                <a:cs typeface="Arial" panose="020B0604020202020204" pitchFamily="34" charset="0"/>
              </a:rPr>
              <a:t>Shipments</a:t>
            </a:r>
          </a:p>
        </p:txBody>
      </p:sp>
      <p:sp>
        <p:nvSpPr>
          <p:cNvPr id="178" name="TextBox 177">
            <a:extLst>
              <a:ext uri="{FF2B5EF4-FFF2-40B4-BE49-F238E27FC236}">
                <a16:creationId xmlns:a16="http://schemas.microsoft.com/office/drawing/2014/main" id="{25EAC71F-436D-A03A-D76E-A3499F3A60A4}"/>
              </a:ext>
            </a:extLst>
          </p:cNvPr>
          <p:cNvSpPr txBox="1"/>
          <p:nvPr/>
        </p:nvSpPr>
        <p:spPr>
          <a:xfrm>
            <a:off x="5623509" y="3570764"/>
            <a:ext cx="1928427" cy="966931"/>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Create shipments including Specialised transport shipments or international shipments.</a:t>
            </a:r>
          </a:p>
          <a:p>
            <a:pPr marL="171450" marR="0" lvl="0" indent="-171450" algn="l" defTabSz="457200" rtl="0" eaLnBrk="1" fontAlgn="auto" latinLnBrk="0" hangingPunct="1">
              <a:lnSpc>
                <a:spcPct val="100000"/>
              </a:lnSpc>
              <a:spcBef>
                <a:spcPts val="0"/>
              </a:spcBef>
              <a:spcAft>
                <a:spcPts val="1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rPr>
              <a:t>Print labels, consignment notes and commercial invoices quickly and conveniently directly from </a:t>
            </a:r>
            <a:r>
              <a:rPr kumimoji="0" lang="en-US" sz="800" b="0" i="0" u="none" strike="noStrike" kern="1200" cap="none" spc="0" normalizeH="0" baseline="0" noProof="0" dirty="0" err="1">
                <a:ln>
                  <a:noFill/>
                </a:ln>
                <a:solidFill>
                  <a:srgbClr val="2A2C28"/>
                </a:solidFill>
                <a:effectLst/>
                <a:uLnTx/>
                <a:uFillTx/>
                <a:latin typeface="Century Gothic" panose="020B0502020202020204" pitchFamily="34" charset="0"/>
                <a:ea typeface="+mn-ea"/>
                <a:cs typeface="+mn-cs"/>
              </a:rPr>
              <a:t>MyTeamGE</a:t>
            </a:r>
            <a:endParaRPr kumimoji="0" lang="en-AU" sz="8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mn-cs"/>
            </a:endParaRPr>
          </a:p>
        </p:txBody>
      </p:sp>
      <p:cxnSp>
        <p:nvCxnSpPr>
          <p:cNvPr id="196" name="Straight Arrow Connector 195">
            <a:extLst>
              <a:ext uri="{FF2B5EF4-FFF2-40B4-BE49-F238E27FC236}">
                <a16:creationId xmlns:a16="http://schemas.microsoft.com/office/drawing/2014/main" id="{832E670B-2F9E-F7BE-41B6-19792078E2FD}"/>
              </a:ext>
            </a:extLst>
          </p:cNvPr>
          <p:cNvCxnSpPr>
            <a:cxnSpLocks/>
          </p:cNvCxnSpPr>
          <p:nvPr/>
        </p:nvCxnSpPr>
        <p:spPr>
          <a:xfrm>
            <a:off x="2952853" y="5581012"/>
            <a:ext cx="481643" cy="0"/>
          </a:xfrm>
          <a:prstGeom prst="straightConnector1">
            <a:avLst/>
          </a:prstGeom>
          <a:ln w="28575">
            <a:solidFill>
              <a:srgbClr val="143200"/>
            </a:solidFill>
            <a:tailEnd type="triangle"/>
          </a:ln>
        </p:spPr>
        <p:style>
          <a:lnRef idx="1">
            <a:schemeClr val="accent1"/>
          </a:lnRef>
          <a:fillRef idx="0">
            <a:schemeClr val="accent1"/>
          </a:fillRef>
          <a:effectRef idx="0">
            <a:schemeClr val="accent1"/>
          </a:effectRef>
          <a:fontRef idx="minor">
            <a:schemeClr val="tx1"/>
          </a:fontRef>
        </p:style>
      </p:cxnSp>
      <p:pic>
        <p:nvPicPr>
          <p:cNvPr id="161" name="Online Media 160" title="Introducing MyToll 2019">
            <a:hlinkClick r:id="" action="ppaction://media"/>
            <a:extLst>
              <a:ext uri="{FF2B5EF4-FFF2-40B4-BE49-F238E27FC236}">
                <a16:creationId xmlns:a16="http://schemas.microsoft.com/office/drawing/2014/main" id="{3678BDE6-9498-016E-B129-DBF83028906F}"/>
              </a:ext>
            </a:extLst>
          </p:cNvPr>
          <p:cNvPicPr>
            <a:picLocks noRot="1" noChangeAspect="1"/>
          </p:cNvPicPr>
          <p:nvPr>
            <a:videoFile r:link="rId1"/>
          </p:nvPr>
        </p:nvPicPr>
        <p:blipFill>
          <a:blip r:embed="rId3"/>
          <a:stretch>
            <a:fillRect/>
          </a:stretch>
        </p:blipFill>
        <p:spPr>
          <a:xfrm>
            <a:off x="472282" y="1620487"/>
            <a:ext cx="4923675" cy="3292586"/>
          </a:xfrm>
          <a:prstGeom prst="rect">
            <a:avLst/>
          </a:prstGeom>
          <a:ln>
            <a:solidFill>
              <a:schemeClr val="bg2"/>
            </a:solidFill>
          </a:ln>
          <a:effectLst>
            <a:outerShdw blurRad="50800" dist="38100" dir="2700000" algn="tl" rotWithShape="0">
              <a:prstClr val="black">
                <a:alpha val="40000"/>
              </a:prstClr>
            </a:outerShdw>
          </a:effectLst>
        </p:spPr>
      </p:pic>
      <p:sp>
        <p:nvSpPr>
          <p:cNvPr id="132" name="Title 1">
            <a:extLst>
              <a:ext uri="{FF2B5EF4-FFF2-40B4-BE49-F238E27FC236}">
                <a16:creationId xmlns:a16="http://schemas.microsoft.com/office/drawing/2014/main" id="{E6B42F90-6771-B966-0C77-3B4FB2437E94}"/>
              </a:ext>
            </a:extLst>
          </p:cNvPr>
          <p:cNvSpPr txBox="1">
            <a:spLocks/>
          </p:cNvSpPr>
          <p:nvPr/>
        </p:nvSpPr>
        <p:spPr>
          <a:xfrm>
            <a:off x="367937" y="205423"/>
            <a:ext cx="10515600" cy="535531"/>
          </a:xfrm>
          <a:prstGeom prst="rect">
            <a:avLst/>
          </a:prstGeom>
        </p:spPr>
        <p:txBody>
          <a:bodyPr vert="horz" lIns="91440" tIns="45720" rIns="91440" bIns="45720" rtlCol="0" anchor="t">
            <a:noAutofit/>
          </a:bodyPr>
          <a:lstStyle>
            <a:defPPr>
              <a:defRPr lang="en-US"/>
            </a:defPPr>
            <a:lvl1pPr defTabSz="914400">
              <a:lnSpc>
                <a:spcPct val="90000"/>
              </a:lnSpc>
              <a:spcBef>
                <a:spcPct val="0"/>
              </a:spcBef>
              <a:buNone/>
              <a:defRPr sz="3000" b="1">
                <a:solidFill>
                  <a:srgbClr val="143200"/>
                </a:solidFill>
                <a:latin typeface="Franklin Gothic Medium" panose="020B06030201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3000" b="1" i="0" u="none" strike="noStrike" kern="1200" cap="none" spc="0" normalizeH="0" baseline="0" noProof="0" dirty="0">
                <a:ln>
                  <a:noFill/>
                </a:ln>
                <a:solidFill>
                  <a:srgbClr val="143200"/>
                </a:solidFill>
                <a:effectLst/>
                <a:uLnTx/>
                <a:uFillTx/>
                <a:latin typeface="Franklin Gothic Medium" panose="020B0603020102020204" pitchFamily="34" charset="0"/>
                <a:ea typeface="+mj-ea"/>
                <a:cs typeface="+mj-cs"/>
              </a:rPr>
              <a:t>MyTeamGE Services</a:t>
            </a:r>
          </a:p>
        </p:txBody>
      </p:sp>
      <p:sp>
        <p:nvSpPr>
          <p:cNvPr id="4" name="TextBox 3">
            <a:extLst>
              <a:ext uri="{FF2B5EF4-FFF2-40B4-BE49-F238E27FC236}">
                <a16:creationId xmlns:a16="http://schemas.microsoft.com/office/drawing/2014/main" id="{6B87AE92-8D71-47AD-B65D-55BC3162F857}"/>
              </a:ext>
            </a:extLst>
          </p:cNvPr>
          <p:cNvSpPr txBox="1"/>
          <p:nvPr/>
        </p:nvSpPr>
        <p:spPr>
          <a:xfrm>
            <a:off x="464783" y="804405"/>
            <a:ext cx="10521950" cy="507831"/>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600"/>
              </a:spcAft>
              <a:buClr>
                <a:srgbClr val="656E74"/>
              </a:buClr>
              <a:buSzTx/>
              <a:buFontTx/>
              <a:buNone/>
              <a:tabLst/>
              <a:defRPr kumimoji="0" sz="1600" b="0" i="0" u="none" strike="noStrike" cap="none" spc="0" normalizeH="0" baseline="0">
                <a:ln>
                  <a:noFill/>
                </a:ln>
                <a:solidFill>
                  <a:srgbClr val="4A545D"/>
                </a:solidFill>
                <a:effectLst/>
                <a:uLnTx/>
                <a:uFillTx/>
                <a:latin typeface="Arial"/>
                <a:ea typeface="Calibri" panose="020F0502020204030204" pitchFamily="34" charset="0"/>
                <a:cs typeface="Times New Roman" panose="02020603050405020304" pitchFamily="18" charset="0"/>
              </a:defRPr>
            </a:lvl1pPr>
          </a:lstStyle>
          <a:p>
            <a:pPr marL="0" marR="0" lvl="0" indent="0" algn="l" defTabSz="457200" rtl="0" eaLnBrk="1" fontAlgn="auto" latinLnBrk="0" hangingPunct="1">
              <a:lnSpc>
                <a:spcPct val="100000"/>
              </a:lnSpc>
              <a:spcBef>
                <a:spcPts val="0"/>
              </a:spcBef>
              <a:spcAft>
                <a:spcPts val="600"/>
              </a:spcAft>
              <a:buClr>
                <a:srgbClr val="656E74"/>
              </a:buClr>
              <a:buSzTx/>
              <a:buFontTx/>
              <a:buNone/>
              <a:tabLst/>
              <a:defRPr/>
            </a:pPr>
            <a:r>
              <a:rPr kumimoji="0" lang="en-US" sz="1400" b="0" i="0" u="none" strike="noStrike" kern="1200" cap="none" spc="0" normalizeH="0" baseline="0" noProof="0" dirty="0" err="1">
                <a:ln>
                  <a:noFill/>
                </a:ln>
                <a:solidFill>
                  <a:srgbClr val="2A2C28"/>
                </a:solidFill>
                <a:effectLst/>
                <a:uLnTx/>
                <a:uFillTx/>
                <a:latin typeface="Century Gothic" panose="020B0502020202020204" pitchFamily="34" charset="0"/>
                <a:cs typeface="Times New Roman" panose="02020603050405020304" pitchFamily="18" charset="0"/>
              </a:rPr>
              <a:t>MyTeamGE</a:t>
            </a:r>
            <a:r>
              <a:rPr kumimoji="0" lang="en-US" sz="1400" b="0" i="0" u="none" strike="noStrike" kern="1200" cap="none" spc="0" normalizeH="0" baseline="0" noProof="0" dirty="0">
                <a:ln>
                  <a:noFill/>
                </a:ln>
                <a:solidFill>
                  <a:srgbClr val="2A2C28"/>
                </a:solidFill>
                <a:effectLst/>
                <a:uLnTx/>
                <a:uFillTx/>
                <a:latin typeface="Century Gothic" panose="020B0502020202020204" pitchFamily="34" charset="0"/>
                <a:cs typeface="Times New Roman" panose="02020603050405020304" pitchFamily="18" charset="0"/>
              </a:rPr>
              <a:t> is our Team Global Express global digital platform, a one-stop solution for all your shipment needs.</a:t>
            </a:r>
          </a:p>
          <a:p>
            <a:pPr marL="0" marR="0" lvl="0" indent="0" algn="l" defTabSz="457200" rtl="0" eaLnBrk="1" fontAlgn="auto" latinLnBrk="0" hangingPunct="1">
              <a:lnSpc>
                <a:spcPct val="100000"/>
              </a:lnSpc>
              <a:spcBef>
                <a:spcPts val="0"/>
              </a:spcBef>
              <a:spcAft>
                <a:spcPts val="600"/>
              </a:spcAft>
              <a:buClr>
                <a:srgbClr val="656E74"/>
              </a:buClr>
              <a:buSzTx/>
              <a:buFontTx/>
              <a:buNone/>
              <a:tabLst/>
              <a:defRPr/>
            </a:pPr>
            <a:r>
              <a:rPr kumimoji="0" lang="en-US" sz="1400" b="0" i="0" u="none" strike="noStrike" kern="1200" cap="none" spc="0" normalizeH="0" baseline="0" noProof="0" dirty="0">
                <a:ln>
                  <a:noFill/>
                </a:ln>
                <a:solidFill>
                  <a:srgbClr val="2A2C28"/>
                </a:solidFill>
                <a:effectLst/>
                <a:uLnTx/>
                <a:uFillTx/>
                <a:latin typeface="Century Gothic" panose="020B0502020202020204" pitchFamily="34" charset="0"/>
                <a:cs typeface="Times New Roman" panose="02020603050405020304" pitchFamily="18" charset="0"/>
              </a:rPr>
              <a:t>A simple and easy to use application with help &amp; tips to help you along the way.</a:t>
            </a:r>
          </a:p>
        </p:txBody>
      </p:sp>
      <p:sp>
        <p:nvSpPr>
          <p:cNvPr id="191" name="TextBox 190">
            <a:extLst>
              <a:ext uri="{FF2B5EF4-FFF2-40B4-BE49-F238E27FC236}">
                <a16:creationId xmlns:a16="http://schemas.microsoft.com/office/drawing/2014/main" id="{FCA3ED30-ABF5-ADEB-A115-3D6444B7C503}"/>
              </a:ext>
            </a:extLst>
          </p:cNvPr>
          <p:cNvSpPr txBox="1"/>
          <p:nvPr/>
        </p:nvSpPr>
        <p:spPr>
          <a:xfrm>
            <a:off x="367937" y="5164385"/>
            <a:ext cx="4556011"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Arial" panose="020B0604020202020204" pitchFamily="34" charset="0"/>
              </a:rPr>
              <a:t>Take a closer look and watch the above video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2A2C28"/>
                </a:solidFill>
                <a:effectLst/>
                <a:uLnTx/>
                <a:uFillTx/>
                <a:latin typeface="Century Gothic" panose="020B0502020202020204" pitchFamily="34" charset="0"/>
                <a:ea typeface="+mn-ea"/>
                <a:cs typeface="Arial" panose="020B0604020202020204" pitchFamily="34" charset="0"/>
              </a:rPr>
              <a:t>or watch in full screen here</a:t>
            </a:r>
          </a:p>
        </p:txBody>
      </p:sp>
      <p:sp>
        <p:nvSpPr>
          <p:cNvPr id="3" name="Slide Number Placeholder 3">
            <a:extLst>
              <a:ext uri="{FF2B5EF4-FFF2-40B4-BE49-F238E27FC236}">
                <a16:creationId xmlns:a16="http://schemas.microsoft.com/office/drawing/2014/main" id="{B5822AF7-C9C4-DE2D-5B4E-0DE52382ADD9}"/>
              </a:ext>
            </a:extLst>
          </p:cNvPr>
          <p:cNvSpPr txBox="1">
            <a:spLocks/>
          </p:cNvSpPr>
          <p:nvPr/>
        </p:nvSpPr>
        <p:spPr>
          <a:xfrm>
            <a:off x="4923948" y="6356350"/>
            <a:ext cx="2347416" cy="365125"/>
          </a:xfrm>
          <a:prstGeom prst="rect">
            <a:avLst/>
          </a:prstGeom>
        </p:spPr>
        <p:txBody>
          <a:bodyPr vert="horz" lIns="91440" tIns="45720" rIns="91440" bIns="45720" rtlCol="0" anchor="ctr"/>
          <a:lstStyle>
            <a:defPPr>
              <a:defRPr lang="en-US"/>
            </a:defPPr>
            <a:lvl1pPr algn="ctr">
              <a:defRPr sz="800" b="1">
                <a:solidFill>
                  <a:schemeClr val="tx2"/>
                </a:solidFill>
                <a:latin typeface="Century Gothic" panose="020B0502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fld id="{EED4F224-E88B-A44E-95C1-82CB97C9A2DF}" type="slidenum">
              <a:rPr kumimoji="0" lang="en-US" sz="800" b="1" i="0" u="none" strike="noStrike" kern="1200" cap="none" spc="0" normalizeH="0" baseline="0" noProof="0" smtClean="0">
                <a:ln>
                  <a:noFill/>
                </a:ln>
                <a:solidFill>
                  <a:srgbClr val="143200"/>
                </a:solidFill>
                <a:effectLst/>
                <a:uLnTx/>
                <a:uFillTx/>
                <a:latin typeface="Century Gothic" panose="020B0502020202020204" pitchFamily="34" charset="0"/>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13</a:t>
            </a:fld>
            <a:endParaRPr kumimoji="0" lang="en-US" sz="800" b="1" i="0" u="none" strike="noStrike" kern="1200" cap="none" spc="0" normalizeH="0" baseline="0" noProof="0" dirty="0">
              <a:ln>
                <a:noFill/>
              </a:ln>
              <a:solidFill>
                <a:srgbClr val="143200"/>
              </a:solidFill>
              <a:effectLst/>
              <a:uLnTx/>
              <a:uFillTx/>
              <a:latin typeface="Century Gothic" panose="020B0502020202020204" pitchFamily="34" charset="0"/>
              <a:ea typeface="+mn-ea"/>
              <a:cs typeface="+mn-cs"/>
            </a:endParaRPr>
          </a:p>
        </p:txBody>
      </p:sp>
      <p:sp>
        <p:nvSpPr>
          <p:cNvPr id="2" name="TextBox 1">
            <a:extLst>
              <a:ext uri="{FF2B5EF4-FFF2-40B4-BE49-F238E27FC236}">
                <a16:creationId xmlns:a16="http://schemas.microsoft.com/office/drawing/2014/main" id="{9770703E-C169-C731-70CF-ACAE091DF16E}"/>
              </a:ext>
            </a:extLst>
          </p:cNvPr>
          <p:cNvSpPr txBox="1"/>
          <p:nvPr/>
        </p:nvSpPr>
        <p:spPr>
          <a:xfrm>
            <a:off x="3298760" y="5439251"/>
            <a:ext cx="1488524"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1" u="none" strike="noStrike" kern="1200" cap="none" spc="0" normalizeH="0" baseline="0" noProof="0" dirty="0">
                <a:ln>
                  <a:noFill/>
                </a:ln>
                <a:solidFill>
                  <a:srgbClr val="CBFF54"/>
                </a:solidFill>
                <a:effectLst/>
                <a:highlight>
                  <a:srgbClr val="143200"/>
                </a:highlight>
                <a:uLnTx/>
                <a:uFillTx/>
                <a:latin typeface="Century Gothic" panose="020B0502020202020204" pitchFamily="34" charset="0"/>
                <a:ea typeface="Times New Roman" panose="02020603050405020304" pitchFamily="18" charset="0"/>
                <a:cs typeface="Arial" panose="020B0604020202020204" pitchFamily="34" charset="0"/>
              </a:rPr>
              <a:t>MyTeamGE</a:t>
            </a:r>
            <a:endParaRPr kumimoji="0" lang="en-AU" sz="1400" b="0" i="1" u="none" strike="noStrike" kern="1200" cap="none" spc="0" normalizeH="0" baseline="0" noProof="0" dirty="0">
              <a:ln>
                <a:noFill/>
              </a:ln>
              <a:solidFill>
                <a:srgbClr val="CBFF54"/>
              </a:solidFill>
              <a:effectLst/>
              <a:highlight>
                <a:srgbClr val="143200"/>
              </a:highlight>
              <a:uLnTx/>
              <a:uFillTx/>
              <a:latin typeface="Calibri" panose="020F0502020204030204"/>
              <a:ea typeface="+mn-ea"/>
              <a:cs typeface="+mn-cs"/>
            </a:endParaRPr>
          </a:p>
        </p:txBody>
      </p:sp>
    </p:spTree>
    <p:extLst>
      <p:ext uri="{BB962C8B-B14F-4D97-AF65-F5344CB8AC3E}">
        <p14:creationId xmlns:p14="http://schemas.microsoft.com/office/powerpoint/2010/main" val="3255323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6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1"/>
                </p:tgtEl>
              </p:cMediaNode>
            </p:video>
            <p:seq concurrent="1" nextAc="seek">
              <p:cTn id="8" restart="whenNotActive" fill="hold" evtFilter="cancelBubble" nodeType="interactiveSeq">
                <p:stCondLst>
                  <p:cond evt="onClick" delay="0">
                    <p:tgtEl>
                      <p:spTgt spid="16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1"/>
                                        </p:tgtEl>
                                      </p:cBhvr>
                                    </p:cmd>
                                  </p:childTnLst>
                                </p:cTn>
                              </p:par>
                            </p:childTnLst>
                          </p:cTn>
                        </p:par>
                      </p:childTnLst>
                    </p:cTn>
                  </p:par>
                </p:childTnLst>
              </p:cTn>
              <p:nextCondLst>
                <p:cond evt="onClick" delay="0">
                  <p:tgtEl>
                    <p:spTgt spid="161"/>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A2D1-7444-AF6C-EDA7-04F67207B277}"/>
              </a:ext>
            </a:extLst>
          </p:cNvPr>
          <p:cNvSpPr>
            <a:spLocks noGrp="1"/>
          </p:cNvSpPr>
          <p:nvPr>
            <p:ph type="title"/>
          </p:nvPr>
        </p:nvSpPr>
        <p:spPr>
          <a:xfrm>
            <a:off x="327991" y="323882"/>
            <a:ext cx="11536018" cy="590518"/>
          </a:xfrm>
        </p:spPr>
        <p:txBody>
          <a:bodyPr>
            <a:normAutofit fontScale="90000"/>
          </a:bodyPr>
          <a:lstStyle/>
          <a:p>
            <a:r>
              <a:rPr lang="en-US" dirty="0" err="1"/>
              <a:t>MyTeamGE</a:t>
            </a:r>
            <a:r>
              <a:rPr lang="en-US" dirty="0"/>
              <a:t> Integration Platform</a:t>
            </a:r>
          </a:p>
        </p:txBody>
      </p:sp>
      <p:sp>
        <p:nvSpPr>
          <p:cNvPr id="4" name="Slide Number Placeholder 3">
            <a:extLst>
              <a:ext uri="{FF2B5EF4-FFF2-40B4-BE49-F238E27FC236}">
                <a16:creationId xmlns:a16="http://schemas.microsoft.com/office/drawing/2014/main" id="{DAE38344-DE54-23AC-618A-8DC9594D540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ED4F224-E88B-A44E-95C1-82CB97C9A2DF}" type="slidenum">
              <a:rPr kumimoji="0" lang="en-US" sz="800" b="1" i="0" u="none" strike="noStrike" kern="1200" cap="none" spc="0" normalizeH="0" baseline="0" noProof="0" smtClean="0">
                <a:ln>
                  <a:noFill/>
                </a:ln>
                <a:solidFill>
                  <a:srgbClr val="143200"/>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800" b="1" i="0" u="none" strike="noStrike" kern="1200" cap="none" spc="0" normalizeH="0" baseline="0" noProof="0" dirty="0">
              <a:ln>
                <a:noFill/>
              </a:ln>
              <a:solidFill>
                <a:srgbClr val="143200"/>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CADAD58-D082-3094-84AE-E380615D4637}"/>
              </a:ext>
            </a:extLst>
          </p:cNvPr>
          <p:cNvSpPr txBox="1"/>
          <p:nvPr/>
        </p:nvSpPr>
        <p:spPr>
          <a:xfrm>
            <a:off x="441166" y="914400"/>
            <a:ext cx="10499396" cy="49244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
                <a:srgbClr val="656E74"/>
              </a:buClr>
              <a:buSzTx/>
              <a:buFontTx/>
              <a:buNone/>
              <a:tabLst/>
              <a:defRPr/>
            </a:pPr>
            <a:r>
              <a:rPr kumimoji="0" lang="en-AU" sz="1600" b="0" i="0" u="none" strike="noStrike" kern="1200" cap="none" spc="-10" normalizeH="0" baseline="0" noProof="0" dirty="0">
                <a:ln>
                  <a:noFill/>
                </a:ln>
                <a:solidFill>
                  <a:srgbClr val="2A2C28"/>
                </a:solidFill>
                <a:effectLst/>
                <a:uLnTx/>
                <a:uFillTx/>
                <a:latin typeface="Century Gothic" panose="020B0502020202020204" pitchFamily="34" charset="0"/>
                <a:ea typeface="+mn-ea"/>
                <a:cs typeface="+mn-cs"/>
              </a:rPr>
              <a:t>Our enterprise integration capability via MyTeamGE and support for industry standard messaging, offers integration in a consistent and secure manner within a short timeframe.</a:t>
            </a:r>
          </a:p>
        </p:txBody>
      </p:sp>
      <p:sp>
        <p:nvSpPr>
          <p:cNvPr id="10" name="Oval 9">
            <a:extLst>
              <a:ext uri="{FF2B5EF4-FFF2-40B4-BE49-F238E27FC236}">
                <a16:creationId xmlns:a16="http://schemas.microsoft.com/office/drawing/2014/main" id="{836397BF-BABA-A4F5-A5CD-FD356A2A86F3}"/>
              </a:ext>
            </a:extLst>
          </p:cNvPr>
          <p:cNvSpPr/>
          <p:nvPr/>
        </p:nvSpPr>
        <p:spPr>
          <a:xfrm>
            <a:off x="1003599" y="2290050"/>
            <a:ext cx="3106520" cy="2962800"/>
          </a:xfrm>
          <a:prstGeom prst="ellipse">
            <a:avLst/>
          </a:prstGeom>
          <a:solidFill>
            <a:srgbClr val="FFFFFF"/>
          </a:solidFill>
          <a:ln w="76200" cap="flat" cmpd="sng" algn="ctr">
            <a:solidFill>
              <a:schemeClr val="accent1"/>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Arial"/>
              <a:ea typeface="+mn-ea"/>
              <a:cs typeface="+mn-cs"/>
            </a:endParaRPr>
          </a:p>
        </p:txBody>
      </p:sp>
      <p:sp>
        <p:nvSpPr>
          <p:cNvPr id="75" name="Rectangle 74">
            <a:extLst>
              <a:ext uri="{FF2B5EF4-FFF2-40B4-BE49-F238E27FC236}">
                <a16:creationId xmlns:a16="http://schemas.microsoft.com/office/drawing/2014/main" id="{82B7F65F-BA3B-A10C-A7D3-73719968FFCD}"/>
              </a:ext>
            </a:extLst>
          </p:cNvPr>
          <p:cNvSpPr/>
          <p:nvPr/>
        </p:nvSpPr>
        <p:spPr>
          <a:xfrm>
            <a:off x="4971492" y="1563066"/>
            <a:ext cx="3222000" cy="4579721"/>
          </a:xfrm>
          <a:prstGeom prst="rect">
            <a:avLst/>
          </a:prstGeom>
          <a:solidFill>
            <a:srgbClr val="FFFFFF"/>
          </a:solidFill>
          <a:ln w="12700" cap="flat" cmpd="sng" algn="ctr">
            <a:solidFill>
              <a:schemeClr val="tx2"/>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Arial"/>
              <a:ea typeface="+mn-ea"/>
              <a:cs typeface="+mn-cs"/>
            </a:endParaRPr>
          </a:p>
        </p:txBody>
      </p:sp>
      <p:sp>
        <p:nvSpPr>
          <p:cNvPr id="76" name="Rectangle 75">
            <a:extLst>
              <a:ext uri="{FF2B5EF4-FFF2-40B4-BE49-F238E27FC236}">
                <a16:creationId xmlns:a16="http://schemas.microsoft.com/office/drawing/2014/main" id="{C811F073-AD62-F36D-FF54-A964BE95D105}"/>
              </a:ext>
            </a:extLst>
          </p:cNvPr>
          <p:cNvSpPr/>
          <p:nvPr/>
        </p:nvSpPr>
        <p:spPr>
          <a:xfrm>
            <a:off x="8440401" y="1563065"/>
            <a:ext cx="3222000" cy="4579721"/>
          </a:xfrm>
          <a:prstGeom prst="rect">
            <a:avLst/>
          </a:prstGeom>
          <a:solidFill>
            <a:srgbClr val="FFFFFF"/>
          </a:solidFill>
          <a:ln w="12700" cap="flat" cmpd="sng" algn="ctr">
            <a:solidFill>
              <a:schemeClr val="tx2"/>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Arial"/>
              <a:ea typeface="+mn-ea"/>
              <a:cs typeface="+mn-cs"/>
            </a:endParaRPr>
          </a:p>
        </p:txBody>
      </p:sp>
      <p:sp>
        <p:nvSpPr>
          <p:cNvPr id="77" name="Rectangle 76">
            <a:extLst>
              <a:ext uri="{FF2B5EF4-FFF2-40B4-BE49-F238E27FC236}">
                <a16:creationId xmlns:a16="http://schemas.microsoft.com/office/drawing/2014/main" id="{43FD7C76-3572-9CF7-C00C-88E688339B9B}"/>
              </a:ext>
            </a:extLst>
          </p:cNvPr>
          <p:cNvSpPr/>
          <p:nvPr/>
        </p:nvSpPr>
        <p:spPr>
          <a:xfrm>
            <a:off x="5078992" y="1752232"/>
            <a:ext cx="3023420" cy="4436692"/>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Enterprise Application Integration </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143200"/>
                </a:solidFill>
                <a:effectLst/>
                <a:uLnTx/>
                <a:uFillTx/>
                <a:latin typeface="Arial" panose="020B0604020202020204" pitchFamily="34" charset="0"/>
                <a:ea typeface="+mn-ea"/>
                <a:cs typeface="+mn-cs"/>
              </a:rPr>
              <a:t>Team Global Express’</a:t>
            </a: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 primary method of integration is via the </a:t>
            </a:r>
            <a:r>
              <a:rPr kumimoji="0" lang="en-US" sz="1100" b="0" i="0" u="none" strike="noStrike" kern="1200" cap="none" spc="0" normalizeH="0" baseline="0" noProof="0" dirty="0" err="1">
                <a:ln>
                  <a:noFill/>
                </a:ln>
                <a:solidFill>
                  <a:srgbClr val="143200"/>
                </a:solidFill>
                <a:effectLst/>
                <a:uLnTx/>
                <a:uFillTx/>
                <a:latin typeface="Arial"/>
                <a:ea typeface="Arial" panose="020B0604020202020204" pitchFamily="34" charset="0"/>
                <a:cs typeface="Calibri" panose="020F0502020204030204" pitchFamily="34" charset="0"/>
              </a:rPr>
              <a:t>MyTeamGE</a:t>
            </a: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 APIs.</a:t>
            </a:r>
          </a:p>
          <a:p>
            <a:pPr marL="0" marR="0" lvl="0" indent="0" algn="ctr" defTabSz="4572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These APIs conform to one messaging standard referred to as Team </a:t>
            </a:r>
            <a:r>
              <a:rPr kumimoji="0" lang="en-US" sz="1100" b="0" i="0" u="none" strike="noStrike" kern="1200" cap="none" spc="0" normalizeH="0" baseline="0" noProof="0" dirty="0">
                <a:ln>
                  <a:noFill/>
                </a:ln>
                <a:solidFill>
                  <a:srgbClr val="143200"/>
                </a:solidFill>
                <a:effectLst/>
                <a:uLnTx/>
                <a:uFillTx/>
                <a:latin typeface="Arial" panose="020B0604020202020204" pitchFamily="34" charset="0"/>
                <a:ea typeface="+mn-ea"/>
                <a:cs typeface="+mn-cs"/>
              </a:rPr>
              <a:t>Global Express</a:t>
            </a: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 Message and can be used across all Team </a:t>
            </a:r>
            <a:r>
              <a:rPr kumimoji="0" lang="en-US" sz="1100" b="0" i="0" u="none" strike="noStrike" kern="1200" cap="none" spc="0" normalizeH="0" baseline="0" noProof="0" dirty="0">
                <a:ln>
                  <a:noFill/>
                </a:ln>
                <a:solidFill>
                  <a:srgbClr val="143200"/>
                </a:solidFill>
                <a:effectLst/>
                <a:uLnTx/>
                <a:uFillTx/>
                <a:latin typeface="Arial" panose="020B0604020202020204" pitchFamily="34" charset="0"/>
                <a:ea typeface="+mn-ea"/>
                <a:cs typeface="+mn-cs"/>
              </a:rPr>
              <a:t>Global Express</a:t>
            </a: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 Business Units.</a:t>
            </a:r>
          </a:p>
          <a:p>
            <a:pPr marL="0" marR="0" lvl="0" indent="0" algn="ctr" defTabSz="457200" rtl="0" eaLnBrk="1" fontAlgn="auto" latinLnBrk="0" hangingPunct="1">
              <a:lnSpc>
                <a:spcPct val="100000"/>
              </a:lnSpc>
              <a:spcBef>
                <a:spcPts val="0"/>
              </a:spcBef>
              <a:spcAft>
                <a:spcPts val="400"/>
              </a:spcAft>
              <a:buClrTx/>
              <a:buSzTx/>
              <a:buFontTx/>
              <a:buNone/>
              <a:tabLst/>
              <a:defRPr/>
            </a:pPr>
            <a:endPar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endParaRPr>
          </a:p>
          <a:p>
            <a:pPr marL="171450" marR="0" lvl="0" indent="-171450" algn="ctr" defTabSz="457200" rtl="0" eaLnBrk="1" fontAlgn="auto" latinLnBrk="0" hangingPunct="1">
              <a:lnSpc>
                <a:spcPct val="100000"/>
              </a:lnSpc>
              <a:spcBef>
                <a:spcPts val="0"/>
              </a:spcBef>
              <a:spcAft>
                <a:spcPts val="400"/>
              </a:spcAft>
              <a:buClrTx/>
              <a:buSzTx/>
              <a:buFont typeface="Wingdings" panose="05000000000000000000" pitchFamily="2" charset="2"/>
              <a:buChar char="ü"/>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Build fast, easy-to-implement integration </a:t>
            </a:r>
            <a:b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b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solutions based on industry standards </a:t>
            </a:r>
            <a:b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b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including GS1</a:t>
            </a:r>
          </a:p>
          <a:p>
            <a:pPr marL="171450" marR="0" lvl="0" indent="-171450" algn="ctr" defTabSz="457200" rtl="0" eaLnBrk="1" fontAlgn="auto" latinLnBrk="0" hangingPunct="1">
              <a:lnSpc>
                <a:spcPct val="100000"/>
              </a:lnSpc>
              <a:spcBef>
                <a:spcPts val="0"/>
              </a:spcBef>
              <a:spcAft>
                <a:spcPts val="400"/>
              </a:spcAft>
              <a:buClrTx/>
              <a:buSzTx/>
              <a:buFont typeface="Wingdings" panose="05000000000000000000" pitchFamily="2" charset="2"/>
              <a:buChar char="ü"/>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High availability and disaster recovery </a:t>
            </a:r>
            <a:b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b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enabled via Australian data center hosting</a:t>
            </a:r>
          </a:p>
          <a:p>
            <a:pPr marL="171450" marR="0" lvl="0" indent="-171450" algn="ctr" defTabSz="457200" rtl="0" eaLnBrk="1" fontAlgn="auto" latinLnBrk="0" hangingPunct="1">
              <a:lnSpc>
                <a:spcPct val="100000"/>
              </a:lnSpc>
              <a:spcBef>
                <a:spcPts val="0"/>
              </a:spcBef>
              <a:spcAft>
                <a:spcPts val="400"/>
              </a:spcAft>
              <a:buClrTx/>
              <a:buSzTx/>
              <a:buFont typeface="Wingdings" panose="05000000000000000000" pitchFamily="2" charset="2"/>
              <a:buChar char="ü"/>
              <a:tabLst/>
              <a:defRPr/>
            </a:pPr>
            <a:endPar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endParaRPr>
          </a:p>
          <a:p>
            <a:pPr marL="171450" marR="0" lvl="0" indent="-171450" algn="ctr" defTabSz="457200" rtl="0" eaLnBrk="1" fontAlgn="auto" latinLnBrk="0" hangingPunct="1">
              <a:lnSpc>
                <a:spcPct val="100000"/>
              </a:lnSpc>
              <a:spcBef>
                <a:spcPts val="0"/>
              </a:spcBef>
              <a:spcAft>
                <a:spcPts val="400"/>
              </a:spcAft>
              <a:buClrTx/>
              <a:buSzTx/>
              <a:buFont typeface="Wingdings" panose="05000000000000000000" pitchFamily="2" charset="2"/>
              <a:buChar char="ü"/>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Reduce manual and labor-intensive paper-</a:t>
            </a:r>
            <a:b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b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based processes</a:t>
            </a:r>
          </a:p>
          <a:p>
            <a:pPr marL="171450" marR="0" lvl="0" indent="-171450" algn="ctr" defTabSz="457200" rtl="0" eaLnBrk="1" fontAlgn="auto" latinLnBrk="0" hangingPunct="1">
              <a:lnSpc>
                <a:spcPct val="100000"/>
              </a:lnSpc>
              <a:spcBef>
                <a:spcPts val="0"/>
              </a:spcBef>
              <a:spcAft>
                <a:spcPts val="400"/>
              </a:spcAft>
              <a:buClrTx/>
              <a:buSzTx/>
              <a:buFont typeface="Wingdings" panose="05000000000000000000" pitchFamily="2" charset="2"/>
              <a:buChar char="ü"/>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A feature-rich </a:t>
            </a:r>
            <a:r>
              <a:rPr kumimoji="0" lang="en-US" sz="1100" b="0" i="0" u="none" strike="noStrike" kern="1200" cap="none" spc="0" normalizeH="0" baseline="0" noProof="0" dirty="0" err="1">
                <a:ln>
                  <a:noFill/>
                </a:ln>
                <a:solidFill>
                  <a:srgbClr val="143200"/>
                </a:solidFill>
                <a:effectLst/>
                <a:uLnTx/>
                <a:uFillTx/>
                <a:latin typeface="Arial"/>
                <a:ea typeface="Arial" panose="020B0604020202020204" pitchFamily="34" charset="0"/>
                <a:cs typeface="Calibri" panose="020F0502020204030204" pitchFamily="34" charset="0"/>
              </a:rPr>
              <a:t>webMethods</a:t>
            </a: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 suite to enhance </a:t>
            </a:r>
            <a:b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b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new B2B initiatives</a:t>
            </a:r>
          </a:p>
          <a:p>
            <a:pPr marL="171450" marR="0" lvl="0" indent="-171450" algn="ctr" defTabSz="457200" rtl="0" eaLnBrk="1" fontAlgn="auto" latinLnBrk="0" hangingPunct="1">
              <a:lnSpc>
                <a:spcPct val="100000"/>
              </a:lnSpc>
              <a:spcBef>
                <a:spcPts val="0"/>
              </a:spcBef>
              <a:spcAft>
                <a:spcPts val="400"/>
              </a:spcAft>
              <a:buClrTx/>
              <a:buSzTx/>
              <a:buFont typeface="Wingdings" panose="05000000000000000000" pitchFamily="2" charset="2"/>
              <a:buChar char="ü"/>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A dedicated team of integration specialists </a:t>
            </a:r>
            <a:b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b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to develop and support the platform</a:t>
            </a:r>
            <a:endParaRPr kumimoji="0" lang="en-US" sz="1100" b="1" i="0" u="none" strike="noStrike" kern="1200" cap="none" spc="0" normalizeH="0" baseline="0" noProof="0" dirty="0">
              <a:ln>
                <a:noFill/>
              </a:ln>
              <a:solidFill>
                <a:srgbClr val="143200"/>
              </a:solidFill>
              <a:effectLst/>
              <a:uLnTx/>
              <a:uFillTx/>
              <a:latin typeface="Arial"/>
              <a:ea typeface="+mn-ea"/>
              <a:cs typeface="+mn-cs"/>
            </a:endParaRPr>
          </a:p>
        </p:txBody>
      </p:sp>
      <p:grpSp>
        <p:nvGrpSpPr>
          <p:cNvPr id="78" name="Group 77">
            <a:extLst>
              <a:ext uri="{FF2B5EF4-FFF2-40B4-BE49-F238E27FC236}">
                <a16:creationId xmlns:a16="http://schemas.microsoft.com/office/drawing/2014/main" id="{BC2F90CA-BB09-122D-72F5-03FA612280D9}"/>
              </a:ext>
            </a:extLst>
          </p:cNvPr>
          <p:cNvGrpSpPr/>
          <p:nvPr/>
        </p:nvGrpSpPr>
        <p:grpSpPr>
          <a:xfrm>
            <a:off x="8546657" y="1731582"/>
            <a:ext cx="3033401" cy="1672960"/>
            <a:chOff x="8790496" y="1510955"/>
            <a:chExt cx="3033401" cy="1672960"/>
          </a:xfrm>
        </p:grpSpPr>
        <p:sp>
          <p:nvSpPr>
            <p:cNvPr id="79" name="Rectangle 78">
              <a:extLst>
                <a:ext uri="{FF2B5EF4-FFF2-40B4-BE49-F238E27FC236}">
                  <a16:creationId xmlns:a16="http://schemas.microsoft.com/office/drawing/2014/main" id="{0DFA6447-CDB5-70BC-47BE-4BE9AF50A573}"/>
                </a:ext>
              </a:extLst>
            </p:cNvPr>
            <p:cNvSpPr/>
            <p:nvPr/>
          </p:nvSpPr>
          <p:spPr>
            <a:xfrm>
              <a:off x="8790496" y="1711179"/>
              <a:ext cx="1539249" cy="1472736"/>
            </a:xfrm>
            <a:prstGeom prst="rect">
              <a:avLst/>
            </a:prstGeom>
            <a:noFill/>
          </p:spPr>
          <p:txBody>
            <a:bodyPr wrap="square" lIns="108000" tIns="0" rIns="0" bIns="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300" b="1" i="0" u="none" strike="noStrike" kern="1200" cap="none" spc="-20" normalizeH="0" baseline="0" noProof="0" dirty="0">
                <a:ln>
                  <a:noFill/>
                </a:ln>
                <a:solidFill>
                  <a:srgbClr val="143200"/>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rPr>
                <a:t>Shipment/manifest API</a:t>
              </a: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rPr>
                <a:t>Track &amp; trace API</a:t>
              </a: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rPr>
                <a:t>Proof of delivery API </a:t>
              </a: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rPr>
                <a:t>Pick-up API</a:t>
              </a:r>
            </a:p>
          </p:txBody>
        </p:sp>
        <p:sp>
          <p:nvSpPr>
            <p:cNvPr id="80" name="Rectangle 79">
              <a:extLst>
                <a:ext uri="{FF2B5EF4-FFF2-40B4-BE49-F238E27FC236}">
                  <a16:creationId xmlns:a16="http://schemas.microsoft.com/office/drawing/2014/main" id="{18D0A670-5FA3-9EE9-2915-9B510B615537}"/>
                </a:ext>
              </a:extLst>
            </p:cNvPr>
            <p:cNvSpPr/>
            <p:nvPr/>
          </p:nvSpPr>
          <p:spPr>
            <a:xfrm>
              <a:off x="10284648" y="1510955"/>
              <a:ext cx="1539249" cy="1472736"/>
            </a:xfrm>
            <a:prstGeom prst="rect">
              <a:avLst/>
            </a:prstGeom>
            <a:noFill/>
          </p:spPr>
          <p:txBody>
            <a:bodyPr wrap="square" lIns="108000" tIns="0" rIns="0" bIns="0" anchor="ctr">
              <a:noAutofit/>
            </a:bodyPr>
            <a:lstStyle/>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endParaRPr kumimoji="0" lang="en-AU" sz="1100" b="0" i="0" u="none" strike="noStrike" kern="1200" cap="none" spc="0" normalizeH="0" baseline="0" noProof="0" dirty="0">
                <a:ln>
                  <a:noFill/>
                </a:ln>
                <a:solidFill>
                  <a:srgbClr val="143200"/>
                </a:solidFill>
                <a:effectLst/>
                <a:uLnTx/>
                <a:uFillTx/>
                <a:latin typeface="Arial"/>
                <a:ea typeface="+mn-ea"/>
                <a:cs typeface="+mn-cs"/>
              </a:endParaRP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rPr>
                <a:t>Print API                    </a:t>
              </a: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rPr>
                <a:t>Pricing/Rate API</a:t>
              </a: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rPr>
                <a:t>Returns API </a:t>
              </a: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ü"/>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rPr>
                <a:t>POD &amp; Photo Image API</a:t>
              </a:r>
            </a:p>
          </p:txBody>
        </p:sp>
      </p:grpSp>
      <p:sp>
        <p:nvSpPr>
          <p:cNvPr id="81" name="TextBox 80">
            <a:extLst>
              <a:ext uri="{FF2B5EF4-FFF2-40B4-BE49-F238E27FC236}">
                <a16:creationId xmlns:a16="http://schemas.microsoft.com/office/drawing/2014/main" id="{46017D63-4FAE-0657-1320-CA9025B15054}"/>
              </a:ext>
            </a:extLst>
          </p:cNvPr>
          <p:cNvSpPr txBox="1"/>
          <p:nvPr/>
        </p:nvSpPr>
        <p:spPr>
          <a:xfrm>
            <a:off x="9022807" y="1707444"/>
            <a:ext cx="201208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srgbClr val="143200"/>
                </a:solidFill>
                <a:effectLst/>
                <a:uLnTx/>
                <a:uFillTx/>
                <a:latin typeface="Arial" panose="020B0604020202020204" pitchFamily="34" charset="0"/>
                <a:ea typeface="+mn-ea"/>
                <a:cs typeface="Arial" panose="020B0604020202020204" pitchFamily="34" charset="0"/>
              </a:rPr>
              <a:t>Integration Capability</a:t>
            </a:r>
          </a:p>
        </p:txBody>
      </p:sp>
      <p:cxnSp>
        <p:nvCxnSpPr>
          <p:cNvPr id="82" name="Straight Connector 81">
            <a:extLst>
              <a:ext uri="{FF2B5EF4-FFF2-40B4-BE49-F238E27FC236}">
                <a16:creationId xmlns:a16="http://schemas.microsoft.com/office/drawing/2014/main" id="{30B63CDF-04C6-BC75-B13A-374453E990AF}"/>
              </a:ext>
            </a:extLst>
          </p:cNvPr>
          <p:cNvCxnSpPr>
            <a:cxnSpLocks/>
          </p:cNvCxnSpPr>
          <p:nvPr/>
        </p:nvCxnSpPr>
        <p:spPr>
          <a:xfrm>
            <a:off x="8492690" y="3404542"/>
            <a:ext cx="3096237" cy="0"/>
          </a:xfrm>
          <a:prstGeom prst="line">
            <a:avLst/>
          </a:prstGeom>
          <a:noFill/>
          <a:ln w="38100" cap="flat" cmpd="sng" algn="ctr">
            <a:solidFill>
              <a:schemeClr val="accent1"/>
            </a:solidFill>
            <a:prstDash val="solid"/>
            <a:miter lim="800000"/>
          </a:ln>
          <a:effectLst/>
        </p:spPr>
      </p:cxnSp>
      <p:sp>
        <p:nvSpPr>
          <p:cNvPr id="83" name="TextBox 82">
            <a:extLst>
              <a:ext uri="{FF2B5EF4-FFF2-40B4-BE49-F238E27FC236}">
                <a16:creationId xmlns:a16="http://schemas.microsoft.com/office/drawing/2014/main" id="{31BD32B0-674A-5AE7-2996-728514C8BE5A}"/>
              </a:ext>
            </a:extLst>
          </p:cNvPr>
          <p:cNvSpPr txBox="1"/>
          <p:nvPr/>
        </p:nvSpPr>
        <p:spPr>
          <a:xfrm>
            <a:off x="8433306" y="3465506"/>
            <a:ext cx="3305200"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srgbClr val="143200"/>
                </a:solidFill>
                <a:effectLst/>
                <a:uLnTx/>
                <a:uFillTx/>
                <a:latin typeface="Arial" panose="020B0604020202020204" pitchFamily="34" charset="0"/>
                <a:ea typeface="+mn-ea"/>
                <a:cs typeface="Arial" panose="020B0604020202020204" pitchFamily="34" charset="0"/>
              </a:rPr>
              <a:t>Integrating with MyTeamGE Platform</a:t>
            </a:r>
          </a:p>
        </p:txBody>
      </p:sp>
      <p:sp>
        <p:nvSpPr>
          <p:cNvPr id="84" name="Rectangle 83">
            <a:extLst>
              <a:ext uri="{FF2B5EF4-FFF2-40B4-BE49-F238E27FC236}">
                <a16:creationId xmlns:a16="http://schemas.microsoft.com/office/drawing/2014/main" id="{19F5ED8C-FDB7-D85E-9F7C-F0EFCA3C6A62}"/>
              </a:ext>
            </a:extLst>
          </p:cNvPr>
          <p:cNvSpPr/>
          <p:nvPr/>
        </p:nvSpPr>
        <p:spPr>
          <a:xfrm>
            <a:off x="8544871" y="3710110"/>
            <a:ext cx="2988449" cy="2222378"/>
          </a:xfrm>
          <a:prstGeom prst="rect">
            <a:avLst/>
          </a:prstGeom>
          <a:noFill/>
        </p:spPr>
        <p:txBody>
          <a:bodyPr wrap="square" lIns="108000" tIns="108000" rIns="72000" bIns="108000">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The </a:t>
            </a:r>
            <a:r>
              <a:rPr kumimoji="0" lang="en-US" sz="1100" b="0" i="0" u="none" strike="noStrike" kern="1200" cap="none" spc="0" normalizeH="0" baseline="0" noProof="0" dirty="0" err="1">
                <a:ln>
                  <a:noFill/>
                </a:ln>
                <a:solidFill>
                  <a:srgbClr val="143200"/>
                </a:solidFill>
                <a:effectLst/>
                <a:uLnTx/>
                <a:uFillTx/>
                <a:latin typeface="Arial"/>
                <a:ea typeface="Arial" panose="020B0604020202020204" pitchFamily="34" charset="0"/>
                <a:cs typeface="Calibri" panose="020F0502020204030204" pitchFamily="34" charset="0"/>
              </a:rPr>
              <a:t>MyTeamGE</a:t>
            </a: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 platform enables information exchange between Team </a:t>
            </a:r>
            <a:r>
              <a:rPr kumimoji="0" lang="en-US" sz="1100" b="0" i="0" u="none" strike="noStrike" kern="1200" cap="none" spc="0" normalizeH="0" baseline="0" noProof="0" dirty="0">
                <a:ln>
                  <a:noFill/>
                </a:ln>
                <a:solidFill>
                  <a:srgbClr val="143200"/>
                </a:solidFill>
                <a:effectLst/>
                <a:uLnTx/>
                <a:uFillTx/>
                <a:latin typeface="Arial" panose="020B0604020202020204" pitchFamily="34" charset="0"/>
                <a:ea typeface="+mn-ea"/>
                <a:cs typeface="+mn-cs"/>
              </a:rPr>
              <a:t>Global Express’</a:t>
            </a: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 systems and external parties via API.</a:t>
            </a:r>
          </a:p>
          <a:p>
            <a:pPr marL="0" marR="0" lvl="0" indent="0" algn="ctr" defTabSz="457200" rtl="0" eaLnBrk="1" fontAlgn="auto" latinLnBrk="0" hangingPunct="1">
              <a:lnSpc>
                <a:spcPct val="100000"/>
              </a:lnSpc>
              <a:spcBef>
                <a:spcPts val="0"/>
              </a:spcBef>
              <a:spcAft>
                <a:spcPts val="500"/>
              </a:spcAft>
              <a:buClrTx/>
              <a:buSzTx/>
              <a:buFontTx/>
              <a:buNone/>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Typical preferred communication protocols are:</a:t>
            </a:r>
          </a:p>
          <a:p>
            <a:pPr marL="171450" marR="0" lvl="0" indent="-171450" algn="ctr" defTabSz="457200" rtl="0" eaLnBrk="1" fontAlgn="auto" latinLnBrk="0" hangingPunct="1">
              <a:lnSpc>
                <a:spcPct val="100000"/>
              </a:lnSpc>
              <a:spcBef>
                <a:spcPts val="0"/>
              </a:spcBef>
              <a:spcAft>
                <a:spcPts val="500"/>
              </a:spcAft>
              <a:buClrTx/>
              <a:buSzTx/>
              <a:buFont typeface="Wingdings" panose="05000000000000000000" pitchFamily="2" charset="2"/>
              <a:buChar char="ü"/>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HTTPS, SFTP</a:t>
            </a:r>
          </a:p>
          <a:p>
            <a:pPr marL="0" marR="0" lvl="0" indent="0" algn="ctr" defTabSz="457200" rtl="0" eaLnBrk="1" fontAlgn="auto" latinLnBrk="0" hangingPunct="1">
              <a:lnSpc>
                <a:spcPct val="100000"/>
              </a:lnSpc>
              <a:spcBef>
                <a:spcPts val="0"/>
              </a:spcBef>
              <a:spcAft>
                <a:spcPts val="500"/>
              </a:spcAft>
              <a:buClrTx/>
              <a:buSzTx/>
              <a:buFontTx/>
              <a:buNone/>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Typical messaging standards:</a:t>
            </a:r>
          </a:p>
          <a:p>
            <a:pPr marL="171450" marR="0" lvl="0" indent="-171450" algn="ctr" defTabSz="457200" rtl="0" eaLnBrk="1" fontAlgn="auto" latinLnBrk="0" hangingPunct="1">
              <a:lnSpc>
                <a:spcPct val="100000"/>
              </a:lnSpc>
              <a:spcBef>
                <a:spcPts val="0"/>
              </a:spcBef>
              <a:spcAft>
                <a:spcPts val="500"/>
              </a:spcAft>
              <a:buClrTx/>
              <a:buSzTx/>
              <a:buFont typeface="Wingdings" panose="05000000000000000000" pitchFamily="2" charset="2"/>
              <a:buChar char="ü"/>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XML, JSON</a:t>
            </a:r>
          </a:p>
          <a:p>
            <a:pPr marL="0" marR="0" lvl="0" indent="0" algn="ctr" defTabSz="457200" rtl="0" eaLnBrk="1" fontAlgn="auto" latinLnBrk="0" hangingPunct="1">
              <a:lnSpc>
                <a:spcPct val="100000"/>
              </a:lnSpc>
              <a:spcBef>
                <a:spcPts val="0"/>
              </a:spcBef>
              <a:spcAft>
                <a:spcPts val="500"/>
              </a:spcAft>
              <a:buClrTx/>
              <a:buSzTx/>
              <a:buFontTx/>
              <a:buNone/>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Certificate Protocols:</a:t>
            </a:r>
          </a:p>
          <a:p>
            <a:pPr marL="171450" marR="0" lvl="0" indent="-171450" algn="ctr" defTabSz="457200" rtl="0" eaLnBrk="1" fontAlgn="auto" latinLnBrk="0" hangingPunct="1">
              <a:lnSpc>
                <a:spcPct val="100000"/>
              </a:lnSpc>
              <a:spcBef>
                <a:spcPts val="0"/>
              </a:spcBef>
              <a:spcAft>
                <a:spcPts val="500"/>
              </a:spcAft>
              <a:buClrTx/>
              <a:buSzTx/>
              <a:buFont typeface="Wingdings" panose="05000000000000000000" pitchFamily="2" charset="2"/>
              <a:buChar char="ü"/>
              <a:tabLst/>
              <a:defRPr/>
            </a:pPr>
            <a:r>
              <a:rPr kumimoji="0" lang="en-US" sz="1100" b="0"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We Support TLS 1.1 and 1.2 Protocol</a:t>
            </a:r>
          </a:p>
          <a:p>
            <a:pPr marL="171450" marR="0" lvl="0" indent="-171450" algn="ctr" defTabSz="457200" rtl="0" eaLnBrk="1" fontAlgn="auto" latinLnBrk="0" hangingPunct="1">
              <a:lnSpc>
                <a:spcPct val="100000"/>
              </a:lnSpc>
              <a:spcBef>
                <a:spcPts val="0"/>
              </a:spcBef>
              <a:spcAft>
                <a:spcPts val="5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143200"/>
              </a:solidFill>
              <a:effectLst/>
              <a:highlight>
                <a:srgbClr val="FFFF00"/>
              </a:highlight>
              <a:uLnTx/>
              <a:uFillTx/>
              <a:latin typeface="Arial"/>
              <a:ea typeface="Arial" panose="020B0604020202020204" pitchFamily="34" charset="0"/>
              <a:cs typeface="Calibri" panose="020F0502020204030204" pitchFamily="34" charset="0"/>
            </a:endParaRPr>
          </a:p>
        </p:txBody>
      </p:sp>
      <p:sp>
        <p:nvSpPr>
          <p:cNvPr id="85" name="Rectangle 84">
            <a:extLst>
              <a:ext uri="{FF2B5EF4-FFF2-40B4-BE49-F238E27FC236}">
                <a16:creationId xmlns:a16="http://schemas.microsoft.com/office/drawing/2014/main" id="{00CC7FF0-83C1-91F2-9051-D2DD4F28F9AA}"/>
              </a:ext>
            </a:extLst>
          </p:cNvPr>
          <p:cNvSpPr/>
          <p:nvPr/>
        </p:nvSpPr>
        <p:spPr>
          <a:xfrm>
            <a:off x="416259" y="5836706"/>
            <a:ext cx="4583234" cy="50683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143200"/>
                </a:solidFill>
                <a:effectLst/>
                <a:uLnTx/>
                <a:uFillTx/>
                <a:latin typeface="Arial"/>
                <a:ea typeface="Arial" panose="020B0604020202020204" pitchFamily="34" charset="0"/>
                <a:cs typeface="Calibri" panose="020F0502020204030204" pitchFamily="34" charset="0"/>
              </a:rPr>
              <a:t>Technical integration specification</a:t>
            </a:r>
          </a:p>
          <a:p>
            <a:pPr marL="0" marR="0" lvl="0" indent="0" algn="l" defTabSz="457200" rtl="0" eaLnBrk="1" fontAlgn="auto" latinLnBrk="0" hangingPunct="1">
              <a:lnSpc>
                <a:spcPct val="100000"/>
              </a:lnSpc>
              <a:spcBef>
                <a:spcPts val="0"/>
              </a:spcBef>
              <a:spcAft>
                <a:spcPts val="400"/>
              </a:spcAft>
              <a:buClrTx/>
              <a:buSzTx/>
              <a:buFontTx/>
              <a:buNone/>
              <a:tabLst/>
              <a:defRPr/>
            </a:pPr>
            <a:r>
              <a:rPr kumimoji="0" lang="en-AU" sz="1100" b="0" i="0" u="none" strike="noStrike" kern="1200" cap="none" spc="0" normalizeH="0" baseline="0" noProof="0" dirty="0">
                <a:ln>
                  <a:noFill/>
                </a:ln>
                <a:solidFill>
                  <a:srgbClr val="143200"/>
                </a:solidFill>
                <a:effectLst/>
                <a:uLnTx/>
                <a:uFillTx/>
                <a:latin typeface="Arial"/>
                <a:ea typeface="+mn-ea"/>
                <a:cs typeface="+mn-cs"/>
                <a:hlinkClick r:id="rId2">
                  <a:extLst>
                    <a:ext uri="{A12FA001-AC4F-418D-AE19-62706E023703}">
                      <ahyp:hlinkClr xmlns:ahyp="http://schemas.microsoft.com/office/drawing/2018/hyperlinkcolor" val="tx"/>
                    </a:ext>
                  </a:extLst>
                </a:hlinkClick>
              </a:rPr>
              <a:t>Customer Onboarding Specifications</a:t>
            </a:r>
            <a:endParaRPr kumimoji="0" lang="en-AU" sz="1100" b="0" i="0" u="none" strike="noStrike" kern="1200" cap="none" spc="0" normalizeH="0" baseline="0" noProof="0" dirty="0">
              <a:ln>
                <a:noFill/>
              </a:ln>
              <a:solidFill>
                <a:srgbClr val="143200"/>
              </a:solidFill>
              <a:effectLst/>
              <a:uLnTx/>
              <a:uFillTx/>
              <a:latin typeface="Arial"/>
              <a:ea typeface="+mn-ea"/>
              <a:cs typeface="+mn-cs"/>
            </a:endParaRPr>
          </a:p>
        </p:txBody>
      </p:sp>
      <p:grpSp>
        <p:nvGrpSpPr>
          <p:cNvPr id="8" name="Group 7">
            <a:extLst>
              <a:ext uri="{FF2B5EF4-FFF2-40B4-BE49-F238E27FC236}">
                <a16:creationId xmlns:a16="http://schemas.microsoft.com/office/drawing/2014/main" id="{EFF05D87-CA32-8342-6E1B-BD736D299E2E}"/>
              </a:ext>
            </a:extLst>
          </p:cNvPr>
          <p:cNvGrpSpPr/>
          <p:nvPr/>
        </p:nvGrpSpPr>
        <p:grpSpPr>
          <a:xfrm>
            <a:off x="697903" y="2875325"/>
            <a:ext cx="667060" cy="708723"/>
            <a:chOff x="697903" y="2875325"/>
            <a:chExt cx="667060" cy="708723"/>
          </a:xfrm>
        </p:grpSpPr>
        <p:sp>
          <p:nvSpPr>
            <p:cNvPr id="16" name="TextBox 15">
              <a:extLst>
                <a:ext uri="{FF2B5EF4-FFF2-40B4-BE49-F238E27FC236}">
                  <a16:creationId xmlns:a16="http://schemas.microsoft.com/office/drawing/2014/main" id="{E2BEA2D1-49E7-D7D7-F9FE-091F53952414}"/>
                </a:ext>
              </a:extLst>
            </p:cNvPr>
            <p:cNvSpPr txBox="1"/>
            <p:nvPr/>
          </p:nvSpPr>
          <p:spPr>
            <a:xfrm rot="17878855">
              <a:off x="573391" y="2999837"/>
              <a:ext cx="609894" cy="360870"/>
            </a:xfrm>
            <a:prstGeom prst="rect">
              <a:avLst/>
            </a:prstGeom>
            <a:noFill/>
          </p:spPr>
          <p:txBody>
            <a:bodyPr wrap="none" lIns="0" tIns="0" rIns="0" bIns="0"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TRANSPORT</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sp>
          <p:nvSpPr>
            <p:cNvPr id="26" name="Freeform 38">
              <a:extLst>
                <a:ext uri="{FF2B5EF4-FFF2-40B4-BE49-F238E27FC236}">
                  <a16:creationId xmlns:a16="http://schemas.microsoft.com/office/drawing/2014/main" id="{CD839920-3B2A-0514-19D3-E62600B2A5CD}"/>
                </a:ext>
              </a:extLst>
            </p:cNvPr>
            <p:cNvSpPr/>
            <p:nvPr/>
          </p:nvSpPr>
          <p:spPr>
            <a:xfrm>
              <a:off x="770351" y="3016946"/>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78500" tIns="178500" rIns="178500" bIns="178500" numCol="1" spcCol="1270" anchor="ctr" anchorCtr="0">
              <a:noAutofit/>
            </a:bodyPr>
            <a:lstStyle/>
            <a:p>
              <a:pPr marL="0" marR="0" lvl="0" indent="0" algn="ctr" defTabSz="1733550" rtl="0" eaLnBrk="1" fontAlgn="auto" latinLnBrk="0" hangingPunct="1">
                <a:lnSpc>
                  <a:spcPct val="90000"/>
                </a:lnSpc>
                <a:spcBef>
                  <a:spcPct val="0"/>
                </a:spcBef>
                <a:spcAft>
                  <a:spcPct val="35000"/>
                </a:spcAft>
                <a:buClrTx/>
                <a:buSzTx/>
                <a:buFontTx/>
                <a:buNone/>
                <a:tabLst/>
                <a:defRPr/>
              </a:pPr>
              <a:endParaRPr kumimoji="0" lang="en-AU" sz="3900" b="0" i="0" u="none" strike="noStrike" kern="0" cap="none" spc="0" normalizeH="0" baseline="0" noProof="0">
                <a:ln>
                  <a:noFill/>
                </a:ln>
                <a:solidFill>
                  <a:srgbClr val="FFFFFF"/>
                </a:solidFill>
                <a:effectLst/>
                <a:uLnTx/>
                <a:uFillTx/>
                <a:latin typeface="Arial"/>
                <a:ea typeface="+mn-ea"/>
                <a:cs typeface="+mn-cs"/>
              </a:endParaRPr>
            </a:p>
          </p:txBody>
        </p:sp>
        <p:grpSp>
          <p:nvGrpSpPr>
            <p:cNvPr id="40" name="Group 39">
              <a:extLst>
                <a:ext uri="{FF2B5EF4-FFF2-40B4-BE49-F238E27FC236}">
                  <a16:creationId xmlns:a16="http://schemas.microsoft.com/office/drawing/2014/main" id="{673D3B35-6B8A-AB30-100C-A203E80E7D64}"/>
                </a:ext>
              </a:extLst>
            </p:cNvPr>
            <p:cNvGrpSpPr/>
            <p:nvPr/>
          </p:nvGrpSpPr>
          <p:grpSpPr>
            <a:xfrm>
              <a:off x="890955" y="3181063"/>
              <a:ext cx="335636" cy="223194"/>
              <a:chOff x="3013076" y="1733551"/>
              <a:chExt cx="346075" cy="241300"/>
            </a:xfrm>
          </p:grpSpPr>
          <p:sp>
            <p:nvSpPr>
              <p:cNvPr id="44" name="Oval 54">
                <a:extLst>
                  <a:ext uri="{FF2B5EF4-FFF2-40B4-BE49-F238E27FC236}">
                    <a16:creationId xmlns:a16="http://schemas.microsoft.com/office/drawing/2014/main" id="{7B5CEBEA-6F9A-3133-1C09-B4D439727024}"/>
                  </a:ext>
                </a:extLst>
              </p:cNvPr>
              <p:cNvSpPr>
                <a:spLocks noChangeArrowheads="1"/>
              </p:cNvSpPr>
              <p:nvPr/>
            </p:nvSpPr>
            <p:spPr bwMode="auto">
              <a:xfrm>
                <a:off x="3051176" y="1914526"/>
                <a:ext cx="60325" cy="60325"/>
              </a:xfrm>
              <a:prstGeom prst="ellipse">
                <a:avLst/>
              </a:pr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45" name="Oval 55">
                <a:extLst>
                  <a:ext uri="{FF2B5EF4-FFF2-40B4-BE49-F238E27FC236}">
                    <a16:creationId xmlns:a16="http://schemas.microsoft.com/office/drawing/2014/main" id="{4CF2CB7C-BDA4-9567-40C2-915B56FCEE26}"/>
                  </a:ext>
                </a:extLst>
              </p:cNvPr>
              <p:cNvSpPr>
                <a:spLocks noChangeArrowheads="1"/>
              </p:cNvSpPr>
              <p:nvPr/>
            </p:nvSpPr>
            <p:spPr bwMode="auto">
              <a:xfrm>
                <a:off x="3260726" y="1914526"/>
                <a:ext cx="60325" cy="60325"/>
              </a:xfrm>
              <a:prstGeom prst="ellipse">
                <a:avLst/>
              </a:pr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46" name="Freeform 56">
                <a:extLst>
                  <a:ext uri="{FF2B5EF4-FFF2-40B4-BE49-F238E27FC236}">
                    <a16:creationId xmlns:a16="http://schemas.microsoft.com/office/drawing/2014/main" id="{0F2B58AA-EE23-1370-12D6-2FA62A2D802A}"/>
                  </a:ext>
                </a:extLst>
              </p:cNvPr>
              <p:cNvSpPr>
                <a:spLocks/>
              </p:cNvSpPr>
              <p:nvPr/>
            </p:nvSpPr>
            <p:spPr bwMode="auto">
              <a:xfrm>
                <a:off x="3013076" y="1733551"/>
                <a:ext cx="346075" cy="211138"/>
              </a:xfrm>
              <a:custGeom>
                <a:avLst/>
                <a:gdLst>
                  <a:gd name="T0" fmla="*/ 24 w 218"/>
                  <a:gd name="T1" fmla="*/ 133 h 133"/>
                  <a:gd name="T2" fmla="*/ 0 w 218"/>
                  <a:gd name="T3" fmla="*/ 133 h 133"/>
                  <a:gd name="T4" fmla="*/ 0 w 218"/>
                  <a:gd name="T5" fmla="*/ 80 h 133"/>
                  <a:gd name="T6" fmla="*/ 19 w 218"/>
                  <a:gd name="T7" fmla="*/ 61 h 133"/>
                  <a:gd name="T8" fmla="*/ 43 w 218"/>
                  <a:gd name="T9" fmla="*/ 19 h 133"/>
                  <a:gd name="T10" fmla="*/ 85 w 218"/>
                  <a:gd name="T11" fmla="*/ 19 h 133"/>
                  <a:gd name="T12" fmla="*/ 85 w 218"/>
                  <a:gd name="T13" fmla="*/ 0 h 133"/>
                  <a:gd name="T14" fmla="*/ 218 w 218"/>
                  <a:gd name="T15" fmla="*/ 0 h 133"/>
                  <a:gd name="T16" fmla="*/ 218 w 218"/>
                  <a:gd name="T17" fmla="*/ 133 h 133"/>
                  <a:gd name="T18" fmla="*/ 194 w 218"/>
                  <a:gd name="T19"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133">
                    <a:moveTo>
                      <a:pt x="24" y="133"/>
                    </a:moveTo>
                    <a:lnTo>
                      <a:pt x="0" y="133"/>
                    </a:lnTo>
                    <a:lnTo>
                      <a:pt x="0" y="80"/>
                    </a:lnTo>
                    <a:lnTo>
                      <a:pt x="19" y="61"/>
                    </a:lnTo>
                    <a:lnTo>
                      <a:pt x="43" y="19"/>
                    </a:lnTo>
                    <a:lnTo>
                      <a:pt x="85" y="19"/>
                    </a:lnTo>
                    <a:lnTo>
                      <a:pt x="85" y="0"/>
                    </a:lnTo>
                    <a:lnTo>
                      <a:pt x="218" y="0"/>
                    </a:lnTo>
                    <a:lnTo>
                      <a:pt x="218" y="133"/>
                    </a:lnTo>
                    <a:lnTo>
                      <a:pt x="194" y="133"/>
                    </a:ln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47" name="Line 57">
                <a:extLst>
                  <a:ext uri="{FF2B5EF4-FFF2-40B4-BE49-F238E27FC236}">
                    <a16:creationId xmlns:a16="http://schemas.microsoft.com/office/drawing/2014/main" id="{16FFC537-5583-4C0B-BFB2-C2C561B8DAC6}"/>
                  </a:ext>
                </a:extLst>
              </p:cNvPr>
              <p:cNvSpPr>
                <a:spLocks noChangeShapeType="1"/>
              </p:cNvSpPr>
              <p:nvPr/>
            </p:nvSpPr>
            <p:spPr bwMode="auto">
              <a:xfrm>
                <a:off x="3111501" y="1944689"/>
                <a:ext cx="149225" cy="0"/>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48" name="Freeform 58">
                <a:extLst>
                  <a:ext uri="{FF2B5EF4-FFF2-40B4-BE49-F238E27FC236}">
                    <a16:creationId xmlns:a16="http://schemas.microsoft.com/office/drawing/2014/main" id="{10B6A75A-92EB-2752-B5C7-22784B518475}"/>
                  </a:ext>
                </a:extLst>
              </p:cNvPr>
              <p:cNvSpPr>
                <a:spLocks/>
              </p:cNvSpPr>
              <p:nvPr/>
            </p:nvSpPr>
            <p:spPr bwMode="auto">
              <a:xfrm>
                <a:off x="3073401" y="1793876"/>
                <a:ext cx="44450" cy="44450"/>
              </a:xfrm>
              <a:custGeom>
                <a:avLst/>
                <a:gdLst>
                  <a:gd name="T0" fmla="*/ 28 w 28"/>
                  <a:gd name="T1" fmla="*/ 0 h 28"/>
                  <a:gd name="T2" fmla="*/ 14 w 28"/>
                  <a:gd name="T3" fmla="*/ 0 h 28"/>
                  <a:gd name="T4" fmla="*/ 0 w 28"/>
                  <a:gd name="T5" fmla="*/ 28 h 28"/>
                </a:gdLst>
                <a:ahLst/>
                <a:cxnLst>
                  <a:cxn ang="0">
                    <a:pos x="T0" y="T1"/>
                  </a:cxn>
                  <a:cxn ang="0">
                    <a:pos x="T2" y="T3"/>
                  </a:cxn>
                  <a:cxn ang="0">
                    <a:pos x="T4" y="T5"/>
                  </a:cxn>
                </a:cxnLst>
                <a:rect l="0" t="0" r="r" b="b"/>
                <a:pathLst>
                  <a:path w="28" h="28">
                    <a:moveTo>
                      <a:pt x="28" y="0"/>
                    </a:moveTo>
                    <a:lnTo>
                      <a:pt x="14" y="0"/>
                    </a:lnTo>
                    <a:lnTo>
                      <a:pt x="0" y="28"/>
                    </a:ln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49" name="Line 59">
                <a:extLst>
                  <a:ext uri="{FF2B5EF4-FFF2-40B4-BE49-F238E27FC236}">
                    <a16:creationId xmlns:a16="http://schemas.microsoft.com/office/drawing/2014/main" id="{E332FA18-9A5B-F333-48EA-127732B39D0C}"/>
                  </a:ext>
                </a:extLst>
              </p:cNvPr>
              <p:cNvSpPr>
                <a:spLocks noChangeShapeType="1"/>
              </p:cNvSpPr>
              <p:nvPr/>
            </p:nvSpPr>
            <p:spPr bwMode="auto">
              <a:xfrm>
                <a:off x="3148013" y="1763714"/>
                <a:ext cx="0" cy="150813"/>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50" name="Line 60">
                <a:extLst>
                  <a:ext uri="{FF2B5EF4-FFF2-40B4-BE49-F238E27FC236}">
                    <a16:creationId xmlns:a16="http://schemas.microsoft.com/office/drawing/2014/main" id="{078A91F1-5C8A-18CD-1AB7-EA1E62203D6C}"/>
                  </a:ext>
                </a:extLst>
              </p:cNvPr>
              <p:cNvSpPr>
                <a:spLocks noChangeShapeType="1"/>
              </p:cNvSpPr>
              <p:nvPr/>
            </p:nvSpPr>
            <p:spPr bwMode="auto">
              <a:xfrm>
                <a:off x="3013076" y="1914526"/>
                <a:ext cx="346075" cy="0"/>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grpSp>
        <p:nvGrpSpPr>
          <p:cNvPr id="86" name="Group 85">
            <a:extLst>
              <a:ext uri="{FF2B5EF4-FFF2-40B4-BE49-F238E27FC236}">
                <a16:creationId xmlns:a16="http://schemas.microsoft.com/office/drawing/2014/main" id="{7F4C8CC5-232A-900D-8C66-5F4B1BC2640C}"/>
              </a:ext>
            </a:extLst>
          </p:cNvPr>
          <p:cNvGrpSpPr/>
          <p:nvPr/>
        </p:nvGrpSpPr>
        <p:grpSpPr>
          <a:xfrm>
            <a:off x="658679" y="3919623"/>
            <a:ext cx="706284" cy="574629"/>
            <a:chOff x="658679" y="3919623"/>
            <a:chExt cx="706284" cy="574629"/>
          </a:xfrm>
        </p:grpSpPr>
        <p:sp>
          <p:nvSpPr>
            <p:cNvPr id="25" name="Freeform 37">
              <a:extLst>
                <a:ext uri="{FF2B5EF4-FFF2-40B4-BE49-F238E27FC236}">
                  <a16:creationId xmlns:a16="http://schemas.microsoft.com/office/drawing/2014/main" id="{730EE324-FB6E-5A81-6D2E-B85CB2ED52A5}"/>
                </a:ext>
              </a:extLst>
            </p:cNvPr>
            <p:cNvSpPr/>
            <p:nvPr/>
          </p:nvSpPr>
          <p:spPr>
            <a:xfrm>
              <a:off x="770351" y="3919623"/>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78500" tIns="178500" rIns="178500" bIns="178500" numCol="1" spcCol="1270" anchor="ctr" anchorCtr="0">
              <a:noAutofit/>
            </a:bodyPr>
            <a:lstStyle/>
            <a:p>
              <a:pPr marL="0" marR="0" lvl="0" indent="0" algn="ctr" defTabSz="1733550" rtl="0" eaLnBrk="1" fontAlgn="auto" latinLnBrk="0" hangingPunct="1">
                <a:lnSpc>
                  <a:spcPct val="90000"/>
                </a:lnSpc>
                <a:spcBef>
                  <a:spcPct val="0"/>
                </a:spcBef>
                <a:spcAft>
                  <a:spcPct val="35000"/>
                </a:spcAft>
                <a:buClrTx/>
                <a:buSzTx/>
                <a:buFontTx/>
                <a:buNone/>
                <a:tabLst/>
                <a:defRPr/>
              </a:pPr>
              <a:endParaRPr kumimoji="0" lang="en-AU" sz="3900" b="0" i="0" u="none" strike="noStrike" kern="0" cap="none" spc="0" normalizeH="0" baseline="0" noProof="0">
                <a:ln>
                  <a:noFill/>
                </a:ln>
                <a:solidFill>
                  <a:srgbClr val="FFFFFF"/>
                </a:solidFill>
                <a:effectLst/>
                <a:uLnTx/>
                <a:uFillTx/>
                <a:latin typeface="Arial"/>
                <a:ea typeface="+mn-ea"/>
                <a:cs typeface="+mn-cs"/>
              </a:endParaRPr>
            </a:p>
          </p:txBody>
        </p:sp>
        <p:sp>
          <p:nvSpPr>
            <p:cNvPr id="29" name="TextBox 28">
              <a:extLst>
                <a:ext uri="{FF2B5EF4-FFF2-40B4-BE49-F238E27FC236}">
                  <a16:creationId xmlns:a16="http://schemas.microsoft.com/office/drawing/2014/main" id="{3A964DA0-7D98-2AAA-A75F-D8404BB0A6B3}"/>
                </a:ext>
              </a:extLst>
            </p:cNvPr>
            <p:cNvSpPr txBox="1"/>
            <p:nvPr/>
          </p:nvSpPr>
          <p:spPr>
            <a:xfrm rot="16200000">
              <a:off x="534005" y="4061609"/>
              <a:ext cx="557317" cy="307970"/>
            </a:xfrm>
            <a:prstGeom prst="rect">
              <a:avLst/>
            </a:prstGeom>
            <a:noFill/>
          </p:spPr>
          <p:txBody>
            <a:bodyPr wrap="none" lIns="0" tIns="0" rIns="0" bIns="0"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CUSTOMS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BROKERS</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grpSp>
          <p:nvGrpSpPr>
            <p:cNvPr id="39" name="Group 38">
              <a:extLst>
                <a:ext uri="{FF2B5EF4-FFF2-40B4-BE49-F238E27FC236}">
                  <a16:creationId xmlns:a16="http://schemas.microsoft.com/office/drawing/2014/main" id="{F03C5BEA-21FB-3459-8627-90BAC7BA6F8A}"/>
                </a:ext>
              </a:extLst>
            </p:cNvPr>
            <p:cNvGrpSpPr/>
            <p:nvPr/>
          </p:nvGrpSpPr>
          <p:grpSpPr>
            <a:xfrm>
              <a:off x="924485" y="4087252"/>
              <a:ext cx="286344" cy="296129"/>
              <a:chOff x="12827000" y="3965575"/>
              <a:chExt cx="120650" cy="138113"/>
            </a:xfrm>
          </p:grpSpPr>
          <p:sp>
            <p:nvSpPr>
              <p:cNvPr id="51" name="Freeform 168">
                <a:extLst>
                  <a:ext uri="{FF2B5EF4-FFF2-40B4-BE49-F238E27FC236}">
                    <a16:creationId xmlns:a16="http://schemas.microsoft.com/office/drawing/2014/main" id="{690358D1-F58D-226E-2078-A88A98940885}"/>
                  </a:ext>
                </a:extLst>
              </p:cNvPr>
              <p:cNvSpPr>
                <a:spLocks/>
              </p:cNvSpPr>
              <p:nvPr/>
            </p:nvSpPr>
            <p:spPr bwMode="auto">
              <a:xfrm>
                <a:off x="12827000" y="3965575"/>
                <a:ext cx="120650" cy="138113"/>
              </a:xfrm>
              <a:custGeom>
                <a:avLst/>
                <a:gdLst>
                  <a:gd name="T0" fmla="*/ 24 w 32"/>
                  <a:gd name="T1" fmla="*/ 4 h 37"/>
                  <a:gd name="T2" fmla="*/ 16 w 32"/>
                  <a:gd name="T3" fmla="*/ 0 h 37"/>
                  <a:gd name="T4" fmla="*/ 16 w 32"/>
                  <a:gd name="T5" fmla="*/ 0 h 37"/>
                  <a:gd name="T6" fmla="*/ 8 w 32"/>
                  <a:gd name="T7" fmla="*/ 4 h 37"/>
                  <a:gd name="T8" fmla="*/ 0 w 32"/>
                  <a:gd name="T9" fmla="*/ 1 h 37"/>
                  <a:gd name="T10" fmla="*/ 0 w 32"/>
                  <a:gd name="T11" fmla="*/ 25 h 37"/>
                  <a:gd name="T12" fmla="*/ 16 w 32"/>
                  <a:gd name="T13" fmla="*/ 37 h 37"/>
                  <a:gd name="T14" fmla="*/ 32 w 32"/>
                  <a:gd name="T15" fmla="*/ 25 h 37"/>
                  <a:gd name="T16" fmla="*/ 32 w 32"/>
                  <a:gd name="T17" fmla="*/ 1 h 37"/>
                  <a:gd name="T18" fmla="*/ 24 w 32"/>
                  <a:gd name="T19"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7">
                    <a:moveTo>
                      <a:pt x="24" y="4"/>
                    </a:moveTo>
                    <a:cubicBezTo>
                      <a:pt x="21" y="4"/>
                      <a:pt x="18" y="3"/>
                      <a:pt x="16" y="0"/>
                    </a:cubicBezTo>
                    <a:cubicBezTo>
                      <a:pt x="16" y="0"/>
                      <a:pt x="16" y="0"/>
                      <a:pt x="16" y="0"/>
                    </a:cubicBezTo>
                    <a:cubicBezTo>
                      <a:pt x="14" y="3"/>
                      <a:pt x="11" y="4"/>
                      <a:pt x="8" y="4"/>
                    </a:cubicBezTo>
                    <a:cubicBezTo>
                      <a:pt x="5" y="4"/>
                      <a:pt x="3" y="3"/>
                      <a:pt x="0" y="1"/>
                    </a:cubicBezTo>
                    <a:cubicBezTo>
                      <a:pt x="0" y="25"/>
                      <a:pt x="0" y="25"/>
                      <a:pt x="0" y="25"/>
                    </a:cubicBezTo>
                    <a:cubicBezTo>
                      <a:pt x="0" y="25"/>
                      <a:pt x="2" y="33"/>
                      <a:pt x="16" y="37"/>
                    </a:cubicBezTo>
                    <a:cubicBezTo>
                      <a:pt x="30" y="33"/>
                      <a:pt x="32" y="25"/>
                      <a:pt x="32" y="25"/>
                    </a:cubicBezTo>
                    <a:cubicBezTo>
                      <a:pt x="32" y="1"/>
                      <a:pt x="32" y="1"/>
                      <a:pt x="32" y="1"/>
                    </a:cubicBezTo>
                    <a:cubicBezTo>
                      <a:pt x="29" y="3"/>
                      <a:pt x="27" y="4"/>
                      <a:pt x="24" y="4"/>
                    </a:cubicBezTo>
                    <a:close/>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52" name="Line 169">
                <a:extLst>
                  <a:ext uri="{FF2B5EF4-FFF2-40B4-BE49-F238E27FC236}">
                    <a16:creationId xmlns:a16="http://schemas.microsoft.com/office/drawing/2014/main" id="{520D9A07-A109-FB51-5B45-A47DAEAAF575}"/>
                  </a:ext>
                </a:extLst>
              </p:cNvPr>
              <p:cNvSpPr>
                <a:spLocks noChangeShapeType="1"/>
              </p:cNvSpPr>
              <p:nvPr/>
            </p:nvSpPr>
            <p:spPr bwMode="auto">
              <a:xfrm flipV="1">
                <a:off x="12887325" y="3998913"/>
                <a:ext cx="0" cy="60325"/>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53" name="Line 170">
                <a:extLst>
                  <a:ext uri="{FF2B5EF4-FFF2-40B4-BE49-F238E27FC236}">
                    <a16:creationId xmlns:a16="http://schemas.microsoft.com/office/drawing/2014/main" id="{B7141FD1-DB80-111D-6AFF-F4AC3B90D2C2}"/>
                  </a:ext>
                </a:extLst>
              </p:cNvPr>
              <p:cNvSpPr>
                <a:spLocks noChangeShapeType="1"/>
              </p:cNvSpPr>
              <p:nvPr/>
            </p:nvSpPr>
            <p:spPr bwMode="auto">
              <a:xfrm>
                <a:off x="12857163" y="4029075"/>
                <a:ext cx="60325" cy="0"/>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grpSp>
        <p:nvGrpSpPr>
          <p:cNvPr id="87" name="Group 86">
            <a:extLst>
              <a:ext uri="{FF2B5EF4-FFF2-40B4-BE49-F238E27FC236}">
                <a16:creationId xmlns:a16="http://schemas.microsoft.com/office/drawing/2014/main" id="{106D53EA-8D49-4635-71C7-F7CAE9D8CD9F}"/>
              </a:ext>
            </a:extLst>
          </p:cNvPr>
          <p:cNvGrpSpPr/>
          <p:nvPr/>
        </p:nvGrpSpPr>
        <p:grpSpPr>
          <a:xfrm>
            <a:off x="1220355" y="4649904"/>
            <a:ext cx="700926" cy="699709"/>
            <a:chOff x="1220355" y="4649904"/>
            <a:chExt cx="700926" cy="699709"/>
          </a:xfrm>
        </p:grpSpPr>
        <p:sp>
          <p:nvSpPr>
            <p:cNvPr id="15" name="TextBox 14">
              <a:extLst>
                <a:ext uri="{FF2B5EF4-FFF2-40B4-BE49-F238E27FC236}">
                  <a16:creationId xmlns:a16="http://schemas.microsoft.com/office/drawing/2014/main" id="{C5A566A3-B166-14E7-F3DE-FF655D531CDD}"/>
                </a:ext>
              </a:extLst>
            </p:cNvPr>
            <p:cNvSpPr txBox="1"/>
            <p:nvPr/>
          </p:nvSpPr>
          <p:spPr>
            <a:xfrm rot="1906004">
              <a:off x="1220355" y="4803831"/>
              <a:ext cx="584352" cy="545782"/>
            </a:xfrm>
            <a:prstGeom prst="rect">
              <a:avLst/>
            </a:prstGeom>
            <a:noFill/>
          </p:spPr>
          <p:txBody>
            <a:bodyPr wrap="none" lIns="0" tIns="0" rIns="0" bIns="0" rtlCol="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FREIGHT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FORWARDERS</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sp>
          <p:nvSpPr>
            <p:cNvPr id="24" name="Freeform 36">
              <a:extLst>
                <a:ext uri="{FF2B5EF4-FFF2-40B4-BE49-F238E27FC236}">
                  <a16:creationId xmlns:a16="http://schemas.microsoft.com/office/drawing/2014/main" id="{CCAE6098-3D86-862F-17A6-E420CB8C0A39}"/>
                </a:ext>
              </a:extLst>
            </p:cNvPr>
            <p:cNvSpPr/>
            <p:nvPr/>
          </p:nvSpPr>
          <p:spPr>
            <a:xfrm>
              <a:off x="1326669" y="4649904"/>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78500" tIns="178500" rIns="178500" bIns="178500" numCol="1" spcCol="1270" anchor="ctr" anchorCtr="0">
              <a:noAutofit/>
            </a:bodyPr>
            <a:lstStyle/>
            <a:p>
              <a:pPr marL="0" marR="0" lvl="0" indent="0" algn="ctr" defTabSz="1733550" rtl="0" eaLnBrk="1" fontAlgn="auto" latinLnBrk="0" hangingPunct="1">
                <a:lnSpc>
                  <a:spcPct val="90000"/>
                </a:lnSpc>
                <a:spcBef>
                  <a:spcPct val="0"/>
                </a:spcBef>
                <a:spcAft>
                  <a:spcPct val="35000"/>
                </a:spcAft>
                <a:buClrTx/>
                <a:buSzTx/>
                <a:buFontTx/>
                <a:buNone/>
                <a:tabLst/>
                <a:defRPr/>
              </a:pPr>
              <a:endParaRPr kumimoji="0" lang="en-AU" sz="3900" b="0" i="0" u="none" strike="noStrike" kern="0" cap="none" spc="0" normalizeH="0" baseline="0" noProof="0">
                <a:ln>
                  <a:noFill/>
                </a:ln>
                <a:solidFill>
                  <a:srgbClr val="FFFFFF"/>
                </a:solidFill>
                <a:effectLst/>
                <a:uLnTx/>
                <a:uFillTx/>
                <a:latin typeface="Arial"/>
                <a:ea typeface="+mn-ea"/>
                <a:cs typeface="+mn-cs"/>
              </a:endParaRPr>
            </a:p>
          </p:txBody>
        </p:sp>
        <p:grpSp>
          <p:nvGrpSpPr>
            <p:cNvPr id="38" name="Group 37">
              <a:extLst>
                <a:ext uri="{FF2B5EF4-FFF2-40B4-BE49-F238E27FC236}">
                  <a16:creationId xmlns:a16="http://schemas.microsoft.com/office/drawing/2014/main" id="{25D8A301-DF9F-4079-B8BE-6885340DAA50}"/>
                </a:ext>
              </a:extLst>
            </p:cNvPr>
            <p:cNvGrpSpPr/>
            <p:nvPr/>
          </p:nvGrpSpPr>
          <p:grpSpPr>
            <a:xfrm rot="5400000">
              <a:off x="1475910" y="4778208"/>
              <a:ext cx="296129" cy="310495"/>
              <a:chOff x="16417925" y="3232150"/>
              <a:chExt cx="150813" cy="150813"/>
            </a:xfrm>
          </p:grpSpPr>
          <p:sp>
            <p:nvSpPr>
              <p:cNvPr id="54" name="Freeform 196">
                <a:extLst>
                  <a:ext uri="{FF2B5EF4-FFF2-40B4-BE49-F238E27FC236}">
                    <a16:creationId xmlns:a16="http://schemas.microsoft.com/office/drawing/2014/main" id="{5E2D4AEF-DBD1-F00C-7FD1-9AEA1C35C601}"/>
                  </a:ext>
                </a:extLst>
              </p:cNvPr>
              <p:cNvSpPr>
                <a:spLocks/>
              </p:cNvSpPr>
              <p:nvPr/>
            </p:nvSpPr>
            <p:spPr bwMode="auto">
              <a:xfrm>
                <a:off x="16467138" y="3270250"/>
                <a:ext cx="52388" cy="25400"/>
              </a:xfrm>
              <a:custGeom>
                <a:avLst/>
                <a:gdLst>
                  <a:gd name="T0" fmla="*/ 33 w 33"/>
                  <a:gd name="T1" fmla="*/ 16 h 16"/>
                  <a:gd name="T2" fmla="*/ 16 w 33"/>
                  <a:gd name="T3" fmla="*/ 0 h 16"/>
                  <a:gd name="T4" fmla="*/ 0 w 33"/>
                  <a:gd name="T5" fmla="*/ 16 h 16"/>
                </a:gdLst>
                <a:ahLst/>
                <a:cxnLst>
                  <a:cxn ang="0">
                    <a:pos x="T0" y="T1"/>
                  </a:cxn>
                  <a:cxn ang="0">
                    <a:pos x="T2" y="T3"/>
                  </a:cxn>
                  <a:cxn ang="0">
                    <a:pos x="T4" y="T5"/>
                  </a:cxn>
                </a:cxnLst>
                <a:rect l="0" t="0" r="r" b="b"/>
                <a:pathLst>
                  <a:path w="33" h="16">
                    <a:moveTo>
                      <a:pt x="33" y="16"/>
                    </a:moveTo>
                    <a:lnTo>
                      <a:pt x="16" y="0"/>
                    </a:lnTo>
                    <a:lnTo>
                      <a:pt x="0" y="16"/>
                    </a:ln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55" name="Oval 197">
                <a:extLst>
                  <a:ext uri="{FF2B5EF4-FFF2-40B4-BE49-F238E27FC236}">
                    <a16:creationId xmlns:a16="http://schemas.microsoft.com/office/drawing/2014/main" id="{9FBAC11E-686D-4C6F-B16C-9091FAFD47BD}"/>
                  </a:ext>
                </a:extLst>
              </p:cNvPr>
              <p:cNvSpPr>
                <a:spLocks noChangeArrowheads="1"/>
              </p:cNvSpPr>
              <p:nvPr/>
            </p:nvSpPr>
            <p:spPr bwMode="auto">
              <a:xfrm>
                <a:off x="16417925" y="3232150"/>
                <a:ext cx="150813" cy="150813"/>
              </a:xfrm>
              <a:prstGeom prst="ellipse">
                <a:avLst/>
              </a:prstGeom>
              <a:noFill/>
              <a:ln w="19050" cap="flat">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56" name="Line 198">
                <a:extLst>
                  <a:ext uri="{FF2B5EF4-FFF2-40B4-BE49-F238E27FC236}">
                    <a16:creationId xmlns:a16="http://schemas.microsoft.com/office/drawing/2014/main" id="{055F6A34-47D9-CE66-13F0-58491308E597}"/>
                  </a:ext>
                </a:extLst>
              </p:cNvPr>
              <p:cNvSpPr>
                <a:spLocks noChangeShapeType="1"/>
              </p:cNvSpPr>
              <p:nvPr/>
            </p:nvSpPr>
            <p:spPr bwMode="auto">
              <a:xfrm flipV="1">
                <a:off x="16492538" y="3270250"/>
                <a:ext cx="0" cy="71438"/>
              </a:xfrm>
              <a:prstGeom prst="line">
                <a:avLst/>
              </a:prstGeom>
              <a:noFill/>
              <a:ln w="19050" cap="rnd">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grpSp>
        <p:nvGrpSpPr>
          <p:cNvPr id="88" name="Group 87">
            <a:extLst>
              <a:ext uri="{FF2B5EF4-FFF2-40B4-BE49-F238E27FC236}">
                <a16:creationId xmlns:a16="http://schemas.microsoft.com/office/drawing/2014/main" id="{A3A7A7C5-A0AC-85BF-875A-3C6A08F257D8}"/>
              </a:ext>
            </a:extLst>
          </p:cNvPr>
          <p:cNvGrpSpPr/>
          <p:nvPr/>
        </p:nvGrpSpPr>
        <p:grpSpPr>
          <a:xfrm>
            <a:off x="2226810" y="4928846"/>
            <a:ext cx="594612" cy="731218"/>
            <a:chOff x="2226810" y="4928846"/>
            <a:chExt cx="594612" cy="731218"/>
          </a:xfrm>
        </p:grpSpPr>
        <p:sp>
          <p:nvSpPr>
            <p:cNvPr id="14" name="TextBox 13">
              <a:extLst>
                <a:ext uri="{FF2B5EF4-FFF2-40B4-BE49-F238E27FC236}">
                  <a16:creationId xmlns:a16="http://schemas.microsoft.com/office/drawing/2014/main" id="{3513E587-70F9-B196-FC7A-037EE1226CA1}"/>
                </a:ext>
              </a:extLst>
            </p:cNvPr>
            <p:cNvSpPr txBox="1"/>
            <p:nvPr/>
          </p:nvSpPr>
          <p:spPr>
            <a:xfrm>
              <a:off x="2231744" y="5366343"/>
              <a:ext cx="584352" cy="293721"/>
            </a:xfrm>
            <a:prstGeom prst="rect">
              <a:avLst/>
            </a:prstGeom>
            <a:noFill/>
          </p:spPr>
          <p:txBody>
            <a:bodyPr wrap="none" lIns="0" tIns="0" rIns="0" bIns="0" rtlCol="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CARRIERS</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sp>
          <p:nvSpPr>
            <p:cNvPr id="23" name="Freeform 35">
              <a:extLst>
                <a:ext uri="{FF2B5EF4-FFF2-40B4-BE49-F238E27FC236}">
                  <a16:creationId xmlns:a16="http://schemas.microsoft.com/office/drawing/2014/main" id="{988306A1-A51F-EA01-7D25-A48BA91FAD67}"/>
                </a:ext>
              </a:extLst>
            </p:cNvPr>
            <p:cNvSpPr/>
            <p:nvPr/>
          </p:nvSpPr>
          <p:spPr>
            <a:xfrm>
              <a:off x="2226810" y="4928846"/>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78500" tIns="178500" rIns="178500" bIns="178500" numCol="1" spcCol="1270" anchor="ctr" anchorCtr="0">
              <a:noAutofit/>
            </a:bodyPr>
            <a:lstStyle/>
            <a:p>
              <a:pPr marL="0" marR="0" lvl="0" indent="0" algn="ctr" defTabSz="1733550" rtl="0" eaLnBrk="1" fontAlgn="auto" latinLnBrk="0" hangingPunct="1">
                <a:lnSpc>
                  <a:spcPct val="90000"/>
                </a:lnSpc>
                <a:spcBef>
                  <a:spcPct val="0"/>
                </a:spcBef>
                <a:spcAft>
                  <a:spcPct val="35000"/>
                </a:spcAft>
                <a:buClrTx/>
                <a:buSzTx/>
                <a:buFontTx/>
                <a:buNone/>
                <a:tabLst/>
                <a:defRPr/>
              </a:pPr>
              <a:endParaRPr kumimoji="0" lang="en-AU" sz="3900" b="0" i="0" u="none" strike="noStrike" kern="0" cap="none" spc="0" normalizeH="0" baseline="0" noProof="0">
                <a:ln>
                  <a:noFill/>
                </a:ln>
                <a:solidFill>
                  <a:srgbClr val="FFFFFF"/>
                </a:solidFill>
                <a:effectLst/>
                <a:uLnTx/>
                <a:uFillTx/>
                <a:latin typeface="Arial"/>
                <a:ea typeface="+mn-ea"/>
                <a:cs typeface="+mn-cs"/>
              </a:endParaRPr>
            </a:p>
          </p:txBody>
        </p:sp>
        <p:grpSp>
          <p:nvGrpSpPr>
            <p:cNvPr id="35" name="Group 34">
              <a:extLst>
                <a:ext uri="{FF2B5EF4-FFF2-40B4-BE49-F238E27FC236}">
                  <a16:creationId xmlns:a16="http://schemas.microsoft.com/office/drawing/2014/main" id="{F9D7C418-81FB-D5BD-80E3-EE3843F6AFDB}"/>
                </a:ext>
              </a:extLst>
            </p:cNvPr>
            <p:cNvGrpSpPr/>
            <p:nvPr/>
          </p:nvGrpSpPr>
          <p:grpSpPr>
            <a:xfrm>
              <a:off x="2368868" y="5064332"/>
              <a:ext cx="310495" cy="296129"/>
              <a:chOff x="15711488" y="3248026"/>
              <a:chExt cx="134937" cy="134938"/>
            </a:xfrm>
          </p:grpSpPr>
          <p:sp>
            <p:nvSpPr>
              <p:cNvPr id="62" name="Freeform 398">
                <a:extLst>
                  <a:ext uri="{FF2B5EF4-FFF2-40B4-BE49-F238E27FC236}">
                    <a16:creationId xmlns:a16="http://schemas.microsoft.com/office/drawing/2014/main" id="{EFDFBE65-107F-C9AC-976D-E3564F99790A}"/>
                  </a:ext>
                </a:extLst>
              </p:cNvPr>
              <p:cNvSpPr>
                <a:spLocks/>
              </p:cNvSpPr>
              <p:nvPr/>
            </p:nvSpPr>
            <p:spPr bwMode="auto">
              <a:xfrm>
                <a:off x="15805150" y="3254376"/>
                <a:ext cx="38100" cy="38100"/>
              </a:xfrm>
              <a:custGeom>
                <a:avLst/>
                <a:gdLst>
                  <a:gd name="T0" fmla="*/ 24 w 24"/>
                  <a:gd name="T1" fmla="*/ 0 h 24"/>
                  <a:gd name="T2" fmla="*/ 24 w 24"/>
                  <a:gd name="T3" fmla="*/ 24 h 24"/>
                  <a:gd name="T4" fmla="*/ 0 w 24"/>
                  <a:gd name="T5" fmla="*/ 24 h 24"/>
                </a:gdLst>
                <a:ahLst/>
                <a:cxnLst>
                  <a:cxn ang="0">
                    <a:pos x="T0" y="T1"/>
                  </a:cxn>
                  <a:cxn ang="0">
                    <a:pos x="T2" y="T3"/>
                  </a:cxn>
                  <a:cxn ang="0">
                    <a:pos x="T4" y="T5"/>
                  </a:cxn>
                </a:cxnLst>
                <a:rect l="0" t="0" r="r" b="b"/>
                <a:pathLst>
                  <a:path w="24" h="24">
                    <a:moveTo>
                      <a:pt x="24" y="0"/>
                    </a:moveTo>
                    <a:lnTo>
                      <a:pt x="24" y="24"/>
                    </a:lnTo>
                    <a:lnTo>
                      <a:pt x="0" y="24"/>
                    </a:ln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63" name="Freeform 399">
                <a:extLst>
                  <a:ext uri="{FF2B5EF4-FFF2-40B4-BE49-F238E27FC236}">
                    <a16:creationId xmlns:a16="http://schemas.microsoft.com/office/drawing/2014/main" id="{A56E9E6C-29EB-6E30-1387-056B30656227}"/>
                  </a:ext>
                </a:extLst>
              </p:cNvPr>
              <p:cNvSpPr>
                <a:spLocks/>
              </p:cNvSpPr>
              <p:nvPr/>
            </p:nvSpPr>
            <p:spPr bwMode="auto">
              <a:xfrm>
                <a:off x="15711488" y="3248026"/>
                <a:ext cx="131763" cy="44450"/>
              </a:xfrm>
              <a:custGeom>
                <a:avLst/>
                <a:gdLst>
                  <a:gd name="T0" fmla="*/ 0 w 35"/>
                  <a:gd name="T1" fmla="*/ 12 h 12"/>
                  <a:gd name="T2" fmla="*/ 17 w 35"/>
                  <a:gd name="T3" fmla="*/ 0 h 12"/>
                  <a:gd name="T4" fmla="*/ 35 w 35"/>
                  <a:gd name="T5" fmla="*/ 12 h 12"/>
                </a:gdLst>
                <a:ahLst/>
                <a:cxnLst>
                  <a:cxn ang="0">
                    <a:pos x="T0" y="T1"/>
                  </a:cxn>
                  <a:cxn ang="0">
                    <a:pos x="T2" y="T3"/>
                  </a:cxn>
                  <a:cxn ang="0">
                    <a:pos x="T4" y="T5"/>
                  </a:cxn>
                </a:cxnLst>
                <a:rect l="0" t="0" r="r" b="b"/>
                <a:pathLst>
                  <a:path w="35" h="12">
                    <a:moveTo>
                      <a:pt x="0" y="12"/>
                    </a:moveTo>
                    <a:cubicBezTo>
                      <a:pt x="3" y="5"/>
                      <a:pt x="9" y="0"/>
                      <a:pt x="17" y="0"/>
                    </a:cubicBezTo>
                    <a:cubicBezTo>
                      <a:pt x="25" y="0"/>
                      <a:pt x="33" y="5"/>
                      <a:pt x="35" y="12"/>
                    </a:cubicBez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64" name="Freeform 400">
                <a:extLst>
                  <a:ext uri="{FF2B5EF4-FFF2-40B4-BE49-F238E27FC236}">
                    <a16:creationId xmlns:a16="http://schemas.microsoft.com/office/drawing/2014/main" id="{6D731A0F-41B2-79E6-65F3-BE188A7EA76D}"/>
                  </a:ext>
                </a:extLst>
              </p:cNvPr>
              <p:cNvSpPr>
                <a:spLocks/>
              </p:cNvSpPr>
              <p:nvPr/>
            </p:nvSpPr>
            <p:spPr bwMode="auto">
              <a:xfrm>
                <a:off x="15716250" y="3336926"/>
                <a:ext cx="36513" cy="38100"/>
              </a:xfrm>
              <a:custGeom>
                <a:avLst/>
                <a:gdLst>
                  <a:gd name="T0" fmla="*/ 0 w 23"/>
                  <a:gd name="T1" fmla="*/ 24 h 24"/>
                  <a:gd name="T2" fmla="*/ 0 w 23"/>
                  <a:gd name="T3" fmla="*/ 0 h 24"/>
                  <a:gd name="T4" fmla="*/ 23 w 23"/>
                  <a:gd name="T5" fmla="*/ 0 h 24"/>
                </a:gdLst>
                <a:ahLst/>
                <a:cxnLst>
                  <a:cxn ang="0">
                    <a:pos x="T0" y="T1"/>
                  </a:cxn>
                  <a:cxn ang="0">
                    <a:pos x="T2" y="T3"/>
                  </a:cxn>
                  <a:cxn ang="0">
                    <a:pos x="T4" y="T5"/>
                  </a:cxn>
                </a:cxnLst>
                <a:rect l="0" t="0" r="r" b="b"/>
                <a:pathLst>
                  <a:path w="23" h="24">
                    <a:moveTo>
                      <a:pt x="0" y="24"/>
                    </a:moveTo>
                    <a:lnTo>
                      <a:pt x="0" y="0"/>
                    </a:lnTo>
                    <a:lnTo>
                      <a:pt x="23" y="0"/>
                    </a:ln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65" name="Freeform 401">
                <a:extLst>
                  <a:ext uri="{FF2B5EF4-FFF2-40B4-BE49-F238E27FC236}">
                    <a16:creationId xmlns:a16="http://schemas.microsoft.com/office/drawing/2014/main" id="{1E1DB50C-3516-4218-2E6A-357D0DAC0FC4}"/>
                  </a:ext>
                </a:extLst>
              </p:cNvPr>
              <p:cNvSpPr>
                <a:spLocks/>
              </p:cNvSpPr>
              <p:nvPr/>
            </p:nvSpPr>
            <p:spPr bwMode="auto">
              <a:xfrm>
                <a:off x="15716250" y="3336926"/>
                <a:ext cx="130175" cy="46038"/>
              </a:xfrm>
              <a:custGeom>
                <a:avLst/>
                <a:gdLst>
                  <a:gd name="T0" fmla="*/ 35 w 35"/>
                  <a:gd name="T1" fmla="*/ 0 h 12"/>
                  <a:gd name="T2" fmla="*/ 18 w 35"/>
                  <a:gd name="T3" fmla="*/ 12 h 12"/>
                  <a:gd name="T4" fmla="*/ 0 w 35"/>
                  <a:gd name="T5" fmla="*/ 0 h 12"/>
                </a:gdLst>
                <a:ahLst/>
                <a:cxnLst>
                  <a:cxn ang="0">
                    <a:pos x="T0" y="T1"/>
                  </a:cxn>
                  <a:cxn ang="0">
                    <a:pos x="T2" y="T3"/>
                  </a:cxn>
                  <a:cxn ang="0">
                    <a:pos x="T4" y="T5"/>
                  </a:cxn>
                </a:cxnLst>
                <a:rect l="0" t="0" r="r" b="b"/>
                <a:pathLst>
                  <a:path w="35" h="12">
                    <a:moveTo>
                      <a:pt x="35" y="0"/>
                    </a:moveTo>
                    <a:cubicBezTo>
                      <a:pt x="33" y="7"/>
                      <a:pt x="26" y="12"/>
                      <a:pt x="18" y="12"/>
                    </a:cubicBezTo>
                    <a:cubicBezTo>
                      <a:pt x="10" y="12"/>
                      <a:pt x="3" y="7"/>
                      <a:pt x="0" y="0"/>
                    </a:cubicBez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grpSp>
        <p:nvGrpSpPr>
          <p:cNvPr id="89" name="Group 88">
            <a:extLst>
              <a:ext uri="{FF2B5EF4-FFF2-40B4-BE49-F238E27FC236}">
                <a16:creationId xmlns:a16="http://schemas.microsoft.com/office/drawing/2014/main" id="{1C4ABA0D-A53E-FD93-F259-CF8C06D59FCF}"/>
              </a:ext>
            </a:extLst>
          </p:cNvPr>
          <p:cNvGrpSpPr/>
          <p:nvPr/>
        </p:nvGrpSpPr>
        <p:grpSpPr>
          <a:xfrm>
            <a:off x="3126951" y="4649904"/>
            <a:ext cx="733242" cy="665408"/>
            <a:chOff x="3126951" y="4649904"/>
            <a:chExt cx="733242" cy="665408"/>
          </a:xfrm>
        </p:grpSpPr>
        <p:sp>
          <p:nvSpPr>
            <p:cNvPr id="22" name="Freeform 34">
              <a:extLst>
                <a:ext uri="{FF2B5EF4-FFF2-40B4-BE49-F238E27FC236}">
                  <a16:creationId xmlns:a16="http://schemas.microsoft.com/office/drawing/2014/main" id="{4822C67C-11AA-C180-6E60-4178F648FE97}"/>
                </a:ext>
              </a:extLst>
            </p:cNvPr>
            <p:cNvSpPr/>
            <p:nvPr/>
          </p:nvSpPr>
          <p:spPr>
            <a:xfrm>
              <a:off x="3126951" y="4649904"/>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78500" tIns="178500" rIns="178500" bIns="178500" numCol="1" spcCol="1270" anchor="ctr" anchorCtr="0">
              <a:noAutofit/>
            </a:bodyPr>
            <a:lstStyle/>
            <a:p>
              <a:pPr marL="0" marR="0" lvl="0" indent="0" algn="ctr" defTabSz="1733550" rtl="0" eaLnBrk="1" fontAlgn="auto" latinLnBrk="0" hangingPunct="1">
                <a:lnSpc>
                  <a:spcPct val="90000"/>
                </a:lnSpc>
                <a:spcBef>
                  <a:spcPct val="0"/>
                </a:spcBef>
                <a:spcAft>
                  <a:spcPct val="35000"/>
                </a:spcAft>
                <a:buClrTx/>
                <a:buSzTx/>
                <a:buFontTx/>
                <a:buNone/>
                <a:tabLst/>
                <a:defRPr/>
              </a:pPr>
              <a:endParaRPr kumimoji="0" lang="en-AU" sz="3900" b="0" i="0" u="none" strike="noStrike" kern="0" cap="none" spc="0" normalizeH="0" baseline="0" noProof="0">
                <a:ln>
                  <a:noFill/>
                </a:ln>
                <a:solidFill>
                  <a:srgbClr val="FFFFFF"/>
                </a:solidFill>
                <a:effectLst/>
                <a:uLnTx/>
                <a:uFillTx/>
                <a:latin typeface="Arial"/>
                <a:ea typeface="+mn-ea"/>
                <a:cs typeface="+mn-cs"/>
              </a:endParaRPr>
            </a:p>
          </p:txBody>
        </p:sp>
        <p:sp>
          <p:nvSpPr>
            <p:cNvPr id="30" name="TextBox 29">
              <a:extLst>
                <a:ext uri="{FF2B5EF4-FFF2-40B4-BE49-F238E27FC236}">
                  <a16:creationId xmlns:a16="http://schemas.microsoft.com/office/drawing/2014/main" id="{C00414E6-EBE5-09FC-FD59-08144343C09C}"/>
                </a:ext>
              </a:extLst>
            </p:cNvPr>
            <p:cNvSpPr txBox="1"/>
            <p:nvPr/>
          </p:nvSpPr>
          <p:spPr>
            <a:xfrm rot="19820087">
              <a:off x="3275841" y="5021591"/>
              <a:ext cx="584352" cy="293721"/>
            </a:xfrm>
            <a:prstGeom prst="rect">
              <a:avLst/>
            </a:prstGeom>
            <a:noFill/>
          </p:spPr>
          <p:txBody>
            <a:bodyPr wrap="none" lIns="0" tIns="0" rIns="0" bIns="0" rtlCol="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SERVICE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PROVIDERS</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grpSp>
          <p:nvGrpSpPr>
            <p:cNvPr id="36" name="Group 35">
              <a:extLst>
                <a:ext uri="{FF2B5EF4-FFF2-40B4-BE49-F238E27FC236}">
                  <a16:creationId xmlns:a16="http://schemas.microsoft.com/office/drawing/2014/main" id="{CCC59BC3-1A94-6670-BAA3-25BCFD2A4A53}"/>
                </a:ext>
              </a:extLst>
            </p:cNvPr>
            <p:cNvGrpSpPr/>
            <p:nvPr/>
          </p:nvGrpSpPr>
          <p:grpSpPr>
            <a:xfrm>
              <a:off x="3269009" y="4785390"/>
              <a:ext cx="310495" cy="296129"/>
              <a:chOff x="19302413" y="3232150"/>
              <a:chExt cx="150813" cy="150813"/>
            </a:xfrm>
          </p:grpSpPr>
          <p:sp>
            <p:nvSpPr>
              <p:cNvPr id="59" name="Oval 133">
                <a:extLst>
                  <a:ext uri="{FF2B5EF4-FFF2-40B4-BE49-F238E27FC236}">
                    <a16:creationId xmlns:a16="http://schemas.microsoft.com/office/drawing/2014/main" id="{52EC8D31-758A-8145-F00D-9ACF8F399B0F}"/>
                  </a:ext>
                </a:extLst>
              </p:cNvPr>
              <p:cNvSpPr>
                <a:spLocks noChangeArrowheads="1"/>
              </p:cNvSpPr>
              <p:nvPr/>
            </p:nvSpPr>
            <p:spPr bwMode="auto">
              <a:xfrm>
                <a:off x="19302413" y="3232150"/>
                <a:ext cx="150813" cy="150813"/>
              </a:xfrm>
              <a:prstGeom prst="ellipse">
                <a:avLst/>
              </a:prstGeom>
              <a:noFill/>
              <a:ln w="19050" cap="flat">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60" name="Line 134">
                <a:extLst>
                  <a:ext uri="{FF2B5EF4-FFF2-40B4-BE49-F238E27FC236}">
                    <a16:creationId xmlns:a16="http://schemas.microsoft.com/office/drawing/2014/main" id="{3D43667F-C9AD-2F49-062C-7A068B9A13EF}"/>
                  </a:ext>
                </a:extLst>
              </p:cNvPr>
              <p:cNvSpPr>
                <a:spLocks noChangeShapeType="1"/>
              </p:cNvSpPr>
              <p:nvPr/>
            </p:nvSpPr>
            <p:spPr bwMode="auto">
              <a:xfrm>
                <a:off x="19377025" y="3292475"/>
                <a:ext cx="0" cy="60325"/>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61" name="Oval 135">
                <a:extLst>
                  <a:ext uri="{FF2B5EF4-FFF2-40B4-BE49-F238E27FC236}">
                    <a16:creationId xmlns:a16="http://schemas.microsoft.com/office/drawing/2014/main" id="{1E4666D1-570A-E87A-BD28-B9B5E0F18391}"/>
                  </a:ext>
                </a:extLst>
              </p:cNvPr>
              <p:cNvSpPr>
                <a:spLocks noChangeArrowheads="1"/>
              </p:cNvSpPr>
              <p:nvPr/>
            </p:nvSpPr>
            <p:spPr bwMode="auto">
              <a:xfrm>
                <a:off x="19369088" y="3254375"/>
                <a:ext cx="15875" cy="15875"/>
              </a:xfrm>
              <a:prstGeom prst="ellipse">
                <a:avLst/>
              </a:prstGeom>
              <a:solidFill>
                <a:srgbClr val="007A68"/>
              </a:solidFill>
              <a:ln w="19050">
                <a:noFill/>
                <a:round/>
                <a:headEnd/>
                <a:tailEnd/>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grpSp>
        <p:nvGrpSpPr>
          <p:cNvPr id="90" name="Group 89">
            <a:extLst>
              <a:ext uri="{FF2B5EF4-FFF2-40B4-BE49-F238E27FC236}">
                <a16:creationId xmlns:a16="http://schemas.microsoft.com/office/drawing/2014/main" id="{0451D176-536E-C57E-8FF2-466C51411A19}"/>
              </a:ext>
            </a:extLst>
          </p:cNvPr>
          <p:cNvGrpSpPr/>
          <p:nvPr/>
        </p:nvGrpSpPr>
        <p:grpSpPr>
          <a:xfrm>
            <a:off x="3683269" y="3876039"/>
            <a:ext cx="707325" cy="666690"/>
            <a:chOff x="3683269" y="3876039"/>
            <a:chExt cx="707325" cy="666690"/>
          </a:xfrm>
        </p:grpSpPr>
        <p:sp>
          <p:nvSpPr>
            <p:cNvPr id="21" name="Freeform 33">
              <a:extLst>
                <a:ext uri="{FF2B5EF4-FFF2-40B4-BE49-F238E27FC236}">
                  <a16:creationId xmlns:a16="http://schemas.microsoft.com/office/drawing/2014/main" id="{6AA803D3-602A-182E-9636-553318147384}"/>
                </a:ext>
              </a:extLst>
            </p:cNvPr>
            <p:cNvSpPr/>
            <p:nvPr/>
          </p:nvSpPr>
          <p:spPr>
            <a:xfrm>
              <a:off x="3683269" y="3919623"/>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51830" tIns="151830" rIns="151830" bIns="151830" numCol="1" spcCol="1270" anchor="ctr" anchorCtr="0">
              <a:noAutofit/>
            </a:bodyPr>
            <a:lstStyle/>
            <a:p>
              <a:pPr marL="0" marR="0" lvl="0" indent="0" algn="ctr" defTabSz="800100" rtl="0" eaLnBrk="1" fontAlgn="auto" latinLnBrk="0" hangingPunct="1">
                <a:lnSpc>
                  <a:spcPct val="90000"/>
                </a:lnSpc>
                <a:spcBef>
                  <a:spcPct val="0"/>
                </a:spcBef>
                <a:spcAft>
                  <a:spcPct val="3500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06BA15DA-3304-88EB-EDEB-34FA254DA56E}"/>
                </a:ext>
              </a:extLst>
            </p:cNvPr>
            <p:cNvSpPr txBox="1"/>
            <p:nvPr/>
          </p:nvSpPr>
          <p:spPr>
            <a:xfrm rot="5400000">
              <a:off x="3823207" y="3975342"/>
              <a:ext cx="666690" cy="468084"/>
            </a:xfrm>
            <a:prstGeom prst="rect">
              <a:avLst/>
            </a:prstGeom>
            <a:noFill/>
          </p:spPr>
          <p:txBody>
            <a:bodyPr wrap="none" lIns="0" tIns="0" rIns="0" bIns="0"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WAREHOUSES</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grpSp>
          <p:nvGrpSpPr>
            <p:cNvPr id="37" name="Group 36">
              <a:extLst>
                <a:ext uri="{FF2B5EF4-FFF2-40B4-BE49-F238E27FC236}">
                  <a16:creationId xmlns:a16="http://schemas.microsoft.com/office/drawing/2014/main" id="{99179CDD-6E3E-C490-9701-FD73CD8A1B53}"/>
                </a:ext>
              </a:extLst>
            </p:cNvPr>
            <p:cNvGrpSpPr/>
            <p:nvPr/>
          </p:nvGrpSpPr>
          <p:grpSpPr>
            <a:xfrm>
              <a:off x="3825328" y="4055109"/>
              <a:ext cx="310495" cy="296129"/>
              <a:chOff x="18592800" y="2525713"/>
              <a:chExt cx="131763" cy="134938"/>
            </a:xfrm>
          </p:grpSpPr>
          <p:sp>
            <p:nvSpPr>
              <p:cNvPr id="57" name="Oval 61">
                <a:extLst>
                  <a:ext uri="{FF2B5EF4-FFF2-40B4-BE49-F238E27FC236}">
                    <a16:creationId xmlns:a16="http://schemas.microsoft.com/office/drawing/2014/main" id="{98B3DA70-304F-8475-4548-BCBB6C453FBE}"/>
                  </a:ext>
                </a:extLst>
              </p:cNvPr>
              <p:cNvSpPr>
                <a:spLocks noChangeArrowheads="1"/>
              </p:cNvSpPr>
              <p:nvPr/>
            </p:nvSpPr>
            <p:spPr bwMode="auto">
              <a:xfrm>
                <a:off x="18637250" y="2570163"/>
                <a:ext cx="46038" cy="46038"/>
              </a:xfrm>
              <a:prstGeom prst="ellipse">
                <a:avLst/>
              </a:prstGeom>
              <a:noFill/>
              <a:ln w="19050" cap="flat">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58" name="Freeform 62">
                <a:extLst>
                  <a:ext uri="{FF2B5EF4-FFF2-40B4-BE49-F238E27FC236}">
                    <a16:creationId xmlns:a16="http://schemas.microsoft.com/office/drawing/2014/main" id="{66FF70E6-BEA4-D514-218E-C42BF99EA642}"/>
                  </a:ext>
                </a:extLst>
              </p:cNvPr>
              <p:cNvSpPr>
                <a:spLocks/>
              </p:cNvSpPr>
              <p:nvPr/>
            </p:nvSpPr>
            <p:spPr bwMode="auto">
              <a:xfrm>
                <a:off x="18592800" y="2525713"/>
                <a:ext cx="131763" cy="134938"/>
              </a:xfrm>
              <a:custGeom>
                <a:avLst/>
                <a:gdLst>
                  <a:gd name="T0" fmla="*/ 32 w 35"/>
                  <a:gd name="T1" fmla="*/ 18 h 36"/>
                  <a:gd name="T2" fmla="*/ 31 w 35"/>
                  <a:gd name="T3" fmla="*/ 15 h 36"/>
                  <a:gd name="T4" fmla="*/ 35 w 35"/>
                  <a:gd name="T5" fmla="*/ 13 h 36"/>
                  <a:gd name="T6" fmla="*/ 31 w 35"/>
                  <a:gd name="T7" fmla="*/ 6 h 36"/>
                  <a:gd name="T8" fmla="*/ 27 w 35"/>
                  <a:gd name="T9" fmla="*/ 8 h 36"/>
                  <a:gd name="T10" fmla="*/ 21 w 35"/>
                  <a:gd name="T11" fmla="*/ 5 h 36"/>
                  <a:gd name="T12" fmla="*/ 21 w 35"/>
                  <a:gd name="T13" fmla="*/ 0 h 36"/>
                  <a:gd name="T14" fmla="*/ 13 w 35"/>
                  <a:gd name="T15" fmla="*/ 0 h 36"/>
                  <a:gd name="T16" fmla="*/ 13 w 35"/>
                  <a:gd name="T17" fmla="*/ 5 h 36"/>
                  <a:gd name="T18" fmla="*/ 8 w 35"/>
                  <a:gd name="T19" fmla="*/ 8 h 36"/>
                  <a:gd name="T20" fmla="*/ 4 w 35"/>
                  <a:gd name="T21" fmla="*/ 6 h 36"/>
                  <a:gd name="T22" fmla="*/ 0 w 35"/>
                  <a:gd name="T23" fmla="*/ 13 h 36"/>
                  <a:gd name="T24" fmla="*/ 4 w 35"/>
                  <a:gd name="T25" fmla="*/ 15 h 36"/>
                  <a:gd name="T26" fmla="*/ 4 w 35"/>
                  <a:gd name="T27" fmla="*/ 18 h 36"/>
                  <a:gd name="T28" fmla="*/ 4 w 35"/>
                  <a:gd name="T29" fmla="*/ 21 h 36"/>
                  <a:gd name="T30" fmla="*/ 0 w 35"/>
                  <a:gd name="T31" fmla="*/ 24 h 36"/>
                  <a:gd name="T32" fmla="*/ 4 w 35"/>
                  <a:gd name="T33" fmla="*/ 31 h 36"/>
                  <a:gd name="T34" fmla="*/ 8 w 35"/>
                  <a:gd name="T35" fmla="*/ 28 h 36"/>
                  <a:gd name="T36" fmla="*/ 13 w 35"/>
                  <a:gd name="T37" fmla="*/ 32 h 36"/>
                  <a:gd name="T38" fmla="*/ 13 w 35"/>
                  <a:gd name="T39" fmla="*/ 36 h 36"/>
                  <a:gd name="T40" fmla="*/ 21 w 35"/>
                  <a:gd name="T41" fmla="*/ 36 h 36"/>
                  <a:gd name="T42" fmla="*/ 21 w 35"/>
                  <a:gd name="T43" fmla="*/ 32 h 36"/>
                  <a:gd name="T44" fmla="*/ 27 w 35"/>
                  <a:gd name="T45" fmla="*/ 28 h 36"/>
                  <a:gd name="T46" fmla="*/ 31 w 35"/>
                  <a:gd name="T47" fmla="*/ 31 h 36"/>
                  <a:gd name="T48" fmla="*/ 35 w 35"/>
                  <a:gd name="T49" fmla="*/ 24 h 36"/>
                  <a:gd name="T50" fmla="*/ 31 w 35"/>
                  <a:gd name="T51" fmla="*/ 21 h 36"/>
                  <a:gd name="T52" fmla="*/ 32 w 35"/>
                  <a:gd name="T53"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 h="36">
                    <a:moveTo>
                      <a:pt x="32" y="18"/>
                    </a:moveTo>
                    <a:cubicBezTo>
                      <a:pt x="32" y="17"/>
                      <a:pt x="32" y="16"/>
                      <a:pt x="31" y="15"/>
                    </a:cubicBezTo>
                    <a:cubicBezTo>
                      <a:pt x="35" y="13"/>
                      <a:pt x="35" y="13"/>
                      <a:pt x="35" y="13"/>
                    </a:cubicBezTo>
                    <a:cubicBezTo>
                      <a:pt x="31" y="6"/>
                      <a:pt x="31" y="6"/>
                      <a:pt x="31" y="6"/>
                    </a:cubicBezTo>
                    <a:cubicBezTo>
                      <a:pt x="27" y="8"/>
                      <a:pt x="27" y="8"/>
                      <a:pt x="27" y="8"/>
                    </a:cubicBezTo>
                    <a:cubicBezTo>
                      <a:pt x="25" y="7"/>
                      <a:pt x="23" y="5"/>
                      <a:pt x="21" y="5"/>
                    </a:cubicBezTo>
                    <a:cubicBezTo>
                      <a:pt x="21" y="0"/>
                      <a:pt x="21" y="0"/>
                      <a:pt x="21" y="0"/>
                    </a:cubicBezTo>
                    <a:cubicBezTo>
                      <a:pt x="13" y="0"/>
                      <a:pt x="13" y="0"/>
                      <a:pt x="13" y="0"/>
                    </a:cubicBezTo>
                    <a:cubicBezTo>
                      <a:pt x="13" y="5"/>
                      <a:pt x="13" y="5"/>
                      <a:pt x="13" y="5"/>
                    </a:cubicBezTo>
                    <a:cubicBezTo>
                      <a:pt x="11" y="5"/>
                      <a:pt x="9" y="7"/>
                      <a:pt x="8" y="8"/>
                    </a:cubicBezTo>
                    <a:cubicBezTo>
                      <a:pt x="4" y="6"/>
                      <a:pt x="4" y="6"/>
                      <a:pt x="4" y="6"/>
                    </a:cubicBezTo>
                    <a:cubicBezTo>
                      <a:pt x="0" y="13"/>
                      <a:pt x="0" y="13"/>
                      <a:pt x="0" y="13"/>
                    </a:cubicBezTo>
                    <a:cubicBezTo>
                      <a:pt x="4" y="15"/>
                      <a:pt x="4" y="15"/>
                      <a:pt x="4" y="15"/>
                    </a:cubicBezTo>
                    <a:cubicBezTo>
                      <a:pt x="4" y="16"/>
                      <a:pt x="4" y="17"/>
                      <a:pt x="4" y="18"/>
                    </a:cubicBezTo>
                    <a:cubicBezTo>
                      <a:pt x="4" y="19"/>
                      <a:pt x="4" y="20"/>
                      <a:pt x="4" y="21"/>
                    </a:cubicBezTo>
                    <a:cubicBezTo>
                      <a:pt x="0" y="24"/>
                      <a:pt x="0" y="24"/>
                      <a:pt x="0" y="24"/>
                    </a:cubicBezTo>
                    <a:cubicBezTo>
                      <a:pt x="4" y="31"/>
                      <a:pt x="4" y="31"/>
                      <a:pt x="4" y="31"/>
                    </a:cubicBezTo>
                    <a:cubicBezTo>
                      <a:pt x="8" y="28"/>
                      <a:pt x="8" y="28"/>
                      <a:pt x="8" y="28"/>
                    </a:cubicBezTo>
                    <a:cubicBezTo>
                      <a:pt x="9" y="30"/>
                      <a:pt x="11" y="31"/>
                      <a:pt x="13" y="32"/>
                    </a:cubicBezTo>
                    <a:cubicBezTo>
                      <a:pt x="13" y="36"/>
                      <a:pt x="13" y="36"/>
                      <a:pt x="13" y="36"/>
                    </a:cubicBezTo>
                    <a:cubicBezTo>
                      <a:pt x="21" y="36"/>
                      <a:pt x="21" y="36"/>
                      <a:pt x="21" y="36"/>
                    </a:cubicBezTo>
                    <a:cubicBezTo>
                      <a:pt x="21" y="32"/>
                      <a:pt x="21" y="32"/>
                      <a:pt x="21" y="32"/>
                    </a:cubicBezTo>
                    <a:cubicBezTo>
                      <a:pt x="23" y="31"/>
                      <a:pt x="25" y="30"/>
                      <a:pt x="27" y="28"/>
                    </a:cubicBezTo>
                    <a:cubicBezTo>
                      <a:pt x="31" y="31"/>
                      <a:pt x="31" y="31"/>
                      <a:pt x="31" y="31"/>
                    </a:cubicBezTo>
                    <a:cubicBezTo>
                      <a:pt x="35" y="24"/>
                      <a:pt x="35" y="24"/>
                      <a:pt x="35" y="24"/>
                    </a:cubicBezTo>
                    <a:cubicBezTo>
                      <a:pt x="31" y="21"/>
                      <a:pt x="31" y="21"/>
                      <a:pt x="31" y="21"/>
                    </a:cubicBezTo>
                    <a:cubicBezTo>
                      <a:pt x="31" y="20"/>
                      <a:pt x="32" y="19"/>
                      <a:pt x="32" y="18"/>
                    </a:cubicBezTo>
                    <a:close/>
                  </a:path>
                </a:pathLst>
              </a:custGeom>
              <a:noFill/>
              <a:ln w="19050" cap="flat">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grpSp>
        <p:nvGrpSpPr>
          <p:cNvPr id="91" name="Group 90">
            <a:extLst>
              <a:ext uri="{FF2B5EF4-FFF2-40B4-BE49-F238E27FC236}">
                <a16:creationId xmlns:a16="http://schemas.microsoft.com/office/drawing/2014/main" id="{7DB3B7E4-88CF-E5DD-C838-E03195889C1D}"/>
              </a:ext>
            </a:extLst>
          </p:cNvPr>
          <p:cNvGrpSpPr/>
          <p:nvPr/>
        </p:nvGrpSpPr>
        <p:grpSpPr>
          <a:xfrm>
            <a:off x="3683269" y="2855471"/>
            <a:ext cx="651064" cy="728577"/>
            <a:chOff x="3683269" y="2855471"/>
            <a:chExt cx="651064" cy="728577"/>
          </a:xfrm>
        </p:grpSpPr>
        <p:sp>
          <p:nvSpPr>
            <p:cNvPr id="13" name="TextBox 12">
              <a:extLst>
                <a:ext uri="{FF2B5EF4-FFF2-40B4-BE49-F238E27FC236}">
                  <a16:creationId xmlns:a16="http://schemas.microsoft.com/office/drawing/2014/main" id="{A50E1C41-A66A-C241-F8FC-BCF6589E3839}"/>
                </a:ext>
              </a:extLst>
            </p:cNvPr>
            <p:cNvSpPr txBox="1"/>
            <p:nvPr/>
          </p:nvSpPr>
          <p:spPr>
            <a:xfrm rot="3297503">
              <a:off x="3901689" y="2980145"/>
              <a:ext cx="557317" cy="307970"/>
            </a:xfrm>
            <a:prstGeom prst="rect">
              <a:avLst/>
            </a:prstGeom>
            <a:noFill/>
          </p:spPr>
          <p:txBody>
            <a:bodyPr wrap="none" lIns="0" tIns="0" rIns="0" bIns="0"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3PLS</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sp>
          <p:nvSpPr>
            <p:cNvPr id="20" name="Freeform 32">
              <a:extLst>
                <a:ext uri="{FF2B5EF4-FFF2-40B4-BE49-F238E27FC236}">
                  <a16:creationId xmlns:a16="http://schemas.microsoft.com/office/drawing/2014/main" id="{11C37AAF-9341-0C3B-AFCC-8BA965826C67}"/>
                </a:ext>
              </a:extLst>
            </p:cNvPr>
            <p:cNvSpPr/>
            <p:nvPr/>
          </p:nvSpPr>
          <p:spPr>
            <a:xfrm>
              <a:off x="3683269" y="3016946"/>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51830" tIns="151830" rIns="151830" bIns="151830" numCol="1" spcCol="1270" anchor="ctr" anchorCtr="0">
              <a:noAutofit/>
            </a:bodyPr>
            <a:lstStyle/>
            <a:p>
              <a:pPr marL="0" marR="0" lvl="0" indent="0" algn="ctr" defTabSz="800100" rtl="0" eaLnBrk="1" fontAlgn="auto" latinLnBrk="0" hangingPunct="1">
                <a:lnSpc>
                  <a:spcPct val="90000"/>
                </a:lnSpc>
                <a:spcBef>
                  <a:spcPct val="0"/>
                </a:spcBef>
                <a:spcAft>
                  <a:spcPct val="3500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Arial"/>
                <a:ea typeface="+mn-ea"/>
                <a:cs typeface="+mn-cs"/>
              </a:endParaRPr>
            </a:p>
          </p:txBody>
        </p:sp>
        <p:grpSp>
          <p:nvGrpSpPr>
            <p:cNvPr id="34" name="Group 33">
              <a:extLst>
                <a:ext uri="{FF2B5EF4-FFF2-40B4-BE49-F238E27FC236}">
                  <a16:creationId xmlns:a16="http://schemas.microsoft.com/office/drawing/2014/main" id="{04E6FB56-8CA5-7151-E48F-F40B2F45B842}"/>
                </a:ext>
              </a:extLst>
            </p:cNvPr>
            <p:cNvGrpSpPr/>
            <p:nvPr/>
          </p:nvGrpSpPr>
          <p:grpSpPr>
            <a:xfrm>
              <a:off x="3825328" y="3152432"/>
              <a:ext cx="310495" cy="296129"/>
              <a:chOff x="13533438" y="2511425"/>
              <a:chExt cx="150813" cy="149225"/>
            </a:xfrm>
          </p:grpSpPr>
          <p:sp>
            <p:nvSpPr>
              <p:cNvPr id="66" name="Oval 12">
                <a:extLst>
                  <a:ext uri="{FF2B5EF4-FFF2-40B4-BE49-F238E27FC236}">
                    <a16:creationId xmlns:a16="http://schemas.microsoft.com/office/drawing/2014/main" id="{F6920788-9CDE-CBC2-EA61-D444E171F92C}"/>
                  </a:ext>
                </a:extLst>
              </p:cNvPr>
              <p:cNvSpPr>
                <a:spLocks noChangeArrowheads="1"/>
              </p:cNvSpPr>
              <p:nvPr/>
            </p:nvSpPr>
            <p:spPr bwMode="auto">
              <a:xfrm>
                <a:off x="13533438" y="2511425"/>
                <a:ext cx="150813" cy="149225"/>
              </a:xfrm>
              <a:prstGeom prst="ellipse">
                <a:avLst/>
              </a:prstGeom>
              <a:noFill/>
              <a:ln w="19050" cap="flat">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67" name="Line 13">
                <a:extLst>
                  <a:ext uri="{FF2B5EF4-FFF2-40B4-BE49-F238E27FC236}">
                    <a16:creationId xmlns:a16="http://schemas.microsoft.com/office/drawing/2014/main" id="{4F55983D-0D59-CDBB-BA39-A6ED24056EF7}"/>
                  </a:ext>
                </a:extLst>
              </p:cNvPr>
              <p:cNvSpPr>
                <a:spLocks noChangeShapeType="1"/>
              </p:cNvSpPr>
              <p:nvPr/>
            </p:nvSpPr>
            <p:spPr bwMode="auto">
              <a:xfrm>
                <a:off x="13609638" y="2547938"/>
                <a:ext cx="0" cy="76200"/>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68" name="Line 14">
                <a:extLst>
                  <a:ext uri="{FF2B5EF4-FFF2-40B4-BE49-F238E27FC236}">
                    <a16:creationId xmlns:a16="http://schemas.microsoft.com/office/drawing/2014/main" id="{AC9811EC-5995-5217-77C9-A54D164CE274}"/>
                  </a:ext>
                </a:extLst>
              </p:cNvPr>
              <p:cNvSpPr>
                <a:spLocks noChangeShapeType="1"/>
              </p:cNvSpPr>
              <p:nvPr/>
            </p:nvSpPr>
            <p:spPr bwMode="auto">
              <a:xfrm flipH="1">
                <a:off x="13571538" y="2586038"/>
                <a:ext cx="74613" cy="0"/>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grpSp>
        <p:nvGrpSpPr>
          <p:cNvPr id="92" name="Group 91">
            <a:extLst>
              <a:ext uri="{FF2B5EF4-FFF2-40B4-BE49-F238E27FC236}">
                <a16:creationId xmlns:a16="http://schemas.microsoft.com/office/drawing/2014/main" id="{793AC2C9-DE24-3540-1C2D-57AEE377FF8E}"/>
              </a:ext>
            </a:extLst>
          </p:cNvPr>
          <p:cNvGrpSpPr/>
          <p:nvPr/>
        </p:nvGrpSpPr>
        <p:grpSpPr>
          <a:xfrm>
            <a:off x="3126951" y="2167510"/>
            <a:ext cx="645711" cy="686257"/>
            <a:chOff x="3126951" y="2167510"/>
            <a:chExt cx="645711" cy="686257"/>
          </a:xfrm>
        </p:grpSpPr>
        <p:sp>
          <p:nvSpPr>
            <p:cNvPr id="12" name="TextBox 11">
              <a:extLst>
                <a:ext uri="{FF2B5EF4-FFF2-40B4-BE49-F238E27FC236}">
                  <a16:creationId xmlns:a16="http://schemas.microsoft.com/office/drawing/2014/main" id="{B7F545D9-5D98-F471-DD15-CEC6B7E1EA43}"/>
                </a:ext>
              </a:extLst>
            </p:cNvPr>
            <p:cNvSpPr txBox="1"/>
            <p:nvPr/>
          </p:nvSpPr>
          <p:spPr>
            <a:xfrm rot="3052222">
              <a:off x="3340018" y="2292184"/>
              <a:ext cx="557317" cy="307970"/>
            </a:xfrm>
            <a:prstGeom prst="rect">
              <a:avLst/>
            </a:prstGeom>
            <a:noFill/>
          </p:spPr>
          <p:txBody>
            <a:bodyPr wrap="none" lIns="0" tIns="0" rIns="0" bIns="0"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2A2C28"/>
                  </a:solidFill>
                  <a:effectLst/>
                  <a:uLnTx/>
                  <a:uFillTx/>
                  <a:latin typeface="Arial"/>
                  <a:ea typeface="+mn-ea"/>
                  <a:cs typeface="+mn-cs"/>
                </a:rPr>
                <a:t>SUPPLIERS</a:t>
              </a:r>
              <a:endParaRPr kumimoji="0" lang="en-AU" sz="1100" b="1" i="0" u="none" strike="noStrike" kern="0" cap="none" spc="0" normalizeH="0" baseline="0" noProof="0" dirty="0">
                <a:ln>
                  <a:noFill/>
                </a:ln>
                <a:solidFill>
                  <a:srgbClr val="2A2C28"/>
                </a:solidFill>
                <a:effectLst/>
                <a:uLnTx/>
                <a:uFillTx/>
                <a:latin typeface="Arial"/>
                <a:ea typeface="+mn-ea"/>
                <a:cs typeface="+mn-cs"/>
              </a:endParaRPr>
            </a:p>
          </p:txBody>
        </p:sp>
        <p:sp>
          <p:nvSpPr>
            <p:cNvPr id="19" name="Freeform 31">
              <a:extLst>
                <a:ext uri="{FF2B5EF4-FFF2-40B4-BE49-F238E27FC236}">
                  <a16:creationId xmlns:a16="http://schemas.microsoft.com/office/drawing/2014/main" id="{5E57F7A0-2621-500A-3FC1-FBD1297A3E41}"/>
                </a:ext>
              </a:extLst>
            </p:cNvPr>
            <p:cNvSpPr/>
            <p:nvPr/>
          </p:nvSpPr>
          <p:spPr>
            <a:xfrm>
              <a:off x="3126951" y="2286665"/>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51830" tIns="151830" rIns="151830" bIns="151830" numCol="1" spcCol="1270" anchor="ctr" anchorCtr="0">
              <a:noAutofit/>
            </a:bodyPr>
            <a:lstStyle/>
            <a:p>
              <a:pPr marL="0" marR="0" lvl="0" indent="0" algn="ctr" defTabSz="800100" rtl="0" eaLnBrk="1" fontAlgn="auto" latinLnBrk="0" hangingPunct="1">
                <a:lnSpc>
                  <a:spcPct val="90000"/>
                </a:lnSpc>
                <a:spcBef>
                  <a:spcPct val="0"/>
                </a:spcBef>
                <a:spcAft>
                  <a:spcPct val="3500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Arial"/>
                <a:ea typeface="+mn-ea"/>
                <a:cs typeface="+mn-cs"/>
              </a:endParaRPr>
            </a:p>
          </p:txBody>
        </p:sp>
        <p:sp>
          <p:nvSpPr>
            <p:cNvPr id="33" name="Freeform 51">
              <a:extLst>
                <a:ext uri="{FF2B5EF4-FFF2-40B4-BE49-F238E27FC236}">
                  <a16:creationId xmlns:a16="http://schemas.microsoft.com/office/drawing/2014/main" id="{B15E126C-2162-7FD5-8E1C-68E1DE5B2BDB}"/>
                </a:ext>
              </a:extLst>
            </p:cNvPr>
            <p:cNvSpPr>
              <a:spLocks/>
            </p:cNvSpPr>
            <p:nvPr/>
          </p:nvSpPr>
          <p:spPr bwMode="auto">
            <a:xfrm>
              <a:off x="3269009" y="2422152"/>
              <a:ext cx="310495" cy="296129"/>
            </a:xfrm>
            <a:custGeom>
              <a:avLst/>
              <a:gdLst>
                <a:gd name="T0" fmla="*/ 48 w 95"/>
                <a:gd name="T1" fmla="*/ 0 h 94"/>
                <a:gd name="T2" fmla="*/ 62 w 95"/>
                <a:gd name="T3" fmla="*/ 33 h 94"/>
                <a:gd name="T4" fmla="*/ 95 w 95"/>
                <a:gd name="T5" fmla="*/ 33 h 94"/>
                <a:gd name="T6" fmla="*/ 67 w 95"/>
                <a:gd name="T7" fmla="*/ 56 h 94"/>
                <a:gd name="T8" fmla="*/ 81 w 95"/>
                <a:gd name="T9" fmla="*/ 94 h 94"/>
                <a:gd name="T10" fmla="*/ 48 w 95"/>
                <a:gd name="T11" fmla="*/ 71 h 94"/>
                <a:gd name="T12" fmla="*/ 15 w 95"/>
                <a:gd name="T13" fmla="*/ 94 h 94"/>
                <a:gd name="T14" fmla="*/ 29 w 95"/>
                <a:gd name="T15" fmla="*/ 56 h 94"/>
                <a:gd name="T16" fmla="*/ 0 w 95"/>
                <a:gd name="T17" fmla="*/ 33 h 94"/>
                <a:gd name="T18" fmla="*/ 34 w 95"/>
                <a:gd name="T19" fmla="*/ 33 h 94"/>
                <a:gd name="T20" fmla="*/ 48 w 95"/>
                <a:gd name="T2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94">
                  <a:moveTo>
                    <a:pt x="48" y="0"/>
                  </a:moveTo>
                  <a:lnTo>
                    <a:pt x="62" y="33"/>
                  </a:lnTo>
                  <a:lnTo>
                    <a:pt x="95" y="33"/>
                  </a:lnTo>
                  <a:lnTo>
                    <a:pt x="67" y="56"/>
                  </a:lnTo>
                  <a:lnTo>
                    <a:pt x="81" y="94"/>
                  </a:lnTo>
                  <a:lnTo>
                    <a:pt x="48" y="71"/>
                  </a:lnTo>
                  <a:lnTo>
                    <a:pt x="15" y="94"/>
                  </a:lnTo>
                  <a:lnTo>
                    <a:pt x="29" y="56"/>
                  </a:lnTo>
                  <a:lnTo>
                    <a:pt x="0" y="33"/>
                  </a:lnTo>
                  <a:lnTo>
                    <a:pt x="34" y="33"/>
                  </a:lnTo>
                  <a:lnTo>
                    <a:pt x="48" y="0"/>
                  </a:lnTo>
                  <a:close/>
                </a:path>
              </a:pathLst>
            </a:custGeom>
            <a:noFill/>
            <a:ln w="19050" cap="flat">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nvGrpSpPr>
          <p:cNvPr id="93" name="Group 92">
            <a:extLst>
              <a:ext uri="{FF2B5EF4-FFF2-40B4-BE49-F238E27FC236}">
                <a16:creationId xmlns:a16="http://schemas.microsoft.com/office/drawing/2014/main" id="{0D8D29E2-C79B-7991-613F-3F327CA35906}"/>
              </a:ext>
            </a:extLst>
          </p:cNvPr>
          <p:cNvGrpSpPr/>
          <p:nvPr/>
        </p:nvGrpSpPr>
        <p:grpSpPr>
          <a:xfrm>
            <a:off x="2226810" y="1928439"/>
            <a:ext cx="594612" cy="646386"/>
            <a:chOff x="2226810" y="1928439"/>
            <a:chExt cx="594612" cy="646386"/>
          </a:xfrm>
        </p:grpSpPr>
        <p:sp>
          <p:nvSpPr>
            <p:cNvPr id="17" name="TextBox 16">
              <a:extLst>
                <a:ext uri="{FF2B5EF4-FFF2-40B4-BE49-F238E27FC236}">
                  <a16:creationId xmlns:a16="http://schemas.microsoft.com/office/drawing/2014/main" id="{9E583E32-B261-4C77-05B8-87DF2BCE400A}"/>
                </a:ext>
              </a:extLst>
            </p:cNvPr>
            <p:cNvSpPr txBox="1"/>
            <p:nvPr/>
          </p:nvSpPr>
          <p:spPr>
            <a:xfrm>
              <a:off x="2231744" y="1928439"/>
              <a:ext cx="584352" cy="293721"/>
            </a:xfrm>
            <a:prstGeom prst="rect">
              <a:avLst/>
            </a:prstGeom>
            <a:noFill/>
          </p:spPr>
          <p:txBody>
            <a:bodyPr wrap="none" lIns="0" tIns="0" rIns="0" bIns="0"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CUSTOMERS</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sp>
          <p:nvSpPr>
            <p:cNvPr id="18" name="Freeform 30">
              <a:extLst>
                <a:ext uri="{FF2B5EF4-FFF2-40B4-BE49-F238E27FC236}">
                  <a16:creationId xmlns:a16="http://schemas.microsoft.com/office/drawing/2014/main" id="{814D5040-4F2F-8AE8-4C5C-C747E9A62164}"/>
                </a:ext>
              </a:extLst>
            </p:cNvPr>
            <p:cNvSpPr/>
            <p:nvPr/>
          </p:nvSpPr>
          <p:spPr>
            <a:xfrm>
              <a:off x="2226810" y="2007723"/>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51830" tIns="151830" rIns="151830" bIns="151830" numCol="1" spcCol="1270" anchor="ctr" anchorCtr="0">
              <a:noAutofit/>
            </a:bodyPr>
            <a:lstStyle/>
            <a:p>
              <a:pPr marL="0" marR="0" lvl="0" indent="0" algn="ctr" defTabSz="800100" rtl="0" eaLnBrk="1" fontAlgn="auto" latinLnBrk="0" hangingPunct="1">
                <a:lnSpc>
                  <a:spcPct val="90000"/>
                </a:lnSpc>
                <a:spcBef>
                  <a:spcPct val="0"/>
                </a:spcBef>
                <a:spcAft>
                  <a:spcPct val="3500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Arial"/>
                <a:ea typeface="+mn-ea"/>
                <a:cs typeface="+mn-cs"/>
              </a:endParaRPr>
            </a:p>
          </p:txBody>
        </p:sp>
        <p:grpSp>
          <p:nvGrpSpPr>
            <p:cNvPr id="32" name="Group 31">
              <a:extLst>
                <a:ext uri="{FF2B5EF4-FFF2-40B4-BE49-F238E27FC236}">
                  <a16:creationId xmlns:a16="http://schemas.microsoft.com/office/drawing/2014/main" id="{5E0588CF-E49C-875C-69B6-6BCD25607C96}"/>
                </a:ext>
              </a:extLst>
            </p:cNvPr>
            <p:cNvGrpSpPr/>
            <p:nvPr/>
          </p:nvGrpSpPr>
          <p:grpSpPr>
            <a:xfrm>
              <a:off x="2368868" y="2143210"/>
              <a:ext cx="310495" cy="296129"/>
              <a:chOff x="9813062" y="2006449"/>
              <a:chExt cx="94129" cy="94129"/>
            </a:xfrm>
          </p:grpSpPr>
          <p:sp>
            <p:nvSpPr>
              <p:cNvPr id="69" name="Oval 149">
                <a:extLst>
                  <a:ext uri="{FF2B5EF4-FFF2-40B4-BE49-F238E27FC236}">
                    <a16:creationId xmlns:a16="http://schemas.microsoft.com/office/drawing/2014/main" id="{C9B801EA-BD9E-D535-4C21-C04BC893F08D}"/>
                  </a:ext>
                </a:extLst>
              </p:cNvPr>
              <p:cNvSpPr>
                <a:spLocks noChangeArrowheads="1"/>
              </p:cNvSpPr>
              <p:nvPr/>
            </p:nvSpPr>
            <p:spPr bwMode="auto">
              <a:xfrm>
                <a:off x="9813062" y="2006449"/>
                <a:ext cx="94129" cy="94129"/>
              </a:xfrm>
              <a:prstGeom prst="ellipse">
                <a:avLst/>
              </a:prstGeom>
              <a:noFill/>
              <a:ln w="19050" cap="flat">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70" name="Freeform 150">
                <a:extLst>
                  <a:ext uri="{FF2B5EF4-FFF2-40B4-BE49-F238E27FC236}">
                    <a16:creationId xmlns:a16="http://schemas.microsoft.com/office/drawing/2014/main" id="{A2429304-0495-E4E2-FC4F-C026D082F683}"/>
                  </a:ext>
                </a:extLst>
              </p:cNvPr>
              <p:cNvSpPr>
                <a:spLocks/>
              </p:cNvSpPr>
              <p:nvPr/>
            </p:nvSpPr>
            <p:spPr bwMode="auto">
              <a:xfrm>
                <a:off x="9850713" y="2032211"/>
                <a:ext cx="21798" cy="42606"/>
              </a:xfrm>
              <a:custGeom>
                <a:avLst/>
                <a:gdLst>
                  <a:gd name="T0" fmla="*/ 0 w 9"/>
                  <a:gd name="T1" fmla="*/ 14 h 18"/>
                  <a:gd name="T2" fmla="*/ 4 w 9"/>
                  <a:gd name="T3" fmla="*/ 18 h 18"/>
                  <a:gd name="T4" fmla="*/ 9 w 9"/>
                  <a:gd name="T5" fmla="*/ 14 h 18"/>
                  <a:gd name="T6" fmla="*/ 4 w 9"/>
                  <a:gd name="T7" fmla="*/ 9 h 18"/>
                  <a:gd name="T8" fmla="*/ 0 w 9"/>
                  <a:gd name="T9" fmla="*/ 4 h 18"/>
                  <a:gd name="T10" fmla="*/ 4 w 9"/>
                  <a:gd name="T11" fmla="*/ 0 h 18"/>
                  <a:gd name="T12" fmla="*/ 9 w 9"/>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9" h="18">
                    <a:moveTo>
                      <a:pt x="0" y="14"/>
                    </a:moveTo>
                    <a:cubicBezTo>
                      <a:pt x="0" y="16"/>
                      <a:pt x="2" y="18"/>
                      <a:pt x="4" y="18"/>
                    </a:cubicBezTo>
                    <a:cubicBezTo>
                      <a:pt x="7" y="18"/>
                      <a:pt x="9" y="16"/>
                      <a:pt x="9" y="14"/>
                    </a:cubicBezTo>
                    <a:cubicBezTo>
                      <a:pt x="9" y="11"/>
                      <a:pt x="7" y="9"/>
                      <a:pt x="4" y="9"/>
                    </a:cubicBezTo>
                    <a:cubicBezTo>
                      <a:pt x="2" y="9"/>
                      <a:pt x="0" y="7"/>
                      <a:pt x="0" y="4"/>
                    </a:cubicBezTo>
                    <a:cubicBezTo>
                      <a:pt x="0" y="2"/>
                      <a:pt x="2" y="0"/>
                      <a:pt x="4" y="0"/>
                    </a:cubicBezTo>
                    <a:cubicBezTo>
                      <a:pt x="7" y="0"/>
                      <a:pt x="9" y="2"/>
                      <a:pt x="9" y="4"/>
                    </a:cubicBez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71" name="Line 151">
                <a:extLst>
                  <a:ext uri="{FF2B5EF4-FFF2-40B4-BE49-F238E27FC236}">
                    <a16:creationId xmlns:a16="http://schemas.microsoft.com/office/drawing/2014/main" id="{A05A2422-86EE-7185-E2EB-E3BCF8770901}"/>
                  </a:ext>
                </a:extLst>
              </p:cNvPr>
              <p:cNvSpPr>
                <a:spLocks noChangeShapeType="1"/>
              </p:cNvSpPr>
              <p:nvPr/>
            </p:nvSpPr>
            <p:spPr bwMode="auto">
              <a:xfrm>
                <a:off x="9860622" y="2074816"/>
                <a:ext cx="0" cy="6936"/>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72" name="Line 152">
                <a:extLst>
                  <a:ext uri="{FF2B5EF4-FFF2-40B4-BE49-F238E27FC236}">
                    <a16:creationId xmlns:a16="http://schemas.microsoft.com/office/drawing/2014/main" id="{AD45FCA6-5CDE-77B5-EF35-CDA3A0DA3D31}"/>
                  </a:ext>
                </a:extLst>
              </p:cNvPr>
              <p:cNvSpPr>
                <a:spLocks noChangeShapeType="1"/>
              </p:cNvSpPr>
              <p:nvPr/>
            </p:nvSpPr>
            <p:spPr bwMode="auto">
              <a:xfrm>
                <a:off x="9860622" y="2025275"/>
                <a:ext cx="0" cy="6936"/>
              </a:xfrm>
              <a:prstGeom prst="line">
                <a:avLst/>
              </a:prstGeom>
              <a:noFill/>
              <a:ln w="19050" cap="rnd">
                <a:solidFill>
                  <a:srgbClr val="007A68"/>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grpSp>
        <p:nvGrpSpPr>
          <p:cNvPr id="94" name="Group 93">
            <a:extLst>
              <a:ext uri="{FF2B5EF4-FFF2-40B4-BE49-F238E27FC236}">
                <a16:creationId xmlns:a16="http://schemas.microsoft.com/office/drawing/2014/main" id="{D832D74E-70E4-1A22-D4B3-9005E5CC4EA7}"/>
              </a:ext>
            </a:extLst>
          </p:cNvPr>
          <p:cNvGrpSpPr/>
          <p:nvPr/>
        </p:nvGrpSpPr>
        <p:grpSpPr>
          <a:xfrm>
            <a:off x="1289839" y="2146525"/>
            <a:ext cx="631442" cy="707242"/>
            <a:chOff x="1289839" y="2146525"/>
            <a:chExt cx="631442" cy="707242"/>
          </a:xfrm>
        </p:grpSpPr>
        <p:sp>
          <p:nvSpPr>
            <p:cNvPr id="11" name="TextBox 10">
              <a:extLst>
                <a:ext uri="{FF2B5EF4-FFF2-40B4-BE49-F238E27FC236}">
                  <a16:creationId xmlns:a16="http://schemas.microsoft.com/office/drawing/2014/main" id="{A40BC774-FA63-6221-EC4A-873236B35E51}"/>
                </a:ext>
              </a:extLst>
            </p:cNvPr>
            <p:cNvSpPr txBox="1"/>
            <p:nvPr/>
          </p:nvSpPr>
          <p:spPr>
            <a:xfrm rot="18846289">
              <a:off x="1163947" y="2272417"/>
              <a:ext cx="558359" cy="306576"/>
            </a:xfrm>
            <a:prstGeom prst="rect">
              <a:avLst/>
            </a:prstGeom>
            <a:noFill/>
          </p:spPr>
          <p:txBody>
            <a:bodyPr wrap="none" lIns="0" tIns="0" rIns="0" bIns="0" rtlCol="0">
              <a:prstTxWarp prst="textArchUp">
                <a:avLst>
                  <a:gd name="adj" fmla="val 10302505"/>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2A2C28"/>
                  </a:solidFill>
                  <a:effectLst/>
                  <a:uLnTx/>
                  <a:uFillTx/>
                  <a:latin typeface="Arial"/>
                  <a:ea typeface="+mn-ea"/>
                  <a:cs typeface="+mn-cs"/>
                </a:rPr>
                <a:t>PARTNERS</a:t>
              </a:r>
              <a:endParaRPr kumimoji="0" lang="en-AU" sz="1100" b="1" i="0" u="none" strike="noStrike" kern="0" cap="none" spc="0" normalizeH="0" baseline="0" noProof="0">
                <a:ln>
                  <a:noFill/>
                </a:ln>
                <a:solidFill>
                  <a:srgbClr val="2A2C28"/>
                </a:solidFill>
                <a:effectLst/>
                <a:uLnTx/>
                <a:uFillTx/>
                <a:latin typeface="Arial"/>
                <a:ea typeface="+mn-ea"/>
                <a:cs typeface="+mn-cs"/>
              </a:endParaRPr>
            </a:p>
          </p:txBody>
        </p:sp>
        <p:sp>
          <p:nvSpPr>
            <p:cNvPr id="27" name="Freeform 39">
              <a:extLst>
                <a:ext uri="{FF2B5EF4-FFF2-40B4-BE49-F238E27FC236}">
                  <a16:creationId xmlns:a16="http://schemas.microsoft.com/office/drawing/2014/main" id="{60F0F46F-F23F-365A-8D9E-02E7ED53D1DE}"/>
                </a:ext>
              </a:extLst>
            </p:cNvPr>
            <p:cNvSpPr/>
            <p:nvPr/>
          </p:nvSpPr>
          <p:spPr>
            <a:xfrm>
              <a:off x="1326669" y="2286665"/>
              <a:ext cx="594612" cy="567102"/>
            </a:xfrm>
            <a:custGeom>
              <a:avLst/>
              <a:gdLst>
                <a:gd name="connsiteX0" fmla="*/ 0 w 880665"/>
                <a:gd name="connsiteY0" fmla="*/ 440333 h 880665"/>
                <a:gd name="connsiteX1" fmla="*/ 440333 w 880665"/>
                <a:gd name="connsiteY1" fmla="*/ 0 h 880665"/>
                <a:gd name="connsiteX2" fmla="*/ 880666 w 880665"/>
                <a:gd name="connsiteY2" fmla="*/ 440333 h 880665"/>
                <a:gd name="connsiteX3" fmla="*/ 440333 w 880665"/>
                <a:gd name="connsiteY3" fmla="*/ 880666 h 880665"/>
                <a:gd name="connsiteX4" fmla="*/ 0 w 880665"/>
                <a:gd name="connsiteY4" fmla="*/ 440333 h 880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665" h="880665">
                  <a:moveTo>
                    <a:pt x="0" y="440333"/>
                  </a:moveTo>
                  <a:cubicBezTo>
                    <a:pt x="0" y="197144"/>
                    <a:pt x="197144" y="0"/>
                    <a:pt x="440333" y="0"/>
                  </a:cubicBezTo>
                  <a:cubicBezTo>
                    <a:pt x="683522" y="0"/>
                    <a:pt x="880666" y="197144"/>
                    <a:pt x="880666" y="440333"/>
                  </a:cubicBezTo>
                  <a:cubicBezTo>
                    <a:pt x="880666" y="683522"/>
                    <a:pt x="683522" y="880666"/>
                    <a:pt x="440333" y="880666"/>
                  </a:cubicBezTo>
                  <a:cubicBezTo>
                    <a:pt x="197144" y="880666"/>
                    <a:pt x="0" y="683522"/>
                    <a:pt x="0" y="440333"/>
                  </a:cubicBezTo>
                  <a:close/>
                </a:path>
              </a:pathLst>
            </a:custGeom>
            <a:solidFill>
              <a:srgbClr val="FFFFFF"/>
            </a:solidFill>
            <a:ln w="28575" cap="flat" cmpd="sng" algn="ctr">
              <a:solidFill>
                <a:schemeClr val="tx2"/>
              </a:solidFill>
              <a:prstDash val="solid"/>
              <a:miter lim="800000"/>
            </a:ln>
            <a:effectLst>
              <a:outerShdw blurRad="50800" dist="38100" dir="2700000" algn="tl" rotWithShape="0">
                <a:prstClr val="black">
                  <a:alpha val="40000"/>
                </a:prstClr>
              </a:outerShdw>
            </a:effectLst>
          </p:spPr>
          <p:txBody>
            <a:bodyPr spcFirstLastPara="0" vert="horz" wrap="square" lIns="178500" tIns="178500" rIns="178500" bIns="178500" numCol="1" spcCol="1270" anchor="ctr" anchorCtr="0">
              <a:noAutofit/>
            </a:bodyPr>
            <a:lstStyle/>
            <a:p>
              <a:pPr marL="0" marR="0" lvl="0" indent="0" algn="ctr" defTabSz="1733550" rtl="0" eaLnBrk="1" fontAlgn="auto" latinLnBrk="0" hangingPunct="1">
                <a:lnSpc>
                  <a:spcPct val="90000"/>
                </a:lnSpc>
                <a:spcBef>
                  <a:spcPct val="0"/>
                </a:spcBef>
                <a:spcAft>
                  <a:spcPct val="35000"/>
                </a:spcAft>
                <a:buClrTx/>
                <a:buSzTx/>
                <a:buFontTx/>
                <a:buNone/>
                <a:tabLst/>
                <a:defRPr/>
              </a:pPr>
              <a:endParaRPr kumimoji="0" lang="en-AU" sz="3900" b="0" i="0" u="none" strike="noStrike" kern="0" cap="none" spc="0" normalizeH="0" baseline="0" noProof="0">
                <a:ln>
                  <a:noFill/>
                </a:ln>
                <a:solidFill>
                  <a:srgbClr val="FFFFFF"/>
                </a:solidFill>
                <a:effectLst/>
                <a:uLnTx/>
                <a:uFillTx/>
                <a:latin typeface="Arial"/>
                <a:ea typeface="+mn-ea"/>
                <a:cs typeface="+mn-cs"/>
              </a:endParaRPr>
            </a:p>
          </p:txBody>
        </p:sp>
        <p:grpSp>
          <p:nvGrpSpPr>
            <p:cNvPr id="31" name="Group 30">
              <a:extLst>
                <a:ext uri="{FF2B5EF4-FFF2-40B4-BE49-F238E27FC236}">
                  <a16:creationId xmlns:a16="http://schemas.microsoft.com/office/drawing/2014/main" id="{E1EF4F41-8277-29E7-92A8-60C3F6F2A99A}"/>
                </a:ext>
              </a:extLst>
            </p:cNvPr>
            <p:cNvGrpSpPr/>
            <p:nvPr/>
          </p:nvGrpSpPr>
          <p:grpSpPr>
            <a:xfrm>
              <a:off x="1468727" y="2422152"/>
              <a:ext cx="310495" cy="296129"/>
              <a:chOff x="15697200" y="2511425"/>
              <a:chExt cx="149225" cy="149225"/>
            </a:xfrm>
          </p:grpSpPr>
          <p:sp>
            <p:nvSpPr>
              <p:cNvPr id="73" name="Freeform 22">
                <a:extLst>
                  <a:ext uri="{FF2B5EF4-FFF2-40B4-BE49-F238E27FC236}">
                    <a16:creationId xmlns:a16="http://schemas.microsoft.com/office/drawing/2014/main" id="{CFC50019-7AE7-6728-FB4D-6925B34AF69D}"/>
                  </a:ext>
                </a:extLst>
              </p:cNvPr>
              <p:cNvSpPr>
                <a:spLocks/>
              </p:cNvSpPr>
              <p:nvPr/>
            </p:nvSpPr>
            <p:spPr bwMode="auto">
              <a:xfrm>
                <a:off x="15733713" y="2563813"/>
                <a:ext cx="76200" cy="44450"/>
              </a:xfrm>
              <a:custGeom>
                <a:avLst/>
                <a:gdLst>
                  <a:gd name="T0" fmla="*/ 48 w 48"/>
                  <a:gd name="T1" fmla="*/ 0 h 28"/>
                  <a:gd name="T2" fmla="*/ 19 w 48"/>
                  <a:gd name="T3" fmla="*/ 28 h 28"/>
                  <a:gd name="T4" fmla="*/ 0 w 48"/>
                  <a:gd name="T5" fmla="*/ 9 h 28"/>
                </a:gdLst>
                <a:ahLst/>
                <a:cxnLst>
                  <a:cxn ang="0">
                    <a:pos x="T0" y="T1"/>
                  </a:cxn>
                  <a:cxn ang="0">
                    <a:pos x="T2" y="T3"/>
                  </a:cxn>
                  <a:cxn ang="0">
                    <a:pos x="T4" y="T5"/>
                  </a:cxn>
                </a:cxnLst>
                <a:rect l="0" t="0" r="r" b="b"/>
                <a:pathLst>
                  <a:path w="48" h="28">
                    <a:moveTo>
                      <a:pt x="48" y="0"/>
                    </a:moveTo>
                    <a:lnTo>
                      <a:pt x="19" y="28"/>
                    </a:lnTo>
                    <a:lnTo>
                      <a:pt x="0" y="9"/>
                    </a:lnTo>
                  </a:path>
                </a:pathLst>
              </a:custGeom>
              <a:noFill/>
              <a:ln w="19050" cap="rnd">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sp>
            <p:nvSpPr>
              <p:cNvPr id="74" name="Oval 27">
                <a:extLst>
                  <a:ext uri="{FF2B5EF4-FFF2-40B4-BE49-F238E27FC236}">
                    <a16:creationId xmlns:a16="http://schemas.microsoft.com/office/drawing/2014/main" id="{07ECAB71-8E85-AE60-B707-F13EB7F8B2D1}"/>
                  </a:ext>
                </a:extLst>
              </p:cNvPr>
              <p:cNvSpPr>
                <a:spLocks noChangeArrowheads="1"/>
              </p:cNvSpPr>
              <p:nvPr/>
            </p:nvSpPr>
            <p:spPr bwMode="auto">
              <a:xfrm>
                <a:off x="15697200" y="2511425"/>
                <a:ext cx="149225" cy="149225"/>
              </a:xfrm>
              <a:prstGeom prst="ellipse">
                <a:avLst/>
              </a:prstGeom>
              <a:noFill/>
              <a:ln w="19050" cap="flat">
                <a:solidFill>
                  <a:srgbClr val="007A6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2A2C28"/>
                  </a:solidFill>
                  <a:effectLst/>
                  <a:uLnTx/>
                  <a:uFillTx/>
                  <a:latin typeface="Arial"/>
                  <a:ea typeface="+mn-ea"/>
                  <a:cs typeface="+mn-cs"/>
                </a:endParaRPr>
              </a:p>
            </p:txBody>
          </p:sp>
        </p:grpSp>
      </p:grpSp>
      <p:sp>
        <p:nvSpPr>
          <p:cNvPr id="9" name="TextBox 8">
            <a:extLst>
              <a:ext uri="{FF2B5EF4-FFF2-40B4-BE49-F238E27FC236}">
                <a16:creationId xmlns:a16="http://schemas.microsoft.com/office/drawing/2014/main" id="{5779B637-9005-27F4-2872-96C2917567C3}"/>
              </a:ext>
            </a:extLst>
          </p:cNvPr>
          <p:cNvSpPr txBox="1"/>
          <p:nvPr/>
        </p:nvSpPr>
        <p:spPr>
          <a:xfrm>
            <a:off x="1528531" y="3262533"/>
            <a:ext cx="1988075" cy="461665"/>
          </a:xfrm>
          <a:prstGeom prst="rect">
            <a:avLst/>
          </a:prstGeom>
          <a:noFill/>
        </p:spPr>
        <p:txBody>
          <a:bodyPr wrap="squar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1" u="none" strike="noStrike" kern="1200" cap="none" spc="0" normalizeH="0" baseline="0" noProof="0" dirty="0">
                <a:ln>
                  <a:noFill/>
                </a:ln>
                <a:solidFill>
                  <a:srgbClr val="143200"/>
                </a:solidFill>
                <a:effectLst/>
                <a:uLnTx/>
                <a:uFillTx/>
                <a:latin typeface="Century Gothic" panose="020B0502020202020204" pitchFamily="34" charset="0"/>
                <a:ea typeface="Times New Roman" panose="02020603050405020304" pitchFamily="18" charset="0"/>
                <a:cs typeface="Arial" panose="020B0604020202020204" pitchFamily="34" charset="0"/>
              </a:rPr>
              <a:t>MyTeamGE</a:t>
            </a:r>
            <a:endParaRPr kumimoji="0" lang="en-AU" sz="2400" b="0" i="1" u="none" strike="noStrike" kern="1200" cap="none" spc="0" normalizeH="0" baseline="0" noProof="0" dirty="0">
              <a:ln>
                <a:noFill/>
              </a:ln>
              <a:solidFill>
                <a:srgbClr val="143200"/>
              </a:solidFill>
              <a:effectLst/>
              <a:uLnTx/>
              <a:uFillTx/>
              <a:latin typeface="Calibri" panose="020F0502020204030204"/>
              <a:ea typeface="+mn-ea"/>
              <a:cs typeface="+mn-cs"/>
            </a:endParaRPr>
          </a:p>
        </p:txBody>
      </p:sp>
      <p:pic>
        <p:nvPicPr>
          <p:cNvPr id="41" name="Picture 40" descr="A picture containing text, sign&#10;&#10;Description automatically generated">
            <a:extLst>
              <a:ext uri="{FF2B5EF4-FFF2-40B4-BE49-F238E27FC236}">
                <a16:creationId xmlns:a16="http://schemas.microsoft.com/office/drawing/2014/main" id="{DBA8CF82-58A1-F6E5-447A-3B6C6D01900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564361" y="3779256"/>
            <a:ext cx="1916414" cy="515302"/>
          </a:xfrm>
          <a:prstGeom prst="rect">
            <a:avLst/>
          </a:prstGeom>
        </p:spPr>
      </p:pic>
    </p:spTree>
    <p:extLst>
      <p:ext uri="{BB962C8B-B14F-4D97-AF65-F5344CB8AC3E}">
        <p14:creationId xmlns:p14="http://schemas.microsoft.com/office/powerpoint/2010/main" val="2515834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7287866-16AF-95F3-4618-1930416B8356}"/>
              </a:ext>
            </a:extLst>
          </p:cNvPr>
          <p:cNvSpPr/>
          <p:nvPr/>
        </p:nvSpPr>
        <p:spPr>
          <a:xfrm>
            <a:off x="6139305" y="1207385"/>
            <a:ext cx="5580000" cy="2595966"/>
          </a:xfrm>
          <a:prstGeom prst="rect">
            <a:avLst/>
          </a:prstGeom>
          <a:solidFill>
            <a:schemeClr val="bg1"/>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143200"/>
              </a:solidFill>
              <a:effectLst/>
              <a:uLnTx/>
              <a:uFillTx/>
              <a:latin typeface="Arial"/>
              <a:ea typeface="+mn-ea"/>
              <a:cs typeface="+mn-cs"/>
            </a:endParaRPr>
          </a:p>
        </p:txBody>
      </p:sp>
      <p:sp>
        <p:nvSpPr>
          <p:cNvPr id="9" name="Rectangle 8">
            <a:extLst>
              <a:ext uri="{FF2B5EF4-FFF2-40B4-BE49-F238E27FC236}">
                <a16:creationId xmlns:a16="http://schemas.microsoft.com/office/drawing/2014/main" id="{8DCC5287-BA8A-D7C4-CD1B-DA51CBE52898}"/>
              </a:ext>
            </a:extLst>
          </p:cNvPr>
          <p:cNvSpPr/>
          <p:nvPr/>
        </p:nvSpPr>
        <p:spPr>
          <a:xfrm>
            <a:off x="472697" y="3899785"/>
            <a:ext cx="5580000" cy="2595966"/>
          </a:xfrm>
          <a:prstGeom prst="rect">
            <a:avLst/>
          </a:prstGeom>
          <a:solidFill>
            <a:schemeClr val="bg1"/>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143200"/>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7B601E97-1015-2CCD-1451-EEB531A52D87}"/>
              </a:ext>
            </a:extLst>
          </p:cNvPr>
          <p:cNvSpPr/>
          <p:nvPr/>
        </p:nvSpPr>
        <p:spPr>
          <a:xfrm>
            <a:off x="978536" y="3960652"/>
            <a:ext cx="540000" cy="540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143200"/>
              </a:solidFill>
              <a:effectLst/>
              <a:uLnTx/>
              <a:uFillTx/>
              <a:latin typeface="Arial"/>
              <a:ea typeface="+mn-ea"/>
              <a:cs typeface="+mn-cs"/>
            </a:endParaRPr>
          </a:p>
        </p:txBody>
      </p:sp>
      <p:sp>
        <p:nvSpPr>
          <p:cNvPr id="44" name="TextBox 43">
            <a:extLst>
              <a:ext uri="{FF2B5EF4-FFF2-40B4-BE49-F238E27FC236}">
                <a16:creationId xmlns:a16="http://schemas.microsoft.com/office/drawing/2014/main" id="{DF074EC5-CFD2-DFF4-E854-8B1C4415C370}"/>
              </a:ext>
            </a:extLst>
          </p:cNvPr>
          <p:cNvSpPr txBox="1"/>
          <p:nvPr/>
        </p:nvSpPr>
        <p:spPr>
          <a:xfrm>
            <a:off x="472697" y="772106"/>
            <a:ext cx="10521950" cy="215444"/>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600"/>
              </a:spcAft>
              <a:buClr>
                <a:srgbClr val="656E74"/>
              </a:buClr>
              <a:buSzTx/>
              <a:buFontTx/>
              <a:buNone/>
              <a:tabLst/>
              <a:defRPr kumimoji="0" sz="1600" b="0" i="0" u="none" strike="noStrike" cap="none" spc="0" normalizeH="0" baseline="0">
                <a:ln>
                  <a:noFill/>
                </a:ln>
                <a:solidFill>
                  <a:srgbClr val="4A545D"/>
                </a:solidFill>
                <a:effectLst/>
                <a:uLnTx/>
                <a:uFillTx/>
                <a:latin typeface="Arial"/>
                <a:ea typeface="Calibri" panose="020F0502020204030204" pitchFamily="34" charset="0"/>
                <a:cs typeface="Times New Roman" panose="02020603050405020304" pitchFamily="18" charset="0"/>
              </a:defRPr>
            </a:lvl1pPr>
          </a:lstStyle>
          <a:p>
            <a:pPr marL="0" marR="0" lvl="0" indent="0" algn="l" defTabSz="457200" rtl="0" eaLnBrk="1" fontAlgn="auto" latinLnBrk="0" hangingPunct="1">
              <a:lnSpc>
                <a:spcPct val="100000"/>
              </a:lnSpc>
              <a:spcBef>
                <a:spcPts val="0"/>
              </a:spcBef>
              <a:spcAft>
                <a:spcPts val="600"/>
              </a:spcAft>
              <a:buClr>
                <a:srgbClr val="656E74"/>
              </a:buClr>
              <a:buSzTx/>
              <a:buFontTx/>
              <a:buNone/>
              <a:tabLst/>
              <a:defRPr/>
            </a:pPr>
            <a:r>
              <a:rPr kumimoji="0" lang="en-US" sz="1400" b="0" i="0" u="none" strike="noStrike" kern="1200" cap="none" spc="0" normalizeH="0" baseline="0" noProof="0" dirty="0" err="1">
                <a:ln>
                  <a:noFill/>
                </a:ln>
                <a:solidFill>
                  <a:srgbClr val="143200"/>
                </a:solidFill>
                <a:effectLst/>
                <a:uLnTx/>
                <a:uFillTx/>
                <a:latin typeface="Century Gothic" panose="020B0502020202020204" pitchFamily="34" charset="0"/>
                <a:cs typeface="Times New Roman" panose="02020603050405020304" pitchFamily="18" charset="0"/>
              </a:rPr>
              <a:t>MyTeamGE</a:t>
            </a:r>
            <a:r>
              <a:rPr kumimoji="0" lang="en-US" sz="1400" b="0" i="0" u="none" strike="noStrike" kern="1200" cap="none" spc="0" normalizeH="0" baseline="0" noProof="0" dirty="0">
                <a:ln>
                  <a:noFill/>
                </a:ln>
                <a:solidFill>
                  <a:srgbClr val="143200"/>
                </a:solidFill>
                <a:effectLst/>
                <a:uLnTx/>
                <a:uFillTx/>
                <a:latin typeface="Century Gothic" panose="020B0502020202020204" pitchFamily="34" charset="0"/>
                <a:cs typeface="Times New Roman" panose="02020603050405020304" pitchFamily="18" charset="0"/>
              </a:rPr>
              <a:t> offers 4 options to create shipments </a:t>
            </a:r>
            <a:r>
              <a:rPr kumimoji="0" lang="en-US" sz="1400" b="0" i="1" u="none" strike="noStrike" kern="1200" cap="none" spc="0" normalizeH="0" baseline="0" noProof="0" dirty="0">
                <a:ln>
                  <a:noFill/>
                </a:ln>
                <a:solidFill>
                  <a:srgbClr val="143200"/>
                </a:solidFill>
                <a:effectLst/>
                <a:uLnTx/>
                <a:uFillTx/>
                <a:latin typeface="Century Gothic" panose="020B0502020202020204" pitchFamily="34" charset="0"/>
                <a:cs typeface="Times New Roman" panose="02020603050405020304" pitchFamily="18" charset="0"/>
              </a:rPr>
              <a:t>“Making life easy &amp; fast” </a:t>
            </a:r>
            <a:r>
              <a:rPr kumimoji="0" lang="en-US" sz="1400" b="0" i="0" u="none" strike="noStrike" kern="1200" cap="none" spc="0" normalizeH="0" baseline="0" noProof="0" dirty="0">
                <a:ln>
                  <a:noFill/>
                </a:ln>
                <a:solidFill>
                  <a:srgbClr val="143200"/>
                </a:solidFill>
                <a:effectLst/>
                <a:uLnTx/>
                <a:uFillTx/>
                <a:latin typeface="Century Gothic" panose="020B0502020202020204" pitchFamily="34" charset="0"/>
                <a:cs typeface="Times New Roman" panose="02020603050405020304" pitchFamily="18" charset="0"/>
              </a:rPr>
              <a:t>for our customers.</a:t>
            </a:r>
          </a:p>
        </p:txBody>
      </p:sp>
      <p:grpSp>
        <p:nvGrpSpPr>
          <p:cNvPr id="2" name="Group 1">
            <a:extLst>
              <a:ext uri="{FF2B5EF4-FFF2-40B4-BE49-F238E27FC236}">
                <a16:creationId xmlns:a16="http://schemas.microsoft.com/office/drawing/2014/main" id="{DA9C43C2-C433-68E2-6EDB-65AB4C679589}"/>
              </a:ext>
            </a:extLst>
          </p:cNvPr>
          <p:cNvGrpSpPr/>
          <p:nvPr/>
        </p:nvGrpSpPr>
        <p:grpSpPr>
          <a:xfrm>
            <a:off x="472697" y="1207385"/>
            <a:ext cx="5580000" cy="2595966"/>
            <a:chOff x="472697" y="1207385"/>
            <a:chExt cx="5580000" cy="2595966"/>
          </a:xfrm>
        </p:grpSpPr>
        <p:sp>
          <p:nvSpPr>
            <p:cNvPr id="5" name="Rectangle 4">
              <a:extLst>
                <a:ext uri="{FF2B5EF4-FFF2-40B4-BE49-F238E27FC236}">
                  <a16:creationId xmlns:a16="http://schemas.microsoft.com/office/drawing/2014/main" id="{6A5E8B3A-67E0-7464-702B-9FBB1FF48C37}"/>
                </a:ext>
              </a:extLst>
            </p:cNvPr>
            <p:cNvSpPr/>
            <p:nvPr/>
          </p:nvSpPr>
          <p:spPr>
            <a:xfrm>
              <a:off x="472697" y="1207385"/>
              <a:ext cx="5580000" cy="2595966"/>
            </a:xfrm>
            <a:prstGeom prst="rect">
              <a:avLst/>
            </a:prstGeom>
            <a:solidFill>
              <a:schemeClr val="bg2"/>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143200"/>
                </a:solidFill>
                <a:effectLst/>
                <a:uLnTx/>
                <a:uFillTx/>
                <a:latin typeface="Arial"/>
                <a:ea typeface="+mn-ea"/>
                <a:cs typeface="+mn-cs"/>
              </a:endParaRPr>
            </a:p>
          </p:txBody>
        </p:sp>
        <p:pic>
          <p:nvPicPr>
            <p:cNvPr id="11" name="Graphic 10" descr="Programmer male with solid fill">
              <a:extLst>
                <a:ext uri="{FF2B5EF4-FFF2-40B4-BE49-F238E27FC236}">
                  <a16:creationId xmlns:a16="http://schemas.microsoft.com/office/drawing/2014/main" id="{70B4F084-8AC8-2608-1100-13B2066E18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0417" y="1230481"/>
              <a:ext cx="900000" cy="900000"/>
            </a:xfrm>
            <a:prstGeom prst="rect">
              <a:avLst/>
            </a:prstGeom>
          </p:spPr>
        </p:pic>
        <p:sp>
          <p:nvSpPr>
            <p:cNvPr id="26" name="TextBox 25">
              <a:extLst>
                <a:ext uri="{FF2B5EF4-FFF2-40B4-BE49-F238E27FC236}">
                  <a16:creationId xmlns:a16="http://schemas.microsoft.com/office/drawing/2014/main" id="{6D49B70F-6BCB-A0BF-4A1C-D5B090EA8113}"/>
                </a:ext>
              </a:extLst>
            </p:cNvPr>
            <p:cNvSpPr txBox="1"/>
            <p:nvPr/>
          </p:nvSpPr>
          <p:spPr>
            <a:xfrm>
              <a:off x="2254798" y="1325457"/>
              <a:ext cx="2234812"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50" normalizeH="0" baseline="0" noProof="0" dirty="0">
                  <a:ln>
                    <a:noFill/>
                  </a:ln>
                  <a:solidFill>
                    <a:srgbClr val="143200"/>
                  </a:solidFill>
                  <a:effectLst/>
                  <a:uLnTx/>
                  <a:uFillTx/>
                  <a:latin typeface="Franklin Gothic Medium" panose="020B0603020102020204" pitchFamily="34" charset="0"/>
                  <a:ea typeface="+mn-ea"/>
                  <a:cs typeface="Arial" panose="020B0604020202020204" pitchFamily="34" charset="0"/>
                </a:rPr>
                <a:t>MyTeamGE User Interface</a:t>
              </a:r>
            </a:p>
          </p:txBody>
        </p:sp>
        <p:sp>
          <p:nvSpPr>
            <p:cNvPr id="27" name="TextBox 26">
              <a:extLst>
                <a:ext uri="{FF2B5EF4-FFF2-40B4-BE49-F238E27FC236}">
                  <a16:creationId xmlns:a16="http://schemas.microsoft.com/office/drawing/2014/main" id="{41A13B48-4B7D-7BE2-4731-FF0D52F901EC}"/>
                </a:ext>
              </a:extLst>
            </p:cNvPr>
            <p:cNvSpPr txBox="1"/>
            <p:nvPr/>
          </p:nvSpPr>
          <p:spPr>
            <a:xfrm>
              <a:off x="1500417" y="1599059"/>
              <a:ext cx="4105215" cy="57708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The MyTeamGE user interface is a simple and easy to use application, allowing customers to quickly and seamlessly create shipments.</a:t>
              </a:r>
            </a:p>
          </p:txBody>
        </p:sp>
        <p:sp>
          <p:nvSpPr>
            <p:cNvPr id="28" name="TextBox 27">
              <a:extLst>
                <a:ext uri="{FF2B5EF4-FFF2-40B4-BE49-F238E27FC236}">
                  <a16:creationId xmlns:a16="http://schemas.microsoft.com/office/drawing/2014/main" id="{5E826D26-E5E3-2A5D-4B3F-923E203FE5AA}"/>
                </a:ext>
              </a:extLst>
            </p:cNvPr>
            <p:cNvSpPr txBox="1"/>
            <p:nvPr/>
          </p:nvSpPr>
          <p:spPr>
            <a:xfrm>
              <a:off x="683062" y="2241376"/>
              <a:ext cx="2598709" cy="1384995"/>
            </a:xfrm>
            <a:prstGeom prst="rect">
              <a:avLst/>
            </a:prstGeom>
            <a:noFill/>
          </p:spPr>
          <p:txBody>
            <a:bodyPr wrap="square" lIns="91440" tIns="45720" rIns="91440" bIns="45720" rtlCol="0" anchor="t">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Create &amp; save commonly used item templates</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Create &amp; save commonly used references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Create and save sender &amp; receiver contacts</a:t>
              </a:r>
            </a:p>
          </p:txBody>
        </p:sp>
        <p:sp>
          <p:nvSpPr>
            <p:cNvPr id="29" name="TextBox 28">
              <a:extLst>
                <a:ext uri="{FF2B5EF4-FFF2-40B4-BE49-F238E27FC236}">
                  <a16:creationId xmlns:a16="http://schemas.microsoft.com/office/drawing/2014/main" id="{2A3C6450-6073-C87E-48BA-019B3D1B5A7A}"/>
                </a:ext>
              </a:extLst>
            </p:cNvPr>
            <p:cNvSpPr txBox="1"/>
            <p:nvPr/>
          </p:nvSpPr>
          <p:spPr>
            <a:xfrm>
              <a:off x="3165066" y="2241376"/>
              <a:ext cx="2649087" cy="1384995"/>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rPr>
                <a:t>Pre-set commonly used carrier and services</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rPr>
                <a:t>Access to Label &amp; associated documents</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rPr>
                <a:t>Customise printing preferences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mn-cs"/>
              </a:endParaRPr>
            </a:p>
          </p:txBody>
        </p:sp>
      </p:grpSp>
      <p:grpSp>
        <p:nvGrpSpPr>
          <p:cNvPr id="19" name="Group 18">
            <a:extLst>
              <a:ext uri="{FF2B5EF4-FFF2-40B4-BE49-F238E27FC236}">
                <a16:creationId xmlns:a16="http://schemas.microsoft.com/office/drawing/2014/main" id="{F032D3DC-E531-1A44-2FA2-A5806ED2E62E}"/>
              </a:ext>
            </a:extLst>
          </p:cNvPr>
          <p:cNvGrpSpPr/>
          <p:nvPr/>
        </p:nvGrpSpPr>
        <p:grpSpPr>
          <a:xfrm>
            <a:off x="6139305" y="3899785"/>
            <a:ext cx="5580000" cy="2595966"/>
            <a:chOff x="6139305" y="3899785"/>
            <a:chExt cx="5580000" cy="2595966"/>
          </a:xfrm>
        </p:grpSpPr>
        <p:grpSp>
          <p:nvGrpSpPr>
            <p:cNvPr id="14" name="Group 13">
              <a:extLst>
                <a:ext uri="{FF2B5EF4-FFF2-40B4-BE49-F238E27FC236}">
                  <a16:creationId xmlns:a16="http://schemas.microsoft.com/office/drawing/2014/main" id="{DF03E81D-6DC7-AEAF-B853-C525B80DEA9F}"/>
                </a:ext>
              </a:extLst>
            </p:cNvPr>
            <p:cNvGrpSpPr/>
            <p:nvPr/>
          </p:nvGrpSpPr>
          <p:grpSpPr>
            <a:xfrm>
              <a:off x="6139305" y="3899785"/>
              <a:ext cx="5580000" cy="2595966"/>
              <a:chOff x="6139305" y="3899785"/>
              <a:chExt cx="5580000" cy="2595966"/>
            </a:xfrm>
          </p:grpSpPr>
          <p:sp>
            <p:nvSpPr>
              <p:cNvPr id="10" name="Rectangle 9">
                <a:extLst>
                  <a:ext uri="{FF2B5EF4-FFF2-40B4-BE49-F238E27FC236}">
                    <a16:creationId xmlns:a16="http://schemas.microsoft.com/office/drawing/2014/main" id="{4B0F126A-0357-111D-F203-DA9C45D6A9BE}"/>
                  </a:ext>
                </a:extLst>
              </p:cNvPr>
              <p:cNvSpPr/>
              <p:nvPr/>
            </p:nvSpPr>
            <p:spPr>
              <a:xfrm>
                <a:off x="6139305" y="3899785"/>
                <a:ext cx="5580000" cy="2595966"/>
              </a:xfrm>
              <a:prstGeom prst="rect">
                <a:avLst/>
              </a:prstGeom>
              <a:solidFill>
                <a:schemeClr val="bg2"/>
              </a:solidFill>
              <a:ln>
                <a:solidFill>
                  <a:srgbClr val="007A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143200"/>
                  </a:solidFill>
                  <a:effectLst/>
                  <a:uLnTx/>
                  <a:uFillTx/>
                  <a:latin typeface="Arial"/>
                  <a:ea typeface="+mn-ea"/>
                  <a:cs typeface="+mn-cs"/>
                </a:endParaRPr>
              </a:p>
            </p:txBody>
          </p:sp>
          <p:grpSp>
            <p:nvGrpSpPr>
              <p:cNvPr id="13" name="Group 12">
                <a:extLst>
                  <a:ext uri="{FF2B5EF4-FFF2-40B4-BE49-F238E27FC236}">
                    <a16:creationId xmlns:a16="http://schemas.microsoft.com/office/drawing/2014/main" id="{EA885C22-E992-7F43-3AF3-F0894E1B42DA}"/>
                  </a:ext>
                </a:extLst>
              </p:cNvPr>
              <p:cNvGrpSpPr/>
              <p:nvPr/>
            </p:nvGrpSpPr>
            <p:grpSpPr>
              <a:xfrm>
                <a:off x="6321260" y="4031731"/>
                <a:ext cx="5279882" cy="2320547"/>
                <a:chOff x="6321260" y="4031731"/>
                <a:chExt cx="5279882" cy="2320547"/>
              </a:xfrm>
            </p:grpSpPr>
            <p:sp>
              <p:nvSpPr>
                <p:cNvPr id="38" name="TextBox 37">
                  <a:extLst>
                    <a:ext uri="{FF2B5EF4-FFF2-40B4-BE49-F238E27FC236}">
                      <a16:creationId xmlns:a16="http://schemas.microsoft.com/office/drawing/2014/main" id="{A578675A-5B55-74A0-CE0A-2A6A187CFCAE}"/>
                    </a:ext>
                  </a:extLst>
                </p:cNvPr>
                <p:cNvSpPr txBox="1"/>
                <p:nvPr/>
              </p:nvSpPr>
              <p:spPr>
                <a:xfrm>
                  <a:off x="7737485" y="4031731"/>
                  <a:ext cx="2372012"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50" normalizeH="0" baseline="0" noProof="0" dirty="0">
                      <a:ln>
                        <a:noFill/>
                      </a:ln>
                      <a:solidFill>
                        <a:srgbClr val="143200"/>
                      </a:solidFill>
                      <a:effectLst/>
                      <a:uLnTx/>
                      <a:uFillTx/>
                      <a:latin typeface="Franklin Gothic Medium" panose="020B0603020102020204" pitchFamily="34" charset="0"/>
                      <a:ea typeface="+mn-ea"/>
                      <a:cs typeface="Arial" panose="020B0604020202020204" pitchFamily="34" charset="0"/>
                    </a:rPr>
                    <a:t>MyTeamGE Auto Importing</a:t>
                  </a:r>
                </a:p>
              </p:txBody>
            </p:sp>
            <p:sp>
              <p:nvSpPr>
                <p:cNvPr id="39" name="TextBox 38">
                  <a:extLst>
                    <a:ext uri="{FF2B5EF4-FFF2-40B4-BE49-F238E27FC236}">
                      <a16:creationId xmlns:a16="http://schemas.microsoft.com/office/drawing/2014/main" id="{2554B06E-EE8D-D41C-2151-A40762E9F4E8}"/>
                    </a:ext>
                  </a:extLst>
                </p:cNvPr>
                <p:cNvSpPr txBox="1"/>
                <p:nvPr/>
              </p:nvSpPr>
              <p:spPr>
                <a:xfrm>
                  <a:off x="7196444" y="4258081"/>
                  <a:ext cx="4071921" cy="577081"/>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a:rPr>
                    <a:t>MyTeamGE users can easily auto import shipments directly from their WMS/FMS systems to the MyTeamGE User interface, via a quick and easy API call request.</a:t>
                  </a:r>
                </a:p>
              </p:txBody>
            </p:sp>
            <p:sp>
              <p:nvSpPr>
                <p:cNvPr id="40" name="TextBox 39">
                  <a:extLst>
                    <a:ext uri="{FF2B5EF4-FFF2-40B4-BE49-F238E27FC236}">
                      <a16:creationId xmlns:a16="http://schemas.microsoft.com/office/drawing/2014/main" id="{C8601367-8C3B-E9E8-907C-66762BCAD284}"/>
                    </a:ext>
                  </a:extLst>
                </p:cNvPr>
                <p:cNvSpPr txBox="1"/>
                <p:nvPr/>
              </p:nvSpPr>
              <p:spPr>
                <a:xfrm>
                  <a:off x="6321260" y="4967283"/>
                  <a:ext cx="2787782" cy="1384995"/>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Preferred: CSV file header format </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Import directly from your WMS or FMS via HTTPS using Curl script</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API responses to easily manage both success and error responses</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p:txBody>
            </p:sp>
            <p:sp>
              <p:nvSpPr>
                <p:cNvPr id="41" name="TextBox 40">
                  <a:extLst>
                    <a:ext uri="{FF2B5EF4-FFF2-40B4-BE49-F238E27FC236}">
                      <a16:creationId xmlns:a16="http://schemas.microsoft.com/office/drawing/2014/main" id="{47BB078F-B870-E95E-7756-C5DC5ED6818E}"/>
                    </a:ext>
                  </a:extLst>
                </p:cNvPr>
                <p:cNvSpPr txBox="1"/>
                <p:nvPr/>
              </p:nvSpPr>
              <p:spPr>
                <a:xfrm>
                  <a:off x="8993246" y="4973255"/>
                  <a:ext cx="2607896" cy="1223412"/>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Set shipment default values such as carrier, service and account#</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Manage (edit or view) import data via the MyTeamGE user interface</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Automated printing available</a:t>
                  </a:r>
                </a:p>
              </p:txBody>
            </p:sp>
          </p:grpSp>
        </p:grpSp>
        <p:grpSp>
          <p:nvGrpSpPr>
            <p:cNvPr id="18" name="Group 17">
              <a:extLst>
                <a:ext uri="{FF2B5EF4-FFF2-40B4-BE49-F238E27FC236}">
                  <a16:creationId xmlns:a16="http://schemas.microsoft.com/office/drawing/2014/main" id="{7996672F-75D4-AEE3-325B-CBC2140A3E88}"/>
                </a:ext>
              </a:extLst>
            </p:cNvPr>
            <p:cNvGrpSpPr/>
            <p:nvPr/>
          </p:nvGrpSpPr>
          <p:grpSpPr>
            <a:xfrm>
              <a:off x="6360021" y="3950744"/>
              <a:ext cx="1025195" cy="900000"/>
              <a:chOff x="8729204" y="232628"/>
              <a:chExt cx="1025195" cy="900000"/>
            </a:xfrm>
          </p:grpSpPr>
          <p:pic>
            <p:nvPicPr>
              <p:cNvPr id="21" name="Graphic 20" descr="Monitor with solid fill">
                <a:extLst>
                  <a:ext uri="{FF2B5EF4-FFF2-40B4-BE49-F238E27FC236}">
                    <a16:creationId xmlns:a16="http://schemas.microsoft.com/office/drawing/2014/main" id="{73D1438F-CCD9-58CE-0A66-9C62CA65ED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29204" y="232628"/>
                <a:ext cx="900000" cy="900000"/>
              </a:xfrm>
              <a:prstGeom prst="rect">
                <a:avLst/>
              </a:prstGeom>
            </p:spPr>
          </p:pic>
          <p:sp>
            <p:nvSpPr>
              <p:cNvPr id="25" name="Rectangle 24">
                <a:extLst>
                  <a:ext uri="{FF2B5EF4-FFF2-40B4-BE49-F238E27FC236}">
                    <a16:creationId xmlns:a16="http://schemas.microsoft.com/office/drawing/2014/main" id="{2279F4DF-8769-7378-619F-77CF2A5B2859}"/>
                  </a:ext>
                </a:extLst>
              </p:cNvPr>
              <p:cNvSpPr/>
              <p:nvPr/>
            </p:nvSpPr>
            <p:spPr>
              <a:xfrm>
                <a:off x="9214399" y="292543"/>
                <a:ext cx="540000" cy="34820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143200"/>
                  </a:solidFill>
                  <a:effectLst/>
                  <a:uLnTx/>
                  <a:uFillTx/>
                  <a:latin typeface="Arial"/>
                  <a:ea typeface="+mn-ea"/>
                  <a:cs typeface="+mn-cs"/>
                </a:endParaRPr>
              </a:p>
            </p:txBody>
          </p:sp>
          <p:pic>
            <p:nvPicPr>
              <p:cNvPr id="22" name="Graphic 21" descr="Link with solid fill">
                <a:extLst>
                  <a:ext uri="{FF2B5EF4-FFF2-40B4-BE49-F238E27FC236}">
                    <a16:creationId xmlns:a16="http://schemas.microsoft.com/office/drawing/2014/main" id="{8C72ED21-FF12-3860-6C0B-3DFFAACE81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206667" y="258335"/>
                <a:ext cx="481148" cy="455286"/>
              </a:xfrm>
              <a:prstGeom prst="rect">
                <a:avLst/>
              </a:prstGeom>
            </p:spPr>
          </p:pic>
          <p:pic>
            <p:nvPicPr>
              <p:cNvPr id="23" name="Picture 22">
                <a:extLst>
                  <a:ext uri="{FF2B5EF4-FFF2-40B4-BE49-F238E27FC236}">
                    <a16:creationId xmlns:a16="http://schemas.microsoft.com/office/drawing/2014/main" id="{208BB162-474C-F0C2-87DE-0B9AA3503F4D}"/>
                  </a:ext>
                </a:extLst>
              </p:cNvPr>
              <p:cNvPicPr>
                <a:picLocks noChangeAspect="1"/>
              </p:cNvPicPr>
              <p:nvPr/>
            </p:nvPicPr>
            <p:blipFill>
              <a:blip r:embed="rId8"/>
              <a:stretch>
                <a:fillRect/>
              </a:stretch>
            </p:blipFill>
            <p:spPr>
              <a:xfrm>
                <a:off x="8931869" y="500724"/>
                <a:ext cx="494669" cy="216812"/>
              </a:xfrm>
              <a:prstGeom prst="rect">
                <a:avLst/>
              </a:prstGeom>
            </p:spPr>
          </p:pic>
        </p:grpSp>
      </p:grpSp>
      <p:grpSp>
        <p:nvGrpSpPr>
          <p:cNvPr id="24" name="Group 23">
            <a:extLst>
              <a:ext uri="{FF2B5EF4-FFF2-40B4-BE49-F238E27FC236}">
                <a16:creationId xmlns:a16="http://schemas.microsoft.com/office/drawing/2014/main" id="{AD945823-C58C-0C8A-F99D-110E9F5BCDA7}"/>
              </a:ext>
            </a:extLst>
          </p:cNvPr>
          <p:cNvGrpSpPr/>
          <p:nvPr/>
        </p:nvGrpSpPr>
        <p:grpSpPr>
          <a:xfrm>
            <a:off x="6380310" y="1230481"/>
            <a:ext cx="5193281" cy="2400833"/>
            <a:chOff x="6380310" y="1230481"/>
            <a:chExt cx="5193281" cy="2400833"/>
          </a:xfrm>
        </p:grpSpPr>
        <p:pic>
          <p:nvPicPr>
            <p:cNvPr id="12" name="Graphic 11" descr="Cloud Computing with solid fill">
              <a:extLst>
                <a:ext uri="{FF2B5EF4-FFF2-40B4-BE49-F238E27FC236}">
                  <a16:creationId xmlns:a16="http://schemas.microsoft.com/office/drawing/2014/main" id="{7E2C7430-72FD-EC0C-C5BD-9C2BDAEDE9F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01124" y="1230481"/>
              <a:ext cx="900000" cy="900000"/>
            </a:xfrm>
            <a:prstGeom prst="rect">
              <a:avLst/>
            </a:prstGeom>
          </p:spPr>
        </p:pic>
        <p:sp>
          <p:nvSpPr>
            <p:cNvPr id="30" name="TextBox 29">
              <a:extLst>
                <a:ext uri="{FF2B5EF4-FFF2-40B4-BE49-F238E27FC236}">
                  <a16:creationId xmlns:a16="http://schemas.microsoft.com/office/drawing/2014/main" id="{CB3F8EB6-81A7-4EE3-57C5-4D5B10E87CAE}"/>
                </a:ext>
              </a:extLst>
            </p:cNvPr>
            <p:cNvSpPr txBox="1"/>
            <p:nvPr/>
          </p:nvSpPr>
          <p:spPr>
            <a:xfrm>
              <a:off x="7693892" y="1329155"/>
              <a:ext cx="2217000"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50" normalizeH="0" baseline="0" noProof="0" dirty="0">
                  <a:ln>
                    <a:noFill/>
                  </a:ln>
                  <a:solidFill>
                    <a:srgbClr val="143200"/>
                  </a:solidFill>
                  <a:effectLst/>
                  <a:uLnTx/>
                  <a:uFillTx/>
                  <a:latin typeface="Franklin Gothic Medium" panose="020B0603020102020204" pitchFamily="34" charset="0"/>
                  <a:ea typeface="+mn-ea"/>
                  <a:cs typeface="Arial" panose="020B0604020202020204" pitchFamily="34" charset="0"/>
                </a:rPr>
                <a:t>MyTeamGE Shipment API</a:t>
              </a:r>
            </a:p>
          </p:txBody>
        </p:sp>
        <p:sp>
          <p:nvSpPr>
            <p:cNvPr id="31" name="TextBox 30">
              <a:extLst>
                <a:ext uri="{FF2B5EF4-FFF2-40B4-BE49-F238E27FC236}">
                  <a16:creationId xmlns:a16="http://schemas.microsoft.com/office/drawing/2014/main" id="{D1C0F92E-340D-C4C7-2BB5-7340A8FD4D03}"/>
                </a:ext>
              </a:extLst>
            </p:cNvPr>
            <p:cNvSpPr txBox="1"/>
            <p:nvPr/>
          </p:nvSpPr>
          <p:spPr>
            <a:xfrm>
              <a:off x="7080417" y="1599059"/>
              <a:ext cx="4105215" cy="577081"/>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a:rPr>
                <a:t>On offer is a range of API’s, including our MyTeamGE Shipment/Manifest API, providing a simple, fast and intelligent integration solution.</a:t>
              </a:r>
            </a:p>
          </p:txBody>
        </p:sp>
        <p:sp>
          <p:nvSpPr>
            <p:cNvPr id="32" name="TextBox 31">
              <a:extLst>
                <a:ext uri="{FF2B5EF4-FFF2-40B4-BE49-F238E27FC236}">
                  <a16:creationId xmlns:a16="http://schemas.microsoft.com/office/drawing/2014/main" id="{27A86273-E42A-3459-35A2-708F6754F58C}"/>
                </a:ext>
              </a:extLst>
            </p:cNvPr>
            <p:cNvSpPr txBox="1"/>
            <p:nvPr/>
          </p:nvSpPr>
          <p:spPr>
            <a:xfrm>
              <a:off x="6380310" y="2246319"/>
              <a:ext cx="2579634" cy="1384995"/>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Common message formats for all GE carriers</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Choose between </a:t>
              </a:r>
              <a:r>
                <a:rPr kumimoji="0" lang="en-AU" sz="1050" b="0" i="0" u="none" strike="noStrike" kern="1200" cap="none" spc="0" normalizeH="0" baseline="0" noProof="0" dirty="0" err="1">
                  <a:ln>
                    <a:noFill/>
                  </a:ln>
                  <a:solidFill>
                    <a:srgbClr val="143200"/>
                  </a:solidFill>
                  <a:effectLst/>
                  <a:uLnTx/>
                  <a:uFillTx/>
                  <a:latin typeface="Century Gothic" panose="020B0502020202020204" pitchFamily="34" charset="0"/>
                  <a:ea typeface="+mn-ea"/>
                  <a:cs typeface="Arial" panose="020B0604020202020204" pitchFamily="34" charset="0"/>
                </a:rPr>
                <a:t>Json</a:t>
              </a: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 or XML message formats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Secure communication via HTTPS protocol</a:t>
              </a:r>
            </a:p>
          </p:txBody>
        </p:sp>
        <p:sp>
          <p:nvSpPr>
            <p:cNvPr id="33" name="TextBox 32">
              <a:extLst>
                <a:ext uri="{FF2B5EF4-FFF2-40B4-BE49-F238E27FC236}">
                  <a16:creationId xmlns:a16="http://schemas.microsoft.com/office/drawing/2014/main" id="{91FE918B-EC3E-A12F-2EE8-4993C52B3B02}"/>
                </a:ext>
              </a:extLst>
            </p:cNvPr>
            <p:cNvSpPr txBox="1"/>
            <p:nvPr/>
          </p:nvSpPr>
          <p:spPr>
            <a:xfrm>
              <a:off x="8993957" y="2235586"/>
              <a:ext cx="2579634" cy="900246"/>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rPr>
                <a:t>API success and error handling responses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rPr>
                <a:t>Supporting TLS 1.1 and 1.2 certificate protocols </a:t>
              </a:r>
            </a:p>
          </p:txBody>
        </p:sp>
      </p:grpSp>
      <p:pic>
        <p:nvPicPr>
          <p:cNvPr id="15" name="Graphic 14" descr="Monitor with solid fill">
            <a:extLst>
              <a:ext uri="{FF2B5EF4-FFF2-40B4-BE49-F238E27FC236}">
                <a16:creationId xmlns:a16="http://schemas.microsoft.com/office/drawing/2014/main" id="{C13A906F-282A-057A-F06E-74D4CF373BB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0417" y="4073255"/>
            <a:ext cx="900000" cy="900000"/>
          </a:xfrm>
          <a:prstGeom prst="rect">
            <a:avLst/>
          </a:prstGeom>
        </p:spPr>
      </p:pic>
      <p:sp>
        <p:nvSpPr>
          <p:cNvPr id="34" name="TextBox 33">
            <a:extLst>
              <a:ext uri="{FF2B5EF4-FFF2-40B4-BE49-F238E27FC236}">
                <a16:creationId xmlns:a16="http://schemas.microsoft.com/office/drawing/2014/main" id="{D7A2009A-75BD-4DF4-CEA2-D05A1198082D}"/>
              </a:ext>
            </a:extLst>
          </p:cNvPr>
          <p:cNvSpPr txBox="1"/>
          <p:nvPr/>
        </p:nvSpPr>
        <p:spPr>
          <a:xfrm>
            <a:off x="2411946" y="4031732"/>
            <a:ext cx="2000907"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50" normalizeH="0" baseline="0" noProof="0" dirty="0">
                <a:ln>
                  <a:noFill/>
                </a:ln>
                <a:solidFill>
                  <a:srgbClr val="143200"/>
                </a:solidFill>
                <a:effectLst/>
                <a:uLnTx/>
                <a:uFillTx/>
                <a:latin typeface="Franklin Gothic Medium" panose="020B0603020102020204" pitchFamily="34" charset="0"/>
                <a:ea typeface="+mn-ea"/>
                <a:cs typeface="Arial" panose="020B0604020202020204" pitchFamily="34" charset="0"/>
              </a:rPr>
              <a:t>Bulk Create Shipments</a:t>
            </a:r>
          </a:p>
        </p:txBody>
      </p:sp>
      <p:sp>
        <p:nvSpPr>
          <p:cNvPr id="35" name="TextBox 34">
            <a:extLst>
              <a:ext uri="{FF2B5EF4-FFF2-40B4-BE49-F238E27FC236}">
                <a16:creationId xmlns:a16="http://schemas.microsoft.com/office/drawing/2014/main" id="{48ED6A70-24BE-CC35-E475-9139FFE1DE4D}"/>
              </a:ext>
            </a:extLst>
          </p:cNvPr>
          <p:cNvSpPr txBox="1"/>
          <p:nvPr/>
        </p:nvSpPr>
        <p:spPr>
          <a:xfrm>
            <a:off x="1384359" y="4258081"/>
            <a:ext cx="4552280" cy="577081"/>
          </a:xfrm>
          <a:prstGeom prst="rect">
            <a:avLst/>
          </a:prstGeom>
          <a:noFill/>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50" b="0" i="0" u="none" strike="noStrike" kern="1200" cap="none" spc="0" normalizeH="0" baseline="0" noProof="0" dirty="0" err="1">
                <a:ln>
                  <a:noFill/>
                </a:ln>
                <a:solidFill>
                  <a:srgbClr val="143200"/>
                </a:solidFill>
                <a:effectLst/>
                <a:uLnTx/>
                <a:uFillTx/>
                <a:latin typeface="Century Gothic" panose="020B0502020202020204" pitchFamily="34" charset="0"/>
                <a:ea typeface="+mn-ea"/>
                <a:cs typeface="Arial"/>
              </a:rPr>
              <a:t>MyTeamGE’s</a:t>
            </a: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a:rPr>
              <a:t> fixed </a:t>
            </a:r>
            <a:r>
              <a:rPr kumimoji="0" lang="en-AU" sz="1050" b="0" i="0" u="none" strike="noStrike" kern="1200" cap="none" spc="0" normalizeH="0" baseline="0" noProof="0" dirty="0" err="1">
                <a:ln>
                  <a:noFill/>
                </a:ln>
                <a:solidFill>
                  <a:srgbClr val="143200"/>
                </a:solidFill>
                <a:effectLst/>
                <a:uLnTx/>
                <a:uFillTx/>
                <a:latin typeface="Century Gothic" panose="020B0502020202020204" pitchFamily="34" charset="0"/>
                <a:ea typeface="+mn-ea"/>
                <a:cs typeface="Arial"/>
              </a:rPr>
              <a:t>xls</a:t>
            </a: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a:rPr>
              <a:t> or xlsx format saves customers time, allowing users the ability to easily upload a bulk list of shipments within a few quick steps via the MyTeamGE user interface.</a:t>
            </a:r>
          </a:p>
        </p:txBody>
      </p:sp>
      <p:sp>
        <p:nvSpPr>
          <p:cNvPr id="36" name="TextBox 35">
            <a:extLst>
              <a:ext uri="{FF2B5EF4-FFF2-40B4-BE49-F238E27FC236}">
                <a16:creationId xmlns:a16="http://schemas.microsoft.com/office/drawing/2014/main" id="{46819F2B-8D57-DB3D-DD9D-A44D7096C444}"/>
              </a:ext>
            </a:extLst>
          </p:cNvPr>
          <p:cNvSpPr txBox="1"/>
          <p:nvPr/>
        </p:nvSpPr>
        <p:spPr>
          <a:xfrm>
            <a:off x="684061" y="5012554"/>
            <a:ext cx="2597710" cy="1223412"/>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Fixed </a:t>
            </a:r>
            <a:r>
              <a:rPr kumimoji="0" lang="en-AU" sz="1050" b="0" i="0" u="none" strike="noStrike" kern="1200" cap="none" spc="0" normalizeH="0" baseline="0" noProof="0" dirty="0" err="1">
                <a:ln>
                  <a:noFill/>
                </a:ln>
                <a:solidFill>
                  <a:srgbClr val="143200"/>
                </a:solidFill>
                <a:effectLst/>
                <a:uLnTx/>
                <a:uFillTx/>
                <a:latin typeface="Century Gothic" panose="020B0502020202020204" pitchFamily="34" charset="0"/>
                <a:ea typeface="+mn-ea"/>
                <a:cs typeface="Arial" panose="020B0604020202020204" pitchFamily="34" charset="0"/>
              </a:rPr>
              <a:t>xls</a:t>
            </a: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 &amp; </a:t>
            </a: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Times New Roman" panose="02020603050405020304" pitchFamily="18" charset="0"/>
                <a:cs typeface="Arial" panose="020B0604020202020204" pitchFamily="34" charset="0"/>
              </a:rPr>
              <a:t>xlsx</a:t>
            </a: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 format</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Easily upload files from a local or shared network location</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dirty="0">
                <a:ln>
                  <a:noFill/>
                </a:ln>
                <a:solidFill>
                  <a:srgbClr val="143200"/>
                </a:solidFill>
                <a:effectLst/>
                <a:uLnTx/>
                <a:uFillTx/>
                <a:latin typeface="Century Gothic" panose="020B0502020202020204" pitchFamily="34" charset="0"/>
                <a:ea typeface="+mn-ea"/>
                <a:cs typeface="Arial" panose="020B0604020202020204" pitchFamily="34" charset="0"/>
              </a:rPr>
              <a:t>Shipment Consolidation preferences</a:t>
            </a:r>
          </a:p>
        </p:txBody>
      </p:sp>
      <p:sp>
        <p:nvSpPr>
          <p:cNvPr id="37" name="TextBox 36">
            <a:extLst>
              <a:ext uri="{FF2B5EF4-FFF2-40B4-BE49-F238E27FC236}">
                <a16:creationId xmlns:a16="http://schemas.microsoft.com/office/drawing/2014/main" id="{45E46EFA-2A60-03FC-7669-6D6F96F6A610}"/>
              </a:ext>
            </a:extLst>
          </p:cNvPr>
          <p:cNvSpPr txBox="1"/>
          <p:nvPr/>
        </p:nvSpPr>
        <p:spPr>
          <a:xfrm>
            <a:off x="3174422" y="5012554"/>
            <a:ext cx="2635033" cy="1061829"/>
          </a:xfrm>
          <a:prstGeom prst="rect">
            <a:avLst/>
          </a:prstGeom>
          <a:noFill/>
        </p:spPr>
        <p:txBody>
          <a:bodyPr wrap="square" rtlCol="0">
            <a:spAutoFit/>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rPr>
              <a:t>Easily manage file errors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rPr>
              <a:t>Customise Bulk Create settings at a user level</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AU" sz="1050" b="0" i="0" u="none" strike="noStrike" kern="1200" cap="none" spc="0" normalizeH="0" baseline="0" noProof="0">
                <a:ln>
                  <a:noFill/>
                </a:ln>
                <a:solidFill>
                  <a:srgbClr val="143200"/>
                </a:solidFill>
                <a:effectLst/>
                <a:uLnTx/>
                <a:uFillTx/>
                <a:latin typeface="Century Gothic" panose="020B0502020202020204" pitchFamily="34" charset="0"/>
                <a:ea typeface="+mn-ea"/>
                <a:cs typeface="Arial" panose="020B0604020202020204" pitchFamily="34" charset="0"/>
              </a:rPr>
              <a:t>Automated Printing available</a:t>
            </a:r>
          </a:p>
        </p:txBody>
      </p:sp>
      <p:sp>
        <p:nvSpPr>
          <p:cNvPr id="45" name="Rectangle 44">
            <a:extLst>
              <a:ext uri="{FF2B5EF4-FFF2-40B4-BE49-F238E27FC236}">
                <a16:creationId xmlns:a16="http://schemas.microsoft.com/office/drawing/2014/main" id="{D136BD44-D8CF-496B-BBC9-2470F925A4EE}"/>
              </a:ext>
            </a:extLst>
          </p:cNvPr>
          <p:cNvSpPr/>
          <p:nvPr/>
        </p:nvSpPr>
        <p:spPr>
          <a:xfrm>
            <a:off x="1042862" y="4143364"/>
            <a:ext cx="455350" cy="261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143200"/>
              </a:solidFill>
              <a:effectLst/>
              <a:uLnTx/>
              <a:uFillTx/>
              <a:latin typeface="Arial"/>
              <a:ea typeface="+mn-ea"/>
              <a:cs typeface="+mn-cs"/>
            </a:endParaRPr>
          </a:p>
        </p:txBody>
      </p:sp>
      <p:pic>
        <p:nvPicPr>
          <p:cNvPr id="17" name="Graphic 16" descr="Download with solid fill">
            <a:extLst>
              <a:ext uri="{FF2B5EF4-FFF2-40B4-BE49-F238E27FC236}">
                <a16:creationId xmlns:a16="http://schemas.microsoft.com/office/drawing/2014/main" id="{DCDB26B4-8D34-F817-37F4-CC697B5EDF3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4140" y="3921132"/>
            <a:ext cx="540000" cy="540000"/>
          </a:xfrm>
          <a:prstGeom prst="rect">
            <a:avLst/>
          </a:prstGeom>
        </p:spPr>
      </p:pic>
      <p:pic>
        <p:nvPicPr>
          <p:cNvPr id="16" name="Picture 15">
            <a:extLst>
              <a:ext uri="{FF2B5EF4-FFF2-40B4-BE49-F238E27FC236}">
                <a16:creationId xmlns:a16="http://schemas.microsoft.com/office/drawing/2014/main" id="{25F0A847-7C42-1F1A-E774-18ED4F1FBC5D}"/>
              </a:ext>
            </a:extLst>
          </p:cNvPr>
          <p:cNvPicPr>
            <a:picLocks noChangeAspect="1"/>
          </p:cNvPicPr>
          <p:nvPr/>
        </p:nvPicPr>
        <p:blipFill>
          <a:blip r:embed="rId8"/>
          <a:stretch>
            <a:fillRect/>
          </a:stretch>
        </p:blipFill>
        <p:spPr>
          <a:xfrm>
            <a:off x="803082" y="4341351"/>
            <a:ext cx="494669" cy="216812"/>
          </a:xfrm>
          <a:prstGeom prst="rect">
            <a:avLst/>
          </a:prstGeom>
        </p:spPr>
      </p:pic>
      <p:cxnSp>
        <p:nvCxnSpPr>
          <p:cNvPr id="3" name="Straight Connector 2">
            <a:extLst>
              <a:ext uri="{FF2B5EF4-FFF2-40B4-BE49-F238E27FC236}">
                <a16:creationId xmlns:a16="http://schemas.microsoft.com/office/drawing/2014/main" id="{FB4F190A-2FD2-8053-767B-6D24156CF3ED}"/>
              </a:ext>
            </a:extLst>
          </p:cNvPr>
          <p:cNvCxnSpPr/>
          <p:nvPr/>
        </p:nvCxnSpPr>
        <p:spPr>
          <a:xfrm>
            <a:off x="0" y="6853650"/>
            <a:ext cx="12192000" cy="0"/>
          </a:xfrm>
          <a:prstGeom prst="line">
            <a:avLst/>
          </a:prstGeom>
          <a:ln w="57150">
            <a:solidFill>
              <a:srgbClr val="007A68"/>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0D5960-69FA-B8EB-47D1-4F377906110D}"/>
              </a:ext>
            </a:extLst>
          </p:cNvPr>
          <p:cNvSpPr txBox="1">
            <a:spLocks/>
          </p:cNvSpPr>
          <p:nvPr/>
        </p:nvSpPr>
        <p:spPr>
          <a:xfrm>
            <a:off x="367937" y="205423"/>
            <a:ext cx="10515600" cy="535531"/>
          </a:xfrm>
          <a:prstGeom prst="rect">
            <a:avLst/>
          </a:prstGeom>
        </p:spPr>
        <p:txBody>
          <a:bodyPr vert="horz" lIns="91440" tIns="45720" rIns="91440" bIns="45720" rtlCol="0" anchor="t">
            <a:noAutofit/>
          </a:bodyPr>
          <a:lstStyle>
            <a:defPPr>
              <a:defRPr lang="en-US"/>
            </a:defPPr>
            <a:lvl1pPr defTabSz="914400">
              <a:lnSpc>
                <a:spcPct val="90000"/>
              </a:lnSpc>
              <a:spcBef>
                <a:spcPct val="0"/>
              </a:spcBef>
              <a:buNone/>
              <a:defRPr sz="3000" b="1">
                <a:solidFill>
                  <a:srgbClr val="143200"/>
                </a:solidFill>
                <a:latin typeface="Franklin Gothic Medium" panose="020B06030201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AU" sz="3000" b="1" i="0" u="none" strike="noStrike" kern="1200" cap="none" spc="0" normalizeH="0" baseline="0" noProof="0" dirty="0">
                <a:ln>
                  <a:noFill/>
                </a:ln>
                <a:solidFill>
                  <a:srgbClr val="143200"/>
                </a:solidFill>
                <a:effectLst/>
                <a:uLnTx/>
                <a:uFillTx/>
                <a:latin typeface="Franklin Gothic Medium" panose="020B0603020102020204" pitchFamily="34" charset="0"/>
                <a:ea typeface="+mj-ea"/>
                <a:cs typeface="+mj-cs"/>
              </a:rPr>
              <a:t>MyTeamGE Consigning Options</a:t>
            </a:r>
          </a:p>
        </p:txBody>
      </p:sp>
      <p:sp>
        <p:nvSpPr>
          <p:cNvPr id="6" name="Slide Number Placeholder 3">
            <a:extLst>
              <a:ext uri="{FF2B5EF4-FFF2-40B4-BE49-F238E27FC236}">
                <a16:creationId xmlns:a16="http://schemas.microsoft.com/office/drawing/2014/main" id="{BF7CD8A3-E05B-9313-B767-92DB88B392E5}"/>
              </a:ext>
            </a:extLst>
          </p:cNvPr>
          <p:cNvSpPr txBox="1">
            <a:spLocks/>
          </p:cNvSpPr>
          <p:nvPr/>
        </p:nvSpPr>
        <p:spPr>
          <a:xfrm>
            <a:off x="4912605" y="6514901"/>
            <a:ext cx="2347416"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ED4F224-E88B-A44E-95C1-82CB97C9A2DF}" type="slidenum">
              <a:rPr kumimoji="0" lang="en-US" sz="800" b="1" i="0" u="none" strike="noStrike" kern="1200" cap="none" spc="0" normalizeH="0" baseline="0" noProof="0" smtClean="0">
                <a:ln>
                  <a:noFill/>
                </a:ln>
                <a:solidFill>
                  <a:srgbClr val="143200"/>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1" i="0" u="none" strike="noStrike" kern="1200" cap="none" spc="0" normalizeH="0" baseline="0" noProof="0" dirty="0">
              <a:ln>
                <a:noFill/>
              </a:ln>
              <a:solidFill>
                <a:srgbClr val="143200"/>
              </a:solidFill>
              <a:effectLst/>
              <a:uLnTx/>
              <a:uFillTx/>
              <a:latin typeface="Century Gothic" panose="020B0502020202020204" pitchFamily="34" charset="0"/>
              <a:ea typeface="+mn-ea"/>
              <a:cs typeface="+mn-cs"/>
            </a:endParaRPr>
          </a:p>
        </p:txBody>
      </p:sp>
      <p:sp>
        <p:nvSpPr>
          <p:cNvPr id="42" name="TextBox 41">
            <a:extLst>
              <a:ext uri="{FF2B5EF4-FFF2-40B4-BE49-F238E27FC236}">
                <a16:creationId xmlns:a16="http://schemas.microsoft.com/office/drawing/2014/main" id="{D6733B00-5A0A-6B5E-5F39-8081E3FA73E9}"/>
              </a:ext>
            </a:extLst>
          </p:cNvPr>
          <p:cNvSpPr txBox="1"/>
          <p:nvPr/>
        </p:nvSpPr>
        <p:spPr>
          <a:xfrm>
            <a:off x="695676" y="4236955"/>
            <a:ext cx="927184"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100" b="1" i="1" u="none" strike="noStrike" kern="1200" cap="none" spc="0" normalizeH="0" baseline="0" noProof="0" dirty="0">
                <a:ln>
                  <a:noFill/>
                </a:ln>
                <a:solidFill>
                  <a:srgbClr val="CBFF54"/>
                </a:solidFill>
                <a:effectLst/>
                <a:highlight>
                  <a:srgbClr val="143200"/>
                </a:highlight>
                <a:uLnTx/>
                <a:uFillTx/>
                <a:latin typeface="Century Gothic" panose="020B0502020202020204" pitchFamily="34" charset="0"/>
                <a:ea typeface="Times New Roman" panose="02020603050405020304" pitchFamily="18" charset="0"/>
                <a:cs typeface="Arial" panose="020B0604020202020204" pitchFamily="34" charset="0"/>
              </a:rPr>
              <a:t>my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100" b="1" i="1" u="none" strike="noStrike" kern="1200" cap="none" spc="0" normalizeH="0" baseline="0" noProof="0" dirty="0" err="1">
                <a:ln>
                  <a:noFill/>
                </a:ln>
                <a:solidFill>
                  <a:srgbClr val="CBFF54"/>
                </a:solidFill>
                <a:effectLst/>
                <a:highlight>
                  <a:srgbClr val="143200"/>
                </a:highlight>
                <a:uLnTx/>
                <a:uFillTx/>
                <a:latin typeface="Century Gothic" panose="020B0502020202020204" pitchFamily="34" charset="0"/>
                <a:ea typeface="Times New Roman" panose="02020603050405020304" pitchFamily="18" charset="0"/>
                <a:cs typeface="Arial" panose="020B0604020202020204" pitchFamily="34" charset="0"/>
              </a:rPr>
              <a:t>TeamGE</a:t>
            </a:r>
            <a:endParaRPr kumimoji="0" lang="en-AU" sz="1100" b="0" i="1" u="none" strike="noStrike" kern="1200" cap="none" spc="0" normalizeH="0" baseline="0" noProof="0" dirty="0">
              <a:ln>
                <a:noFill/>
              </a:ln>
              <a:solidFill>
                <a:srgbClr val="CBFF54"/>
              </a:solidFill>
              <a:effectLst/>
              <a:highlight>
                <a:srgbClr val="143200"/>
              </a:highligh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3E185CAD-2CD7-3659-8426-F30514D5305A}"/>
              </a:ext>
            </a:extLst>
          </p:cNvPr>
          <p:cNvSpPr/>
          <p:nvPr/>
        </p:nvSpPr>
        <p:spPr>
          <a:xfrm>
            <a:off x="6849765" y="4010658"/>
            <a:ext cx="547732" cy="34820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A6464626-1169-568A-F15A-6C35AA17A84C}"/>
              </a:ext>
            </a:extLst>
          </p:cNvPr>
          <p:cNvSpPr txBox="1"/>
          <p:nvPr/>
        </p:nvSpPr>
        <p:spPr>
          <a:xfrm>
            <a:off x="6440614" y="4110507"/>
            <a:ext cx="927184"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100" b="1" i="1" u="none" strike="noStrike" kern="1200" cap="none" spc="0" normalizeH="0" baseline="0" noProof="0" dirty="0">
                <a:ln>
                  <a:noFill/>
                </a:ln>
                <a:solidFill>
                  <a:srgbClr val="CBFF54"/>
                </a:solidFill>
                <a:effectLst/>
                <a:highlight>
                  <a:srgbClr val="143200"/>
                </a:highlight>
                <a:uLnTx/>
                <a:uFillTx/>
                <a:latin typeface="Century Gothic" panose="020B0502020202020204" pitchFamily="34" charset="0"/>
                <a:ea typeface="Times New Roman" panose="02020603050405020304" pitchFamily="18" charset="0"/>
                <a:cs typeface="Arial" panose="020B0604020202020204" pitchFamily="34" charset="0"/>
              </a:rPr>
              <a:t>my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100" b="1" i="1" u="none" strike="noStrike" kern="1200" cap="none" spc="0" normalizeH="0" baseline="0" noProof="0" dirty="0" err="1">
                <a:ln>
                  <a:noFill/>
                </a:ln>
                <a:solidFill>
                  <a:srgbClr val="CBFF54"/>
                </a:solidFill>
                <a:effectLst/>
                <a:highlight>
                  <a:srgbClr val="143200"/>
                </a:highlight>
                <a:uLnTx/>
                <a:uFillTx/>
                <a:latin typeface="Century Gothic" panose="020B0502020202020204" pitchFamily="34" charset="0"/>
                <a:ea typeface="Times New Roman" panose="02020603050405020304" pitchFamily="18" charset="0"/>
                <a:cs typeface="Arial" panose="020B0604020202020204" pitchFamily="34" charset="0"/>
              </a:rPr>
              <a:t>TeamGE</a:t>
            </a:r>
            <a:endParaRPr kumimoji="0" lang="en-AU" sz="1100" b="0" i="1" u="none" strike="noStrike" kern="1200" cap="none" spc="0" normalizeH="0" baseline="0" noProof="0" dirty="0">
              <a:ln>
                <a:noFill/>
              </a:ln>
              <a:solidFill>
                <a:srgbClr val="CBFF54"/>
              </a:solidFill>
              <a:effectLst/>
              <a:highlight>
                <a:srgbClr val="143200"/>
              </a:highlight>
              <a:uLnTx/>
              <a:uFillTx/>
              <a:latin typeface="Calibri" panose="020F0502020204030204"/>
              <a:ea typeface="+mn-ea"/>
              <a:cs typeface="+mn-cs"/>
            </a:endParaRPr>
          </a:p>
        </p:txBody>
      </p:sp>
      <p:pic>
        <p:nvPicPr>
          <p:cNvPr id="47" name="Graphic 46" descr="Link with solid fill">
            <a:extLst>
              <a:ext uri="{FF2B5EF4-FFF2-40B4-BE49-F238E27FC236}">
                <a16:creationId xmlns:a16="http://schemas.microsoft.com/office/drawing/2014/main" id="{7D4CF2CE-1BA5-3018-43EB-82832FFD167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804596" y="3934390"/>
            <a:ext cx="468000" cy="468000"/>
          </a:xfrm>
          <a:prstGeom prst="rect">
            <a:avLst/>
          </a:prstGeom>
        </p:spPr>
      </p:pic>
    </p:spTree>
    <p:extLst>
      <p:ext uri="{BB962C8B-B14F-4D97-AF65-F5344CB8AC3E}">
        <p14:creationId xmlns:p14="http://schemas.microsoft.com/office/powerpoint/2010/main" val="2770729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1D7C15-2B2F-4E2C-911F-6290B6EACA3C}"/>
              </a:ext>
            </a:extLst>
          </p:cNvPr>
          <p:cNvSpPr/>
          <p:nvPr/>
        </p:nvSpPr>
        <p:spPr>
          <a:xfrm>
            <a:off x="4026354" y="2983139"/>
            <a:ext cx="3664856" cy="20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9" name="Title 1">
            <a:extLst>
              <a:ext uri="{FF2B5EF4-FFF2-40B4-BE49-F238E27FC236}">
                <a16:creationId xmlns:a16="http://schemas.microsoft.com/office/drawing/2014/main" id="{9674336A-80F9-4A39-958F-C5404604D9C0}"/>
              </a:ext>
            </a:extLst>
          </p:cNvPr>
          <p:cNvSpPr>
            <a:spLocks noGrp="1"/>
          </p:cNvSpPr>
          <p:nvPr>
            <p:ph type="title"/>
          </p:nvPr>
        </p:nvSpPr>
        <p:spPr>
          <a:xfrm>
            <a:off x="448130" y="2268"/>
            <a:ext cx="10515600" cy="1325563"/>
          </a:xfrm>
        </p:spPr>
        <p:txBody>
          <a:bodyPr vert="horz" lIns="91440" tIns="45720" rIns="91440" bIns="45720" rtlCol="0" anchor="ctr">
            <a:normAutofit/>
          </a:bodyPr>
          <a:lstStyle/>
          <a:p>
            <a:r>
              <a:rPr lang="en-US" sz="4000" b="1" dirty="0">
                <a:cs typeface="Arial" panose="020B0604020202020204" pitchFamily="34" charset="0"/>
              </a:rPr>
              <a:t>Safety-First Culture</a:t>
            </a:r>
          </a:p>
        </p:txBody>
      </p:sp>
      <p:sp>
        <p:nvSpPr>
          <p:cNvPr id="11" name="Content Placeholder 5">
            <a:extLst>
              <a:ext uri="{FF2B5EF4-FFF2-40B4-BE49-F238E27FC236}">
                <a16:creationId xmlns:a16="http://schemas.microsoft.com/office/drawing/2014/main" id="{54D990FA-BEE5-46BF-9617-9DBAD18583F6}"/>
              </a:ext>
            </a:extLst>
          </p:cNvPr>
          <p:cNvSpPr>
            <a:spLocks noGrp="1"/>
          </p:cNvSpPr>
          <p:nvPr>
            <p:ph idx="1"/>
          </p:nvPr>
        </p:nvSpPr>
        <p:spPr>
          <a:xfrm>
            <a:off x="448130" y="1027339"/>
            <a:ext cx="6841670" cy="886052"/>
          </a:xfrm>
        </p:spPr>
        <p:txBody>
          <a:bodyPr vert="horz" lIns="91440" tIns="45720" rIns="91440" bIns="45720" rtlCol="0" anchor="t">
            <a:normAutofit/>
          </a:bodyPr>
          <a:lstStyle/>
          <a:p>
            <a:pPr marL="0" indent="0">
              <a:buNone/>
            </a:pPr>
            <a:r>
              <a:rPr lang="en-AU" sz="1400" dirty="0">
                <a:solidFill>
                  <a:schemeClr val="bg2">
                    <a:lumMod val="25000"/>
                  </a:schemeClr>
                </a:solidFill>
                <a:ea typeface="+mn-lt"/>
                <a:cs typeface="Arial" panose="020B0604020202020204" pitchFamily="34" charset="0"/>
              </a:rPr>
              <a:t>We believe that everyone has the right to return home safely.</a:t>
            </a:r>
            <a:r>
              <a:rPr lang="en-AU" sz="1400" dirty="0">
                <a:solidFill>
                  <a:schemeClr val="bg2">
                    <a:lumMod val="25000"/>
                  </a:schemeClr>
                </a:solidFill>
                <a:cs typeface="Arial" panose="020B0604020202020204" pitchFamily="34" charset="0"/>
              </a:rPr>
              <a:t> </a:t>
            </a:r>
            <a:endParaRPr lang="en-US" dirty="0">
              <a:solidFill>
                <a:schemeClr val="bg2">
                  <a:lumMod val="25000"/>
                </a:schemeClr>
              </a:solidFill>
              <a:cs typeface="Arial" panose="020B0604020202020204" pitchFamily="34" charset="0"/>
            </a:endParaRPr>
          </a:p>
          <a:p>
            <a:pPr marL="0" indent="0">
              <a:buNone/>
            </a:pPr>
            <a:r>
              <a:rPr lang="en-AU" sz="1400" dirty="0">
                <a:solidFill>
                  <a:schemeClr val="bg2">
                    <a:lumMod val="25000"/>
                  </a:schemeClr>
                </a:solidFill>
                <a:cs typeface="Arial" panose="020B0604020202020204" pitchFamily="34" charset="0"/>
              </a:rPr>
              <a:t>We are working towards creating a workplace free of incidents and injuries.</a:t>
            </a:r>
            <a:endParaRPr lang="en-AU" dirty="0">
              <a:solidFill>
                <a:schemeClr val="bg2">
                  <a:lumMod val="25000"/>
                </a:schemeClr>
              </a:solidFill>
              <a:cs typeface="Arial" panose="020B0604020202020204" pitchFamily="34" charset="0"/>
            </a:endParaRPr>
          </a:p>
          <a:p>
            <a:endParaRPr lang="en-US" dirty="0">
              <a:solidFill>
                <a:schemeClr val="bg2">
                  <a:lumMod val="25000"/>
                </a:schemeClr>
              </a:solidFill>
              <a:cs typeface="Arial" panose="020B0604020202020204" pitchFamily="34" charset="0"/>
            </a:endParaRPr>
          </a:p>
        </p:txBody>
      </p:sp>
      <p:grpSp>
        <p:nvGrpSpPr>
          <p:cNvPr id="6" name="Group 5">
            <a:extLst>
              <a:ext uri="{FF2B5EF4-FFF2-40B4-BE49-F238E27FC236}">
                <a16:creationId xmlns:a16="http://schemas.microsoft.com/office/drawing/2014/main" id="{8E6668EE-C41E-2ED8-E764-28CB88259A7B}"/>
              </a:ext>
            </a:extLst>
          </p:cNvPr>
          <p:cNvGrpSpPr/>
          <p:nvPr/>
        </p:nvGrpSpPr>
        <p:grpSpPr>
          <a:xfrm>
            <a:off x="515681" y="3205719"/>
            <a:ext cx="3494574" cy="1967021"/>
            <a:chOff x="563526" y="3205719"/>
            <a:chExt cx="3494574" cy="1967021"/>
          </a:xfrm>
        </p:grpSpPr>
        <p:sp>
          <p:nvSpPr>
            <p:cNvPr id="5" name="Rectangle 4">
              <a:extLst>
                <a:ext uri="{FF2B5EF4-FFF2-40B4-BE49-F238E27FC236}">
                  <a16:creationId xmlns:a16="http://schemas.microsoft.com/office/drawing/2014/main" id="{F7DA893A-0E27-B99E-A26C-CE76524BDECC}"/>
                </a:ext>
              </a:extLst>
            </p:cNvPr>
            <p:cNvSpPr/>
            <p:nvPr/>
          </p:nvSpPr>
          <p:spPr>
            <a:xfrm>
              <a:off x="563526" y="3205719"/>
              <a:ext cx="3436580" cy="1967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742AA768-EF8B-4735-8D22-A22FD8444DED}"/>
                </a:ext>
              </a:extLst>
            </p:cNvPr>
            <p:cNvSpPr txBox="1"/>
            <p:nvPr/>
          </p:nvSpPr>
          <p:spPr>
            <a:xfrm>
              <a:off x="680234" y="3312428"/>
              <a:ext cx="2108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3200" b="1" dirty="0">
                  <a:solidFill>
                    <a:schemeClr val="accent2"/>
                  </a:solidFill>
                  <a:ea typeface="+mn-lt"/>
                  <a:cs typeface="Arial" panose="020B0604020202020204" pitchFamily="34" charset="0"/>
                </a:rPr>
                <a:t>2nd</a:t>
              </a:r>
              <a:endParaRPr lang="en-US" sz="3200" dirty="0">
                <a:solidFill>
                  <a:schemeClr val="accent2"/>
                </a:solidFill>
                <a:cs typeface="Arial" panose="020B0604020202020204" pitchFamily="34" charset="0"/>
              </a:endParaRPr>
            </a:p>
          </p:txBody>
        </p:sp>
        <p:sp>
          <p:nvSpPr>
            <p:cNvPr id="12" name="TextBox 11">
              <a:extLst>
                <a:ext uri="{FF2B5EF4-FFF2-40B4-BE49-F238E27FC236}">
                  <a16:creationId xmlns:a16="http://schemas.microsoft.com/office/drawing/2014/main" id="{867492F7-AA82-43B1-956C-98460037517D}"/>
                </a:ext>
              </a:extLst>
            </p:cNvPr>
            <p:cNvSpPr txBox="1"/>
            <p:nvPr/>
          </p:nvSpPr>
          <p:spPr>
            <a:xfrm>
              <a:off x="680233" y="3902070"/>
              <a:ext cx="2108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3200" b="1">
                  <a:solidFill>
                    <a:schemeClr val="accent2"/>
                  </a:solidFill>
                  <a:ea typeface="+mn-lt"/>
                  <a:cs typeface="Arial" panose="020B0604020202020204" pitchFamily="34" charset="0"/>
                </a:rPr>
                <a:t>1st</a:t>
              </a:r>
              <a:endParaRPr lang="en-US" sz="3200">
                <a:solidFill>
                  <a:schemeClr val="accent2"/>
                </a:solidFill>
                <a:cs typeface="Arial" panose="020B0604020202020204" pitchFamily="34" charset="0"/>
              </a:endParaRPr>
            </a:p>
          </p:txBody>
        </p:sp>
        <p:sp>
          <p:nvSpPr>
            <p:cNvPr id="13" name="TextBox 12">
              <a:extLst>
                <a:ext uri="{FF2B5EF4-FFF2-40B4-BE49-F238E27FC236}">
                  <a16:creationId xmlns:a16="http://schemas.microsoft.com/office/drawing/2014/main" id="{21816364-BB09-4B24-AAB4-219064C64DD7}"/>
                </a:ext>
              </a:extLst>
            </p:cNvPr>
            <p:cNvSpPr txBox="1"/>
            <p:nvPr/>
          </p:nvSpPr>
          <p:spPr>
            <a:xfrm>
              <a:off x="680232" y="4491712"/>
              <a:ext cx="2108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3200" b="1">
                  <a:solidFill>
                    <a:schemeClr val="accent2"/>
                  </a:solidFill>
                  <a:ea typeface="+mn-lt"/>
                  <a:cs typeface="Arial" panose="020B0604020202020204" pitchFamily="34" charset="0"/>
                </a:rPr>
                <a:t>1st</a:t>
              </a:r>
              <a:endParaRPr lang="en-US" sz="3200">
                <a:solidFill>
                  <a:schemeClr val="accent2"/>
                </a:solidFill>
                <a:cs typeface="Arial" panose="020B0604020202020204" pitchFamily="34" charset="0"/>
              </a:endParaRPr>
            </a:p>
          </p:txBody>
        </p:sp>
        <p:sp>
          <p:nvSpPr>
            <p:cNvPr id="14" name="TextBox 13">
              <a:extLst>
                <a:ext uri="{FF2B5EF4-FFF2-40B4-BE49-F238E27FC236}">
                  <a16:creationId xmlns:a16="http://schemas.microsoft.com/office/drawing/2014/main" id="{390A0C21-ABEF-4F5F-88CF-28611E4AE688}"/>
                </a:ext>
              </a:extLst>
            </p:cNvPr>
            <p:cNvSpPr txBox="1"/>
            <p:nvPr/>
          </p:nvSpPr>
          <p:spPr>
            <a:xfrm>
              <a:off x="1577971" y="3375930"/>
              <a:ext cx="248012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bg2"/>
                  </a:solidFill>
                  <a:cs typeface="Arial" panose="020B0604020202020204" pitchFamily="34" charset="0"/>
                </a:rPr>
                <a:t>Highest no. of fatalities</a:t>
              </a:r>
            </a:p>
            <a:p>
              <a:r>
                <a:rPr lang="en-AU" sz="1200" dirty="0">
                  <a:solidFill>
                    <a:schemeClr val="bg2"/>
                  </a:solidFill>
                  <a:cs typeface="Arial" panose="020B0604020202020204" pitchFamily="34" charset="0"/>
                </a:rPr>
                <a:t>39 per year (20% of total)</a:t>
              </a:r>
            </a:p>
          </p:txBody>
        </p:sp>
        <p:sp>
          <p:nvSpPr>
            <p:cNvPr id="15" name="TextBox 14">
              <a:extLst>
                <a:ext uri="{FF2B5EF4-FFF2-40B4-BE49-F238E27FC236}">
                  <a16:creationId xmlns:a16="http://schemas.microsoft.com/office/drawing/2014/main" id="{05ABB353-D0B9-447F-9F6C-2D9BF40CADF6}"/>
                </a:ext>
              </a:extLst>
            </p:cNvPr>
            <p:cNvSpPr txBox="1"/>
            <p:nvPr/>
          </p:nvSpPr>
          <p:spPr>
            <a:xfrm>
              <a:off x="1577970" y="3965572"/>
              <a:ext cx="248012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bg2"/>
                  </a:solidFill>
                  <a:cs typeface="Arial" panose="020B0604020202020204" pitchFamily="34" charset="0"/>
                </a:rPr>
                <a:t>Highest fatality rate</a:t>
              </a:r>
            </a:p>
            <a:p>
              <a:r>
                <a:rPr lang="en-AU" sz="1200" dirty="0">
                  <a:solidFill>
                    <a:schemeClr val="bg2"/>
                  </a:solidFill>
                  <a:cs typeface="Arial" panose="020B0604020202020204" pitchFamily="34" charset="0"/>
                </a:rPr>
                <a:t>15.6 deaths per 100,000</a:t>
              </a:r>
            </a:p>
          </p:txBody>
        </p:sp>
        <p:sp>
          <p:nvSpPr>
            <p:cNvPr id="16" name="TextBox 15">
              <a:extLst>
                <a:ext uri="{FF2B5EF4-FFF2-40B4-BE49-F238E27FC236}">
                  <a16:creationId xmlns:a16="http://schemas.microsoft.com/office/drawing/2014/main" id="{005CC647-9B72-4050-B9C1-108A618E80C7}"/>
                </a:ext>
              </a:extLst>
            </p:cNvPr>
            <p:cNvSpPr txBox="1"/>
            <p:nvPr/>
          </p:nvSpPr>
          <p:spPr>
            <a:xfrm>
              <a:off x="1577969" y="4555214"/>
              <a:ext cx="248012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bg2"/>
                  </a:solidFill>
                  <a:cs typeface="Arial" panose="020B0604020202020204" pitchFamily="34" charset="0"/>
                </a:rPr>
                <a:t>Highest frequency rate</a:t>
              </a:r>
            </a:p>
            <a:p>
              <a:r>
                <a:rPr lang="en-AU" sz="1200" dirty="0">
                  <a:solidFill>
                    <a:schemeClr val="bg2"/>
                  </a:solidFill>
                  <a:cs typeface="Arial" panose="020B0604020202020204" pitchFamily="34" charset="0"/>
                </a:rPr>
                <a:t>11.0 per million hours worked</a:t>
              </a:r>
            </a:p>
          </p:txBody>
        </p:sp>
      </p:grpSp>
      <p:sp>
        <p:nvSpPr>
          <p:cNvPr id="20" name="TextBox 19">
            <a:extLst>
              <a:ext uri="{FF2B5EF4-FFF2-40B4-BE49-F238E27FC236}">
                <a16:creationId xmlns:a16="http://schemas.microsoft.com/office/drawing/2014/main" id="{3ECE9D5E-F595-4C7A-A516-DA627EA215AE}"/>
              </a:ext>
            </a:extLst>
          </p:cNvPr>
          <p:cNvSpPr txBox="1"/>
          <p:nvPr/>
        </p:nvSpPr>
        <p:spPr>
          <a:xfrm>
            <a:off x="442814" y="5497420"/>
            <a:ext cx="28520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900" dirty="0">
                <a:solidFill>
                  <a:schemeClr val="bg2">
                    <a:lumMod val="25000"/>
                  </a:schemeClr>
                </a:solidFill>
                <a:cs typeface="Arial" panose="020B0604020202020204" pitchFamily="34" charset="0"/>
              </a:rPr>
              <a:t>Source: www.safeworkaustralia.gov.au/system/files/documents/1807/road-transport-priority-industry-snapshot-2018.pdf</a:t>
            </a:r>
          </a:p>
        </p:txBody>
      </p:sp>
      <p:pic>
        <p:nvPicPr>
          <p:cNvPr id="21" name="Picture 21">
            <a:extLst>
              <a:ext uri="{FF2B5EF4-FFF2-40B4-BE49-F238E27FC236}">
                <a16:creationId xmlns:a16="http://schemas.microsoft.com/office/drawing/2014/main" id="{549E307C-69BF-4B58-BF87-723DAFE3727C}"/>
              </a:ext>
            </a:extLst>
          </p:cNvPr>
          <p:cNvPicPr>
            <a:picLocks noChangeAspect="1"/>
          </p:cNvPicPr>
          <p:nvPr/>
        </p:nvPicPr>
        <p:blipFill>
          <a:blip r:embed="rId2"/>
          <a:stretch>
            <a:fillRect/>
          </a:stretch>
        </p:blipFill>
        <p:spPr>
          <a:xfrm>
            <a:off x="4025899" y="3205719"/>
            <a:ext cx="3314700" cy="1789133"/>
          </a:xfrm>
          <a:prstGeom prst="rect">
            <a:avLst/>
          </a:prstGeom>
        </p:spPr>
      </p:pic>
      <p:sp>
        <p:nvSpPr>
          <p:cNvPr id="22" name="Rectangle 21">
            <a:extLst>
              <a:ext uri="{FF2B5EF4-FFF2-40B4-BE49-F238E27FC236}">
                <a16:creationId xmlns:a16="http://schemas.microsoft.com/office/drawing/2014/main" id="{D818A37C-99E6-4702-8B4E-FA54F3B23016}"/>
              </a:ext>
            </a:extLst>
          </p:cNvPr>
          <p:cNvSpPr/>
          <p:nvPr/>
        </p:nvSpPr>
        <p:spPr>
          <a:xfrm>
            <a:off x="7135584" y="3380015"/>
            <a:ext cx="154216" cy="13697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23" name="TextBox 22">
            <a:extLst>
              <a:ext uri="{FF2B5EF4-FFF2-40B4-BE49-F238E27FC236}">
                <a16:creationId xmlns:a16="http://schemas.microsoft.com/office/drawing/2014/main" id="{D93D9CEB-3408-4B8F-B693-AAD380240DE8}"/>
              </a:ext>
            </a:extLst>
          </p:cNvPr>
          <p:cNvSpPr txBox="1"/>
          <p:nvPr/>
        </p:nvSpPr>
        <p:spPr>
          <a:xfrm>
            <a:off x="7029901" y="3140073"/>
            <a:ext cx="4027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tx2"/>
                </a:solidFill>
                <a:cs typeface="Arial" panose="020B0604020202020204" pitchFamily="34" charset="0"/>
              </a:rPr>
              <a:t>8.1</a:t>
            </a:r>
          </a:p>
        </p:txBody>
      </p:sp>
      <p:sp>
        <p:nvSpPr>
          <p:cNvPr id="24" name="TextBox 23">
            <a:extLst>
              <a:ext uri="{FF2B5EF4-FFF2-40B4-BE49-F238E27FC236}">
                <a16:creationId xmlns:a16="http://schemas.microsoft.com/office/drawing/2014/main" id="{93223B81-814B-4F67-895A-213E5021927A}"/>
              </a:ext>
            </a:extLst>
          </p:cNvPr>
          <p:cNvSpPr txBox="1"/>
          <p:nvPr/>
        </p:nvSpPr>
        <p:spPr>
          <a:xfrm rot="16200000">
            <a:off x="6240686" y="3413024"/>
            <a:ext cx="24801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900" dirty="0">
                <a:solidFill>
                  <a:schemeClr val="tx2"/>
                </a:solidFill>
                <a:cs typeface="Arial" panose="020B0604020202020204" pitchFamily="34" charset="0"/>
              </a:rPr>
              <a:t>Transport, Postal and Warehousing</a:t>
            </a:r>
          </a:p>
          <a:p>
            <a:r>
              <a:rPr lang="en-AU" sz="900" dirty="0">
                <a:solidFill>
                  <a:schemeClr val="tx2"/>
                </a:solidFill>
                <a:cs typeface="Arial" panose="020B0604020202020204" pitchFamily="34" charset="0"/>
              </a:rPr>
              <a:t>Industry Benchmark</a:t>
            </a:r>
          </a:p>
        </p:txBody>
      </p:sp>
      <p:sp>
        <p:nvSpPr>
          <p:cNvPr id="25" name="TextBox 24">
            <a:extLst>
              <a:ext uri="{FF2B5EF4-FFF2-40B4-BE49-F238E27FC236}">
                <a16:creationId xmlns:a16="http://schemas.microsoft.com/office/drawing/2014/main" id="{2AA39D0D-DA84-4C9C-9F63-4E6FC0FA8151}"/>
              </a:ext>
            </a:extLst>
          </p:cNvPr>
          <p:cNvSpPr txBox="1"/>
          <p:nvPr/>
        </p:nvSpPr>
        <p:spPr>
          <a:xfrm>
            <a:off x="4090756" y="5275161"/>
            <a:ext cx="33147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900" dirty="0">
                <a:solidFill>
                  <a:schemeClr val="bg2">
                    <a:lumMod val="25000"/>
                  </a:schemeClr>
                </a:solidFill>
                <a:cs typeface="Arial" panose="020B0604020202020204" pitchFamily="34" charset="0"/>
              </a:rPr>
              <a:t>*LTI data used is from TGE’s incident reporting system. TGE LTI and hours worked data have been entered in the </a:t>
            </a:r>
            <a:r>
              <a:rPr lang="en-AU" sz="900" dirty="0" err="1">
                <a:solidFill>
                  <a:schemeClr val="bg2">
                    <a:lumMod val="25000"/>
                  </a:schemeClr>
                </a:solidFill>
                <a:cs typeface="Arial" panose="020B0604020202020204" pitchFamily="34" charset="0"/>
              </a:rPr>
              <a:t>Worksafe</a:t>
            </a:r>
            <a:r>
              <a:rPr lang="en-AU" sz="900" dirty="0">
                <a:solidFill>
                  <a:schemeClr val="bg2">
                    <a:lumMod val="25000"/>
                  </a:schemeClr>
                </a:solidFill>
                <a:cs typeface="Arial" panose="020B0604020202020204" pitchFamily="34" charset="0"/>
              </a:rPr>
              <a:t> Australia comparison tool (</a:t>
            </a:r>
            <a:r>
              <a:rPr lang="en-AU" sz="900" dirty="0">
                <a:solidFill>
                  <a:schemeClr val="bg2">
                    <a:lumMod val="25000"/>
                  </a:schemeClr>
                </a:solidFill>
                <a:cs typeface="Arial" panose="020B0604020202020204" pitchFamily="34" charset="0"/>
                <a:hlinkClick r:id="rId3">
                  <a:extLst>
                    <a:ext uri="{A12FA001-AC4F-418D-AE19-62706E023703}">
                      <ahyp:hlinkClr xmlns:ahyp="http://schemas.microsoft.com/office/drawing/2018/hyperlinkcolor" val="tx"/>
                    </a:ext>
                  </a:extLst>
                </a:hlinkClick>
              </a:rPr>
              <a:t>https://www.safeworkaustralia.gov.au/statistics-and-research/lost-time-injury-frequency-rates-ltifr</a:t>
            </a:r>
            <a:r>
              <a:rPr lang="en-AU" sz="900" dirty="0">
                <a:solidFill>
                  <a:schemeClr val="bg2">
                    <a:lumMod val="25000"/>
                  </a:schemeClr>
                </a:solidFill>
                <a:cs typeface="Arial" panose="020B0604020202020204" pitchFamily="34" charset="0"/>
              </a:rPr>
              <a:t>). The </a:t>
            </a:r>
            <a:r>
              <a:rPr lang="en-AU" sz="900" dirty="0" err="1">
                <a:solidFill>
                  <a:schemeClr val="bg2">
                    <a:lumMod val="25000"/>
                  </a:schemeClr>
                </a:solidFill>
                <a:cs typeface="Arial" panose="020B0604020202020204" pitchFamily="34" charset="0"/>
              </a:rPr>
              <a:t>TGEl</a:t>
            </a:r>
            <a:r>
              <a:rPr lang="en-AU" sz="900" dirty="0">
                <a:solidFill>
                  <a:schemeClr val="bg2">
                    <a:lumMod val="25000"/>
                  </a:schemeClr>
                </a:solidFill>
                <a:cs typeface="Arial" panose="020B0604020202020204" pitchFamily="34" charset="0"/>
              </a:rPr>
              <a:t> figures are accurate at the time of reporting.</a:t>
            </a:r>
            <a:r>
              <a:rPr lang="en-US" sz="900" dirty="0">
                <a:solidFill>
                  <a:schemeClr val="bg2">
                    <a:lumMod val="25000"/>
                  </a:schemeClr>
                </a:solidFill>
                <a:cs typeface="Arial" panose="020B0604020202020204" pitchFamily="34" charset="0"/>
              </a:rPr>
              <a:t> </a:t>
            </a:r>
            <a:endParaRPr lang="en-US" dirty="0">
              <a:solidFill>
                <a:schemeClr val="bg2">
                  <a:lumMod val="25000"/>
                </a:schemeClr>
              </a:solidFill>
              <a:cs typeface="Arial" panose="020B0604020202020204" pitchFamily="34" charset="0"/>
            </a:endParaRPr>
          </a:p>
        </p:txBody>
      </p:sp>
      <p:grpSp>
        <p:nvGrpSpPr>
          <p:cNvPr id="35" name="Group 34">
            <a:extLst>
              <a:ext uri="{FF2B5EF4-FFF2-40B4-BE49-F238E27FC236}">
                <a16:creationId xmlns:a16="http://schemas.microsoft.com/office/drawing/2014/main" id="{E102CAF4-6CF5-677F-CF89-F0EB33B02964}"/>
              </a:ext>
            </a:extLst>
          </p:cNvPr>
          <p:cNvGrpSpPr/>
          <p:nvPr/>
        </p:nvGrpSpPr>
        <p:grpSpPr>
          <a:xfrm>
            <a:off x="516746" y="1913391"/>
            <a:ext cx="3115454" cy="876979"/>
            <a:chOff x="516746" y="1913391"/>
            <a:chExt cx="3115454" cy="876979"/>
          </a:xfrm>
        </p:grpSpPr>
        <p:sp>
          <p:nvSpPr>
            <p:cNvPr id="8" name="Rectangle 7">
              <a:extLst>
                <a:ext uri="{FF2B5EF4-FFF2-40B4-BE49-F238E27FC236}">
                  <a16:creationId xmlns:a16="http://schemas.microsoft.com/office/drawing/2014/main" id="{53C08B1E-BB80-C90C-40E0-77A6CFE61B00}"/>
                </a:ext>
              </a:extLst>
            </p:cNvPr>
            <p:cNvSpPr/>
            <p:nvPr/>
          </p:nvSpPr>
          <p:spPr>
            <a:xfrm>
              <a:off x="519014" y="1913391"/>
              <a:ext cx="3113186" cy="8769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Box 1">
              <a:extLst>
                <a:ext uri="{FF2B5EF4-FFF2-40B4-BE49-F238E27FC236}">
                  <a16:creationId xmlns:a16="http://schemas.microsoft.com/office/drawing/2014/main" id="{A8EBCD98-2EEC-4157-92ED-9DB9CE1C2957}"/>
                </a:ext>
              </a:extLst>
            </p:cNvPr>
            <p:cNvSpPr txBox="1"/>
            <p:nvPr/>
          </p:nvSpPr>
          <p:spPr>
            <a:xfrm>
              <a:off x="516746" y="2256517"/>
              <a:ext cx="29283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cs typeface="Arial" panose="020B0604020202020204" pitchFamily="34" charset="0"/>
                </a:rPr>
                <a:t>Transport, Postal and Warehousing Industry in Australia</a:t>
              </a:r>
            </a:p>
          </p:txBody>
        </p:sp>
        <p:sp>
          <p:nvSpPr>
            <p:cNvPr id="3" name="TextBox 2">
              <a:extLst>
                <a:ext uri="{FF2B5EF4-FFF2-40B4-BE49-F238E27FC236}">
                  <a16:creationId xmlns:a16="http://schemas.microsoft.com/office/drawing/2014/main" id="{026189A7-EF0D-4D06-8564-BDD3EBF3F678}"/>
                </a:ext>
              </a:extLst>
            </p:cNvPr>
            <p:cNvSpPr txBox="1"/>
            <p:nvPr/>
          </p:nvSpPr>
          <p:spPr>
            <a:xfrm>
              <a:off x="519014" y="1948089"/>
              <a:ext cx="307255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ea typeface="+mn-lt"/>
                  <a:cs typeface="Arial" panose="020B0604020202020204" pitchFamily="34" charset="0"/>
                </a:rPr>
                <a:t>We operate in a high-risk industry</a:t>
              </a:r>
              <a:endParaRPr lang="en-AU" sz="1400" b="1" dirty="0">
                <a:cs typeface="Arial" panose="020B0604020202020204" pitchFamily="34" charset="0"/>
              </a:endParaRPr>
            </a:p>
          </p:txBody>
        </p:sp>
      </p:grpSp>
      <p:grpSp>
        <p:nvGrpSpPr>
          <p:cNvPr id="36" name="Group 35">
            <a:extLst>
              <a:ext uri="{FF2B5EF4-FFF2-40B4-BE49-F238E27FC236}">
                <a16:creationId xmlns:a16="http://schemas.microsoft.com/office/drawing/2014/main" id="{D1E94BBE-AE71-777F-9071-FD21FA31A69A}"/>
              </a:ext>
            </a:extLst>
          </p:cNvPr>
          <p:cNvGrpSpPr/>
          <p:nvPr/>
        </p:nvGrpSpPr>
        <p:grpSpPr>
          <a:xfrm>
            <a:off x="3882410" y="1913391"/>
            <a:ext cx="4116056" cy="876979"/>
            <a:chOff x="4028460" y="1913391"/>
            <a:chExt cx="3786272" cy="876979"/>
          </a:xfrm>
        </p:grpSpPr>
        <p:sp>
          <p:nvSpPr>
            <p:cNvPr id="17" name="Rectangle 16">
              <a:extLst>
                <a:ext uri="{FF2B5EF4-FFF2-40B4-BE49-F238E27FC236}">
                  <a16:creationId xmlns:a16="http://schemas.microsoft.com/office/drawing/2014/main" id="{72CE1E6F-DBA0-0EFA-FCE7-3C1441D4E140}"/>
                </a:ext>
              </a:extLst>
            </p:cNvPr>
            <p:cNvSpPr/>
            <p:nvPr/>
          </p:nvSpPr>
          <p:spPr>
            <a:xfrm>
              <a:off x="4028460" y="1913391"/>
              <a:ext cx="3739848" cy="8769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19B2B5B4-AF4D-40B8-AB6D-A0E5091069C9}"/>
                </a:ext>
              </a:extLst>
            </p:cNvPr>
            <p:cNvSpPr txBox="1"/>
            <p:nvPr/>
          </p:nvSpPr>
          <p:spPr>
            <a:xfrm>
              <a:off x="4072615" y="2256516"/>
              <a:ext cx="326798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cs typeface="Arial" panose="020B0604020202020204" pitchFamily="34" charset="0"/>
                </a:rPr>
                <a:t>Lost Time Injury Frequency Rate</a:t>
              </a:r>
              <a:endParaRPr lang="en-US" dirty="0">
                <a:cs typeface="Arial" panose="020B0604020202020204" pitchFamily="34" charset="0"/>
              </a:endParaRPr>
            </a:p>
            <a:p>
              <a:r>
                <a:rPr lang="en-AU" sz="1200" dirty="0">
                  <a:cs typeface="Arial" panose="020B0604020202020204" pitchFamily="34" charset="0"/>
                </a:rPr>
                <a:t>(LTIFR)</a:t>
              </a:r>
            </a:p>
          </p:txBody>
        </p:sp>
        <p:sp>
          <p:nvSpPr>
            <p:cNvPr id="19" name="TextBox 18">
              <a:extLst>
                <a:ext uri="{FF2B5EF4-FFF2-40B4-BE49-F238E27FC236}">
                  <a16:creationId xmlns:a16="http://schemas.microsoft.com/office/drawing/2014/main" id="{E63579A8-322D-448E-8944-214670B4A424}"/>
                </a:ext>
              </a:extLst>
            </p:cNvPr>
            <p:cNvSpPr txBox="1"/>
            <p:nvPr/>
          </p:nvSpPr>
          <p:spPr>
            <a:xfrm>
              <a:off x="4074883" y="1948088"/>
              <a:ext cx="37398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ea typeface="+mn-lt"/>
                  <a:cs typeface="Arial" panose="020B0604020202020204" pitchFamily="34" charset="0"/>
                </a:rPr>
                <a:t>Team Global Express vs industry benchmark</a:t>
              </a:r>
              <a:endParaRPr lang="en-AU" sz="1400" b="1" dirty="0">
                <a:cs typeface="Arial" panose="020B0604020202020204" pitchFamily="34" charset="0"/>
              </a:endParaRPr>
            </a:p>
          </p:txBody>
        </p:sp>
      </p:grpSp>
      <p:grpSp>
        <p:nvGrpSpPr>
          <p:cNvPr id="37" name="Group 36">
            <a:extLst>
              <a:ext uri="{FF2B5EF4-FFF2-40B4-BE49-F238E27FC236}">
                <a16:creationId xmlns:a16="http://schemas.microsoft.com/office/drawing/2014/main" id="{1B2C1260-0C48-59D1-7C21-73086AD6B108}"/>
              </a:ext>
            </a:extLst>
          </p:cNvPr>
          <p:cNvGrpSpPr/>
          <p:nvPr/>
        </p:nvGrpSpPr>
        <p:grpSpPr>
          <a:xfrm>
            <a:off x="8185600" y="1913391"/>
            <a:ext cx="3022689" cy="876979"/>
            <a:chOff x="8014150" y="1913391"/>
            <a:chExt cx="3022689" cy="876979"/>
          </a:xfrm>
        </p:grpSpPr>
        <p:sp>
          <p:nvSpPr>
            <p:cNvPr id="34" name="Rectangle 33">
              <a:extLst>
                <a:ext uri="{FF2B5EF4-FFF2-40B4-BE49-F238E27FC236}">
                  <a16:creationId xmlns:a16="http://schemas.microsoft.com/office/drawing/2014/main" id="{DA867755-4DC7-B52F-CC0B-2662C3FBD236}"/>
                </a:ext>
              </a:extLst>
            </p:cNvPr>
            <p:cNvSpPr/>
            <p:nvPr/>
          </p:nvSpPr>
          <p:spPr>
            <a:xfrm>
              <a:off x="8014150" y="1913391"/>
              <a:ext cx="2368100" cy="8769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58308CA-0286-4DE5-A52C-F30F4A9A2A06}"/>
                </a:ext>
              </a:extLst>
            </p:cNvPr>
            <p:cNvSpPr txBox="1"/>
            <p:nvPr/>
          </p:nvSpPr>
          <p:spPr>
            <a:xfrm>
              <a:off x="8040546" y="2256515"/>
              <a:ext cx="248012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cs typeface="Arial" panose="020B0604020202020204" pitchFamily="34" charset="0"/>
                </a:rPr>
                <a:t>Our focus areas</a:t>
              </a:r>
              <a:endParaRPr lang="en-US" dirty="0">
                <a:cs typeface="Arial" panose="020B0604020202020204" pitchFamily="34" charset="0"/>
              </a:endParaRPr>
            </a:p>
          </p:txBody>
        </p:sp>
        <p:sp>
          <p:nvSpPr>
            <p:cNvPr id="27" name="TextBox 26">
              <a:extLst>
                <a:ext uri="{FF2B5EF4-FFF2-40B4-BE49-F238E27FC236}">
                  <a16:creationId xmlns:a16="http://schemas.microsoft.com/office/drawing/2014/main" id="{42E41C09-79E7-447D-8F55-07D15DF14CB1}"/>
                </a:ext>
              </a:extLst>
            </p:cNvPr>
            <p:cNvSpPr txBox="1"/>
            <p:nvPr/>
          </p:nvSpPr>
          <p:spPr>
            <a:xfrm>
              <a:off x="8042815" y="1948087"/>
              <a:ext cx="299402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ea typeface="+mn-lt"/>
                  <a:cs typeface="Arial" panose="020B0604020202020204" pitchFamily="34" charset="0"/>
                </a:rPr>
                <a:t>We are safety obsessed</a:t>
              </a:r>
              <a:endParaRPr lang="en-AU" sz="1400" b="1" dirty="0">
                <a:cs typeface="Arial" panose="020B0604020202020204" pitchFamily="34" charset="0"/>
              </a:endParaRPr>
            </a:p>
          </p:txBody>
        </p:sp>
      </p:grpSp>
      <p:sp>
        <p:nvSpPr>
          <p:cNvPr id="28" name="TextBox 27">
            <a:extLst>
              <a:ext uri="{FF2B5EF4-FFF2-40B4-BE49-F238E27FC236}">
                <a16:creationId xmlns:a16="http://schemas.microsoft.com/office/drawing/2014/main" id="{49E258F3-1161-4222-83D1-E63181D8B34F}"/>
              </a:ext>
            </a:extLst>
          </p:cNvPr>
          <p:cNvSpPr txBox="1"/>
          <p:nvPr/>
        </p:nvSpPr>
        <p:spPr>
          <a:xfrm>
            <a:off x="8109399" y="2858858"/>
            <a:ext cx="334191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u="sng" dirty="0">
                <a:solidFill>
                  <a:schemeClr val="bg2">
                    <a:lumMod val="25000"/>
                  </a:schemeClr>
                </a:solidFill>
                <a:cs typeface="Arial" panose="020B0604020202020204" pitchFamily="34" charset="0"/>
              </a:rPr>
              <a:t>Safety-first mindset</a:t>
            </a:r>
          </a:p>
          <a:p>
            <a:r>
              <a:rPr lang="en-AU" sz="1200" dirty="0">
                <a:solidFill>
                  <a:schemeClr val="bg2">
                    <a:lumMod val="25000"/>
                  </a:schemeClr>
                </a:solidFill>
                <a:cs typeface="Arial" panose="020B0604020202020204" pitchFamily="34" charset="0"/>
              </a:rPr>
              <a:t>Global Safety Obsessed workshops empower our people to speak up, and care for each other</a:t>
            </a:r>
          </a:p>
        </p:txBody>
      </p:sp>
      <p:sp>
        <p:nvSpPr>
          <p:cNvPr id="29" name="TextBox 28">
            <a:extLst>
              <a:ext uri="{FF2B5EF4-FFF2-40B4-BE49-F238E27FC236}">
                <a16:creationId xmlns:a16="http://schemas.microsoft.com/office/drawing/2014/main" id="{03AFA151-5849-45C2-ABA4-CDEFD93340A5}"/>
              </a:ext>
            </a:extLst>
          </p:cNvPr>
          <p:cNvSpPr txBox="1"/>
          <p:nvPr/>
        </p:nvSpPr>
        <p:spPr>
          <a:xfrm>
            <a:off x="8109398" y="3747856"/>
            <a:ext cx="334191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u="sng" dirty="0">
                <a:solidFill>
                  <a:schemeClr val="bg2">
                    <a:lumMod val="25000"/>
                  </a:schemeClr>
                </a:solidFill>
                <a:cs typeface="Arial" panose="020B0604020202020204" pitchFamily="34" charset="0"/>
              </a:rPr>
              <a:t>Stringent safety reporting</a:t>
            </a:r>
          </a:p>
          <a:p>
            <a:r>
              <a:rPr lang="en-AU" sz="1200" dirty="0">
                <a:solidFill>
                  <a:schemeClr val="bg2">
                    <a:lumMod val="25000"/>
                  </a:schemeClr>
                </a:solidFill>
                <a:cs typeface="Arial" panose="020B0604020202020204" pitchFamily="34" charset="0"/>
              </a:rPr>
              <a:t>One central platform for safety reporting, analytics and insights. This enables us to do better and understand, manage and improve the health and safety of our people</a:t>
            </a:r>
          </a:p>
        </p:txBody>
      </p:sp>
      <p:sp>
        <p:nvSpPr>
          <p:cNvPr id="30" name="TextBox 29">
            <a:extLst>
              <a:ext uri="{FF2B5EF4-FFF2-40B4-BE49-F238E27FC236}">
                <a16:creationId xmlns:a16="http://schemas.microsoft.com/office/drawing/2014/main" id="{1D62CC0B-5EDA-44AE-84B3-C30D88DA90DB}"/>
              </a:ext>
            </a:extLst>
          </p:cNvPr>
          <p:cNvSpPr txBox="1"/>
          <p:nvPr/>
        </p:nvSpPr>
        <p:spPr>
          <a:xfrm>
            <a:off x="8109397" y="4954356"/>
            <a:ext cx="334191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u="sng" dirty="0">
                <a:solidFill>
                  <a:schemeClr val="bg2">
                    <a:lumMod val="25000"/>
                  </a:schemeClr>
                </a:solidFill>
                <a:cs typeface="Arial" panose="020B0604020202020204" pitchFamily="34" charset="0"/>
              </a:rPr>
              <a:t>Preventative technologies</a:t>
            </a:r>
          </a:p>
          <a:p>
            <a:r>
              <a:rPr lang="en-AU" sz="1200" dirty="0">
                <a:solidFill>
                  <a:schemeClr val="bg2">
                    <a:lumMod val="25000"/>
                  </a:schemeClr>
                </a:solidFill>
                <a:cs typeface="Arial" panose="020B0604020202020204" pitchFamily="34" charset="0"/>
              </a:rPr>
              <a:t>AUD$2 billion investment in fleet and equipment globally to improve safety and efficiency (including telematics, driver app, etc.)</a:t>
            </a:r>
          </a:p>
        </p:txBody>
      </p:sp>
      <p:pic>
        <p:nvPicPr>
          <p:cNvPr id="38" name="Picture 37" descr="A green and white striped flag&#10;&#10;Description automatically generated with low confidence">
            <a:extLst>
              <a:ext uri="{FF2B5EF4-FFF2-40B4-BE49-F238E27FC236}">
                <a16:creationId xmlns:a16="http://schemas.microsoft.com/office/drawing/2014/main" id="{11E99A69-557C-5D6E-26E8-B47C6EB28AF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39" name="Slide Number Placeholder 1">
            <a:extLst>
              <a:ext uri="{FF2B5EF4-FFF2-40B4-BE49-F238E27FC236}">
                <a16:creationId xmlns:a16="http://schemas.microsoft.com/office/drawing/2014/main" id="{5E302FDF-0034-BF07-0E9F-C78EC4E08BA5}"/>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16</a:t>
            </a:fld>
            <a:endParaRPr lang="en-US" sz="900" dirty="0">
              <a:solidFill>
                <a:schemeClr val="tx2"/>
              </a:solidFill>
            </a:endParaRPr>
          </a:p>
        </p:txBody>
      </p:sp>
    </p:spTree>
    <p:extLst>
      <p:ext uri="{BB962C8B-B14F-4D97-AF65-F5344CB8AC3E}">
        <p14:creationId xmlns:p14="http://schemas.microsoft.com/office/powerpoint/2010/main" val="3314756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17C6864-65AA-B7CF-3B3D-D0CA63D15C28}"/>
              </a:ext>
            </a:extLst>
          </p:cNvPr>
          <p:cNvSpPr/>
          <p:nvPr/>
        </p:nvSpPr>
        <p:spPr>
          <a:xfrm>
            <a:off x="7994192" y="1218630"/>
            <a:ext cx="3717467" cy="43166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3" name="Rectangle 82">
            <a:extLst>
              <a:ext uri="{FF2B5EF4-FFF2-40B4-BE49-F238E27FC236}">
                <a16:creationId xmlns:a16="http://schemas.microsoft.com/office/drawing/2014/main" id="{128E4564-9206-CBDF-46AC-162AD6BD7277}"/>
              </a:ext>
            </a:extLst>
          </p:cNvPr>
          <p:cNvSpPr/>
          <p:nvPr/>
        </p:nvSpPr>
        <p:spPr>
          <a:xfrm>
            <a:off x="7024130" y="1211072"/>
            <a:ext cx="986644" cy="43242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itle 1">
            <a:extLst>
              <a:ext uri="{FF2B5EF4-FFF2-40B4-BE49-F238E27FC236}">
                <a16:creationId xmlns:a16="http://schemas.microsoft.com/office/drawing/2014/main" id="{EFE05943-07AE-42EB-9578-5374AECED491}"/>
              </a:ext>
            </a:extLst>
          </p:cNvPr>
          <p:cNvSpPr>
            <a:spLocks noGrp="1"/>
          </p:cNvSpPr>
          <p:nvPr>
            <p:ph type="title"/>
          </p:nvPr>
        </p:nvSpPr>
        <p:spPr>
          <a:xfrm>
            <a:off x="418330" y="2268"/>
            <a:ext cx="5976257" cy="984789"/>
          </a:xfrm>
        </p:spPr>
        <p:txBody>
          <a:bodyPr anchor="b">
            <a:normAutofit/>
          </a:bodyPr>
          <a:lstStyle/>
          <a:p>
            <a:r>
              <a:rPr lang="en-US" sz="4000" b="1" dirty="0">
                <a:solidFill>
                  <a:schemeClr val="tx2"/>
                </a:solidFill>
                <a:cs typeface="Arial" panose="020B0604020202020204" pitchFamily="34" charset="0"/>
              </a:rPr>
              <a:t>ESG at a Glance</a:t>
            </a:r>
          </a:p>
        </p:txBody>
      </p:sp>
      <p:sp>
        <p:nvSpPr>
          <p:cNvPr id="17" name="TextBox 16">
            <a:extLst>
              <a:ext uri="{FF2B5EF4-FFF2-40B4-BE49-F238E27FC236}">
                <a16:creationId xmlns:a16="http://schemas.microsoft.com/office/drawing/2014/main" id="{DB11EBCB-696E-4243-A01B-AEF08B27BC72}"/>
              </a:ext>
            </a:extLst>
          </p:cNvPr>
          <p:cNvSpPr txBox="1"/>
          <p:nvPr/>
        </p:nvSpPr>
        <p:spPr>
          <a:xfrm>
            <a:off x="418330" y="954481"/>
            <a:ext cx="582212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tx2"/>
                </a:solidFill>
                <a:ea typeface="+mn-lt"/>
                <a:cs typeface="Arial" panose="020B0604020202020204" pitchFamily="34" charset="0"/>
              </a:rPr>
              <a:t>We are committed to being a leader in ESG. This requires the identification and implementation of key ESG initiatives to deliver improved environmental performance, risk reduction, and operating economics. We plan to achieve this through continuous improvement programs along with specific, program-based campaigns.</a:t>
            </a:r>
            <a:endParaRPr lang="en-AU" sz="1200" strike="sngStrike" dirty="0">
              <a:solidFill>
                <a:schemeClr val="tx2"/>
              </a:solidFill>
              <a:cs typeface="Arial" panose="020B0604020202020204" pitchFamily="34" charset="0"/>
            </a:endParaRPr>
          </a:p>
        </p:txBody>
      </p:sp>
      <p:sp>
        <p:nvSpPr>
          <p:cNvPr id="19" name="TextBox 18">
            <a:extLst>
              <a:ext uri="{FF2B5EF4-FFF2-40B4-BE49-F238E27FC236}">
                <a16:creationId xmlns:a16="http://schemas.microsoft.com/office/drawing/2014/main" id="{037CE098-CCE0-4760-94BA-3D7386C654AC}"/>
              </a:ext>
            </a:extLst>
          </p:cNvPr>
          <p:cNvSpPr txBox="1"/>
          <p:nvPr/>
        </p:nvSpPr>
        <p:spPr>
          <a:xfrm>
            <a:off x="7855402" y="1226001"/>
            <a:ext cx="3550557"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AU" sz="1100" dirty="0">
                <a:solidFill>
                  <a:schemeClr val="tx2"/>
                </a:solidFill>
                <a:cs typeface="Arial" panose="020B0604020202020204" pitchFamily="34" charset="0"/>
              </a:rPr>
              <a:t>Vehicle Specific Driver training to achieve better efficiency</a:t>
            </a:r>
          </a:p>
          <a:p>
            <a:pPr marL="171450" indent="-171450">
              <a:buFont typeface="Arial"/>
              <a:buChar char="•"/>
            </a:pPr>
            <a:r>
              <a:rPr lang="en-AU" sz="1100" dirty="0">
                <a:solidFill>
                  <a:schemeClr val="tx2"/>
                </a:solidFill>
                <a:cs typeface="Arial" panose="020B0604020202020204" pitchFamily="34" charset="0"/>
              </a:rPr>
              <a:t>Telematics used to report results to the driver</a:t>
            </a:r>
          </a:p>
        </p:txBody>
      </p:sp>
      <p:sp>
        <p:nvSpPr>
          <p:cNvPr id="21" name="TextBox 20">
            <a:extLst>
              <a:ext uri="{FF2B5EF4-FFF2-40B4-BE49-F238E27FC236}">
                <a16:creationId xmlns:a16="http://schemas.microsoft.com/office/drawing/2014/main" id="{55C8DE45-3877-4847-A223-8FF6B30D35AA}"/>
              </a:ext>
            </a:extLst>
          </p:cNvPr>
          <p:cNvSpPr txBox="1"/>
          <p:nvPr/>
        </p:nvSpPr>
        <p:spPr>
          <a:xfrm>
            <a:off x="6938719" y="792812"/>
            <a:ext cx="4927077"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500" b="1" dirty="0">
                <a:solidFill>
                  <a:schemeClr val="tx2"/>
                </a:solidFill>
                <a:ea typeface="+mn-lt"/>
                <a:cs typeface="Arial" panose="020B0604020202020204" pitchFamily="34" charset="0"/>
              </a:rPr>
              <a:t>Team Global Express’s key sustainability Programs</a:t>
            </a:r>
            <a:endParaRPr lang="en-AU" sz="1500" b="1" dirty="0">
              <a:solidFill>
                <a:schemeClr val="tx2"/>
              </a:solidFill>
              <a:cs typeface="Arial" panose="020B0604020202020204" pitchFamily="34" charset="0"/>
            </a:endParaRPr>
          </a:p>
        </p:txBody>
      </p:sp>
      <p:sp>
        <p:nvSpPr>
          <p:cNvPr id="22" name="TextBox 21">
            <a:extLst>
              <a:ext uri="{FF2B5EF4-FFF2-40B4-BE49-F238E27FC236}">
                <a16:creationId xmlns:a16="http://schemas.microsoft.com/office/drawing/2014/main" id="{D0D05A84-DE0F-4176-83C4-6A4E5903958B}"/>
              </a:ext>
            </a:extLst>
          </p:cNvPr>
          <p:cNvSpPr txBox="1"/>
          <p:nvPr/>
        </p:nvSpPr>
        <p:spPr>
          <a:xfrm>
            <a:off x="7855401" y="1937098"/>
            <a:ext cx="3614057"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AU" sz="1100" dirty="0">
                <a:solidFill>
                  <a:schemeClr val="tx2"/>
                </a:solidFill>
                <a:cs typeface="Arial" panose="020B0604020202020204" pitchFamily="34" charset="0"/>
              </a:rPr>
              <a:t>Environmental Sustainability Design (ESD) becomes standard for new facilities.</a:t>
            </a:r>
          </a:p>
          <a:p>
            <a:pPr marL="171450" indent="-171450">
              <a:buFont typeface="Arial"/>
              <a:buChar char="•"/>
            </a:pPr>
            <a:r>
              <a:rPr lang="en-AU" sz="1100" dirty="0">
                <a:solidFill>
                  <a:schemeClr val="tx2"/>
                </a:solidFill>
                <a:cs typeface="Arial" panose="020B0604020202020204" pitchFamily="34" charset="0"/>
              </a:rPr>
              <a:t>LED/Solar on facilities.</a:t>
            </a:r>
          </a:p>
        </p:txBody>
      </p:sp>
      <p:sp>
        <p:nvSpPr>
          <p:cNvPr id="23" name="TextBox 22">
            <a:extLst>
              <a:ext uri="{FF2B5EF4-FFF2-40B4-BE49-F238E27FC236}">
                <a16:creationId xmlns:a16="http://schemas.microsoft.com/office/drawing/2014/main" id="{3EB5AC19-0F3D-47C9-9B4D-8505F12DC31C}"/>
              </a:ext>
            </a:extLst>
          </p:cNvPr>
          <p:cNvSpPr txBox="1"/>
          <p:nvPr/>
        </p:nvSpPr>
        <p:spPr>
          <a:xfrm>
            <a:off x="7855400" y="2681926"/>
            <a:ext cx="3695699"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AU" sz="1100" dirty="0">
                <a:solidFill>
                  <a:schemeClr val="tx2"/>
                </a:solidFill>
                <a:cs typeface="Arial" panose="020B0604020202020204" pitchFamily="34" charset="0"/>
              </a:rPr>
              <a:t>Energy Efficiency included in all vehicle specifications</a:t>
            </a:r>
          </a:p>
          <a:p>
            <a:pPr marL="171450" indent="-171450">
              <a:buFont typeface="Arial"/>
              <a:buChar char="•"/>
            </a:pPr>
            <a:r>
              <a:rPr lang="en-AU" sz="1100" dirty="0">
                <a:solidFill>
                  <a:schemeClr val="tx2"/>
                </a:solidFill>
                <a:cs typeface="Arial" panose="020B0604020202020204" pitchFamily="34" charset="0"/>
              </a:rPr>
              <a:t>Beyond standard aerodynamics</a:t>
            </a:r>
          </a:p>
          <a:p>
            <a:pPr marL="171450" indent="-171450">
              <a:buFont typeface="Arial"/>
              <a:buChar char="•"/>
            </a:pPr>
            <a:r>
              <a:rPr lang="en-AU" sz="1100" dirty="0">
                <a:solidFill>
                  <a:schemeClr val="tx2"/>
                </a:solidFill>
                <a:cs typeface="Arial" panose="020B0604020202020204" pitchFamily="34" charset="0"/>
              </a:rPr>
              <a:t>Low Rolling Resistance (LRR) tires standard issue</a:t>
            </a:r>
          </a:p>
          <a:p>
            <a:pPr marL="171450" indent="-171450">
              <a:buFont typeface="Arial"/>
              <a:buChar char="•"/>
            </a:pPr>
            <a:r>
              <a:rPr lang="en-AU" sz="1100" dirty="0">
                <a:solidFill>
                  <a:schemeClr val="tx2"/>
                </a:solidFill>
                <a:cs typeface="Arial" panose="020B0604020202020204" pitchFamily="34" charset="0"/>
              </a:rPr>
              <a:t>Weight reduction</a:t>
            </a:r>
          </a:p>
        </p:txBody>
      </p:sp>
      <p:sp>
        <p:nvSpPr>
          <p:cNvPr id="24" name="TextBox 23">
            <a:extLst>
              <a:ext uri="{FF2B5EF4-FFF2-40B4-BE49-F238E27FC236}">
                <a16:creationId xmlns:a16="http://schemas.microsoft.com/office/drawing/2014/main" id="{6DAA3470-7B9C-417E-A55E-4F7B787E30E5}"/>
              </a:ext>
            </a:extLst>
          </p:cNvPr>
          <p:cNvSpPr txBox="1"/>
          <p:nvPr/>
        </p:nvSpPr>
        <p:spPr>
          <a:xfrm>
            <a:off x="7855399" y="3744882"/>
            <a:ext cx="3695699"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AU" sz="1100" dirty="0">
                <a:solidFill>
                  <a:schemeClr val="tx2"/>
                </a:solidFill>
                <a:cs typeface="Arial" panose="020B0604020202020204" pitchFamily="34" charset="0"/>
              </a:rPr>
              <a:t>Where feasible Biodiesel blends to be used</a:t>
            </a:r>
          </a:p>
          <a:p>
            <a:pPr marL="171450" indent="-171450">
              <a:buFont typeface="Arial"/>
              <a:buChar char="•"/>
            </a:pPr>
            <a:r>
              <a:rPr lang="en-AU" sz="1100" dirty="0">
                <a:solidFill>
                  <a:schemeClr val="tx2"/>
                </a:solidFill>
                <a:cs typeface="Arial" panose="020B0604020202020204" pitchFamily="34" charset="0"/>
              </a:rPr>
              <a:t>Work with Original Equipment Manufactures on next gen Electric Vehicles (EVs)</a:t>
            </a:r>
          </a:p>
          <a:p>
            <a:pPr marL="171450" indent="-171450">
              <a:buFont typeface="Arial"/>
              <a:buChar char="•"/>
            </a:pPr>
            <a:r>
              <a:rPr lang="en-AU" sz="1100" dirty="0">
                <a:solidFill>
                  <a:schemeClr val="tx2"/>
                </a:solidFill>
                <a:cs typeface="Arial" panose="020B0604020202020204" pitchFamily="34" charset="0"/>
              </a:rPr>
              <a:t>Continue to monitor and assess alternative fuels (Hydrogen, SAF etc)</a:t>
            </a:r>
          </a:p>
        </p:txBody>
      </p:sp>
      <p:sp>
        <p:nvSpPr>
          <p:cNvPr id="25" name="TextBox 24">
            <a:extLst>
              <a:ext uri="{FF2B5EF4-FFF2-40B4-BE49-F238E27FC236}">
                <a16:creationId xmlns:a16="http://schemas.microsoft.com/office/drawing/2014/main" id="{872AABDE-A5B8-4ED8-8740-8DE0DF1CADC8}"/>
              </a:ext>
            </a:extLst>
          </p:cNvPr>
          <p:cNvSpPr txBox="1"/>
          <p:nvPr/>
        </p:nvSpPr>
        <p:spPr>
          <a:xfrm>
            <a:off x="7855398" y="4765875"/>
            <a:ext cx="379548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AU" sz="1100" dirty="0">
                <a:solidFill>
                  <a:schemeClr val="tx2"/>
                </a:solidFill>
                <a:cs typeface="Arial" panose="020B0604020202020204" pitchFamily="34" charset="0"/>
              </a:rPr>
              <a:t>Route and Network Optimisation</a:t>
            </a:r>
          </a:p>
          <a:p>
            <a:pPr marL="171450" indent="-171450">
              <a:buFont typeface="Arial"/>
              <a:buChar char="•"/>
            </a:pPr>
            <a:r>
              <a:rPr lang="en-AU" sz="1100" dirty="0">
                <a:solidFill>
                  <a:schemeClr val="tx2"/>
                </a:solidFill>
                <a:cs typeface="Arial" panose="020B0604020202020204" pitchFamily="34" charset="0"/>
              </a:rPr>
              <a:t>Use of Higher Productivity Vehicles</a:t>
            </a:r>
          </a:p>
          <a:p>
            <a:pPr marL="171450" indent="-171450">
              <a:buFont typeface="Arial"/>
              <a:buChar char="•"/>
            </a:pPr>
            <a:r>
              <a:rPr lang="en-AU" sz="1100" dirty="0">
                <a:solidFill>
                  <a:schemeClr val="tx2"/>
                </a:solidFill>
                <a:cs typeface="Arial" panose="020B0604020202020204" pitchFamily="34" charset="0"/>
              </a:rPr>
              <a:t>Strategic partnerships with customers to improve ESG performance</a:t>
            </a:r>
          </a:p>
        </p:txBody>
      </p:sp>
      <p:sp>
        <p:nvSpPr>
          <p:cNvPr id="26" name="TextBox 25">
            <a:extLst>
              <a:ext uri="{FF2B5EF4-FFF2-40B4-BE49-F238E27FC236}">
                <a16:creationId xmlns:a16="http://schemas.microsoft.com/office/drawing/2014/main" id="{3DAF1162-83EB-4CC0-A46F-EAA0E916C801}"/>
              </a:ext>
            </a:extLst>
          </p:cNvPr>
          <p:cNvSpPr txBox="1"/>
          <p:nvPr/>
        </p:nvSpPr>
        <p:spPr>
          <a:xfrm>
            <a:off x="7050313" y="1226001"/>
            <a:ext cx="9438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bg2"/>
                </a:solidFill>
                <a:ea typeface="+mn-lt"/>
                <a:cs typeface="Arial" panose="020B0604020202020204" pitchFamily="34" charset="0"/>
              </a:rPr>
              <a:t>Smarter Driver</a:t>
            </a:r>
            <a:endParaRPr lang="en-AU" sz="1200" b="1" dirty="0">
              <a:solidFill>
                <a:schemeClr val="bg2"/>
              </a:solidFill>
              <a:cs typeface="Arial" panose="020B0604020202020204" pitchFamily="34" charset="0"/>
            </a:endParaRPr>
          </a:p>
        </p:txBody>
      </p:sp>
      <p:sp>
        <p:nvSpPr>
          <p:cNvPr id="27" name="TextBox 26">
            <a:extLst>
              <a:ext uri="{FF2B5EF4-FFF2-40B4-BE49-F238E27FC236}">
                <a16:creationId xmlns:a16="http://schemas.microsoft.com/office/drawing/2014/main" id="{080AAF0A-69CD-424C-9FB6-9588035A2EFB}"/>
              </a:ext>
            </a:extLst>
          </p:cNvPr>
          <p:cNvSpPr txBox="1"/>
          <p:nvPr/>
        </p:nvSpPr>
        <p:spPr>
          <a:xfrm>
            <a:off x="7050312" y="1932473"/>
            <a:ext cx="9438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bg2"/>
                </a:solidFill>
                <a:ea typeface="+mn-lt"/>
                <a:cs typeface="Arial" panose="020B0604020202020204" pitchFamily="34" charset="0"/>
              </a:rPr>
              <a:t>Smarter Facilities</a:t>
            </a:r>
            <a:endParaRPr lang="en-AU" sz="1200" b="1" dirty="0">
              <a:solidFill>
                <a:schemeClr val="bg2"/>
              </a:solidFill>
              <a:cs typeface="Arial" panose="020B0604020202020204" pitchFamily="34" charset="0"/>
            </a:endParaRPr>
          </a:p>
        </p:txBody>
      </p:sp>
      <p:sp>
        <p:nvSpPr>
          <p:cNvPr id="28" name="TextBox 27">
            <a:extLst>
              <a:ext uri="{FF2B5EF4-FFF2-40B4-BE49-F238E27FC236}">
                <a16:creationId xmlns:a16="http://schemas.microsoft.com/office/drawing/2014/main" id="{75C770FC-F58C-41BC-96B0-D12A33854CA0}"/>
              </a:ext>
            </a:extLst>
          </p:cNvPr>
          <p:cNvSpPr txBox="1"/>
          <p:nvPr/>
        </p:nvSpPr>
        <p:spPr>
          <a:xfrm>
            <a:off x="7050311" y="2655011"/>
            <a:ext cx="9438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bg2"/>
                </a:solidFill>
                <a:ea typeface="+mn-lt"/>
                <a:cs typeface="Arial" panose="020B0604020202020204" pitchFamily="34" charset="0"/>
              </a:rPr>
              <a:t>Smarter Vehicles</a:t>
            </a:r>
            <a:endParaRPr lang="en-AU" sz="1200" b="1" dirty="0">
              <a:solidFill>
                <a:schemeClr val="bg2"/>
              </a:solidFill>
              <a:cs typeface="Arial" panose="020B0604020202020204" pitchFamily="34" charset="0"/>
            </a:endParaRPr>
          </a:p>
        </p:txBody>
      </p:sp>
      <p:sp>
        <p:nvSpPr>
          <p:cNvPr id="29" name="TextBox 28">
            <a:extLst>
              <a:ext uri="{FF2B5EF4-FFF2-40B4-BE49-F238E27FC236}">
                <a16:creationId xmlns:a16="http://schemas.microsoft.com/office/drawing/2014/main" id="{3CA0ACC7-4C42-460C-8109-C88B05D2BEE8}"/>
              </a:ext>
            </a:extLst>
          </p:cNvPr>
          <p:cNvSpPr txBox="1"/>
          <p:nvPr/>
        </p:nvSpPr>
        <p:spPr>
          <a:xfrm>
            <a:off x="7050310" y="3723248"/>
            <a:ext cx="9438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bg2"/>
                </a:solidFill>
                <a:ea typeface="+mn-lt"/>
                <a:cs typeface="Arial" panose="020B0604020202020204" pitchFamily="34" charset="0"/>
              </a:rPr>
              <a:t>Smarter Fuels</a:t>
            </a:r>
            <a:endParaRPr lang="en-AU" sz="1200" b="1" dirty="0">
              <a:solidFill>
                <a:schemeClr val="bg2"/>
              </a:solidFill>
              <a:cs typeface="Arial" panose="020B0604020202020204" pitchFamily="34" charset="0"/>
            </a:endParaRPr>
          </a:p>
        </p:txBody>
      </p:sp>
      <p:sp>
        <p:nvSpPr>
          <p:cNvPr id="30" name="TextBox 29">
            <a:extLst>
              <a:ext uri="{FF2B5EF4-FFF2-40B4-BE49-F238E27FC236}">
                <a16:creationId xmlns:a16="http://schemas.microsoft.com/office/drawing/2014/main" id="{362BA082-7499-4BA2-ADE3-40D0A7EEFDFF}"/>
              </a:ext>
            </a:extLst>
          </p:cNvPr>
          <p:cNvSpPr txBox="1"/>
          <p:nvPr/>
        </p:nvSpPr>
        <p:spPr>
          <a:xfrm>
            <a:off x="7050309" y="4743656"/>
            <a:ext cx="9438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b="1" dirty="0">
                <a:solidFill>
                  <a:schemeClr val="bg2"/>
                </a:solidFill>
                <a:ea typeface="+mn-lt"/>
                <a:cs typeface="Arial" panose="020B0604020202020204" pitchFamily="34" charset="0"/>
              </a:rPr>
              <a:t>Smarter Planning</a:t>
            </a:r>
            <a:endParaRPr lang="en-AU" sz="1200" b="1" dirty="0">
              <a:solidFill>
                <a:schemeClr val="bg2"/>
              </a:solidFill>
              <a:cs typeface="Arial" panose="020B0604020202020204" pitchFamily="34" charset="0"/>
            </a:endParaRPr>
          </a:p>
        </p:txBody>
      </p:sp>
      <p:grpSp>
        <p:nvGrpSpPr>
          <p:cNvPr id="84" name="Group 83">
            <a:extLst>
              <a:ext uri="{FF2B5EF4-FFF2-40B4-BE49-F238E27FC236}">
                <a16:creationId xmlns:a16="http://schemas.microsoft.com/office/drawing/2014/main" id="{22F408A9-D6C4-A118-1B70-000C42DC2D54}"/>
              </a:ext>
            </a:extLst>
          </p:cNvPr>
          <p:cNvGrpSpPr/>
          <p:nvPr/>
        </p:nvGrpSpPr>
        <p:grpSpPr>
          <a:xfrm>
            <a:off x="7027792" y="1891245"/>
            <a:ext cx="4674161" cy="2817152"/>
            <a:chOff x="7130590" y="1988000"/>
            <a:chExt cx="4520289" cy="2817152"/>
          </a:xfrm>
        </p:grpSpPr>
        <p:cxnSp>
          <p:nvCxnSpPr>
            <p:cNvPr id="8" name="Straight Connector 7">
              <a:extLst>
                <a:ext uri="{FF2B5EF4-FFF2-40B4-BE49-F238E27FC236}">
                  <a16:creationId xmlns:a16="http://schemas.microsoft.com/office/drawing/2014/main" id="{198FE5FF-0C34-42BE-A67A-2AE413C7DABB}"/>
                </a:ext>
              </a:extLst>
            </p:cNvPr>
            <p:cNvCxnSpPr>
              <a:cxnSpLocks/>
            </p:cNvCxnSpPr>
            <p:nvPr/>
          </p:nvCxnSpPr>
          <p:spPr>
            <a:xfrm>
              <a:off x="7130590" y="1988000"/>
              <a:ext cx="452028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8638BA0-EF08-4EDA-B12C-9BC0CDB9C8C1}"/>
                </a:ext>
              </a:extLst>
            </p:cNvPr>
            <p:cNvCxnSpPr>
              <a:cxnSpLocks/>
            </p:cNvCxnSpPr>
            <p:nvPr/>
          </p:nvCxnSpPr>
          <p:spPr>
            <a:xfrm>
              <a:off x="7130590" y="2713375"/>
              <a:ext cx="452028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0714389-D711-4DC0-9EA8-34D0BC7C2F8C}"/>
                </a:ext>
              </a:extLst>
            </p:cNvPr>
            <p:cNvCxnSpPr>
              <a:cxnSpLocks/>
            </p:cNvCxnSpPr>
            <p:nvPr/>
          </p:nvCxnSpPr>
          <p:spPr>
            <a:xfrm>
              <a:off x="7130590" y="3757607"/>
              <a:ext cx="452028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F076548-A103-4129-B1E7-CED43EDBEAF1}"/>
                </a:ext>
              </a:extLst>
            </p:cNvPr>
            <p:cNvCxnSpPr>
              <a:cxnSpLocks/>
            </p:cNvCxnSpPr>
            <p:nvPr/>
          </p:nvCxnSpPr>
          <p:spPr>
            <a:xfrm>
              <a:off x="7130590" y="4805152"/>
              <a:ext cx="452028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5F36E733-8513-A384-7BA4-3F7304A6FF19}"/>
              </a:ext>
            </a:extLst>
          </p:cNvPr>
          <p:cNvGrpSpPr/>
          <p:nvPr/>
        </p:nvGrpSpPr>
        <p:grpSpPr>
          <a:xfrm>
            <a:off x="418445" y="2156797"/>
            <a:ext cx="5977380" cy="2731060"/>
            <a:chOff x="520482" y="2281989"/>
            <a:chExt cx="5977380" cy="2731060"/>
          </a:xfrm>
        </p:grpSpPr>
        <p:grpSp>
          <p:nvGrpSpPr>
            <p:cNvPr id="70" name="Group 69">
              <a:extLst>
                <a:ext uri="{FF2B5EF4-FFF2-40B4-BE49-F238E27FC236}">
                  <a16:creationId xmlns:a16="http://schemas.microsoft.com/office/drawing/2014/main" id="{E6E92E3A-17DA-523D-F123-6A0A36506ED9}"/>
                </a:ext>
              </a:extLst>
            </p:cNvPr>
            <p:cNvGrpSpPr/>
            <p:nvPr/>
          </p:nvGrpSpPr>
          <p:grpSpPr>
            <a:xfrm>
              <a:off x="2603642" y="4458417"/>
              <a:ext cx="341632" cy="341632"/>
              <a:chOff x="53723" y="6257354"/>
              <a:chExt cx="341632" cy="341632"/>
            </a:xfrm>
          </p:grpSpPr>
          <p:sp>
            <p:nvSpPr>
              <p:cNvPr id="68" name="Oval 67">
                <a:extLst>
                  <a:ext uri="{FF2B5EF4-FFF2-40B4-BE49-F238E27FC236}">
                    <a16:creationId xmlns:a16="http://schemas.microsoft.com/office/drawing/2014/main" id="{6FEE3A0D-025E-93FA-EF22-0D053DC98F06}"/>
                  </a:ext>
                </a:extLst>
              </p:cNvPr>
              <p:cNvSpPr/>
              <p:nvPr/>
            </p:nvSpPr>
            <p:spPr>
              <a:xfrm>
                <a:off x="53723" y="6257354"/>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6" name="Graphic 45" descr="Shield Tick outline">
                <a:extLst>
                  <a:ext uri="{FF2B5EF4-FFF2-40B4-BE49-F238E27FC236}">
                    <a16:creationId xmlns:a16="http://schemas.microsoft.com/office/drawing/2014/main" id="{6991F1D9-2D6A-53E1-59F3-1C924A2ECF5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539" y="6293170"/>
                <a:ext cx="270000" cy="270000"/>
              </a:xfrm>
              <a:prstGeom prst="rect">
                <a:avLst/>
              </a:prstGeom>
            </p:spPr>
          </p:pic>
        </p:grpSp>
        <p:grpSp>
          <p:nvGrpSpPr>
            <p:cNvPr id="80" name="Group 79">
              <a:extLst>
                <a:ext uri="{FF2B5EF4-FFF2-40B4-BE49-F238E27FC236}">
                  <a16:creationId xmlns:a16="http://schemas.microsoft.com/office/drawing/2014/main" id="{D3539E60-D99B-61ED-9570-67EED0A15A36}"/>
                </a:ext>
              </a:extLst>
            </p:cNvPr>
            <p:cNvGrpSpPr/>
            <p:nvPr/>
          </p:nvGrpSpPr>
          <p:grpSpPr>
            <a:xfrm>
              <a:off x="4588901" y="4459041"/>
              <a:ext cx="341632" cy="341632"/>
              <a:chOff x="6563666" y="3942765"/>
              <a:chExt cx="341632" cy="341632"/>
            </a:xfrm>
          </p:grpSpPr>
          <p:sp>
            <p:nvSpPr>
              <p:cNvPr id="76" name="Oval 75">
                <a:extLst>
                  <a:ext uri="{FF2B5EF4-FFF2-40B4-BE49-F238E27FC236}">
                    <a16:creationId xmlns:a16="http://schemas.microsoft.com/office/drawing/2014/main" id="{9B4A742C-C71E-7836-E2DB-8F861D887ED5}"/>
                  </a:ext>
                </a:extLst>
              </p:cNvPr>
              <p:cNvSpPr/>
              <p:nvPr/>
            </p:nvSpPr>
            <p:spPr>
              <a:xfrm>
                <a:off x="6563666" y="3942765"/>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4" name="Graphic 53" descr="Boardroom outline">
                <a:extLst>
                  <a:ext uri="{FF2B5EF4-FFF2-40B4-BE49-F238E27FC236}">
                    <a16:creationId xmlns:a16="http://schemas.microsoft.com/office/drawing/2014/main" id="{FC556FC3-6FBF-CFDB-FDDD-4ACD1814328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91121" y="3990596"/>
                <a:ext cx="270000" cy="270000"/>
              </a:xfrm>
              <a:prstGeom prst="rect">
                <a:avLst/>
              </a:prstGeom>
            </p:spPr>
          </p:pic>
        </p:grpSp>
        <p:grpSp>
          <p:nvGrpSpPr>
            <p:cNvPr id="81" name="Group 80">
              <a:extLst>
                <a:ext uri="{FF2B5EF4-FFF2-40B4-BE49-F238E27FC236}">
                  <a16:creationId xmlns:a16="http://schemas.microsoft.com/office/drawing/2014/main" id="{984A0748-C7FB-2874-490E-25C33F35862C}"/>
                </a:ext>
              </a:extLst>
            </p:cNvPr>
            <p:cNvGrpSpPr/>
            <p:nvPr/>
          </p:nvGrpSpPr>
          <p:grpSpPr>
            <a:xfrm>
              <a:off x="520482" y="2281989"/>
              <a:ext cx="5977380" cy="2731060"/>
              <a:chOff x="520482" y="2281989"/>
              <a:chExt cx="5977380" cy="2731060"/>
            </a:xfrm>
          </p:grpSpPr>
          <p:sp>
            <p:nvSpPr>
              <p:cNvPr id="12" name="TextBox 11">
                <a:extLst>
                  <a:ext uri="{FF2B5EF4-FFF2-40B4-BE49-F238E27FC236}">
                    <a16:creationId xmlns:a16="http://schemas.microsoft.com/office/drawing/2014/main" id="{7B36F697-2E36-5CE3-FE27-70A1DF6B3C75}"/>
                  </a:ext>
                </a:extLst>
              </p:cNvPr>
              <p:cNvSpPr txBox="1"/>
              <p:nvPr/>
            </p:nvSpPr>
            <p:spPr>
              <a:xfrm>
                <a:off x="2978240" y="2720114"/>
                <a:ext cx="1512277" cy="2292935"/>
              </a:xfrm>
              <a:prstGeom prst="rect">
                <a:avLst/>
              </a:prstGeom>
              <a:noFill/>
            </p:spPr>
            <p:txBody>
              <a:bodyPr wrap="square" rtlCol="0">
                <a:spAutoFit/>
              </a:bodyPr>
              <a:lstStyle/>
              <a:p>
                <a:r>
                  <a:rPr lang="en-AU" sz="1100" dirty="0"/>
                  <a:t>Indigenous engagement</a:t>
                </a:r>
              </a:p>
              <a:p>
                <a:endParaRPr lang="en-AU" sz="1100" dirty="0"/>
              </a:p>
              <a:p>
                <a:r>
                  <a:rPr lang="en-AU" sz="1100" dirty="0"/>
                  <a:t>Human rights and community engagement</a:t>
                </a:r>
              </a:p>
              <a:p>
                <a:endParaRPr lang="en-AU" sz="1100" dirty="0"/>
              </a:p>
              <a:p>
                <a:r>
                  <a:rPr lang="en-AU" sz="1100" dirty="0"/>
                  <a:t>Diversity and inclusion</a:t>
                </a:r>
              </a:p>
              <a:p>
                <a:endParaRPr lang="en-AU" sz="1100" dirty="0"/>
              </a:p>
              <a:p>
                <a:r>
                  <a:rPr lang="en-AU" sz="1100" dirty="0"/>
                  <a:t>Workplace health and safety</a:t>
                </a:r>
              </a:p>
              <a:p>
                <a:pPr marL="285750" indent="-285750">
                  <a:buFont typeface="Arial" panose="020B0604020202020204" pitchFamily="34" charset="0"/>
                  <a:buChar char="•"/>
                </a:pPr>
                <a:endParaRPr lang="en-AU" sz="1100" dirty="0"/>
              </a:p>
            </p:txBody>
          </p:sp>
          <p:sp>
            <p:nvSpPr>
              <p:cNvPr id="2" name="TextBox 1">
                <a:extLst>
                  <a:ext uri="{FF2B5EF4-FFF2-40B4-BE49-F238E27FC236}">
                    <a16:creationId xmlns:a16="http://schemas.microsoft.com/office/drawing/2014/main" id="{33CBACD6-0F95-BC7F-45AF-59A89920E59B}"/>
                  </a:ext>
                </a:extLst>
              </p:cNvPr>
              <p:cNvSpPr txBox="1"/>
              <p:nvPr/>
            </p:nvSpPr>
            <p:spPr>
              <a:xfrm>
                <a:off x="849367" y="2284574"/>
                <a:ext cx="1512277" cy="307777"/>
              </a:xfrm>
              <a:prstGeom prst="rect">
                <a:avLst/>
              </a:prstGeom>
              <a:noFill/>
            </p:spPr>
            <p:txBody>
              <a:bodyPr wrap="square" rtlCol="0">
                <a:spAutoFit/>
              </a:bodyPr>
              <a:lstStyle/>
              <a:p>
                <a:r>
                  <a:rPr lang="en-AU" sz="1400" b="1" dirty="0">
                    <a:solidFill>
                      <a:schemeClr val="accent1"/>
                    </a:solidFill>
                    <a:ea typeface="+mj-ea"/>
                    <a:cs typeface="Arial" panose="020B0604020202020204" pitchFamily="34" charset="0"/>
                  </a:rPr>
                  <a:t>Environment</a:t>
                </a:r>
              </a:p>
            </p:txBody>
          </p:sp>
          <p:sp>
            <p:nvSpPr>
              <p:cNvPr id="5" name="TextBox 4">
                <a:extLst>
                  <a:ext uri="{FF2B5EF4-FFF2-40B4-BE49-F238E27FC236}">
                    <a16:creationId xmlns:a16="http://schemas.microsoft.com/office/drawing/2014/main" id="{F5BFA635-8397-38CA-3F0B-83577D122AEE}"/>
                  </a:ext>
                </a:extLst>
              </p:cNvPr>
              <p:cNvSpPr txBox="1"/>
              <p:nvPr/>
            </p:nvSpPr>
            <p:spPr>
              <a:xfrm>
                <a:off x="4917863" y="2281989"/>
                <a:ext cx="1512277" cy="307777"/>
              </a:xfrm>
              <a:prstGeom prst="rect">
                <a:avLst/>
              </a:prstGeom>
              <a:noFill/>
            </p:spPr>
            <p:txBody>
              <a:bodyPr wrap="square" rtlCol="0">
                <a:spAutoFit/>
              </a:bodyPr>
              <a:lstStyle/>
              <a:p>
                <a:r>
                  <a:rPr lang="en-AU" sz="1400" b="1" dirty="0">
                    <a:solidFill>
                      <a:schemeClr val="accent1"/>
                    </a:solidFill>
                    <a:ea typeface="+mj-ea"/>
                    <a:cs typeface="Arial" panose="020B0604020202020204" pitchFamily="34" charset="0"/>
                  </a:rPr>
                  <a:t>Governance</a:t>
                </a:r>
              </a:p>
            </p:txBody>
          </p:sp>
          <p:sp>
            <p:nvSpPr>
              <p:cNvPr id="3" name="TextBox 2">
                <a:extLst>
                  <a:ext uri="{FF2B5EF4-FFF2-40B4-BE49-F238E27FC236}">
                    <a16:creationId xmlns:a16="http://schemas.microsoft.com/office/drawing/2014/main" id="{D5DBE247-E64A-F99D-2D33-204BA14DB8CF}"/>
                  </a:ext>
                </a:extLst>
              </p:cNvPr>
              <p:cNvSpPr txBox="1"/>
              <p:nvPr/>
            </p:nvSpPr>
            <p:spPr>
              <a:xfrm>
                <a:off x="3043146" y="2281990"/>
                <a:ext cx="1152910" cy="307777"/>
              </a:xfrm>
              <a:prstGeom prst="rect">
                <a:avLst/>
              </a:prstGeom>
              <a:noFill/>
            </p:spPr>
            <p:txBody>
              <a:bodyPr wrap="square" rtlCol="0">
                <a:spAutoFit/>
              </a:bodyPr>
              <a:lstStyle/>
              <a:p>
                <a:r>
                  <a:rPr lang="en-AU" sz="1400" b="1" dirty="0">
                    <a:solidFill>
                      <a:schemeClr val="accent1"/>
                    </a:solidFill>
                    <a:ea typeface="+mj-ea"/>
                    <a:cs typeface="Arial" panose="020B0604020202020204" pitchFamily="34" charset="0"/>
                  </a:rPr>
                  <a:t>Social</a:t>
                </a:r>
              </a:p>
            </p:txBody>
          </p:sp>
          <p:sp>
            <p:nvSpPr>
              <p:cNvPr id="11" name="TextBox 10">
                <a:extLst>
                  <a:ext uri="{FF2B5EF4-FFF2-40B4-BE49-F238E27FC236}">
                    <a16:creationId xmlns:a16="http://schemas.microsoft.com/office/drawing/2014/main" id="{7C158CB3-A6AB-9664-7E1D-CFBFC54C94AB}"/>
                  </a:ext>
                </a:extLst>
              </p:cNvPr>
              <p:cNvSpPr txBox="1"/>
              <p:nvPr/>
            </p:nvSpPr>
            <p:spPr>
              <a:xfrm>
                <a:off x="878793" y="2735584"/>
                <a:ext cx="1619579" cy="1913344"/>
              </a:xfrm>
              <a:prstGeom prst="rect">
                <a:avLst/>
              </a:prstGeom>
              <a:noFill/>
            </p:spPr>
            <p:txBody>
              <a:bodyPr wrap="square" rtlCol="0">
                <a:spAutoFit/>
              </a:bodyPr>
              <a:lstStyle/>
              <a:p>
                <a:r>
                  <a:rPr lang="en-AU" sz="1000" dirty="0"/>
                  <a:t>Environment Management system</a:t>
                </a:r>
              </a:p>
              <a:p>
                <a:endParaRPr lang="en-AU" sz="1000" dirty="0"/>
              </a:p>
              <a:p>
                <a:pPr>
                  <a:spcAft>
                    <a:spcPts val="2000"/>
                  </a:spcAft>
                </a:pPr>
                <a:r>
                  <a:rPr lang="en-AU" sz="1000" dirty="0"/>
                  <a:t>GHG reduction</a:t>
                </a:r>
              </a:p>
              <a:p>
                <a:pPr>
                  <a:spcAft>
                    <a:spcPts val="2000"/>
                  </a:spcAft>
                </a:pPr>
                <a:r>
                  <a:rPr lang="en-AU" sz="1000" dirty="0"/>
                  <a:t>Sustainable packaging</a:t>
                </a:r>
              </a:p>
              <a:p>
                <a:pPr>
                  <a:spcAft>
                    <a:spcPts val="1800"/>
                  </a:spcAft>
                </a:pPr>
                <a:r>
                  <a:rPr lang="en-AU" sz="1000" dirty="0"/>
                  <a:t>Waste management</a:t>
                </a:r>
              </a:p>
              <a:p>
                <a:pPr>
                  <a:spcAft>
                    <a:spcPts val="2000"/>
                  </a:spcAft>
                </a:pPr>
                <a:r>
                  <a:rPr lang="en-AU" sz="1000" dirty="0"/>
                  <a:t>Energy efficiency</a:t>
                </a:r>
              </a:p>
            </p:txBody>
          </p:sp>
          <p:sp>
            <p:nvSpPr>
              <p:cNvPr id="13" name="TextBox 12">
                <a:extLst>
                  <a:ext uri="{FF2B5EF4-FFF2-40B4-BE49-F238E27FC236}">
                    <a16:creationId xmlns:a16="http://schemas.microsoft.com/office/drawing/2014/main" id="{F54024FF-9997-B534-CB16-DAB9F3D84059}"/>
                  </a:ext>
                </a:extLst>
              </p:cNvPr>
              <p:cNvSpPr txBox="1"/>
              <p:nvPr/>
            </p:nvSpPr>
            <p:spPr>
              <a:xfrm>
                <a:off x="4985585" y="2720114"/>
                <a:ext cx="1512277" cy="2123658"/>
              </a:xfrm>
              <a:prstGeom prst="rect">
                <a:avLst/>
              </a:prstGeom>
              <a:noFill/>
            </p:spPr>
            <p:txBody>
              <a:bodyPr wrap="square" rtlCol="0">
                <a:spAutoFit/>
              </a:bodyPr>
              <a:lstStyle/>
              <a:p>
                <a:r>
                  <a:rPr lang="en-AU" sz="1100" dirty="0"/>
                  <a:t>Modern slavery and anti-human trafficking</a:t>
                </a:r>
              </a:p>
              <a:p>
                <a:endParaRPr lang="en-AU" sz="1100" dirty="0"/>
              </a:p>
              <a:p>
                <a:r>
                  <a:rPr lang="en-AU" sz="1100" dirty="0"/>
                  <a:t>Anti-bribery and corruption</a:t>
                </a:r>
              </a:p>
              <a:p>
                <a:endParaRPr lang="en-AU" sz="1100" dirty="0"/>
              </a:p>
              <a:p>
                <a:r>
                  <a:rPr lang="en-AU" sz="1100" dirty="0"/>
                  <a:t>Anti-competitive practices</a:t>
                </a:r>
              </a:p>
              <a:p>
                <a:endParaRPr lang="en-AU" sz="1100" dirty="0"/>
              </a:p>
              <a:p>
                <a:r>
                  <a:rPr lang="en-AU" sz="1100" dirty="0"/>
                  <a:t>Improved supplier due diligence</a:t>
                </a:r>
              </a:p>
            </p:txBody>
          </p:sp>
          <p:grpSp>
            <p:nvGrpSpPr>
              <p:cNvPr id="55" name="Group 54">
                <a:extLst>
                  <a:ext uri="{FF2B5EF4-FFF2-40B4-BE49-F238E27FC236}">
                    <a16:creationId xmlns:a16="http://schemas.microsoft.com/office/drawing/2014/main" id="{EA9BDEAE-655A-4923-923A-11FA9939B969}"/>
                  </a:ext>
                </a:extLst>
              </p:cNvPr>
              <p:cNvGrpSpPr/>
              <p:nvPr/>
            </p:nvGrpSpPr>
            <p:grpSpPr>
              <a:xfrm>
                <a:off x="533052" y="2730971"/>
                <a:ext cx="341632" cy="341632"/>
                <a:chOff x="156633" y="2940499"/>
                <a:chExt cx="341632" cy="341632"/>
              </a:xfrm>
            </p:grpSpPr>
            <p:sp>
              <p:nvSpPr>
                <p:cNvPr id="18" name="Oval 17">
                  <a:extLst>
                    <a:ext uri="{FF2B5EF4-FFF2-40B4-BE49-F238E27FC236}">
                      <a16:creationId xmlns:a16="http://schemas.microsoft.com/office/drawing/2014/main" id="{5E8CE988-D183-0C8C-E765-3356F25D8300}"/>
                    </a:ext>
                  </a:extLst>
                </p:cNvPr>
                <p:cNvSpPr/>
                <p:nvPr/>
              </p:nvSpPr>
              <p:spPr>
                <a:xfrm>
                  <a:off x="156633" y="2940499"/>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6" name="Graphic 15" descr="Open hand with plant outline">
                  <a:extLst>
                    <a:ext uri="{FF2B5EF4-FFF2-40B4-BE49-F238E27FC236}">
                      <a16:creationId xmlns:a16="http://schemas.microsoft.com/office/drawing/2014/main" id="{D2562E21-0A37-647A-ECA5-9DD0375B9398}"/>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5812" y="2976315"/>
                  <a:ext cx="270000" cy="270000"/>
                </a:xfrm>
                <a:prstGeom prst="rect">
                  <a:avLst/>
                </a:prstGeom>
              </p:spPr>
            </p:pic>
          </p:grpSp>
          <p:grpSp>
            <p:nvGrpSpPr>
              <p:cNvPr id="53" name="Group 52">
                <a:extLst>
                  <a:ext uri="{FF2B5EF4-FFF2-40B4-BE49-F238E27FC236}">
                    <a16:creationId xmlns:a16="http://schemas.microsoft.com/office/drawing/2014/main" id="{8D628BAC-B27A-AEAB-7581-6A9733216DDC}"/>
                  </a:ext>
                </a:extLst>
              </p:cNvPr>
              <p:cNvGrpSpPr/>
              <p:nvPr/>
            </p:nvGrpSpPr>
            <p:grpSpPr>
              <a:xfrm>
                <a:off x="533052" y="3159808"/>
                <a:ext cx="341632" cy="341632"/>
                <a:chOff x="128988" y="3423581"/>
                <a:chExt cx="341632" cy="341632"/>
              </a:xfrm>
            </p:grpSpPr>
            <p:sp>
              <p:nvSpPr>
                <p:cNvPr id="37" name="Oval 36">
                  <a:extLst>
                    <a:ext uri="{FF2B5EF4-FFF2-40B4-BE49-F238E27FC236}">
                      <a16:creationId xmlns:a16="http://schemas.microsoft.com/office/drawing/2014/main" id="{BB610E92-2AFA-489F-9B34-59AFFEEF89A4}"/>
                    </a:ext>
                  </a:extLst>
                </p:cNvPr>
                <p:cNvSpPr/>
                <p:nvPr/>
              </p:nvSpPr>
              <p:spPr>
                <a:xfrm>
                  <a:off x="128988" y="3423581"/>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0" name="Graphic 19" descr="Factory outline">
                  <a:extLst>
                    <a:ext uri="{FF2B5EF4-FFF2-40B4-BE49-F238E27FC236}">
                      <a16:creationId xmlns:a16="http://schemas.microsoft.com/office/drawing/2014/main" id="{AA459555-BF39-8206-FA4E-5885BBD7107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5303" y="3444817"/>
                  <a:ext cx="270000" cy="270000"/>
                </a:xfrm>
                <a:prstGeom prst="rect">
                  <a:avLst/>
                </a:prstGeom>
              </p:spPr>
            </p:pic>
          </p:grpSp>
          <p:grpSp>
            <p:nvGrpSpPr>
              <p:cNvPr id="57" name="Group 56">
                <a:extLst>
                  <a:ext uri="{FF2B5EF4-FFF2-40B4-BE49-F238E27FC236}">
                    <a16:creationId xmlns:a16="http://schemas.microsoft.com/office/drawing/2014/main" id="{F788319E-1B19-7A30-025F-7B4DBCDC73E2}"/>
                  </a:ext>
                </a:extLst>
              </p:cNvPr>
              <p:cNvGrpSpPr/>
              <p:nvPr/>
            </p:nvGrpSpPr>
            <p:grpSpPr>
              <a:xfrm>
                <a:off x="520482" y="3564421"/>
                <a:ext cx="341632" cy="341632"/>
                <a:chOff x="118462" y="3856770"/>
                <a:chExt cx="341632" cy="341632"/>
              </a:xfrm>
            </p:grpSpPr>
            <p:sp>
              <p:nvSpPr>
                <p:cNvPr id="41" name="Oval 40">
                  <a:extLst>
                    <a:ext uri="{FF2B5EF4-FFF2-40B4-BE49-F238E27FC236}">
                      <a16:creationId xmlns:a16="http://schemas.microsoft.com/office/drawing/2014/main" id="{1E720CE5-4AF3-A571-BD2B-F744A7A7A5FA}"/>
                    </a:ext>
                  </a:extLst>
                </p:cNvPr>
                <p:cNvSpPr/>
                <p:nvPr/>
              </p:nvSpPr>
              <p:spPr>
                <a:xfrm>
                  <a:off x="118462" y="3856770"/>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8" name="Graphic 37" descr="Box outline">
                  <a:extLst>
                    <a:ext uri="{FF2B5EF4-FFF2-40B4-BE49-F238E27FC236}">
                      <a16:creationId xmlns:a16="http://schemas.microsoft.com/office/drawing/2014/main" id="{E85726A6-5F45-09C6-7E5D-0E87E62EA992}"/>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6642" y="3892083"/>
                  <a:ext cx="270000" cy="270000"/>
                </a:xfrm>
                <a:prstGeom prst="rect">
                  <a:avLst/>
                </a:prstGeom>
              </p:spPr>
            </p:pic>
          </p:grpSp>
          <p:grpSp>
            <p:nvGrpSpPr>
              <p:cNvPr id="62" name="Group 61">
                <a:extLst>
                  <a:ext uri="{FF2B5EF4-FFF2-40B4-BE49-F238E27FC236}">
                    <a16:creationId xmlns:a16="http://schemas.microsoft.com/office/drawing/2014/main" id="{B83F5024-18CD-C9C5-2403-BDE4DC47DA20}"/>
                  </a:ext>
                </a:extLst>
              </p:cNvPr>
              <p:cNvGrpSpPr/>
              <p:nvPr/>
            </p:nvGrpSpPr>
            <p:grpSpPr>
              <a:xfrm>
                <a:off x="533052" y="3936065"/>
                <a:ext cx="341632" cy="341632"/>
                <a:chOff x="99077" y="4294476"/>
                <a:chExt cx="341632" cy="341632"/>
              </a:xfrm>
            </p:grpSpPr>
            <p:sp>
              <p:nvSpPr>
                <p:cNvPr id="45" name="Oval 44">
                  <a:extLst>
                    <a:ext uri="{FF2B5EF4-FFF2-40B4-BE49-F238E27FC236}">
                      <a16:creationId xmlns:a16="http://schemas.microsoft.com/office/drawing/2014/main" id="{B1011F58-8850-ADFA-9DB2-DADB873B3449}"/>
                    </a:ext>
                  </a:extLst>
                </p:cNvPr>
                <p:cNvSpPr/>
                <p:nvPr/>
              </p:nvSpPr>
              <p:spPr>
                <a:xfrm>
                  <a:off x="99077" y="4294476"/>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0" name="Graphic 39" descr="Garbage outline">
                  <a:extLst>
                    <a:ext uri="{FF2B5EF4-FFF2-40B4-BE49-F238E27FC236}">
                      <a16:creationId xmlns:a16="http://schemas.microsoft.com/office/drawing/2014/main" id="{3BC9CFF4-904B-31EB-C2E5-A1A63A0DA7F2}"/>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32187" y="4325510"/>
                  <a:ext cx="270000" cy="270000"/>
                </a:xfrm>
                <a:prstGeom prst="rect">
                  <a:avLst/>
                </a:prstGeom>
              </p:spPr>
            </p:pic>
          </p:grpSp>
          <p:grpSp>
            <p:nvGrpSpPr>
              <p:cNvPr id="65" name="Group 64">
                <a:extLst>
                  <a:ext uri="{FF2B5EF4-FFF2-40B4-BE49-F238E27FC236}">
                    <a16:creationId xmlns:a16="http://schemas.microsoft.com/office/drawing/2014/main" id="{1B891FCC-62AA-F63B-01F7-3977FCCF1806}"/>
                  </a:ext>
                </a:extLst>
              </p:cNvPr>
              <p:cNvGrpSpPr/>
              <p:nvPr/>
            </p:nvGrpSpPr>
            <p:grpSpPr>
              <a:xfrm>
                <a:off x="545570" y="4329931"/>
                <a:ext cx="341632" cy="341632"/>
                <a:chOff x="96176" y="4771487"/>
                <a:chExt cx="341632" cy="341632"/>
              </a:xfrm>
            </p:grpSpPr>
            <p:sp>
              <p:nvSpPr>
                <p:cNvPr id="63" name="Oval 62">
                  <a:extLst>
                    <a:ext uri="{FF2B5EF4-FFF2-40B4-BE49-F238E27FC236}">
                      <a16:creationId xmlns:a16="http://schemas.microsoft.com/office/drawing/2014/main" id="{B6648C39-FA32-7556-DD39-B0515F9E3C49}"/>
                    </a:ext>
                  </a:extLst>
                </p:cNvPr>
                <p:cNvSpPr/>
                <p:nvPr/>
              </p:nvSpPr>
              <p:spPr>
                <a:xfrm>
                  <a:off x="96176" y="4771487"/>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2" name="Graphic 41" descr="Renewable Energy outline">
                  <a:extLst>
                    <a:ext uri="{FF2B5EF4-FFF2-40B4-BE49-F238E27FC236}">
                      <a16:creationId xmlns:a16="http://schemas.microsoft.com/office/drawing/2014/main" id="{B0B50E57-FEF5-6935-6729-86916669647E}"/>
                    </a:ext>
                  </a:extLst>
                </p:cNvPr>
                <p:cNvPicPr>
                  <a:picLocks noChangeAspect="1"/>
                </p:cNvPicPr>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2697" y="4801413"/>
                  <a:ext cx="270000" cy="270000"/>
                </a:xfrm>
                <a:prstGeom prst="rect">
                  <a:avLst/>
                </a:prstGeom>
              </p:spPr>
            </p:pic>
          </p:grpSp>
          <p:grpSp>
            <p:nvGrpSpPr>
              <p:cNvPr id="73" name="Group 72">
                <a:extLst>
                  <a:ext uri="{FF2B5EF4-FFF2-40B4-BE49-F238E27FC236}">
                    <a16:creationId xmlns:a16="http://schemas.microsoft.com/office/drawing/2014/main" id="{C2DCB059-7434-5250-0BD7-3A98B72FE845}"/>
                  </a:ext>
                </a:extLst>
              </p:cNvPr>
              <p:cNvGrpSpPr/>
              <p:nvPr/>
            </p:nvGrpSpPr>
            <p:grpSpPr>
              <a:xfrm>
                <a:off x="2603642" y="2725476"/>
                <a:ext cx="341632" cy="341632"/>
                <a:chOff x="53723" y="5016486"/>
                <a:chExt cx="341632" cy="341632"/>
              </a:xfrm>
            </p:grpSpPr>
            <p:sp>
              <p:nvSpPr>
                <p:cNvPr id="49" name="Oval 48">
                  <a:extLst>
                    <a:ext uri="{FF2B5EF4-FFF2-40B4-BE49-F238E27FC236}">
                      <a16:creationId xmlns:a16="http://schemas.microsoft.com/office/drawing/2014/main" id="{0F7388A2-21C6-5805-F7E3-2E7FEF890163}"/>
                    </a:ext>
                  </a:extLst>
                </p:cNvPr>
                <p:cNvSpPr/>
                <p:nvPr/>
              </p:nvSpPr>
              <p:spPr>
                <a:xfrm>
                  <a:off x="53723" y="5016486"/>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8" name="Graphic 47" descr="Users outline">
                  <a:extLst>
                    <a:ext uri="{FF2B5EF4-FFF2-40B4-BE49-F238E27FC236}">
                      <a16:creationId xmlns:a16="http://schemas.microsoft.com/office/drawing/2014/main" id="{218DA493-DF68-4477-A18D-308F9D561990}"/>
                    </a:ext>
                  </a:extLst>
                </p:cNvPr>
                <p:cNvPicPr>
                  <a:picLocks noChangeAspect="1"/>
                </p:cNvPicPr>
                <p:nvPr/>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539" y="5043903"/>
                  <a:ext cx="270000" cy="270000"/>
                </a:xfrm>
                <a:prstGeom prst="rect">
                  <a:avLst/>
                </a:prstGeom>
              </p:spPr>
            </p:pic>
          </p:grpSp>
          <p:grpSp>
            <p:nvGrpSpPr>
              <p:cNvPr id="72" name="Group 71">
                <a:extLst>
                  <a:ext uri="{FF2B5EF4-FFF2-40B4-BE49-F238E27FC236}">
                    <a16:creationId xmlns:a16="http://schemas.microsoft.com/office/drawing/2014/main" id="{AB9A42A7-6E93-D647-D454-FC416B2238B0}"/>
                  </a:ext>
                </a:extLst>
              </p:cNvPr>
              <p:cNvGrpSpPr/>
              <p:nvPr/>
            </p:nvGrpSpPr>
            <p:grpSpPr>
              <a:xfrm>
                <a:off x="2603642" y="3283779"/>
                <a:ext cx="341632" cy="341632"/>
                <a:chOff x="53723" y="5426632"/>
                <a:chExt cx="341632" cy="341632"/>
              </a:xfrm>
            </p:grpSpPr>
            <p:sp>
              <p:nvSpPr>
                <p:cNvPr id="66" name="Oval 65">
                  <a:extLst>
                    <a:ext uri="{FF2B5EF4-FFF2-40B4-BE49-F238E27FC236}">
                      <a16:creationId xmlns:a16="http://schemas.microsoft.com/office/drawing/2014/main" id="{E4E0FA87-70C3-B6D7-E532-DE67758E96F8}"/>
                    </a:ext>
                  </a:extLst>
                </p:cNvPr>
                <p:cNvSpPr/>
                <p:nvPr/>
              </p:nvSpPr>
              <p:spPr>
                <a:xfrm>
                  <a:off x="53723" y="5426632"/>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0" name="Graphic 49" descr="Group outline">
                  <a:extLst>
                    <a:ext uri="{FF2B5EF4-FFF2-40B4-BE49-F238E27FC236}">
                      <a16:creationId xmlns:a16="http://schemas.microsoft.com/office/drawing/2014/main" id="{8ABC4D8B-CC21-1165-4376-8360CFC8D5FD}"/>
                    </a:ext>
                  </a:extLst>
                </p:cNvPr>
                <p:cNvPicPr>
                  <a:picLocks noChangeAspect="1"/>
                </p:cNvPicPr>
                <p:nvPr/>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9539" y="5462448"/>
                  <a:ext cx="270000" cy="270000"/>
                </a:xfrm>
                <a:prstGeom prst="rect">
                  <a:avLst/>
                </a:prstGeom>
              </p:spPr>
            </p:pic>
          </p:grpSp>
          <p:grpSp>
            <p:nvGrpSpPr>
              <p:cNvPr id="71" name="Group 70">
                <a:extLst>
                  <a:ext uri="{FF2B5EF4-FFF2-40B4-BE49-F238E27FC236}">
                    <a16:creationId xmlns:a16="http://schemas.microsoft.com/office/drawing/2014/main" id="{C2D4DA55-9BBF-7DA1-DB80-7622D02CCA85}"/>
                  </a:ext>
                </a:extLst>
              </p:cNvPr>
              <p:cNvGrpSpPr/>
              <p:nvPr/>
            </p:nvGrpSpPr>
            <p:grpSpPr>
              <a:xfrm>
                <a:off x="2603642" y="3978919"/>
                <a:ext cx="341632" cy="341632"/>
                <a:chOff x="53723" y="5841993"/>
                <a:chExt cx="341632" cy="341632"/>
              </a:xfrm>
            </p:grpSpPr>
            <p:sp>
              <p:nvSpPr>
                <p:cNvPr id="67" name="Oval 66">
                  <a:extLst>
                    <a:ext uri="{FF2B5EF4-FFF2-40B4-BE49-F238E27FC236}">
                      <a16:creationId xmlns:a16="http://schemas.microsoft.com/office/drawing/2014/main" id="{496F9150-688C-2F2D-7FCB-EDBD284B8D5B}"/>
                    </a:ext>
                  </a:extLst>
                </p:cNvPr>
                <p:cNvSpPr/>
                <p:nvPr/>
              </p:nvSpPr>
              <p:spPr>
                <a:xfrm>
                  <a:off x="53723" y="5841993"/>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8" name="Graphic 57" descr="Online meeting outline">
                  <a:extLst>
                    <a:ext uri="{FF2B5EF4-FFF2-40B4-BE49-F238E27FC236}">
                      <a16:creationId xmlns:a16="http://schemas.microsoft.com/office/drawing/2014/main" id="{F012A368-27F6-DC3E-4AC1-7A520667FC6B}"/>
                    </a:ext>
                  </a:extLst>
                </p:cNvPr>
                <p:cNvPicPr>
                  <a:picLocks noChangeAspect="1"/>
                </p:cNvPicPr>
                <p:nvPr/>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9539" y="5887525"/>
                  <a:ext cx="270000" cy="270000"/>
                </a:xfrm>
                <a:prstGeom prst="rect">
                  <a:avLst/>
                </a:prstGeom>
              </p:spPr>
            </p:pic>
          </p:grpSp>
          <p:grpSp>
            <p:nvGrpSpPr>
              <p:cNvPr id="77" name="Group 76">
                <a:extLst>
                  <a:ext uri="{FF2B5EF4-FFF2-40B4-BE49-F238E27FC236}">
                    <a16:creationId xmlns:a16="http://schemas.microsoft.com/office/drawing/2014/main" id="{CDD719C4-B861-A68E-1351-00A325B945A7}"/>
                  </a:ext>
                </a:extLst>
              </p:cNvPr>
              <p:cNvGrpSpPr/>
              <p:nvPr/>
            </p:nvGrpSpPr>
            <p:grpSpPr>
              <a:xfrm>
                <a:off x="4588901" y="2790295"/>
                <a:ext cx="341632" cy="341632"/>
                <a:chOff x="6563666" y="2669763"/>
                <a:chExt cx="341632" cy="341632"/>
              </a:xfrm>
            </p:grpSpPr>
            <p:sp>
              <p:nvSpPr>
                <p:cNvPr id="69" name="Oval 68">
                  <a:extLst>
                    <a:ext uri="{FF2B5EF4-FFF2-40B4-BE49-F238E27FC236}">
                      <a16:creationId xmlns:a16="http://schemas.microsoft.com/office/drawing/2014/main" id="{BF5CFA50-AF3F-B9EF-24B3-23D04576F46E}"/>
                    </a:ext>
                  </a:extLst>
                </p:cNvPr>
                <p:cNvSpPr/>
                <p:nvPr/>
              </p:nvSpPr>
              <p:spPr>
                <a:xfrm>
                  <a:off x="6563666" y="2669763"/>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4" name="Graphic 43" descr="Weights Uneven outline">
                  <a:extLst>
                    <a:ext uri="{FF2B5EF4-FFF2-40B4-BE49-F238E27FC236}">
                      <a16:creationId xmlns:a16="http://schemas.microsoft.com/office/drawing/2014/main" id="{C184F7F4-F06E-96BA-10E4-193276A25EFB}"/>
                    </a:ext>
                  </a:extLst>
                </p:cNvPr>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591819" y="2714028"/>
                  <a:ext cx="270000" cy="270000"/>
                </a:xfrm>
                <a:prstGeom prst="rect">
                  <a:avLst/>
                </a:prstGeom>
              </p:spPr>
            </p:pic>
          </p:grpSp>
          <p:grpSp>
            <p:nvGrpSpPr>
              <p:cNvPr id="78" name="Group 77">
                <a:extLst>
                  <a:ext uri="{FF2B5EF4-FFF2-40B4-BE49-F238E27FC236}">
                    <a16:creationId xmlns:a16="http://schemas.microsoft.com/office/drawing/2014/main" id="{640AFA5B-50D8-ABC1-1567-BBC9292D2662}"/>
                  </a:ext>
                </a:extLst>
              </p:cNvPr>
              <p:cNvGrpSpPr/>
              <p:nvPr/>
            </p:nvGrpSpPr>
            <p:grpSpPr>
              <a:xfrm>
                <a:off x="4588901" y="3454595"/>
                <a:ext cx="341632" cy="341632"/>
                <a:chOff x="6563666" y="3104289"/>
                <a:chExt cx="341632" cy="341632"/>
              </a:xfrm>
            </p:grpSpPr>
            <p:sp>
              <p:nvSpPr>
                <p:cNvPr id="74" name="Oval 73">
                  <a:extLst>
                    <a:ext uri="{FF2B5EF4-FFF2-40B4-BE49-F238E27FC236}">
                      <a16:creationId xmlns:a16="http://schemas.microsoft.com/office/drawing/2014/main" id="{075CE417-BFA0-CDD0-5A35-241E0FE1445C}"/>
                    </a:ext>
                  </a:extLst>
                </p:cNvPr>
                <p:cNvSpPr/>
                <p:nvPr/>
              </p:nvSpPr>
              <p:spPr>
                <a:xfrm>
                  <a:off x="6563666" y="3104289"/>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2" name="Graphic 51" descr="Judge male outline">
                  <a:extLst>
                    <a:ext uri="{FF2B5EF4-FFF2-40B4-BE49-F238E27FC236}">
                      <a16:creationId xmlns:a16="http://schemas.microsoft.com/office/drawing/2014/main" id="{E851F3CF-3150-A676-749C-A434F60AB20C}"/>
                    </a:ext>
                  </a:extLst>
                </p:cNvPr>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595355" y="3143656"/>
                  <a:ext cx="270000" cy="270000"/>
                </a:xfrm>
                <a:prstGeom prst="rect">
                  <a:avLst/>
                </a:prstGeom>
              </p:spPr>
            </p:pic>
          </p:grpSp>
          <p:grpSp>
            <p:nvGrpSpPr>
              <p:cNvPr id="79" name="Group 78">
                <a:extLst>
                  <a:ext uri="{FF2B5EF4-FFF2-40B4-BE49-F238E27FC236}">
                    <a16:creationId xmlns:a16="http://schemas.microsoft.com/office/drawing/2014/main" id="{424F6BE5-8EB8-2A2A-D7BF-CD16C0AFDD82}"/>
                  </a:ext>
                </a:extLst>
              </p:cNvPr>
              <p:cNvGrpSpPr/>
              <p:nvPr/>
            </p:nvGrpSpPr>
            <p:grpSpPr>
              <a:xfrm>
                <a:off x="4588901" y="3968473"/>
                <a:ext cx="341632" cy="341632"/>
                <a:chOff x="6563666" y="3520254"/>
                <a:chExt cx="341632" cy="341632"/>
              </a:xfrm>
            </p:grpSpPr>
            <p:sp>
              <p:nvSpPr>
                <p:cNvPr id="75" name="Oval 74">
                  <a:extLst>
                    <a:ext uri="{FF2B5EF4-FFF2-40B4-BE49-F238E27FC236}">
                      <a16:creationId xmlns:a16="http://schemas.microsoft.com/office/drawing/2014/main" id="{CB169B47-5FE8-9D7E-AC8E-43A8515DD0C9}"/>
                    </a:ext>
                  </a:extLst>
                </p:cNvPr>
                <p:cNvSpPr/>
                <p:nvPr/>
              </p:nvSpPr>
              <p:spPr>
                <a:xfrm>
                  <a:off x="6563666" y="3520254"/>
                  <a:ext cx="341632" cy="34163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6" name="Graphic 55" descr="Race Flag outline">
                  <a:extLst>
                    <a:ext uri="{FF2B5EF4-FFF2-40B4-BE49-F238E27FC236}">
                      <a16:creationId xmlns:a16="http://schemas.microsoft.com/office/drawing/2014/main" id="{AB4FAB61-ECC2-A9F9-B24B-BFC5B0947040}"/>
                    </a:ext>
                  </a:extLst>
                </p:cNvPr>
                <p:cNvPicPr>
                  <a:picLocks noChangeAspect="1"/>
                </p:cNvPicPr>
                <p:nvPr/>
              </p:nvPicPr>
              <p:blipFill>
                <a:blip r:embed="rId26" cstate="print">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593574" y="3571406"/>
                  <a:ext cx="270000" cy="270000"/>
                </a:xfrm>
                <a:prstGeom prst="rect">
                  <a:avLst/>
                </a:prstGeom>
              </p:spPr>
            </p:pic>
          </p:grpSp>
        </p:grpSp>
      </p:grpSp>
      <p:grpSp>
        <p:nvGrpSpPr>
          <p:cNvPr id="88" name="Group 87">
            <a:extLst>
              <a:ext uri="{FF2B5EF4-FFF2-40B4-BE49-F238E27FC236}">
                <a16:creationId xmlns:a16="http://schemas.microsoft.com/office/drawing/2014/main" id="{CA47FF04-5E90-18F4-C22E-BC60F6473A96}"/>
              </a:ext>
            </a:extLst>
          </p:cNvPr>
          <p:cNvGrpSpPr/>
          <p:nvPr/>
        </p:nvGrpSpPr>
        <p:grpSpPr>
          <a:xfrm>
            <a:off x="362270" y="4935251"/>
            <a:ext cx="6032317" cy="1188721"/>
            <a:chOff x="5261829" y="4636712"/>
            <a:chExt cx="6032317" cy="1188721"/>
          </a:xfrm>
        </p:grpSpPr>
        <p:sp>
          <p:nvSpPr>
            <p:cNvPr id="89" name="Rectangle 88">
              <a:extLst>
                <a:ext uri="{FF2B5EF4-FFF2-40B4-BE49-F238E27FC236}">
                  <a16:creationId xmlns:a16="http://schemas.microsoft.com/office/drawing/2014/main" id="{CC605094-59E6-6773-FA81-74856CC24287}"/>
                </a:ext>
              </a:extLst>
            </p:cNvPr>
            <p:cNvSpPr/>
            <p:nvPr/>
          </p:nvSpPr>
          <p:spPr>
            <a:xfrm>
              <a:off x="5306513" y="4678679"/>
              <a:ext cx="5876546" cy="1140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0" name="TextBox 89">
              <a:extLst>
                <a:ext uri="{FF2B5EF4-FFF2-40B4-BE49-F238E27FC236}">
                  <a16:creationId xmlns:a16="http://schemas.microsoft.com/office/drawing/2014/main" id="{7A1D7FB0-DB08-F171-9D41-B4329648D44E}"/>
                </a:ext>
              </a:extLst>
            </p:cNvPr>
            <p:cNvSpPr txBox="1"/>
            <p:nvPr/>
          </p:nvSpPr>
          <p:spPr>
            <a:xfrm>
              <a:off x="5261829" y="4802734"/>
              <a:ext cx="5701404" cy="898644"/>
            </a:xfrm>
            <a:prstGeom prst="rect">
              <a:avLst/>
            </a:prstGeom>
            <a:noFill/>
          </p:spPr>
          <p:txBody>
            <a:bodyPr wrap="square">
              <a:spAutoFit/>
            </a:bodyPr>
            <a:lstStyle/>
            <a:p>
              <a:pPr marR="484505">
                <a:lnSpc>
                  <a:spcPct val="117000"/>
                </a:lnSpc>
              </a:pPr>
              <a:endParaRPr lang="en-GB" sz="600" dirty="0">
                <a:solidFill>
                  <a:schemeClr val="tx2"/>
                </a:solidFill>
                <a:effectLst/>
                <a:ea typeface="Calibri" panose="020F0502020204030204" pitchFamily="34" charset="0"/>
              </a:endParaRPr>
            </a:p>
            <a:p>
              <a:pPr algn="ctr"/>
              <a:r>
                <a:rPr lang="en-AU" sz="1300" dirty="0">
                  <a:solidFill>
                    <a:schemeClr val="tx2"/>
                  </a:solidFill>
                  <a:cs typeface="Arial"/>
                </a:rPr>
                <a:t>We promise to become the people that deliver beyond. </a:t>
              </a:r>
            </a:p>
            <a:p>
              <a:pPr algn="ctr"/>
              <a:endParaRPr lang="en-AU" sz="1300" dirty="0">
                <a:solidFill>
                  <a:schemeClr val="tx2"/>
                </a:solidFill>
                <a:cs typeface="Arial"/>
              </a:endParaRPr>
            </a:p>
            <a:p>
              <a:pPr algn="ctr"/>
              <a:r>
                <a:rPr lang="en-AU" sz="1300" dirty="0">
                  <a:solidFill>
                    <a:schemeClr val="tx2"/>
                  </a:solidFill>
                  <a:cs typeface="Arial"/>
                </a:rPr>
                <a:t>For our customers, environment, and the communities around us.</a:t>
              </a:r>
              <a:r>
                <a:rPr lang="en-GB" sz="1300" b="1" dirty="0">
                  <a:solidFill>
                    <a:schemeClr val="tx2"/>
                  </a:solidFill>
                  <a:effectLst/>
                  <a:ea typeface="Calibri" panose="020F0502020204030204" pitchFamily="34" charset="0"/>
                </a:rPr>
                <a:t> </a:t>
              </a:r>
            </a:p>
            <a:p>
              <a:pPr marR="484505">
                <a:lnSpc>
                  <a:spcPct val="117000"/>
                </a:lnSpc>
              </a:pPr>
              <a:endParaRPr lang="en-AU" sz="600" dirty="0">
                <a:solidFill>
                  <a:schemeClr val="tx2"/>
                </a:solidFill>
                <a:effectLst/>
                <a:ea typeface="Calibri" panose="020F0502020204030204" pitchFamily="34" charset="0"/>
              </a:endParaRPr>
            </a:p>
          </p:txBody>
        </p:sp>
        <p:sp>
          <p:nvSpPr>
            <p:cNvPr id="91" name="Title 1">
              <a:extLst>
                <a:ext uri="{FF2B5EF4-FFF2-40B4-BE49-F238E27FC236}">
                  <a16:creationId xmlns:a16="http://schemas.microsoft.com/office/drawing/2014/main" id="{0102D4C4-3B13-89AC-63BE-4F7403BF474F}"/>
                </a:ext>
              </a:extLst>
            </p:cNvPr>
            <p:cNvSpPr txBox="1">
              <a:spLocks/>
            </p:cNvSpPr>
            <p:nvPr/>
          </p:nvSpPr>
          <p:spPr>
            <a:xfrm>
              <a:off x="5261829" y="4636712"/>
              <a:ext cx="670560" cy="942286"/>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8000" dirty="0">
                  <a:solidFill>
                    <a:schemeClr val="tx2"/>
                  </a:solidFill>
                </a:rPr>
                <a:t>“</a:t>
              </a:r>
              <a:endParaRPr lang="en-US" sz="8000" dirty="0">
                <a:solidFill>
                  <a:schemeClr val="tx2"/>
                </a:solidFill>
              </a:endParaRPr>
            </a:p>
          </p:txBody>
        </p:sp>
        <p:sp>
          <p:nvSpPr>
            <p:cNvPr id="92" name="Title 1">
              <a:extLst>
                <a:ext uri="{FF2B5EF4-FFF2-40B4-BE49-F238E27FC236}">
                  <a16:creationId xmlns:a16="http://schemas.microsoft.com/office/drawing/2014/main" id="{E9567D32-40E9-2864-E311-BFEB10389BD0}"/>
                </a:ext>
              </a:extLst>
            </p:cNvPr>
            <p:cNvSpPr txBox="1">
              <a:spLocks/>
            </p:cNvSpPr>
            <p:nvPr/>
          </p:nvSpPr>
          <p:spPr>
            <a:xfrm rot="10800000">
              <a:off x="10623586" y="4883147"/>
              <a:ext cx="670560" cy="942286"/>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5000" b="1" kern="1200">
                  <a:solidFill>
                    <a:schemeClr val="bg1"/>
                  </a:solidFill>
                  <a:latin typeface="Franklin Gothic Medium" panose="020B0603020102020204" pitchFamily="34" charset="0"/>
                  <a:ea typeface="+mj-ea"/>
                  <a:cs typeface="+mj-cs"/>
                </a:defRPr>
              </a:lvl1pPr>
            </a:lstStyle>
            <a:p>
              <a:r>
                <a:rPr lang="en-GB" sz="8000" dirty="0">
                  <a:solidFill>
                    <a:schemeClr val="tx2"/>
                  </a:solidFill>
                </a:rPr>
                <a:t>“</a:t>
              </a:r>
              <a:endParaRPr lang="en-US" sz="8000" dirty="0">
                <a:solidFill>
                  <a:schemeClr val="tx2"/>
                </a:solidFill>
              </a:endParaRPr>
            </a:p>
          </p:txBody>
        </p:sp>
      </p:grpSp>
      <p:pic>
        <p:nvPicPr>
          <p:cNvPr id="6" name="Picture 5" descr="A green and white striped flag&#10;&#10;Description automatically generated with low confidence">
            <a:extLst>
              <a:ext uri="{FF2B5EF4-FFF2-40B4-BE49-F238E27FC236}">
                <a16:creationId xmlns:a16="http://schemas.microsoft.com/office/drawing/2014/main" id="{83AE541D-585E-767C-69A3-0E2307A7E2EE}"/>
              </a:ext>
            </a:extLst>
          </p:cNvPr>
          <p:cNvPicPr>
            <a:picLocks noChangeAspect="1"/>
          </p:cNvPicPr>
          <p:nvPr/>
        </p:nvPicPr>
        <p:blipFill>
          <a:blip r:embed="rId28"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7" name="Slide Number Placeholder 1">
            <a:extLst>
              <a:ext uri="{FF2B5EF4-FFF2-40B4-BE49-F238E27FC236}">
                <a16:creationId xmlns:a16="http://schemas.microsoft.com/office/drawing/2014/main" id="{44AF53EC-9B4A-ACBC-5000-72CA844C00BF}"/>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17</a:t>
            </a:fld>
            <a:endParaRPr lang="en-US" sz="900" dirty="0">
              <a:solidFill>
                <a:schemeClr val="tx2"/>
              </a:solidFill>
            </a:endParaRPr>
          </a:p>
        </p:txBody>
      </p:sp>
    </p:spTree>
    <p:extLst>
      <p:ext uri="{BB962C8B-B14F-4D97-AF65-F5344CB8AC3E}">
        <p14:creationId xmlns:p14="http://schemas.microsoft.com/office/powerpoint/2010/main" val="3995301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CE6E87D-531C-4929-BC6A-5DE4256F042E}"/>
              </a:ext>
            </a:extLst>
          </p:cNvPr>
          <p:cNvSpPr>
            <a:spLocks noGrp="1"/>
          </p:cNvSpPr>
          <p:nvPr>
            <p:ph type="title"/>
          </p:nvPr>
        </p:nvSpPr>
        <p:spPr>
          <a:xfrm>
            <a:off x="431800" y="2268"/>
            <a:ext cx="10515600" cy="1325563"/>
          </a:xfrm>
        </p:spPr>
        <p:txBody>
          <a:bodyPr>
            <a:normAutofit/>
          </a:bodyPr>
          <a:lstStyle/>
          <a:p>
            <a:r>
              <a:rPr lang="en-US" sz="4000" b="1" dirty="0">
                <a:cs typeface="Arial" panose="020B0604020202020204" pitchFamily="34" charset="0"/>
              </a:rPr>
              <a:t>Supporting you through the journey</a:t>
            </a:r>
          </a:p>
        </p:txBody>
      </p:sp>
      <p:sp>
        <p:nvSpPr>
          <p:cNvPr id="11" name="TextBox 10">
            <a:extLst>
              <a:ext uri="{FF2B5EF4-FFF2-40B4-BE49-F238E27FC236}">
                <a16:creationId xmlns:a16="http://schemas.microsoft.com/office/drawing/2014/main" id="{BEE51BB2-FAE1-4776-83A0-248C232C76EE}"/>
              </a:ext>
            </a:extLst>
          </p:cNvPr>
          <p:cNvSpPr txBox="1"/>
          <p:nvPr/>
        </p:nvSpPr>
        <p:spPr>
          <a:xfrm>
            <a:off x="1922687" y="1616073"/>
            <a:ext cx="248012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The Operations team will assist with casual or permanent collections and identify areas to improve DIFOT performance</a:t>
            </a:r>
            <a:endParaRPr lang="en-AU" sz="1200" b="1" dirty="0">
              <a:solidFill>
                <a:schemeClr val="bg2">
                  <a:lumMod val="25000"/>
                </a:schemeClr>
              </a:solidFill>
              <a:cs typeface="Arial" panose="020B0604020202020204" pitchFamily="34" charset="0"/>
            </a:endParaRPr>
          </a:p>
        </p:txBody>
      </p:sp>
      <p:sp>
        <p:nvSpPr>
          <p:cNvPr id="13" name="TextBox 12">
            <a:extLst>
              <a:ext uri="{FF2B5EF4-FFF2-40B4-BE49-F238E27FC236}">
                <a16:creationId xmlns:a16="http://schemas.microsoft.com/office/drawing/2014/main" id="{C1C696C6-D344-417F-A268-724B8B44A47A}"/>
              </a:ext>
            </a:extLst>
          </p:cNvPr>
          <p:cNvSpPr txBox="1"/>
          <p:nvPr/>
        </p:nvSpPr>
        <p:spPr>
          <a:xfrm>
            <a:off x="1924956" y="1307645"/>
            <a:ext cx="210502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600" b="1" dirty="0">
                <a:solidFill>
                  <a:schemeClr val="accent3"/>
                </a:solidFill>
                <a:latin typeface="+mj-lt"/>
                <a:ea typeface="+mn-lt"/>
                <a:cs typeface="Arial" panose="020B0604020202020204" pitchFamily="34" charset="0"/>
              </a:rPr>
              <a:t>Operations</a:t>
            </a:r>
            <a:endParaRPr lang="en-AU" sz="1600" b="1" dirty="0">
              <a:solidFill>
                <a:schemeClr val="accent3"/>
              </a:solidFill>
              <a:latin typeface="+mj-lt"/>
              <a:cs typeface="Arial" panose="020B0604020202020204" pitchFamily="34" charset="0"/>
            </a:endParaRPr>
          </a:p>
        </p:txBody>
      </p:sp>
      <p:sp>
        <p:nvSpPr>
          <p:cNvPr id="14" name="TextBox 13">
            <a:extLst>
              <a:ext uri="{FF2B5EF4-FFF2-40B4-BE49-F238E27FC236}">
                <a16:creationId xmlns:a16="http://schemas.microsoft.com/office/drawing/2014/main" id="{17DF3645-DF3D-49E4-9BDD-86AC8D689984}"/>
              </a:ext>
            </a:extLst>
          </p:cNvPr>
          <p:cNvSpPr txBox="1"/>
          <p:nvPr/>
        </p:nvSpPr>
        <p:spPr>
          <a:xfrm>
            <a:off x="1287686" y="3421287"/>
            <a:ext cx="248012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To resolve any invoice related enquiries and credit requests</a:t>
            </a:r>
            <a:endParaRPr lang="en-AU" sz="1200" dirty="0">
              <a:solidFill>
                <a:schemeClr val="bg2">
                  <a:lumMod val="25000"/>
                </a:schemeClr>
              </a:solidFill>
              <a:cs typeface="Arial" panose="020B0604020202020204" pitchFamily="34" charset="0"/>
            </a:endParaRPr>
          </a:p>
        </p:txBody>
      </p:sp>
      <p:sp>
        <p:nvSpPr>
          <p:cNvPr id="15" name="TextBox 14">
            <a:extLst>
              <a:ext uri="{FF2B5EF4-FFF2-40B4-BE49-F238E27FC236}">
                <a16:creationId xmlns:a16="http://schemas.microsoft.com/office/drawing/2014/main" id="{7A18967F-0FC9-41CB-92C7-0A902C0ED522}"/>
              </a:ext>
            </a:extLst>
          </p:cNvPr>
          <p:cNvSpPr txBox="1"/>
          <p:nvPr/>
        </p:nvSpPr>
        <p:spPr>
          <a:xfrm>
            <a:off x="1289955" y="3112859"/>
            <a:ext cx="210502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600" b="1" dirty="0">
                <a:solidFill>
                  <a:schemeClr val="tx2"/>
                </a:solidFill>
                <a:latin typeface="+mj-lt"/>
                <a:ea typeface="+mn-lt"/>
                <a:cs typeface="Arial" panose="020B0604020202020204" pitchFamily="34" charset="0"/>
              </a:rPr>
              <a:t>Accounts Receivable</a:t>
            </a:r>
            <a:endParaRPr lang="en-AU" sz="1600" b="1" dirty="0">
              <a:solidFill>
                <a:schemeClr val="tx2"/>
              </a:solidFill>
              <a:latin typeface="+mj-lt"/>
              <a:cs typeface="Arial" panose="020B0604020202020204" pitchFamily="34" charset="0"/>
            </a:endParaRPr>
          </a:p>
        </p:txBody>
      </p:sp>
      <p:sp>
        <p:nvSpPr>
          <p:cNvPr id="16" name="TextBox 15">
            <a:extLst>
              <a:ext uri="{FF2B5EF4-FFF2-40B4-BE49-F238E27FC236}">
                <a16:creationId xmlns:a16="http://schemas.microsoft.com/office/drawing/2014/main" id="{3B8884B9-731E-400A-BEF4-64BFAD38B984}"/>
              </a:ext>
            </a:extLst>
          </p:cNvPr>
          <p:cNvSpPr txBox="1"/>
          <p:nvPr/>
        </p:nvSpPr>
        <p:spPr>
          <a:xfrm>
            <a:off x="1931757" y="4754785"/>
            <a:ext cx="24801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Experienced I.T. team to support clients online experience via phone or email</a:t>
            </a:r>
            <a:endParaRPr lang="en-AU" sz="1200" dirty="0">
              <a:solidFill>
                <a:schemeClr val="bg2">
                  <a:lumMod val="25000"/>
                </a:schemeClr>
              </a:solidFill>
              <a:cs typeface="Arial" panose="020B0604020202020204" pitchFamily="34" charset="0"/>
            </a:endParaRPr>
          </a:p>
        </p:txBody>
      </p:sp>
      <p:sp>
        <p:nvSpPr>
          <p:cNvPr id="17" name="TextBox 16">
            <a:extLst>
              <a:ext uri="{FF2B5EF4-FFF2-40B4-BE49-F238E27FC236}">
                <a16:creationId xmlns:a16="http://schemas.microsoft.com/office/drawing/2014/main" id="{9C9062F4-0324-43F2-9C18-9FB7AC38C7F5}"/>
              </a:ext>
            </a:extLst>
          </p:cNvPr>
          <p:cNvSpPr txBox="1"/>
          <p:nvPr/>
        </p:nvSpPr>
        <p:spPr>
          <a:xfrm>
            <a:off x="1934026" y="4446357"/>
            <a:ext cx="210502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600" b="1" dirty="0" err="1">
                <a:solidFill>
                  <a:schemeClr val="accent5"/>
                </a:solidFill>
                <a:latin typeface="+mj-lt"/>
                <a:ea typeface="+mn-lt"/>
                <a:cs typeface="Arial" panose="020B0604020202020204" pitchFamily="34" charset="0"/>
              </a:rPr>
              <a:t>eTrade</a:t>
            </a:r>
            <a:endParaRPr lang="en-AU" sz="1600" b="1" dirty="0">
              <a:solidFill>
                <a:schemeClr val="accent5"/>
              </a:solidFill>
              <a:latin typeface="+mj-lt"/>
              <a:cs typeface="Arial" panose="020B0604020202020204" pitchFamily="34" charset="0"/>
            </a:endParaRPr>
          </a:p>
        </p:txBody>
      </p:sp>
      <p:sp>
        <p:nvSpPr>
          <p:cNvPr id="18" name="Freeform 16">
            <a:extLst>
              <a:ext uri="{FF2B5EF4-FFF2-40B4-BE49-F238E27FC236}">
                <a16:creationId xmlns:a16="http://schemas.microsoft.com/office/drawing/2014/main" id="{43ADDC7A-9EED-45C6-AF9A-13758EE29BF9}"/>
              </a:ext>
            </a:extLst>
          </p:cNvPr>
          <p:cNvSpPr>
            <a:spLocks noEditPoints="1"/>
          </p:cNvSpPr>
          <p:nvPr/>
        </p:nvSpPr>
        <p:spPr bwMode="auto">
          <a:xfrm rot="900000">
            <a:off x="4322889" y="1802756"/>
            <a:ext cx="3383095" cy="3383093"/>
          </a:xfrm>
          <a:custGeom>
            <a:avLst/>
            <a:gdLst>
              <a:gd name="T0" fmla="*/ 2563 w 6089"/>
              <a:gd name="T1" fmla="*/ 804 h 6089"/>
              <a:gd name="T2" fmla="*/ 1977 w 6089"/>
              <a:gd name="T3" fmla="*/ 1017 h 6089"/>
              <a:gd name="T4" fmla="*/ 1478 w 6089"/>
              <a:gd name="T5" fmla="*/ 1371 h 6089"/>
              <a:gd name="T6" fmla="*/ 1092 w 6089"/>
              <a:gd name="T7" fmla="*/ 1845 h 6089"/>
              <a:gd name="T8" fmla="*/ 841 w 6089"/>
              <a:gd name="T9" fmla="*/ 2410 h 6089"/>
              <a:gd name="T10" fmla="*/ 752 w 6089"/>
              <a:gd name="T11" fmla="*/ 3046 h 6089"/>
              <a:gd name="T12" fmla="*/ 841 w 6089"/>
              <a:gd name="T13" fmla="*/ 3679 h 6089"/>
              <a:gd name="T14" fmla="*/ 1092 w 6089"/>
              <a:gd name="T15" fmla="*/ 4245 h 6089"/>
              <a:gd name="T16" fmla="*/ 1478 w 6089"/>
              <a:gd name="T17" fmla="*/ 4718 h 6089"/>
              <a:gd name="T18" fmla="*/ 1977 w 6089"/>
              <a:gd name="T19" fmla="*/ 5075 h 6089"/>
              <a:gd name="T20" fmla="*/ 2563 w 6089"/>
              <a:gd name="T21" fmla="*/ 5287 h 6089"/>
              <a:gd name="T22" fmla="*/ 3208 w 6089"/>
              <a:gd name="T23" fmla="*/ 5331 h 6089"/>
              <a:gd name="T24" fmla="*/ 3827 w 6089"/>
              <a:gd name="T25" fmla="*/ 5200 h 6089"/>
              <a:gd name="T26" fmla="*/ 4372 w 6089"/>
              <a:gd name="T27" fmla="*/ 4912 h 6089"/>
              <a:gd name="T28" fmla="*/ 4819 w 6089"/>
              <a:gd name="T29" fmla="*/ 4494 h 6089"/>
              <a:gd name="T30" fmla="*/ 5141 w 6089"/>
              <a:gd name="T31" fmla="*/ 3973 h 6089"/>
              <a:gd name="T32" fmla="*/ 5313 w 6089"/>
              <a:gd name="T33" fmla="*/ 3369 h 6089"/>
              <a:gd name="T34" fmla="*/ 5313 w 6089"/>
              <a:gd name="T35" fmla="*/ 2720 h 6089"/>
              <a:gd name="T36" fmla="*/ 5141 w 6089"/>
              <a:gd name="T37" fmla="*/ 2118 h 6089"/>
              <a:gd name="T38" fmla="*/ 4819 w 6089"/>
              <a:gd name="T39" fmla="*/ 1595 h 6089"/>
              <a:gd name="T40" fmla="*/ 4372 w 6089"/>
              <a:gd name="T41" fmla="*/ 1177 h 6089"/>
              <a:gd name="T42" fmla="*/ 3827 w 6089"/>
              <a:gd name="T43" fmla="*/ 891 h 6089"/>
              <a:gd name="T44" fmla="*/ 3208 w 6089"/>
              <a:gd name="T45" fmla="*/ 758 h 6089"/>
              <a:gd name="T46" fmla="*/ 3319 w 6089"/>
              <a:gd name="T47" fmla="*/ 13 h 6089"/>
              <a:gd name="T48" fmla="*/ 3734 w 6089"/>
              <a:gd name="T49" fmla="*/ 475 h 6089"/>
              <a:gd name="T50" fmla="*/ 4350 w 6089"/>
              <a:gd name="T51" fmla="*/ 294 h 6089"/>
              <a:gd name="T52" fmla="*/ 4908 w 6089"/>
              <a:gd name="T53" fmla="*/ 638 h 6089"/>
              <a:gd name="T54" fmla="*/ 5024 w 6089"/>
              <a:gd name="T55" fmla="*/ 1266 h 6089"/>
              <a:gd name="T56" fmla="*/ 5638 w 6089"/>
              <a:gd name="T57" fmla="*/ 1451 h 6089"/>
              <a:gd name="T58" fmla="*/ 5527 w 6089"/>
              <a:gd name="T59" fmla="*/ 2085 h 6089"/>
              <a:gd name="T60" fmla="*/ 5673 w 6089"/>
              <a:gd name="T61" fmla="*/ 2635 h 6089"/>
              <a:gd name="T62" fmla="*/ 6089 w 6089"/>
              <a:gd name="T63" fmla="*/ 3046 h 6089"/>
              <a:gd name="T64" fmla="*/ 5673 w 6089"/>
              <a:gd name="T65" fmla="*/ 3454 h 6089"/>
              <a:gd name="T66" fmla="*/ 5527 w 6089"/>
              <a:gd name="T67" fmla="*/ 4005 h 6089"/>
              <a:gd name="T68" fmla="*/ 5638 w 6089"/>
              <a:gd name="T69" fmla="*/ 4638 h 6089"/>
              <a:gd name="T70" fmla="*/ 5024 w 6089"/>
              <a:gd name="T71" fmla="*/ 4823 h 6089"/>
              <a:gd name="T72" fmla="*/ 4908 w 6089"/>
              <a:gd name="T73" fmla="*/ 5451 h 6089"/>
              <a:gd name="T74" fmla="*/ 4350 w 6089"/>
              <a:gd name="T75" fmla="*/ 5795 h 6089"/>
              <a:gd name="T76" fmla="*/ 3734 w 6089"/>
              <a:gd name="T77" fmla="*/ 5614 h 6089"/>
              <a:gd name="T78" fmla="*/ 3319 w 6089"/>
              <a:gd name="T79" fmla="*/ 6076 h 6089"/>
              <a:gd name="T80" fmla="*/ 2770 w 6089"/>
              <a:gd name="T81" fmla="*/ 6076 h 6089"/>
              <a:gd name="T82" fmla="*/ 2354 w 6089"/>
              <a:gd name="T83" fmla="*/ 5614 h 6089"/>
              <a:gd name="T84" fmla="*/ 1739 w 6089"/>
              <a:gd name="T85" fmla="*/ 5795 h 6089"/>
              <a:gd name="T86" fmla="*/ 1181 w 6089"/>
              <a:gd name="T87" fmla="*/ 5451 h 6089"/>
              <a:gd name="T88" fmla="*/ 1064 w 6089"/>
              <a:gd name="T89" fmla="*/ 4823 h 6089"/>
              <a:gd name="T90" fmla="*/ 451 w 6089"/>
              <a:gd name="T91" fmla="*/ 4638 h 6089"/>
              <a:gd name="T92" fmla="*/ 562 w 6089"/>
              <a:gd name="T93" fmla="*/ 4005 h 6089"/>
              <a:gd name="T94" fmla="*/ 416 w 6089"/>
              <a:gd name="T95" fmla="*/ 3454 h 6089"/>
              <a:gd name="T96" fmla="*/ 0 w 6089"/>
              <a:gd name="T97" fmla="*/ 3046 h 6089"/>
              <a:gd name="T98" fmla="*/ 416 w 6089"/>
              <a:gd name="T99" fmla="*/ 2635 h 6089"/>
              <a:gd name="T100" fmla="*/ 562 w 6089"/>
              <a:gd name="T101" fmla="*/ 2085 h 6089"/>
              <a:gd name="T102" fmla="*/ 451 w 6089"/>
              <a:gd name="T103" fmla="*/ 1451 h 6089"/>
              <a:gd name="T104" fmla="*/ 1064 w 6089"/>
              <a:gd name="T105" fmla="*/ 1266 h 6089"/>
              <a:gd name="T106" fmla="*/ 1181 w 6089"/>
              <a:gd name="T107" fmla="*/ 638 h 6089"/>
              <a:gd name="T108" fmla="*/ 1739 w 6089"/>
              <a:gd name="T109" fmla="*/ 294 h 6089"/>
              <a:gd name="T110" fmla="*/ 2354 w 6089"/>
              <a:gd name="T111" fmla="*/ 475 h 6089"/>
              <a:gd name="T112" fmla="*/ 2770 w 6089"/>
              <a:gd name="T113" fmla="*/ 13 h 60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89" h="6089">
                <a:moveTo>
                  <a:pt x="3043" y="752"/>
                </a:moveTo>
                <a:lnTo>
                  <a:pt x="2881" y="758"/>
                </a:lnTo>
                <a:lnTo>
                  <a:pt x="2720" y="776"/>
                </a:lnTo>
                <a:lnTo>
                  <a:pt x="2563" y="804"/>
                </a:lnTo>
                <a:lnTo>
                  <a:pt x="2410" y="841"/>
                </a:lnTo>
                <a:lnTo>
                  <a:pt x="2262" y="891"/>
                </a:lnTo>
                <a:lnTo>
                  <a:pt x="2116" y="948"/>
                </a:lnTo>
                <a:lnTo>
                  <a:pt x="1977" y="1017"/>
                </a:lnTo>
                <a:lnTo>
                  <a:pt x="1844" y="1092"/>
                </a:lnTo>
                <a:lnTo>
                  <a:pt x="1715" y="1177"/>
                </a:lnTo>
                <a:lnTo>
                  <a:pt x="1595" y="1270"/>
                </a:lnTo>
                <a:lnTo>
                  <a:pt x="1478" y="1371"/>
                </a:lnTo>
                <a:lnTo>
                  <a:pt x="1371" y="1479"/>
                </a:lnTo>
                <a:lnTo>
                  <a:pt x="1269" y="1595"/>
                </a:lnTo>
                <a:lnTo>
                  <a:pt x="1177" y="1717"/>
                </a:lnTo>
                <a:lnTo>
                  <a:pt x="1092" y="1845"/>
                </a:lnTo>
                <a:lnTo>
                  <a:pt x="1014" y="1978"/>
                </a:lnTo>
                <a:lnTo>
                  <a:pt x="948" y="2118"/>
                </a:lnTo>
                <a:lnTo>
                  <a:pt x="889" y="2262"/>
                </a:lnTo>
                <a:lnTo>
                  <a:pt x="841" y="2410"/>
                </a:lnTo>
                <a:lnTo>
                  <a:pt x="802" y="2563"/>
                </a:lnTo>
                <a:lnTo>
                  <a:pt x="774" y="2720"/>
                </a:lnTo>
                <a:lnTo>
                  <a:pt x="758" y="2881"/>
                </a:lnTo>
                <a:lnTo>
                  <a:pt x="752" y="3046"/>
                </a:lnTo>
                <a:lnTo>
                  <a:pt x="758" y="3208"/>
                </a:lnTo>
                <a:lnTo>
                  <a:pt x="774" y="3369"/>
                </a:lnTo>
                <a:lnTo>
                  <a:pt x="802" y="3526"/>
                </a:lnTo>
                <a:lnTo>
                  <a:pt x="841" y="3679"/>
                </a:lnTo>
                <a:lnTo>
                  <a:pt x="889" y="3827"/>
                </a:lnTo>
                <a:lnTo>
                  <a:pt x="948" y="3973"/>
                </a:lnTo>
                <a:lnTo>
                  <a:pt x="1014" y="4112"/>
                </a:lnTo>
                <a:lnTo>
                  <a:pt x="1092" y="4245"/>
                </a:lnTo>
                <a:lnTo>
                  <a:pt x="1177" y="4374"/>
                </a:lnTo>
                <a:lnTo>
                  <a:pt x="1269" y="4494"/>
                </a:lnTo>
                <a:lnTo>
                  <a:pt x="1371" y="4611"/>
                </a:lnTo>
                <a:lnTo>
                  <a:pt x="1478" y="4718"/>
                </a:lnTo>
                <a:lnTo>
                  <a:pt x="1595" y="4820"/>
                </a:lnTo>
                <a:lnTo>
                  <a:pt x="1715" y="4912"/>
                </a:lnTo>
                <a:lnTo>
                  <a:pt x="1844" y="4997"/>
                </a:lnTo>
                <a:lnTo>
                  <a:pt x="1977" y="5075"/>
                </a:lnTo>
                <a:lnTo>
                  <a:pt x="2116" y="5141"/>
                </a:lnTo>
                <a:lnTo>
                  <a:pt x="2262" y="5200"/>
                </a:lnTo>
                <a:lnTo>
                  <a:pt x="2410" y="5248"/>
                </a:lnTo>
                <a:lnTo>
                  <a:pt x="2563" y="5287"/>
                </a:lnTo>
                <a:lnTo>
                  <a:pt x="2720" y="5315"/>
                </a:lnTo>
                <a:lnTo>
                  <a:pt x="2881" y="5331"/>
                </a:lnTo>
                <a:lnTo>
                  <a:pt x="3043" y="5337"/>
                </a:lnTo>
                <a:lnTo>
                  <a:pt x="3208" y="5331"/>
                </a:lnTo>
                <a:lnTo>
                  <a:pt x="3369" y="5315"/>
                </a:lnTo>
                <a:lnTo>
                  <a:pt x="3526" y="5287"/>
                </a:lnTo>
                <a:lnTo>
                  <a:pt x="3679" y="5248"/>
                </a:lnTo>
                <a:lnTo>
                  <a:pt x="3827" y="5200"/>
                </a:lnTo>
                <a:lnTo>
                  <a:pt x="3971" y="5141"/>
                </a:lnTo>
                <a:lnTo>
                  <a:pt x="4111" y="5075"/>
                </a:lnTo>
                <a:lnTo>
                  <a:pt x="4244" y="4997"/>
                </a:lnTo>
                <a:lnTo>
                  <a:pt x="4372" y="4912"/>
                </a:lnTo>
                <a:lnTo>
                  <a:pt x="4494" y="4820"/>
                </a:lnTo>
                <a:lnTo>
                  <a:pt x="4610" y="4718"/>
                </a:lnTo>
                <a:lnTo>
                  <a:pt x="4718" y="4611"/>
                </a:lnTo>
                <a:lnTo>
                  <a:pt x="4819" y="4494"/>
                </a:lnTo>
                <a:lnTo>
                  <a:pt x="4912" y="4374"/>
                </a:lnTo>
                <a:lnTo>
                  <a:pt x="4997" y="4245"/>
                </a:lnTo>
                <a:lnTo>
                  <a:pt x="5072" y="4112"/>
                </a:lnTo>
                <a:lnTo>
                  <a:pt x="5141" y="3973"/>
                </a:lnTo>
                <a:lnTo>
                  <a:pt x="5198" y="3827"/>
                </a:lnTo>
                <a:lnTo>
                  <a:pt x="5248" y="3679"/>
                </a:lnTo>
                <a:lnTo>
                  <a:pt x="5285" y="3526"/>
                </a:lnTo>
                <a:lnTo>
                  <a:pt x="5313" y="3369"/>
                </a:lnTo>
                <a:lnTo>
                  <a:pt x="5331" y="3208"/>
                </a:lnTo>
                <a:lnTo>
                  <a:pt x="5337" y="3046"/>
                </a:lnTo>
                <a:lnTo>
                  <a:pt x="5331" y="2881"/>
                </a:lnTo>
                <a:lnTo>
                  <a:pt x="5313" y="2720"/>
                </a:lnTo>
                <a:lnTo>
                  <a:pt x="5285" y="2563"/>
                </a:lnTo>
                <a:lnTo>
                  <a:pt x="5248" y="2410"/>
                </a:lnTo>
                <a:lnTo>
                  <a:pt x="5198" y="2262"/>
                </a:lnTo>
                <a:lnTo>
                  <a:pt x="5141" y="2118"/>
                </a:lnTo>
                <a:lnTo>
                  <a:pt x="5072" y="1978"/>
                </a:lnTo>
                <a:lnTo>
                  <a:pt x="4997" y="1845"/>
                </a:lnTo>
                <a:lnTo>
                  <a:pt x="4912" y="1717"/>
                </a:lnTo>
                <a:lnTo>
                  <a:pt x="4819" y="1595"/>
                </a:lnTo>
                <a:lnTo>
                  <a:pt x="4718" y="1479"/>
                </a:lnTo>
                <a:lnTo>
                  <a:pt x="4610" y="1371"/>
                </a:lnTo>
                <a:lnTo>
                  <a:pt x="4494" y="1270"/>
                </a:lnTo>
                <a:lnTo>
                  <a:pt x="4372" y="1177"/>
                </a:lnTo>
                <a:lnTo>
                  <a:pt x="4244" y="1092"/>
                </a:lnTo>
                <a:lnTo>
                  <a:pt x="4111" y="1017"/>
                </a:lnTo>
                <a:lnTo>
                  <a:pt x="3971" y="948"/>
                </a:lnTo>
                <a:lnTo>
                  <a:pt x="3827" y="891"/>
                </a:lnTo>
                <a:lnTo>
                  <a:pt x="3679" y="841"/>
                </a:lnTo>
                <a:lnTo>
                  <a:pt x="3526" y="804"/>
                </a:lnTo>
                <a:lnTo>
                  <a:pt x="3369" y="776"/>
                </a:lnTo>
                <a:lnTo>
                  <a:pt x="3208" y="758"/>
                </a:lnTo>
                <a:lnTo>
                  <a:pt x="3043" y="752"/>
                </a:lnTo>
                <a:close/>
                <a:moveTo>
                  <a:pt x="3043" y="0"/>
                </a:moveTo>
                <a:lnTo>
                  <a:pt x="3182" y="4"/>
                </a:lnTo>
                <a:lnTo>
                  <a:pt x="3319" y="13"/>
                </a:lnTo>
                <a:lnTo>
                  <a:pt x="3454" y="28"/>
                </a:lnTo>
                <a:lnTo>
                  <a:pt x="3454" y="416"/>
                </a:lnTo>
                <a:lnTo>
                  <a:pt x="3596" y="442"/>
                </a:lnTo>
                <a:lnTo>
                  <a:pt x="3734" y="475"/>
                </a:lnTo>
                <a:lnTo>
                  <a:pt x="3871" y="516"/>
                </a:lnTo>
                <a:lnTo>
                  <a:pt x="4004" y="562"/>
                </a:lnTo>
                <a:lnTo>
                  <a:pt x="4198" y="228"/>
                </a:lnTo>
                <a:lnTo>
                  <a:pt x="4350" y="294"/>
                </a:lnTo>
                <a:lnTo>
                  <a:pt x="4496" y="370"/>
                </a:lnTo>
                <a:lnTo>
                  <a:pt x="4638" y="451"/>
                </a:lnTo>
                <a:lnTo>
                  <a:pt x="4775" y="542"/>
                </a:lnTo>
                <a:lnTo>
                  <a:pt x="4908" y="638"/>
                </a:lnTo>
                <a:lnTo>
                  <a:pt x="4714" y="972"/>
                </a:lnTo>
                <a:lnTo>
                  <a:pt x="4823" y="1065"/>
                </a:lnTo>
                <a:lnTo>
                  <a:pt x="4926" y="1163"/>
                </a:lnTo>
                <a:lnTo>
                  <a:pt x="5024" y="1266"/>
                </a:lnTo>
                <a:lnTo>
                  <a:pt x="5117" y="1375"/>
                </a:lnTo>
                <a:lnTo>
                  <a:pt x="5451" y="1181"/>
                </a:lnTo>
                <a:lnTo>
                  <a:pt x="5547" y="1314"/>
                </a:lnTo>
                <a:lnTo>
                  <a:pt x="5638" y="1451"/>
                </a:lnTo>
                <a:lnTo>
                  <a:pt x="5721" y="1593"/>
                </a:lnTo>
                <a:lnTo>
                  <a:pt x="5795" y="1739"/>
                </a:lnTo>
                <a:lnTo>
                  <a:pt x="5861" y="1891"/>
                </a:lnTo>
                <a:lnTo>
                  <a:pt x="5527" y="2085"/>
                </a:lnTo>
                <a:lnTo>
                  <a:pt x="5573" y="2218"/>
                </a:lnTo>
                <a:lnTo>
                  <a:pt x="5614" y="2355"/>
                </a:lnTo>
                <a:lnTo>
                  <a:pt x="5647" y="2493"/>
                </a:lnTo>
                <a:lnTo>
                  <a:pt x="5673" y="2635"/>
                </a:lnTo>
                <a:lnTo>
                  <a:pt x="6061" y="2635"/>
                </a:lnTo>
                <a:lnTo>
                  <a:pt x="6076" y="2770"/>
                </a:lnTo>
                <a:lnTo>
                  <a:pt x="6085" y="2907"/>
                </a:lnTo>
                <a:lnTo>
                  <a:pt x="6089" y="3046"/>
                </a:lnTo>
                <a:lnTo>
                  <a:pt x="6085" y="3182"/>
                </a:lnTo>
                <a:lnTo>
                  <a:pt x="6076" y="3319"/>
                </a:lnTo>
                <a:lnTo>
                  <a:pt x="6061" y="3454"/>
                </a:lnTo>
                <a:lnTo>
                  <a:pt x="5673" y="3454"/>
                </a:lnTo>
                <a:lnTo>
                  <a:pt x="5647" y="3596"/>
                </a:lnTo>
                <a:lnTo>
                  <a:pt x="5614" y="3735"/>
                </a:lnTo>
                <a:lnTo>
                  <a:pt x="5573" y="3872"/>
                </a:lnTo>
                <a:lnTo>
                  <a:pt x="5527" y="4005"/>
                </a:lnTo>
                <a:lnTo>
                  <a:pt x="5861" y="4199"/>
                </a:lnTo>
                <a:lnTo>
                  <a:pt x="5795" y="4350"/>
                </a:lnTo>
                <a:lnTo>
                  <a:pt x="5721" y="4496"/>
                </a:lnTo>
                <a:lnTo>
                  <a:pt x="5638" y="4638"/>
                </a:lnTo>
                <a:lnTo>
                  <a:pt x="5547" y="4775"/>
                </a:lnTo>
                <a:lnTo>
                  <a:pt x="5451" y="4908"/>
                </a:lnTo>
                <a:lnTo>
                  <a:pt x="5117" y="4714"/>
                </a:lnTo>
                <a:lnTo>
                  <a:pt x="5024" y="4823"/>
                </a:lnTo>
                <a:lnTo>
                  <a:pt x="4926" y="4927"/>
                </a:lnTo>
                <a:lnTo>
                  <a:pt x="4823" y="5025"/>
                </a:lnTo>
                <a:lnTo>
                  <a:pt x="4714" y="5117"/>
                </a:lnTo>
                <a:lnTo>
                  <a:pt x="4908" y="5451"/>
                </a:lnTo>
                <a:lnTo>
                  <a:pt x="4775" y="5548"/>
                </a:lnTo>
                <a:lnTo>
                  <a:pt x="4638" y="5638"/>
                </a:lnTo>
                <a:lnTo>
                  <a:pt x="4496" y="5721"/>
                </a:lnTo>
                <a:lnTo>
                  <a:pt x="4350" y="5795"/>
                </a:lnTo>
                <a:lnTo>
                  <a:pt x="4198" y="5862"/>
                </a:lnTo>
                <a:lnTo>
                  <a:pt x="4004" y="5527"/>
                </a:lnTo>
                <a:lnTo>
                  <a:pt x="3871" y="5573"/>
                </a:lnTo>
                <a:lnTo>
                  <a:pt x="3734" y="5614"/>
                </a:lnTo>
                <a:lnTo>
                  <a:pt x="3596" y="5647"/>
                </a:lnTo>
                <a:lnTo>
                  <a:pt x="3454" y="5673"/>
                </a:lnTo>
                <a:lnTo>
                  <a:pt x="3454" y="6061"/>
                </a:lnTo>
                <a:lnTo>
                  <a:pt x="3319" y="6076"/>
                </a:lnTo>
                <a:lnTo>
                  <a:pt x="3182" y="6085"/>
                </a:lnTo>
                <a:lnTo>
                  <a:pt x="3043" y="6089"/>
                </a:lnTo>
                <a:lnTo>
                  <a:pt x="2907" y="6085"/>
                </a:lnTo>
                <a:lnTo>
                  <a:pt x="2770" y="6076"/>
                </a:lnTo>
                <a:lnTo>
                  <a:pt x="2635" y="6061"/>
                </a:lnTo>
                <a:lnTo>
                  <a:pt x="2635" y="5673"/>
                </a:lnTo>
                <a:lnTo>
                  <a:pt x="2493" y="5647"/>
                </a:lnTo>
                <a:lnTo>
                  <a:pt x="2354" y="5614"/>
                </a:lnTo>
                <a:lnTo>
                  <a:pt x="2217" y="5573"/>
                </a:lnTo>
                <a:lnTo>
                  <a:pt x="2084" y="5527"/>
                </a:lnTo>
                <a:lnTo>
                  <a:pt x="1890" y="5862"/>
                </a:lnTo>
                <a:lnTo>
                  <a:pt x="1739" y="5795"/>
                </a:lnTo>
                <a:lnTo>
                  <a:pt x="1593" y="5721"/>
                </a:lnTo>
                <a:lnTo>
                  <a:pt x="1451" y="5638"/>
                </a:lnTo>
                <a:lnTo>
                  <a:pt x="1314" y="5549"/>
                </a:lnTo>
                <a:lnTo>
                  <a:pt x="1181" y="5451"/>
                </a:lnTo>
                <a:lnTo>
                  <a:pt x="1375" y="5117"/>
                </a:lnTo>
                <a:lnTo>
                  <a:pt x="1266" y="5025"/>
                </a:lnTo>
                <a:lnTo>
                  <a:pt x="1162" y="4927"/>
                </a:lnTo>
                <a:lnTo>
                  <a:pt x="1064" y="4823"/>
                </a:lnTo>
                <a:lnTo>
                  <a:pt x="972" y="4714"/>
                </a:lnTo>
                <a:lnTo>
                  <a:pt x="638" y="4908"/>
                </a:lnTo>
                <a:lnTo>
                  <a:pt x="540" y="4775"/>
                </a:lnTo>
                <a:lnTo>
                  <a:pt x="451" y="4638"/>
                </a:lnTo>
                <a:lnTo>
                  <a:pt x="368" y="4496"/>
                </a:lnTo>
                <a:lnTo>
                  <a:pt x="294" y="4350"/>
                </a:lnTo>
                <a:lnTo>
                  <a:pt x="227" y="4199"/>
                </a:lnTo>
                <a:lnTo>
                  <a:pt x="562" y="4005"/>
                </a:lnTo>
                <a:lnTo>
                  <a:pt x="516" y="3872"/>
                </a:lnTo>
                <a:lnTo>
                  <a:pt x="475" y="3735"/>
                </a:lnTo>
                <a:lnTo>
                  <a:pt x="442" y="3596"/>
                </a:lnTo>
                <a:lnTo>
                  <a:pt x="416" y="3454"/>
                </a:lnTo>
                <a:lnTo>
                  <a:pt x="28" y="3454"/>
                </a:lnTo>
                <a:lnTo>
                  <a:pt x="13" y="3319"/>
                </a:lnTo>
                <a:lnTo>
                  <a:pt x="4" y="3182"/>
                </a:lnTo>
                <a:lnTo>
                  <a:pt x="0" y="3046"/>
                </a:lnTo>
                <a:lnTo>
                  <a:pt x="4" y="2907"/>
                </a:lnTo>
                <a:lnTo>
                  <a:pt x="13" y="2770"/>
                </a:lnTo>
                <a:lnTo>
                  <a:pt x="28" y="2635"/>
                </a:lnTo>
                <a:lnTo>
                  <a:pt x="416" y="2635"/>
                </a:lnTo>
                <a:lnTo>
                  <a:pt x="442" y="2493"/>
                </a:lnTo>
                <a:lnTo>
                  <a:pt x="475" y="2355"/>
                </a:lnTo>
                <a:lnTo>
                  <a:pt x="516" y="2218"/>
                </a:lnTo>
                <a:lnTo>
                  <a:pt x="562" y="2085"/>
                </a:lnTo>
                <a:lnTo>
                  <a:pt x="227" y="1891"/>
                </a:lnTo>
                <a:lnTo>
                  <a:pt x="294" y="1739"/>
                </a:lnTo>
                <a:lnTo>
                  <a:pt x="368" y="1593"/>
                </a:lnTo>
                <a:lnTo>
                  <a:pt x="451" y="1451"/>
                </a:lnTo>
                <a:lnTo>
                  <a:pt x="540" y="1314"/>
                </a:lnTo>
                <a:lnTo>
                  <a:pt x="638" y="1181"/>
                </a:lnTo>
                <a:lnTo>
                  <a:pt x="972" y="1375"/>
                </a:lnTo>
                <a:lnTo>
                  <a:pt x="1064" y="1266"/>
                </a:lnTo>
                <a:lnTo>
                  <a:pt x="1162" y="1163"/>
                </a:lnTo>
                <a:lnTo>
                  <a:pt x="1266" y="1065"/>
                </a:lnTo>
                <a:lnTo>
                  <a:pt x="1375" y="972"/>
                </a:lnTo>
                <a:lnTo>
                  <a:pt x="1181" y="638"/>
                </a:lnTo>
                <a:lnTo>
                  <a:pt x="1314" y="540"/>
                </a:lnTo>
                <a:lnTo>
                  <a:pt x="1451" y="451"/>
                </a:lnTo>
                <a:lnTo>
                  <a:pt x="1593" y="368"/>
                </a:lnTo>
                <a:lnTo>
                  <a:pt x="1739" y="294"/>
                </a:lnTo>
                <a:lnTo>
                  <a:pt x="1890" y="228"/>
                </a:lnTo>
                <a:lnTo>
                  <a:pt x="2084" y="562"/>
                </a:lnTo>
                <a:lnTo>
                  <a:pt x="2217" y="516"/>
                </a:lnTo>
                <a:lnTo>
                  <a:pt x="2354" y="475"/>
                </a:lnTo>
                <a:lnTo>
                  <a:pt x="2493" y="442"/>
                </a:lnTo>
                <a:lnTo>
                  <a:pt x="2635" y="416"/>
                </a:lnTo>
                <a:lnTo>
                  <a:pt x="2635" y="28"/>
                </a:lnTo>
                <a:lnTo>
                  <a:pt x="2770" y="13"/>
                </a:lnTo>
                <a:lnTo>
                  <a:pt x="2907" y="4"/>
                </a:lnTo>
                <a:lnTo>
                  <a:pt x="3043" y="0"/>
                </a:lnTo>
                <a:close/>
              </a:path>
            </a:pathLst>
          </a:custGeom>
          <a:solidFill>
            <a:schemeClr val="bg1">
              <a:lumMod val="50000"/>
            </a:schemeClr>
          </a:solidFill>
          <a:ln w="0">
            <a:noFill/>
            <a:prstDash val="solid"/>
            <a:round/>
            <a:headEnd/>
            <a:tailEnd/>
          </a:ln>
          <a:effectLst>
            <a:outerShdw blurRad="50800" dist="101600" dir="2700000" algn="tl" rotWithShape="0">
              <a:prstClr val="black">
                <a:alpha val="34000"/>
              </a:prstClr>
            </a:outerShdw>
          </a:effectLst>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a:cs typeface="Arial" panose="020B0604020202020204" pitchFamily="34" charset="0"/>
            </a:endParaRPr>
          </a:p>
        </p:txBody>
      </p:sp>
      <p:sp>
        <p:nvSpPr>
          <p:cNvPr id="25" name="Oval 24">
            <a:extLst>
              <a:ext uri="{FF2B5EF4-FFF2-40B4-BE49-F238E27FC236}">
                <a16:creationId xmlns:a16="http://schemas.microsoft.com/office/drawing/2014/main" id="{C5BF2F26-5DD3-4DDC-B7C5-ED1194D795E9}"/>
              </a:ext>
            </a:extLst>
          </p:cNvPr>
          <p:cNvSpPr/>
          <p:nvPr/>
        </p:nvSpPr>
        <p:spPr>
          <a:xfrm>
            <a:off x="5084615" y="2643386"/>
            <a:ext cx="1863513" cy="175149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N">
              <a:cs typeface="Arial" panose="020B0604020202020204" pitchFamily="34" charset="0"/>
            </a:endParaRPr>
          </a:p>
        </p:txBody>
      </p:sp>
      <p:sp>
        <p:nvSpPr>
          <p:cNvPr id="50" name="Flowchart: Connector 49">
            <a:extLst>
              <a:ext uri="{FF2B5EF4-FFF2-40B4-BE49-F238E27FC236}">
                <a16:creationId xmlns:a16="http://schemas.microsoft.com/office/drawing/2014/main" id="{F6323796-97C8-43A2-BF13-F4F8A6A2CE2F}"/>
              </a:ext>
            </a:extLst>
          </p:cNvPr>
          <p:cNvSpPr/>
          <p:nvPr/>
        </p:nvSpPr>
        <p:spPr>
          <a:xfrm>
            <a:off x="7137399" y="2982685"/>
            <a:ext cx="1034142" cy="1006928"/>
          </a:xfrm>
          <a:prstGeom prst="flowChartConnector">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cs typeface="Arial" panose="020B0604020202020204" pitchFamily="34" charset="0"/>
            </a:endParaRPr>
          </a:p>
        </p:txBody>
      </p:sp>
      <p:sp>
        <p:nvSpPr>
          <p:cNvPr id="51" name="Flowchart: Connector 50">
            <a:extLst>
              <a:ext uri="{FF2B5EF4-FFF2-40B4-BE49-F238E27FC236}">
                <a16:creationId xmlns:a16="http://schemas.microsoft.com/office/drawing/2014/main" id="{4324D75D-AFD8-461F-BFFE-9EC329FFBC36}"/>
              </a:ext>
            </a:extLst>
          </p:cNvPr>
          <p:cNvSpPr/>
          <p:nvPr/>
        </p:nvSpPr>
        <p:spPr>
          <a:xfrm>
            <a:off x="3871684" y="2982684"/>
            <a:ext cx="1034142" cy="1006928"/>
          </a:xfrm>
          <a:prstGeom prst="flowChartConnector">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52" name="Flowchart: Connector 51">
            <a:extLst>
              <a:ext uri="{FF2B5EF4-FFF2-40B4-BE49-F238E27FC236}">
                <a16:creationId xmlns:a16="http://schemas.microsoft.com/office/drawing/2014/main" id="{13CFF781-C53B-4257-A61D-89AC04F8C26E}"/>
              </a:ext>
            </a:extLst>
          </p:cNvPr>
          <p:cNvSpPr/>
          <p:nvPr/>
        </p:nvSpPr>
        <p:spPr>
          <a:xfrm>
            <a:off x="4724398" y="1640114"/>
            <a:ext cx="1034142" cy="1006928"/>
          </a:xfrm>
          <a:prstGeom prst="flowChartConnector">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cs typeface="Arial" panose="020B0604020202020204" pitchFamily="34" charset="0"/>
            </a:endParaRPr>
          </a:p>
        </p:txBody>
      </p:sp>
      <p:sp>
        <p:nvSpPr>
          <p:cNvPr id="53" name="Flowchart: Connector 52">
            <a:extLst>
              <a:ext uri="{FF2B5EF4-FFF2-40B4-BE49-F238E27FC236}">
                <a16:creationId xmlns:a16="http://schemas.microsoft.com/office/drawing/2014/main" id="{DF62D1DD-E006-484B-B34F-EAD434B2F297}"/>
              </a:ext>
            </a:extLst>
          </p:cNvPr>
          <p:cNvSpPr/>
          <p:nvPr/>
        </p:nvSpPr>
        <p:spPr>
          <a:xfrm>
            <a:off x="6266540" y="1640112"/>
            <a:ext cx="1034142" cy="1006928"/>
          </a:xfrm>
          <a:prstGeom prst="flowChartConnector">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54" name="Flowchart: Connector 53">
            <a:extLst>
              <a:ext uri="{FF2B5EF4-FFF2-40B4-BE49-F238E27FC236}">
                <a16:creationId xmlns:a16="http://schemas.microsoft.com/office/drawing/2014/main" id="{24CD82C0-086A-444A-A08F-D0145D8A2FCD}"/>
              </a:ext>
            </a:extLst>
          </p:cNvPr>
          <p:cNvSpPr/>
          <p:nvPr/>
        </p:nvSpPr>
        <p:spPr>
          <a:xfrm>
            <a:off x="4715326" y="4388756"/>
            <a:ext cx="1034142" cy="1006928"/>
          </a:xfrm>
          <a:prstGeom prst="flowChartConnector">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55" name="Flowchart: Connector 54">
            <a:extLst>
              <a:ext uri="{FF2B5EF4-FFF2-40B4-BE49-F238E27FC236}">
                <a16:creationId xmlns:a16="http://schemas.microsoft.com/office/drawing/2014/main" id="{C1CF0DDA-4D5F-43BE-82F1-77A4EB1A903B}"/>
              </a:ext>
            </a:extLst>
          </p:cNvPr>
          <p:cNvSpPr/>
          <p:nvPr/>
        </p:nvSpPr>
        <p:spPr>
          <a:xfrm>
            <a:off x="6257468" y="4388754"/>
            <a:ext cx="1034142" cy="1006928"/>
          </a:xfrm>
          <a:prstGeom prst="flowChartConnector">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20204" pitchFamily="34" charset="0"/>
            </a:endParaRPr>
          </a:p>
        </p:txBody>
      </p:sp>
      <p:sp>
        <p:nvSpPr>
          <p:cNvPr id="56" name="TextBox 55">
            <a:extLst>
              <a:ext uri="{FF2B5EF4-FFF2-40B4-BE49-F238E27FC236}">
                <a16:creationId xmlns:a16="http://schemas.microsoft.com/office/drawing/2014/main" id="{FF39EDA7-9204-430D-A23E-66702DD28731}"/>
              </a:ext>
            </a:extLst>
          </p:cNvPr>
          <p:cNvSpPr txBox="1"/>
          <p:nvPr/>
        </p:nvSpPr>
        <p:spPr>
          <a:xfrm>
            <a:off x="5399312" y="3258002"/>
            <a:ext cx="122509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2800" b="1" dirty="0">
                <a:solidFill>
                  <a:schemeClr val="tx2"/>
                </a:solidFill>
                <a:latin typeface="+mj-lt"/>
                <a:ea typeface="+mn-lt"/>
                <a:cs typeface="Arial" panose="020B0604020202020204" pitchFamily="34" charset="0"/>
              </a:rPr>
              <a:t>Client</a:t>
            </a:r>
            <a:endParaRPr lang="en-AU" sz="2800" b="1" dirty="0">
              <a:solidFill>
                <a:schemeClr val="tx2"/>
              </a:solidFill>
              <a:latin typeface="+mj-lt"/>
              <a:cs typeface="Arial" panose="020B0604020202020204" pitchFamily="34" charset="0"/>
            </a:endParaRPr>
          </a:p>
        </p:txBody>
      </p:sp>
      <p:pic>
        <p:nvPicPr>
          <p:cNvPr id="57" name="Graphic 1" descr="Meeting with solid fill">
            <a:extLst>
              <a:ext uri="{FF2B5EF4-FFF2-40B4-BE49-F238E27FC236}">
                <a16:creationId xmlns:a16="http://schemas.microsoft.com/office/drawing/2014/main" id="{8A6E4D26-53BC-4BE5-8A1C-41E5FB6C38B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35015" y="3162012"/>
            <a:ext cx="651329" cy="651329"/>
          </a:xfrm>
          <a:prstGeom prst="rect">
            <a:avLst/>
          </a:prstGeom>
        </p:spPr>
      </p:pic>
      <p:pic>
        <p:nvPicPr>
          <p:cNvPr id="58" name="Graphic 1" descr="Call center with solid fill">
            <a:extLst>
              <a:ext uri="{FF2B5EF4-FFF2-40B4-BE49-F238E27FC236}">
                <a16:creationId xmlns:a16="http://schemas.microsoft.com/office/drawing/2014/main" id="{69F3BAA1-FD38-46ED-9348-D520AFA6AF2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472726" y="4587442"/>
            <a:ext cx="614383" cy="614383"/>
          </a:xfrm>
          <a:prstGeom prst="rect">
            <a:avLst/>
          </a:prstGeom>
        </p:spPr>
      </p:pic>
      <p:pic>
        <p:nvPicPr>
          <p:cNvPr id="59" name="Graphic 1" descr="Target Audience with solid fill">
            <a:extLst>
              <a:ext uri="{FF2B5EF4-FFF2-40B4-BE49-F238E27FC236}">
                <a16:creationId xmlns:a16="http://schemas.microsoft.com/office/drawing/2014/main" id="{B413DF76-1844-4CED-B0AB-3670E44F38AA}"/>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447481" y="1820286"/>
            <a:ext cx="687615" cy="660401"/>
          </a:xfrm>
          <a:prstGeom prst="rect">
            <a:avLst/>
          </a:prstGeom>
        </p:spPr>
      </p:pic>
      <p:grpSp>
        <p:nvGrpSpPr>
          <p:cNvPr id="67" name="Group 66">
            <a:extLst>
              <a:ext uri="{FF2B5EF4-FFF2-40B4-BE49-F238E27FC236}">
                <a16:creationId xmlns:a16="http://schemas.microsoft.com/office/drawing/2014/main" id="{52BDCF84-6B7D-4563-9DD6-0640DC17FC00}"/>
              </a:ext>
            </a:extLst>
          </p:cNvPr>
          <p:cNvGrpSpPr/>
          <p:nvPr/>
        </p:nvGrpSpPr>
        <p:grpSpPr>
          <a:xfrm>
            <a:off x="4938428" y="4606195"/>
            <a:ext cx="591600" cy="591601"/>
            <a:chOff x="4729812" y="5340996"/>
            <a:chExt cx="346075" cy="346075"/>
          </a:xfrm>
          <a:solidFill>
            <a:schemeClr val="bg1"/>
          </a:solidFill>
        </p:grpSpPr>
        <p:sp>
          <p:nvSpPr>
            <p:cNvPr id="68" name="Rectangle 67">
              <a:extLst>
                <a:ext uri="{FF2B5EF4-FFF2-40B4-BE49-F238E27FC236}">
                  <a16:creationId xmlns:a16="http://schemas.microsoft.com/office/drawing/2014/main" id="{66D3585D-A1A4-4818-BC82-CC2453E0A468}"/>
                </a:ext>
              </a:extLst>
            </p:cNvPr>
            <p:cNvSpPr>
              <a:spLocks noChangeArrowheads="1"/>
            </p:cNvSpPr>
            <p:nvPr/>
          </p:nvSpPr>
          <p:spPr bwMode="auto">
            <a:xfrm>
              <a:off x="4940950" y="5641033"/>
              <a:ext cx="88900" cy="46038"/>
            </a:xfrm>
            <a:prstGeom prst="rect">
              <a:avLst/>
            </a:prstGeom>
            <a:grpFill/>
            <a:ln w="14288" cap="flat">
              <a:solidFill>
                <a:schemeClr val="accent5"/>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69" name="Freeform 76">
              <a:extLst>
                <a:ext uri="{FF2B5EF4-FFF2-40B4-BE49-F238E27FC236}">
                  <a16:creationId xmlns:a16="http://schemas.microsoft.com/office/drawing/2014/main" id="{557DB7D5-7BD1-4E66-90D7-D04E406ACF1E}"/>
                </a:ext>
              </a:extLst>
            </p:cNvPr>
            <p:cNvSpPr>
              <a:spLocks/>
            </p:cNvSpPr>
            <p:nvPr/>
          </p:nvSpPr>
          <p:spPr bwMode="auto">
            <a:xfrm>
              <a:off x="4955237" y="5423546"/>
              <a:ext cx="120650" cy="217488"/>
            </a:xfrm>
            <a:custGeom>
              <a:avLst/>
              <a:gdLst>
                <a:gd name="T0" fmla="*/ 16 w 32"/>
                <a:gd name="T1" fmla="*/ 58 h 58"/>
                <a:gd name="T2" fmla="*/ 16 w 32"/>
                <a:gd name="T3" fmla="*/ 52 h 58"/>
                <a:gd name="T4" fmla="*/ 32 w 32"/>
                <a:gd name="T5" fmla="*/ 36 h 58"/>
                <a:gd name="T6" fmla="*/ 32 w 32"/>
                <a:gd name="T7" fmla="*/ 4 h 58"/>
                <a:gd name="T8" fmla="*/ 22 w 32"/>
                <a:gd name="T9" fmla="*/ 28 h 58"/>
                <a:gd name="T10" fmla="*/ 10 w 32"/>
                <a:gd name="T11" fmla="*/ 40 h 58"/>
                <a:gd name="T12" fmla="*/ 13 w 32"/>
                <a:gd name="T13" fmla="*/ 28 h 58"/>
                <a:gd name="T14" fmla="*/ 6 w 32"/>
                <a:gd name="T15" fmla="*/ 24 h 58"/>
                <a:gd name="T16" fmla="*/ 0 w 32"/>
                <a:gd name="T17" fmla="*/ 40 h 58"/>
                <a:gd name="T18" fmla="*/ 0 w 32"/>
                <a:gd name="T19" fmla="*/ 5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58">
                  <a:moveTo>
                    <a:pt x="16" y="58"/>
                  </a:moveTo>
                  <a:cubicBezTo>
                    <a:pt x="16" y="52"/>
                    <a:pt x="16" y="52"/>
                    <a:pt x="16" y="52"/>
                  </a:cubicBezTo>
                  <a:cubicBezTo>
                    <a:pt x="16" y="52"/>
                    <a:pt x="29" y="39"/>
                    <a:pt x="32" y="36"/>
                  </a:cubicBezTo>
                  <a:cubicBezTo>
                    <a:pt x="32" y="30"/>
                    <a:pt x="32" y="4"/>
                    <a:pt x="32" y="4"/>
                  </a:cubicBezTo>
                  <a:cubicBezTo>
                    <a:pt x="32" y="4"/>
                    <a:pt x="22" y="0"/>
                    <a:pt x="22" y="28"/>
                  </a:cubicBezTo>
                  <a:cubicBezTo>
                    <a:pt x="10" y="40"/>
                    <a:pt x="10" y="40"/>
                    <a:pt x="10" y="40"/>
                  </a:cubicBezTo>
                  <a:cubicBezTo>
                    <a:pt x="13" y="28"/>
                    <a:pt x="13" y="28"/>
                    <a:pt x="13" y="28"/>
                  </a:cubicBezTo>
                  <a:cubicBezTo>
                    <a:pt x="14" y="22"/>
                    <a:pt x="9" y="20"/>
                    <a:pt x="6" y="24"/>
                  </a:cubicBezTo>
                  <a:cubicBezTo>
                    <a:pt x="3" y="28"/>
                    <a:pt x="0" y="40"/>
                    <a:pt x="0" y="40"/>
                  </a:cubicBezTo>
                  <a:cubicBezTo>
                    <a:pt x="0" y="58"/>
                    <a:pt x="0" y="58"/>
                    <a:pt x="0" y="58"/>
                  </a:cubicBezTo>
                </a:path>
              </a:pathLst>
            </a:custGeom>
            <a:grpFill/>
            <a:ln w="14288" cap="rnd">
              <a:solidFill>
                <a:schemeClr val="accent5"/>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70" name="Rectangle 69">
              <a:extLst>
                <a:ext uri="{FF2B5EF4-FFF2-40B4-BE49-F238E27FC236}">
                  <a16:creationId xmlns:a16="http://schemas.microsoft.com/office/drawing/2014/main" id="{3E040172-B145-4F71-B697-AD9F6088F1D7}"/>
                </a:ext>
              </a:extLst>
            </p:cNvPr>
            <p:cNvSpPr>
              <a:spLocks noChangeArrowheads="1"/>
            </p:cNvSpPr>
            <p:nvPr/>
          </p:nvSpPr>
          <p:spPr bwMode="auto">
            <a:xfrm>
              <a:off x="4775850" y="5641033"/>
              <a:ext cx="88900" cy="46038"/>
            </a:xfrm>
            <a:prstGeom prst="rect">
              <a:avLst/>
            </a:prstGeom>
            <a:grpFill/>
            <a:ln w="14288" cap="flat">
              <a:solidFill>
                <a:schemeClr val="accent5"/>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71" name="Freeform 78">
              <a:extLst>
                <a:ext uri="{FF2B5EF4-FFF2-40B4-BE49-F238E27FC236}">
                  <a16:creationId xmlns:a16="http://schemas.microsoft.com/office/drawing/2014/main" id="{CB86CFF0-1810-49EF-B970-B8CC156F7CB5}"/>
                </a:ext>
              </a:extLst>
            </p:cNvPr>
            <p:cNvSpPr>
              <a:spLocks/>
            </p:cNvSpPr>
            <p:nvPr/>
          </p:nvSpPr>
          <p:spPr bwMode="auto">
            <a:xfrm>
              <a:off x="4729812" y="5423546"/>
              <a:ext cx="120650" cy="217488"/>
            </a:xfrm>
            <a:custGeom>
              <a:avLst/>
              <a:gdLst>
                <a:gd name="T0" fmla="*/ 16 w 32"/>
                <a:gd name="T1" fmla="*/ 58 h 58"/>
                <a:gd name="T2" fmla="*/ 16 w 32"/>
                <a:gd name="T3" fmla="*/ 52 h 58"/>
                <a:gd name="T4" fmla="*/ 0 w 32"/>
                <a:gd name="T5" fmla="*/ 36 h 58"/>
                <a:gd name="T6" fmla="*/ 0 w 32"/>
                <a:gd name="T7" fmla="*/ 4 h 58"/>
                <a:gd name="T8" fmla="*/ 10 w 32"/>
                <a:gd name="T9" fmla="*/ 28 h 58"/>
                <a:gd name="T10" fmla="*/ 22 w 32"/>
                <a:gd name="T11" fmla="*/ 40 h 58"/>
                <a:gd name="T12" fmla="*/ 19 w 32"/>
                <a:gd name="T13" fmla="*/ 28 h 58"/>
                <a:gd name="T14" fmla="*/ 26 w 32"/>
                <a:gd name="T15" fmla="*/ 24 h 58"/>
                <a:gd name="T16" fmla="*/ 32 w 32"/>
                <a:gd name="T17" fmla="*/ 40 h 58"/>
                <a:gd name="T18" fmla="*/ 32 w 32"/>
                <a:gd name="T19" fmla="*/ 5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58">
                  <a:moveTo>
                    <a:pt x="16" y="58"/>
                  </a:moveTo>
                  <a:cubicBezTo>
                    <a:pt x="16" y="52"/>
                    <a:pt x="16" y="52"/>
                    <a:pt x="16" y="52"/>
                  </a:cubicBezTo>
                  <a:cubicBezTo>
                    <a:pt x="16" y="52"/>
                    <a:pt x="4" y="39"/>
                    <a:pt x="0" y="36"/>
                  </a:cubicBezTo>
                  <a:cubicBezTo>
                    <a:pt x="0" y="30"/>
                    <a:pt x="0" y="4"/>
                    <a:pt x="0" y="4"/>
                  </a:cubicBezTo>
                  <a:cubicBezTo>
                    <a:pt x="0" y="4"/>
                    <a:pt x="10" y="0"/>
                    <a:pt x="10" y="28"/>
                  </a:cubicBezTo>
                  <a:cubicBezTo>
                    <a:pt x="22" y="40"/>
                    <a:pt x="22" y="40"/>
                    <a:pt x="22" y="40"/>
                  </a:cubicBezTo>
                  <a:cubicBezTo>
                    <a:pt x="19" y="28"/>
                    <a:pt x="19" y="28"/>
                    <a:pt x="19" y="28"/>
                  </a:cubicBezTo>
                  <a:cubicBezTo>
                    <a:pt x="18" y="22"/>
                    <a:pt x="23" y="20"/>
                    <a:pt x="26" y="24"/>
                  </a:cubicBezTo>
                  <a:cubicBezTo>
                    <a:pt x="29" y="28"/>
                    <a:pt x="32" y="40"/>
                    <a:pt x="32" y="40"/>
                  </a:cubicBezTo>
                  <a:cubicBezTo>
                    <a:pt x="32" y="58"/>
                    <a:pt x="32" y="58"/>
                    <a:pt x="32" y="58"/>
                  </a:cubicBezTo>
                </a:path>
              </a:pathLst>
            </a:custGeom>
            <a:grpFill/>
            <a:ln w="14288" cap="rnd">
              <a:solidFill>
                <a:schemeClr val="accent5"/>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72" name="Freeform 79">
              <a:extLst>
                <a:ext uri="{FF2B5EF4-FFF2-40B4-BE49-F238E27FC236}">
                  <a16:creationId xmlns:a16="http://schemas.microsoft.com/office/drawing/2014/main" id="{4F0F5F60-BA2D-4EB6-A591-927E878C0DA7}"/>
                </a:ext>
              </a:extLst>
            </p:cNvPr>
            <p:cNvSpPr>
              <a:spLocks/>
            </p:cNvSpPr>
            <p:nvPr/>
          </p:nvSpPr>
          <p:spPr bwMode="auto">
            <a:xfrm>
              <a:off x="4798075" y="5445771"/>
              <a:ext cx="209550" cy="30163"/>
            </a:xfrm>
            <a:custGeom>
              <a:avLst/>
              <a:gdLst>
                <a:gd name="T0" fmla="*/ 0 w 56"/>
                <a:gd name="T1" fmla="*/ 0 h 8"/>
                <a:gd name="T2" fmla="*/ 8 w 56"/>
                <a:gd name="T3" fmla="*/ 8 h 8"/>
                <a:gd name="T4" fmla="*/ 48 w 56"/>
                <a:gd name="T5" fmla="*/ 8 h 8"/>
                <a:gd name="T6" fmla="*/ 56 w 56"/>
                <a:gd name="T7" fmla="*/ 0 h 8"/>
                <a:gd name="T8" fmla="*/ 56 w 56"/>
                <a:gd name="T9" fmla="*/ 0 h 8"/>
                <a:gd name="T10" fmla="*/ 0 w 56"/>
                <a:gd name="T11" fmla="*/ 0 h 8"/>
              </a:gdLst>
              <a:ahLst/>
              <a:cxnLst>
                <a:cxn ang="0">
                  <a:pos x="T0" y="T1"/>
                </a:cxn>
                <a:cxn ang="0">
                  <a:pos x="T2" y="T3"/>
                </a:cxn>
                <a:cxn ang="0">
                  <a:pos x="T4" y="T5"/>
                </a:cxn>
                <a:cxn ang="0">
                  <a:pos x="T6" y="T7"/>
                </a:cxn>
                <a:cxn ang="0">
                  <a:pos x="T8" y="T9"/>
                </a:cxn>
                <a:cxn ang="0">
                  <a:pos x="T10" y="T11"/>
                </a:cxn>
              </a:cxnLst>
              <a:rect l="0" t="0" r="r" b="b"/>
              <a:pathLst>
                <a:path w="56" h="8">
                  <a:moveTo>
                    <a:pt x="0" y="0"/>
                  </a:moveTo>
                  <a:cubicBezTo>
                    <a:pt x="0" y="4"/>
                    <a:pt x="4" y="8"/>
                    <a:pt x="8" y="8"/>
                  </a:cubicBezTo>
                  <a:cubicBezTo>
                    <a:pt x="48" y="8"/>
                    <a:pt x="48" y="8"/>
                    <a:pt x="48" y="8"/>
                  </a:cubicBezTo>
                  <a:cubicBezTo>
                    <a:pt x="52" y="8"/>
                    <a:pt x="56" y="4"/>
                    <a:pt x="56" y="0"/>
                  </a:cubicBezTo>
                  <a:cubicBezTo>
                    <a:pt x="56" y="0"/>
                    <a:pt x="56" y="0"/>
                    <a:pt x="56" y="0"/>
                  </a:cubicBezTo>
                  <a:cubicBezTo>
                    <a:pt x="0" y="0"/>
                    <a:pt x="0" y="0"/>
                    <a:pt x="0" y="0"/>
                  </a:cubicBezTo>
                  <a:close/>
                </a:path>
              </a:pathLst>
            </a:custGeom>
            <a:grpFill/>
            <a:ln w="14288" cap="rnd">
              <a:solidFill>
                <a:schemeClr val="accent5"/>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73" name="Rectangle 72">
              <a:extLst>
                <a:ext uri="{FF2B5EF4-FFF2-40B4-BE49-F238E27FC236}">
                  <a16:creationId xmlns:a16="http://schemas.microsoft.com/office/drawing/2014/main" id="{E0A50C60-9A6F-4889-972E-1AC076519F61}"/>
                </a:ext>
              </a:extLst>
            </p:cNvPr>
            <p:cNvSpPr>
              <a:spLocks noChangeArrowheads="1"/>
            </p:cNvSpPr>
            <p:nvPr/>
          </p:nvSpPr>
          <p:spPr bwMode="auto">
            <a:xfrm>
              <a:off x="4820300" y="5340996"/>
              <a:ext cx="165100" cy="104775"/>
            </a:xfrm>
            <a:prstGeom prst="rect">
              <a:avLst/>
            </a:prstGeom>
            <a:grpFill/>
            <a:ln w="14288" cap="rnd">
              <a:solidFill>
                <a:schemeClr val="accent5"/>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grpSp>
      <p:grpSp>
        <p:nvGrpSpPr>
          <p:cNvPr id="30" name="Group 29">
            <a:extLst>
              <a:ext uri="{FF2B5EF4-FFF2-40B4-BE49-F238E27FC236}">
                <a16:creationId xmlns:a16="http://schemas.microsoft.com/office/drawing/2014/main" id="{2DC83AB2-6B34-4BFB-9565-2A8048EA885C}"/>
              </a:ext>
            </a:extLst>
          </p:cNvPr>
          <p:cNvGrpSpPr/>
          <p:nvPr/>
        </p:nvGrpSpPr>
        <p:grpSpPr>
          <a:xfrm>
            <a:off x="5046067" y="1817484"/>
            <a:ext cx="457944" cy="682035"/>
            <a:chOff x="4846506" y="1654196"/>
            <a:chExt cx="923925" cy="1374775"/>
          </a:xfrm>
          <a:solidFill>
            <a:schemeClr val="bg1"/>
          </a:solidFill>
        </p:grpSpPr>
        <p:sp>
          <p:nvSpPr>
            <p:cNvPr id="31" name="Freeform 76">
              <a:extLst>
                <a:ext uri="{FF2B5EF4-FFF2-40B4-BE49-F238E27FC236}">
                  <a16:creationId xmlns:a16="http://schemas.microsoft.com/office/drawing/2014/main" id="{7D8FABCC-9037-425C-A2DB-2ED039DCEA0A}"/>
                </a:ext>
              </a:extLst>
            </p:cNvPr>
            <p:cNvSpPr>
              <a:spLocks/>
            </p:cNvSpPr>
            <p:nvPr/>
          </p:nvSpPr>
          <p:spPr bwMode="auto">
            <a:xfrm>
              <a:off x="4949694" y="1654196"/>
              <a:ext cx="279400" cy="279400"/>
            </a:xfrm>
            <a:custGeom>
              <a:avLst/>
              <a:gdLst/>
              <a:ahLst/>
              <a:cxnLst>
                <a:cxn ang="0">
                  <a:pos x="89" y="0"/>
                </a:cxn>
                <a:cxn ang="0">
                  <a:pos x="116" y="5"/>
                </a:cxn>
                <a:cxn ang="0">
                  <a:pos x="141" y="17"/>
                </a:cxn>
                <a:cxn ang="0">
                  <a:pos x="159" y="37"/>
                </a:cxn>
                <a:cxn ang="0">
                  <a:pos x="171" y="60"/>
                </a:cxn>
                <a:cxn ang="0">
                  <a:pos x="176" y="87"/>
                </a:cxn>
                <a:cxn ang="0">
                  <a:pos x="171" y="115"/>
                </a:cxn>
                <a:cxn ang="0">
                  <a:pos x="159" y="139"/>
                </a:cxn>
                <a:cxn ang="0">
                  <a:pos x="141" y="159"/>
                </a:cxn>
                <a:cxn ang="0">
                  <a:pos x="116" y="171"/>
                </a:cxn>
                <a:cxn ang="0">
                  <a:pos x="89" y="176"/>
                </a:cxn>
                <a:cxn ang="0">
                  <a:pos x="61" y="171"/>
                </a:cxn>
                <a:cxn ang="0">
                  <a:pos x="37" y="159"/>
                </a:cxn>
                <a:cxn ang="0">
                  <a:pos x="17" y="139"/>
                </a:cxn>
                <a:cxn ang="0">
                  <a:pos x="5" y="115"/>
                </a:cxn>
                <a:cxn ang="0">
                  <a:pos x="0" y="87"/>
                </a:cxn>
                <a:cxn ang="0">
                  <a:pos x="5" y="60"/>
                </a:cxn>
                <a:cxn ang="0">
                  <a:pos x="17" y="37"/>
                </a:cxn>
                <a:cxn ang="0">
                  <a:pos x="37" y="17"/>
                </a:cxn>
                <a:cxn ang="0">
                  <a:pos x="61" y="5"/>
                </a:cxn>
                <a:cxn ang="0">
                  <a:pos x="89" y="0"/>
                </a:cxn>
              </a:cxnLst>
              <a:rect l="0" t="0" r="r" b="b"/>
              <a:pathLst>
                <a:path w="176" h="176">
                  <a:moveTo>
                    <a:pt x="89" y="0"/>
                  </a:moveTo>
                  <a:lnTo>
                    <a:pt x="116" y="5"/>
                  </a:lnTo>
                  <a:lnTo>
                    <a:pt x="141" y="17"/>
                  </a:lnTo>
                  <a:lnTo>
                    <a:pt x="159" y="37"/>
                  </a:lnTo>
                  <a:lnTo>
                    <a:pt x="171" y="60"/>
                  </a:lnTo>
                  <a:lnTo>
                    <a:pt x="176" y="87"/>
                  </a:lnTo>
                  <a:lnTo>
                    <a:pt x="171" y="115"/>
                  </a:lnTo>
                  <a:lnTo>
                    <a:pt x="159" y="139"/>
                  </a:lnTo>
                  <a:lnTo>
                    <a:pt x="141" y="159"/>
                  </a:lnTo>
                  <a:lnTo>
                    <a:pt x="116" y="171"/>
                  </a:lnTo>
                  <a:lnTo>
                    <a:pt x="89" y="176"/>
                  </a:lnTo>
                  <a:lnTo>
                    <a:pt x="61" y="171"/>
                  </a:lnTo>
                  <a:lnTo>
                    <a:pt x="37" y="159"/>
                  </a:lnTo>
                  <a:lnTo>
                    <a:pt x="17" y="139"/>
                  </a:lnTo>
                  <a:lnTo>
                    <a:pt x="5" y="115"/>
                  </a:lnTo>
                  <a:lnTo>
                    <a:pt x="0" y="87"/>
                  </a:lnTo>
                  <a:lnTo>
                    <a:pt x="5" y="60"/>
                  </a:lnTo>
                  <a:lnTo>
                    <a:pt x="17" y="37"/>
                  </a:lnTo>
                  <a:lnTo>
                    <a:pt x="37" y="17"/>
                  </a:lnTo>
                  <a:lnTo>
                    <a:pt x="61" y="5"/>
                  </a:lnTo>
                  <a:lnTo>
                    <a:pt x="8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cs typeface="Arial" panose="020B0604020202020204" pitchFamily="34" charset="0"/>
              </a:endParaRPr>
            </a:p>
          </p:txBody>
        </p:sp>
        <p:sp>
          <p:nvSpPr>
            <p:cNvPr id="32" name="Freeform 77">
              <a:extLst>
                <a:ext uri="{FF2B5EF4-FFF2-40B4-BE49-F238E27FC236}">
                  <a16:creationId xmlns:a16="http://schemas.microsoft.com/office/drawing/2014/main" id="{4A588682-5CD8-4783-B543-6C2E3764814F}"/>
                </a:ext>
              </a:extLst>
            </p:cNvPr>
            <p:cNvSpPr>
              <a:spLocks/>
            </p:cNvSpPr>
            <p:nvPr/>
          </p:nvSpPr>
          <p:spPr bwMode="auto">
            <a:xfrm>
              <a:off x="5073519" y="1966934"/>
              <a:ext cx="300038" cy="347663"/>
            </a:xfrm>
            <a:custGeom>
              <a:avLst/>
              <a:gdLst/>
              <a:ahLst/>
              <a:cxnLst>
                <a:cxn ang="0">
                  <a:pos x="50" y="0"/>
                </a:cxn>
                <a:cxn ang="0">
                  <a:pos x="66" y="6"/>
                </a:cxn>
                <a:cxn ang="0">
                  <a:pos x="79" y="17"/>
                </a:cxn>
                <a:cxn ang="0">
                  <a:pos x="180" y="145"/>
                </a:cxn>
                <a:cxn ang="0">
                  <a:pos x="188" y="162"/>
                </a:cxn>
                <a:cxn ang="0">
                  <a:pos x="189" y="179"/>
                </a:cxn>
                <a:cxn ang="0">
                  <a:pos x="185" y="196"/>
                </a:cxn>
                <a:cxn ang="0">
                  <a:pos x="172" y="209"/>
                </a:cxn>
                <a:cxn ang="0">
                  <a:pos x="157" y="217"/>
                </a:cxn>
                <a:cxn ang="0">
                  <a:pos x="139" y="219"/>
                </a:cxn>
                <a:cxn ang="0">
                  <a:pos x="124" y="214"/>
                </a:cxn>
                <a:cxn ang="0">
                  <a:pos x="110" y="202"/>
                </a:cxn>
                <a:cxn ang="0">
                  <a:pos x="9" y="73"/>
                </a:cxn>
                <a:cxn ang="0">
                  <a:pos x="2" y="57"/>
                </a:cxn>
                <a:cxn ang="0">
                  <a:pos x="0" y="40"/>
                </a:cxn>
                <a:cxn ang="0">
                  <a:pos x="5" y="23"/>
                </a:cxn>
                <a:cxn ang="0">
                  <a:pos x="17" y="9"/>
                </a:cxn>
                <a:cxn ang="0">
                  <a:pos x="32" y="2"/>
                </a:cxn>
                <a:cxn ang="0">
                  <a:pos x="50" y="0"/>
                </a:cxn>
              </a:cxnLst>
              <a:rect l="0" t="0" r="r" b="b"/>
              <a:pathLst>
                <a:path w="189" h="219">
                  <a:moveTo>
                    <a:pt x="50" y="0"/>
                  </a:moveTo>
                  <a:lnTo>
                    <a:pt x="66" y="6"/>
                  </a:lnTo>
                  <a:lnTo>
                    <a:pt x="79" y="17"/>
                  </a:lnTo>
                  <a:lnTo>
                    <a:pt x="180" y="145"/>
                  </a:lnTo>
                  <a:lnTo>
                    <a:pt x="188" y="162"/>
                  </a:lnTo>
                  <a:lnTo>
                    <a:pt x="189" y="179"/>
                  </a:lnTo>
                  <a:lnTo>
                    <a:pt x="185" y="196"/>
                  </a:lnTo>
                  <a:lnTo>
                    <a:pt x="172" y="209"/>
                  </a:lnTo>
                  <a:lnTo>
                    <a:pt x="157" y="217"/>
                  </a:lnTo>
                  <a:lnTo>
                    <a:pt x="139" y="219"/>
                  </a:lnTo>
                  <a:lnTo>
                    <a:pt x="124" y="214"/>
                  </a:lnTo>
                  <a:lnTo>
                    <a:pt x="110" y="202"/>
                  </a:lnTo>
                  <a:lnTo>
                    <a:pt x="9" y="73"/>
                  </a:lnTo>
                  <a:lnTo>
                    <a:pt x="2" y="57"/>
                  </a:lnTo>
                  <a:lnTo>
                    <a:pt x="0" y="40"/>
                  </a:lnTo>
                  <a:lnTo>
                    <a:pt x="5" y="23"/>
                  </a:lnTo>
                  <a:lnTo>
                    <a:pt x="17" y="9"/>
                  </a:lnTo>
                  <a:lnTo>
                    <a:pt x="32" y="2"/>
                  </a:lnTo>
                  <a:lnTo>
                    <a:pt x="5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cs typeface="Arial" panose="020B0604020202020204" pitchFamily="34" charset="0"/>
              </a:endParaRPr>
            </a:p>
          </p:txBody>
        </p:sp>
        <p:sp>
          <p:nvSpPr>
            <p:cNvPr id="33" name="Freeform 78">
              <a:extLst>
                <a:ext uri="{FF2B5EF4-FFF2-40B4-BE49-F238E27FC236}">
                  <a16:creationId xmlns:a16="http://schemas.microsoft.com/office/drawing/2014/main" id="{64E406E1-AB88-4C64-B46F-DEB2257DB196}"/>
                </a:ext>
              </a:extLst>
            </p:cNvPr>
            <p:cNvSpPr>
              <a:spLocks/>
            </p:cNvSpPr>
            <p:nvPr/>
          </p:nvSpPr>
          <p:spPr bwMode="auto">
            <a:xfrm>
              <a:off x="5051294" y="2379684"/>
              <a:ext cx="293688" cy="354013"/>
            </a:xfrm>
            <a:custGeom>
              <a:avLst/>
              <a:gdLst/>
              <a:ahLst/>
              <a:cxnLst>
                <a:cxn ang="0">
                  <a:pos x="54" y="0"/>
                </a:cxn>
                <a:cxn ang="0">
                  <a:pos x="69" y="7"/>
                </a:cxn>
                <a:cxn ang="0">
                  <a:pos x="83" y="20"/>
                </a:cxn>
                <a:cxn ang="0">
                  <a:pos x="177" y="151"/>
                </a:cxn>
                <a:cxn ang="0">
                  <a:pos x="185" y="168"/>
                </a:cxn>
                <a:cxn ang="0">
                  <a:pos x="185" y="185"/>
                </a:cxn>
                <a:cxn ang="0">
                  <a:pos x="179" y="202"/>
                </a:cxn>
                <a:cxn ang="0">
                  <a:pos x="167" y="214"/>
                </a:cxn>
                <a:cxn ang="0">
                  <a:pos x="151" y="221"/>
                </a:cxn>
                <a:cxn ang="0">
                  <a:pos x="133" y="223"/>
                </a:cxn>
                <a:cxn ang="0">
                  <a:pos x="118" y="217"/>
                </a:cxn>
                <a:cxn ang="0">
                  <a:pos x="104" y="205"/>
                </a:cxn>
                <a:cxn ang="0">
                  <a:pos x="10" y="72"/>
                </a:cxn>
                <a:cxn ang="0">
                  <a:pos x="2" y="55"/>
                </a:cxn>
                <a:cxn ang="0">
                  <a:pos x="0" y="38"/>
                </a:cxn>
                <a:cxn ang="0">
                  <a:pos x="8" y="21"/>
                </a:cxn>
                <a:cxn ang="0">
                  <a:pos x="20" y="9"/>
                </a:cxn>
                <a:cxn ang="0">
                  <a:pos x="35" y="1"/>
                </a:cxn>
                <a:cxn ang="0">
                  <a:pos x="54" y="0"/>
                </a:cxn>
              </a:cxnLst>
              <a:rect l="0" t="0" r="r" b="b"/>
              <a:pathLst>
                <a:path w="185" h="223">
                  <a:moveTo>
                    <a:pt x="54" y="0"/>
                  </a:moveTo>
                  <a:lnTo>
                    <a:pt x="69" y="7"/>
                  </a:lnTo>
                  <a:lnTo>
                    <a:pt x="83" y="20"/>
                  </a:lnTo>
                  <a:lnTo>
                    <a:pt x="177" y="151"/>
                  </a:lnTo>
                  <a:lnTo>
                    <a:pt x="185" y="168"/>
                  </a:lnTo>
                  <a:lnTo>
                    <a:pt x="185" y="185"/>
                  </a:lnTo>
                  <a:lnTo>
                    <a:pt x="179" y="202"/>
                  </a:lnTo>
                  <a:lnTo>
                    <a:pt x="167" y="214"/>
                  </a:lnTo>
                  <a:lnTo>
                    <a:pt x="151" y="221"/>
                  </a:lnTo>
                  <a:lnTo>
                    <a:pt x="133" y="223"/>
                  </a:lnTo>
                  <a:lnTo>
                    <a:pt x="118" y="217"/>
                  </a:lnTo>
                  <a:lnTo>
                    <a:pt x="104" y="205"/>
                  </a:lnTo>
                  <a:lnTo>
                    <a:pt x="10" y="72"/>
                  </a:lnTo>
                  <a:lnTo>
                    <a:pt x="2" y="55"/>
                  </a:lnTo>
                  <a:lnTo>
                    <a:pt x="0" y="38"/>
                  </a:lnTo>
                  <a:lnTo>
                    <a:pt x="8" y="21"/>
                  </a:lnTo>
                  <a:lnTo>
                    <a:pt x="20" y="9"/>
                  </a:lnTo>
                  <a:lnTo>
                    <a:pt x="35" y="1"/>
                  </a:ln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cs typeface="Arial" panose="020B0604020202020204" pitchFamily="34" charset="0"/>
              </a:endParaRPr>
            </a:p>
          </p:txBody>
        </p:sp>
        <p:sp>
          <p:nvSpPr>
            <p:cNvPr id="34" name="Freeform 79">
              <a:extLst>
                <a:ext uri="{FF2B5EF4-FFF2-40B4-BE49-F238E27FC236}">
                  <a16:creationId xmlns:a16="http://schemas.microsoft.com/office/drawing/2014/main" id="{4D10D565-3836-4BDF-9E5E-8D71DA4806C4}"/>
                </a:ext>
              </a:extLst>
            </p:cNvPr>
            <p:cNvSpPr>
              <a:spLocks/>
            </p:cNvSpPr>
            <p:nvPr/>
          </p:nvSpPr>
          <p:spPr bwMode="auto">
            <a:xfrm>
              <a:off x="5198931" y="2595584"/>
              <a:ext cx="169863" cy="400050"/>
            </a:xfrm>
            <a:custGeom>
              <a:avLst/>
              <a:gdLst/>
              <a:ahLst/>
              <a:cxnLst>
                <a:cxn ang="0">
                  <a:pos x="42" y="0"/>
                </a:cxn>
                <a:cxn ang="0">
                  <a:pos x="58" y="1"/>
                </a:cxn>
                <a:cxn ang="0">
                  <a:pos x="74" y="9"/>
                </a:cxn>
                <a:cxn ang="0">
                  <a:pos x="84" y="23"/>
                </a:cxn>
                <a:cxn ang="0">
                  <a:pos x="90" y="40"/>
                </a:cxn>
                <a:cxn ang="0">
                  <a:pos x="107" y="202"/>
                </a:cxn>
                <a:cxn ang="0">
                  <a:pos x="106" y="220"/>
                </a:cxn>
                <a:cxn ang="0">
                  <a:pos x="98" y="235"/>
                </a:cxn>
                <a:cxn ang="0">
                  <a:pos x="84" y="246"/>
                </a:cxn>
                <a:cxn ang="0">
                  <a:pos x="67" y="252"/>
                </a:cxn>
                <a:cxn ang="0">
                  <a:pos x="49" y="250"/>
                </a:cxn>
                <a:cxn ang="0">
                  <a:pos x="34" y="241"/>
                </a:cxn>
                <a:cxn ang="0">
                  <a:pos x="23" y="229"/>
                </a:cxn>
                <a:cxn ang="0">
                  <a:pos x="17" y="211"/>
                </a:cxn>
                <a:cxn ang="0">
                  <a:pos x="0" y="49"/>
                </a:cxn>
                <a:cxn ang="0">
                  <a:pos x="2" y="32"/>
                </a:cxn>
                <a:cxn ang="0">
                  <a:pos x="11" y="17"/>
                </a:cxn>
                <a:cxn ang="0">
                  <a:pos x="23" y="6"/>
                </a:cxn>
                <a:cxn ang="0">
                  <a:pos x="42" y="0"/>
                </a:cxn>
              </a:cxnLst>
              <a:rect l="0" t="0" r="r" b="b"/>
              <a:pathLst>
                <a:path w="107" h="252">
                  <a:moveTo>
                    <a:pt x="42" y="0"/>
                  </a:moveTo>
                  <a:lnTo>
                    <a:pt x="58" y="1"/>
                  </a:lnTo>
                  <a:lnTo>
                    <a:pt x="74" y="9"/>
                  </a:lnTo>
                  <a:lnTo>
                    <a:pt x="84" y="23"/>
                  </a:lnTo>
                  <a:lnTo>
                    <a:pt x="90" y="40"/>
                  </a:lnTo>
                  <a:lnTo>
                    <a:pt x="107" y="202"/>
                  </a:lnTo>
                  <a:lnTo>
                    <a:pt x="106" y="220"/>
                  </a:lnTo>
                  <a:lnTo>
                    <a:pt x="98" y="235"/>
                  </a:lnTo>
                  <a:lnTo>
                    <a:pt x="84" y="246"/>
                  </a:lnTo>
                  <a:lnTo>
                    <a:pt x="67" y="252"/>
                  </a:lnTo>
                  <a:lnTo>
                    <a:pt x="49" y="250"/>
                  </a:lnTo>
                  <a:lnTo>
                    <a:pt x="34" y="241"/>
                  </a:lnTo>
                  <a:lnTo>
                    <a:pt x="23" y="229"/>
                  </a:lnTo>
                  <a:lnTo>
                    <a:pt x="17" y="211"/>
                  </a:lnTo>
                  <a:lnTo>
                    <a:pt x="0" y="49"/>
                  </a:lnTo>
                  <a:lnTo>
                    <a:pt x="2" y="32"/>
                  </a:lnTo>
                  <a:lnTo>
                    <a:pt x="11" y="17"/>
                  </a:lnTo>
                  <a:lnTo>
                    <a:pt x="23" y="6"/>
                  </a:lnTo>
                  <a:lnTo>
                    <a:pt x="4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cs typeface="Arial" panose="020B0604020202020204" pitchFamily="34" charset="0"/>
              </a:endParaRPr>
            </a:p>
          </p:txBody>
        </p:sp>
        <p:sp>
          <p:nvSpPr>
            <p:cNvPr id="35" name="Freeform 80">
              <a:extLst>
                <a:ext uri="{FF2B5EF4-FFF2-40B4-BE49-F238E27FC236}">
                  <a16:creationId xmlns:a16="http://schemas.microsoft.com/office/drawing/2014/main" id="{34339A23-34C8-42B4-89B8-A0D57440EC43}"/>
                </a:ext>
              </a:extLst>
            </p:cNvPr>
            <p:cNvSpPr>
              <a:spLocks/>
            </p:cNvSpPr>
            <p:nvPr/>
          </p:nvSpPr>
          <p:spPr bwMode="auto">
            <a:xfrm>
              <a:off x="5225919" y="2112984"/>
              <a:ext cx="392113" cy="198438"/>
            </a:xfrm>
            <a:custGeom>
              <a:avLst/>
              <a:gdLst/>
              <a:ahLst/>
              <a:cxnLst>
                <a:cxn ang="0">
                  <a:pos x="194" y="0"/>
                </a:cxn>
                <a:cxn ang="0">
                  <a:pos x="212" y="0"/>
                </a:cxn>
                <a:cxn ang="0">
                  <a:pos x="227" y="6"/>
                </a:cxn>
                <a:cxn ang="0">
                  <a:pos x="239" y="18"/>
                </a:cxn>
                <a:cxn ang="0">
                  <a:pos x="247" y="33"/>
                </a:cxn>
                <a:cxn ang="0">
                  <a:pos x="247" y="52"/>
                </a:cxn>
                <a:cxn ang="0">
                  <a:pos x="241" y="67"/>
                </a:cxn>
                <a:cxn ang="0">
                  <a:pos x="230" y="81"/>
                </a:cxn>
                <a:cxn ang="0">
                  <a:pos x="214" y="88"/>
                </a:cxn>
                <a:cxn ang="0">
                  <a:pos x="55" y="125"/>
                </a:cxn>
                <a:cxn ang="0">
                  <a:pos x="37" y="125"/>
                </a:cxn>
                <a:cxn ang="0">
                  <a:pos x="21" y="119"/>
                </a:cxn>
                <a:cxn ang="0">
                  <a:pos x="9" y="108"/>
                </a:cxn>
                <a:cxn ang="0">
                  <a:pos x="2" y="91"/>
                </a:cxn>
                <a:cxn ang="0">
                  <a:pos x="0" y="73"/>
                </a:cxn>
                <a:cxn ang="0">
                  <a:pos x="6" y="58"/>
                </a:cxn>
                <a:cxn ang="0">
                  <a:pos x="18" y="46"/>
                </a:cxn>
                <a:cxn ang="0">
                  <a:pos x="35" y="38"/>
                </a:cxn>
                <a:cxn ang="0">
                  <a:pos x="194" y="0"/>
                </a:cxn>
              </a:cxnLst>
              <a:rect l="0" t="0" r="r" b="b"/>
              <a:pathLst>
                <a:path w="247" h="125">
                  <a:moveTo>
                    <a:pt x="194" y="0"/>
                  </a:moveTo>
                  <a:lnTo>
                    <a:pt x="212" y="0"/>
                  </a:lnTo>
                  <a:lnTo>
                    <a:pt x="227" y="6"/>
                  </a:lnTo>
                  <a:lnTo>
                    <a:pt x="239" y="18"/>
                  </a:lnTo>
                  <a:lnTo>
                    <a:pt x="247" y="33"/>
                  </a:lnTo>
                  <a:lnTo>
                    <a:pt x="247" y="52"/>
                  </a:lnTo>
                  <a:lnTo>
                    <a:pt x="241" y="67"/>
                  </a:lnTo>
                  <a:lnTo>
                    <a:pt x="230" y="81"/>
                  </a:lnTo>
                  <a:lnTo>
                    <a:pt x="214" y="88"/>
                  </a:lnTo>
                  <a:lnTo>
                    <a:pt x="55" y="125"/>
                  </a:lnTo>
                  <a:lnTo>
                    <a:pt x="37" y="125"/>
                  </a:lnTo>
                  <a:lnTo>
                    <a:pt x="21" y="119"/>
                  </a:lnTo>
                  <a:lnTo>
                    <a:pt x="9" y="108"/>
                  </a:lnTo>
                  <a:lnTo>
                    <a:pt x="2" y="91"/>
                  </a:lnTo>
                  <a:lnTo>
                    <a:pt x="0" y="73"/>
                  </a:lnTo>
                  <a:lnTo>
                    <a:pt x="6" y="58"/>
                  </a:lnTo>
                  <a:lnTo>
                    <a:pt x="18" y="46"/>
                  </a:lnTo>
                  <a:lnTo>
                    <a:pt x="35" y="38"/>
                  </a:lnTo>
                  <a:lnTo>
                    <a:pt x="19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cs typeface="Arial" panose="020B0604020202020204" pitchFamily="34" charset="0"/>
              </a:endParaRPr>
            </a:p>
          </p:txBody>
        </p:sp>
        <p:sp>
          <p:nvSpPr>
            <p:cNvPr id="36" name="Freeform 81">
              <a:extLst>
                <a:ext uri="{FF2B5EF4-FFF2-40B4-BE49-F238E27FC236}">
                  <a16:creationId xmlns:a16="http://schemas.microsoft.com/office/drawing/2014/main" id="{2E47A0F9-AC4F-4576-8879-B129F8784AAA}"/>
                </a:ext>
              </a:extLst>
            </p:cNvPr>
            <p:cNvSpPr>
              <a:spLocks/>
            </p:cNvSpPr>
            <p:nvPr/>
          </p:nvSpPr>
          <p:spPr bwMode="auto">
            <a:xfrm>
              <a:off x="5010019" y="1944709"/>
              <a:ext cx="219075" cy="604838"/>
            </a:xfrm>
            <a:custGeom>
              <a:avLst/>
              <a:gdLst/>
              <a:ahLst/>
              <a:cxnLst>
                <a:cxn ang="0">
                  <a:pos x="72" y="0"/>
                </a:cxn>
                <a:cxn ang="0">
                  <a:pos x="93" y="5"/>
                </a:cxn>
                <a:cxn ang="0">
                  <a:pos x="112" y="14"/>
                </a:cxn>
                <a:cxn ang="0">
                  <a:pos x="125" y="29"/>
                </a:cxn>
                <a:cxn ang="0">
                  <a:pos x="135" y="48"/>
                </a:cxn>
                <a:cxn ang="0">
                  <a:pos x="138" y="69"/>
                </a:cxn>
                <a:cxn ang="0">
                  <a:pos x="135" y="314"/>
                </a:cxn>
                <a:cxn ang="0">
                  <a:pos x="132" y="335"/>
                </a:cxn>
                <a:cxn ang="0">
                  <a:pos x="121" y="353"/>
                </a:cxn>
                <a:cxn ang="0">
                  <a:pos x="107" y="367"/>
                </a:cxn>
                <a:cxn ang="0">
                  <a:pos x="89" y="378"/>
                </a:cxn>
                <a:cxn ang="0">
                  <a:pos x="68" y="381"/>
                </a:cxn>
                <a:cxn ang="0">
                  <a:pos x="46" y="376"/>
                </a:cxn>
                <a:cxn ang="0">
                  <a:pos x="28" y="367"/>
                </a:cxn>
                <a:cxn ang="0">
                  <a:pos x="13" y="352"/>
                </a:cxn>
                <a:cxn ang="0">
                  <a:pos x="4" y="333"/>
                </a:cxn>
                <a:cxn ang="0">
                  <a:pos x="0" y="312"/>
                </a:cxn>
                <a:cxn ang="0">
                  <a:pos x="4" y="68"/>
                </a:cxn>
                <a:cxn ang="0">
                  <a:pos x="7" y="46"/>
                </a:cxn>
                <a:cxn ang="0">
                  <a:pos x="17" y="28"/>
                </a:cxn>
                <a:cxn ang="0">
                  <a:pos x="31" y="14"/>
                </a:cxn>
                <a:cxn ang="0">
                  <a:pos x="51" y="3"/>
                </a:cxn>
                <a:cxn ang="0">
                  <a:pos x="72" y="0"/>
                </a:cxn>
              </a:cxnLst>
              <a:rect l="0" t="0" r="r" b="b"/>
              <a:pathLst>
                <a:path w="138" h="381">
                  <a:moveTo>
                    <a:pt x="72" y="0"/>
                  </a:moveTo>
                  <a:lnTo>
                    <a:pt x="93" y="5"/>
                  </a:lnTo>
                  <a:lnTo>
                    <a:pt x="112" y="14"/>
                  </a:lnTo>
                  <a:lnTo>
                    <a:pt x="125" y="29"/>
                  </a:lnTo>
                  <a:lnTo>
                    <a:pt x="135" y="48"/>
                  </a:lnTo>
                  <a:lnTo>
                    <a:pt x="138" y="69"/>
                  </a:lnTo>
                  <a:lnTo>
                    <a:pt x="135" y="314"/>
                  </a:lnTo>
                  <a:lnTo>
                    <a:pt x="132" y="335"/>
                  </a:lnTo>
                  <a:lnTo>
                    <a:pt x="121" y="353"/>
                  </a:lnTo>
                  <a:lnTo>
                    <a:pt x="107" y="367"/>
                  </a:lnTo>
                  <a:lnTo>
                    <a:pt x="89" y="378"/>
                  </a:lnTo>
                  <a:lnTo>
                    <a:pt x="68" y="381"/>
                  </a:lnTo>
                  <a:lnTo>
                    <a:pt x="46" y="376"/>
                  </a:lnTo>
                  <a:lnTo>
                    <a:pt x="28" y="367"/>
                  </a:lnTo>
                  <a:lnTo>
                    <a:pt x="13" y="352"/>
                  </a:lnTo>
                  <a:lnTo>
                    <a:pt x="4" y="333"/>
                  </a:lnTo>
                  <a:lnTo>
                    <a:pt x="0" y="312"/>
                  </a:lnTo>
                  <a:lnTo>
                    <a:pt x="4" y="68"/>
                  </a:lnTo>
                  <a:lnTo>
                    <a:pt x="7" y="46"/>
                  </a:lnTo>
                  <a:lnTo>
                    <a:pt x="17" y="28"/>
                  </a:lnTo>
                  <a:lnTo>
                    <a:pt x="31" y="14"/>
                  </a:lnTo>
                  <a:lnTo>
                    <a:pt x="51" y="3"/>
                  </a:lnTo>
                  <a:lnTo>
                    <a:pt x="7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cs typeface="Arial" panose="020B0604020202020204" pitchFamily="34" charset="0"/>
              </a:endParaRPr>
            </a:p>
          </p:txBody>
        </p:sp>
        <p:sp>
          <p:nvSpPr>
            <p:cNvPr id="37" name="Freeform 82">
              <a:extLst>
                <a:ext uri="{FF2B5EF4-FFF2-40B4-BE49-F238E27FC236}">
                  <a16:creationId xmlns:a16="http://schemas.microsoft.com/office/drawing/2014/main" id="{8323BDE2-0419-444C-9D05-F9958D3CB09D}"/>
                </a:ext>
              </a:extLst>
            </p:cNvPr>
            <p:cNvSpPr>
              <a:spLocks/>
            </p:cNvSpPr>
            <p:nvPr/>
          </p:nvSpPr>
          <p:spPr bwMode="auto">
            <a:xfrm>
              <a:off x="5202106" y="1741509"/>
              <a:ext cx="568325" cy="568325"/>
            </a:xfrm>
            <a:custGeom>
              <a:avLst/>
              <a:gdLst/>
              <a:ahLst/>
              <a:cxnLst>
                <a:cxn ang="0">
                  <a:pos x="218" y="0"/>
                </a:cxn>
                <a:cxn ang="0">
                  <a:pos x="358" y="212"/>
                </a:cxn>
                <a:cxn ang="0">
                  <a:pos x="140" y="358"/>
                </a:cxn>
                <a:cxn ang="0">
                  <a:pos x="0" y="145"/>
                </a:cxn>
                <a:cxn ang="0">
                  <a:pos x="218" y="0"/>
                </a:cxn>
              </a:cxnLst>
              <a:rect l="0" t="0" r="r" b="b"/>
              <a:pathLst>
                <a:path w="358" h="358">
                  <a:moveTo>
                    <a:pt x="218" y="0"/>
                  </a:moveTo>
                  <a:lnTo>
                    <a:pt x="358" y="212"/>
                  </a:lnTo>
                  <a:lnTo>
                    <a:pt x="140" y="358"/>
                  </a:lnTo>
                  <a:lnTo>
                    <a:pt x="0" y="145"/>
                  </a:lnTo>
                  <a:lnTo>
                    <a:pt x="2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cs typeface="Arial" panose="020B0604020202020204" pitchFamily="34" charset="0"/>
              </a:endParaRPr>
            </a:p>
          </p:txBody>
        </p:sp>
        <p:sp>
          <p:nvSpPr>
            <p:cNvPr id="38" name="Freeform 83">
              <a:extLst>
                <a:ext uri="{FF2B5EF4-FFF2-40B4-BE49-F238E27FC236}">
                  <a16:creationId xmlns:a16="http://schemas.microsoft.com/office/drawing/2014/main" id="{B917268A-4F7D-4E3F-929B-91A24CC110F6}"/>
                </a:ext>
              </a:extLst>
            </p:cNvPr>
            <p:cNvSpPr>
              <a:spLocks/>
            </p:cNvSpPr>
            <p:nvPr/>
          </p:nvSpPr>
          <p:spPr bwMode="auto">
            <a:xfrm>
              <a:off x="4846506" y="2314596"/>
              <a:ext cx="350838" cy="714375"/>
            </a:xfrm>
            <a:custGeom>
              <a:avLst/>
              <a:gdLst/>
              <a:ahLst/>
              <a:cxnLst>
                <a:cxn ang="0">
                  <a:pos x="168" y="0"/>
                </a:cxn>
                <a:cxn ang="0">
                  <a:pos x="187" y="3"/>
                </a:cxn>
                <a:cxn ang="0">
                  <a:pos x="204" y="13"/>
                </a:cxn>
                <a:cxn ang="0">
                  <a:pos x="216" y="27"/>
                </a:cxn>
                <a:cxn ang="0">
                  <a:pos x="221" y="45"/>
                </a:cxn>
                <a:cxn ang="0">
                  <a:pos x="218" y="65"/>
                </a:cxn>
                <a:cxn ang="0">
                  <a:pos x="96" y="417"/>
                </a:cxn>
                <a:cxn ang="0">
                  <a:pos x="85" y="434"/>
                </a:cxn>
                <a:cxn ang="0">
                  <a:pos x="71" y="446"/>
                </a:cxn>
                <a:cxn ang="0">
                  <a:pos x="53" y="450"/>
                </a:cxn>
                <a:cxn ang="0">
                  <a:pos x="33" y="447"/>
                </a:cxn>
                <a:cxn ang="0">
                  <a:pos x="17" y="437"/>
                </a:cxn>
                <a:cxn ang="0">
                  <a:pos x="4" y="423"/>
                </a:cxn>
                <a:cxn ang="0">
                  <a:pos x="0" y="405"/>
                </a:cxn>
                <a:cxn ang="0">
                  <a:pos x="3" y="385"/>
                </a:cxn>
                <a:cxn ang="0">
                  <a:pos x="125" y="33"/>
                </a:cxn>
                <a:cxn ang="0">
                  <a:pos x="136" y="16"/>
                </a:cxn>
                <a:cxn ang="0">
                  <a:pos x="149" y="4"/>
                </a:cxn>
                <a:cxn ang="0">
                  <a:pos x="168" y="0"/>
                </a:cxn>
              </a:cxnLst>
              <a:rect l="0" t="0" r="r" b="b"/>
              <a:pathLst>
                <a:path w="221" h="450">
                  <a:moveTo>
                    <a:pt x="168" y="0"/>
                  </a:moveTo>
                  <a:lnTo>
                    <a:pt x="187" y="3"/>
                  </a:lnTo>
                  <a:lnTo>
                    <a:pt x="204" y="13"/>
                  </a:lnTo>
                  <a:lnTo>
                    <a:pt x="216" y="27"/>
                  </a:lnTo>
                  <a:lnTo>
                    <a:pt x="221" y="45"/>
                  </a:lnTo>
                  <a:lnTo>
                    <a:pt x="218" y="65"/>
                  </a:lnTo>
                  <a:lnTo>
                    <a:pt x="96" y="417"/>
                  </a:lnTo>
                  <a:lnTo>
                    <a:pt x="85" y="434"/>
                  </a:lnTo>
                  <a:lnTo>
                    <a:pt x="71" y="446"/>
                  </a:lnTo>
                  <a:lnTo>
                    <a:pt x="53" y="450"/>
                  </a:lnTo>
                  <a:lnTo>
                    <a:pt x="33" y="447"/>
                  </a:lnTo>
                  <a:lnTo>
                    <a:pt x="17" y="437"/>
                  </a:lnTo>
                  <a:lnTo>
                    <a:pt x="4" y="423"/>
                  </a:lnTo>
                  <a:lnTo>
                    <a:pt x="0" y="405"/>
                  </a:lnTo>
                  <a:lnTo>
                    <a:pt x="3" y="385"/>
                  </a:lnTo>
                  <a:lnTo>
                    <a:pt x="125" y="33"/>
                  </a:lnTo>
                  <a:lnTo>
                    <a:pt x="136" y="16"/>
                  </a:lnTo>
                  <a:lnTo>
                    <a:pt x="149" y="4"/>
                  </a:lnTo>
                  <a:lnTo>
                    <a:pt x="16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cs typeface="Arial" panose="020B0604020202020204" pitchFamily="34" charset="0"/>
              </a:endParaRPr>
            </a:p>
          </p:txBody>
        </p:sp>
      </p:grpSp>
      <p:grpSp>
        <p:nvGrpSpPr>
          <p:cNvPr id="39" name="Group 38">
            <a:extLst>
              <a:ext uri="{FF2B5EF4-FFF2-40B4-BE49-F238E27FC236}">
                <a16:creationId xmlns:a16="http://schemas.microsoft.com/office/drawing/2014/main" id="{EF8C1B3C-3E87-49D0-8721-881CA3368E17}"/>
              </a:ext>
            </a:extLst>
          </p:cNvPr>
          <p:cNvGrpSpPr/>
          <p:nvPr/>
        </p:nvGrpSpPr>
        <p:grpSpPr>
          <a:xfrm>
            <a:off x="4117285" y="3193663"/>
            <a:ext cx="601162" cy="579000"/>
            <a:chOff x="3663714" y="3447642"/>
            <a:chExt cx="344488" cy="331787"/>
          </a:xfrm>
          <a:solidFill>
            <a:schemeClr val="bg1"/>
          </a:solidFill>
        </p:grpSpPr>
        <p:sp>
          <p:nvSpPr>
            <p:cNvPr id="40" name="Freeform 785">
              <a:extLst>
                <a:ext uri="{FF2B5EF4-FFF2-40B4-BE49-F238E27FC236}">
                  <a16:creationId xmlns:a16="http://schemas.microsoft.com/office/drawing/2014/main" id="{CF7B3F91-8EBF-4206-B386-A88F3690A654}"/>
                </a:ext>
              </a:extLst>
            </p:cNvPr>
            <p:cNvSpPr>
              <a:spLocks/>
            </p:cNvSpPr>
            <p:nvPr/>
          </p:nvSpPr>
          <p:spPr bwMode="auto">
            <a:xfrm>
              <a:off x="3828814" y="3447642"/>
              <a:ext cx="30163" cy="74612"/>
            </a:xfrm>
            <a:custGeom>
              <a:avLst/>
              <a:gdLst>
                <a:gd name="T0" fmla="*/ 0 w 19"/>
                <a:gd name="T1" fmla="*/ 0 h 47"/>
                <a:gd name="T2" fmla="*/ 19 w 19"/>
                <a:gd name="T3" fmla="*/ 23 h 47"/>
                <a:gd name="T4" fmla="*/ 0 w 19"/>
                <a:gd name="T5" fmla="*/ 47 h 47"/>
              </a:gdLst>
              <a:ahLst/>
              <a:cxnLst>
                <a:cxn ang="0">
                  <a:pos x="T0" y="T1"/>
                </a:cxn>
                <a:cxn ang="0">
                  <a:pos x="T2" y="T3"/>
                </a:cxn>
                <a:cxn ang="0">
                  <a:pos x="T4" y="T5"/>
                </a:cxn>
              </a:cxnLst>
              <a:rect l="0" t="0" r="r" b="b"/>
              <a:pathLst>
                <a:path w="19" h="47">
                  <a:moveTo>
                    <a:pt x="0" y="0"/>
                  </a:moveTo>
                  <a:lnTo>
                    <a:pt x="19" y="23"/>
                  </a:lnTo>
                  <a:lnTo>
                    <a:pt x="0" y="47"/>
                  </a:lnTo>
                </a:path>
              </a:pathLst>
            </a:custGeom>
            <a:grpFill/>
            <a:ln w="14288"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1" name="Line 786">
              <a:extLst>
                <a:ext uri="{FF2B5EF4-FFF2-40B4-BE49-F238E27FC236}">
                  <a16:creationId xmlns:a16="http://schemas.microsoft.com/office/drawing/2014/main" id="{5F058D1E-D7ED-4B41-B910-17353B9156E7}"/>
                </a:ext>
              </a:extLst>
            </p:cNvPr>
            <p:cNvSpPr>
              <a:spLocks noChangeShapeType="1"/>
            </p:cNvSpPr>
            <p:nvPr/>
          </p:nvSpPr>
          <p:spPr bwMode="auto">
            <a:xfrm>
              <a:off x="3798651" y="3484155"/>
              <a:ext cx="60325" cy="0"/>
            </a:xfrm>
            <a:prstGeom prst="line">
              <a:avLst/>
            </a:prstGeom>
            <a:grpFill/>
            <a:ln w="14288"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2" name="Freeform 787">
              <a:extLst>
                <a:ext uri="{FF2B5EF4-FFF2-40B4-BE49-F238E27FC236}">
                  <a16:creationId xmlns:a16="http://schemas.microsoft.com/office/drawing/2014/main" id="{747BD1E6-0B6C-4E80-B36B-C6A3783EBBD6}"/>
                </a:ext>
              </a:extLst>
            </p:cNvPr>
            <p:cNvSpPr>
              <a:spLocks/>
            </p:cNvSpPr>
            <p:nvPr/>
          </p:nvSpPr>
          <p:spPr bwMode="auto">
            <a:xfrm>
              <a:off x="3798651" y="3704817"/>
              <a:ext cx="30163" cy="74612"/>
            </a:xfrm>
            <a:custGeom>
              <a:avLst/>
              <a:gdLst>
                <a:gd name="T0" fmla="*/ 19 w 19"/>
                <a:gd name="T1" fmla="*/ 0 h 47"/>
                <a:gd name="T2" fmla="*/ 0 w 19"/>
                <a:gd name="T3" fmla="*/ 24 h 47"/>
                <a:gd name="T4" fmla="*/ 19 w 19"/>
                <a:gd name="T5" fmla="*/ 47 h 47"/>
              </a:gdLst>
              <a:ahLst/>
              <a:cxnLst>
                <a:cxn ang="0">
                  <a:pos x="T0" y="T1"/>
                </a:cxn>
                <a:cxn ang="0">
                  <a:pos x="T2" y="T3"/>
                </a:cxn>
                <a:cxn ang="0">
                  <a:pos x="T4" y="T5"/>
                </a:cxn>
              </a:cxnLst>
              <a:rect l="0" t="0" r="r" b="b"/>
              <a:pathLst>
                <a:path w="19" h="47">
                  <a:moveTo>
                    <a:pt x="19" y="0"/>
                  </a:moveTo>
                  <a:lnTo>
                    <a:pt x="0" y="24"/>
                  </a:lnTo>
                  <a:lnTo>
                    <a:pt x="19" y="47"/>
                  </a:lnTo>
                </a:path>
              </a:pathLst>
            </a:custGeom>
            <a:grpFill/>
            <a:ln w="14288"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3" name="Line 788">
              <a:extLst>
                <a:ext uri="{FF2B5EF4-FFF2-40B4-BE49-F238E27FC236}">
                  <a16:creationId xmlns:a16="http://schemas.microsoft.com/office/drawing/2014/main" id="{EF2FDFBD-8CFB-4DB9-BF8D-4FAA9A85438D}"/>
                </a:ext>
              </a:extLst>
            </p:cNvPr>
            <p:cNvSpPr>
              <a:spLocks noChangeShapeType="1"/>
            </p:cNvSpPr>
            <p:nvPr/>
          </p:nvSpPr>
          <p:spPr bwMode="auto">
            <a:xfrm flipH="1">
              <a:off x="3798651" y="3742917"/>
              <a:ext cx="60325" cy="0"/>
            </a:xfrm>
            <a:prstGeom prst="line">
              <a:avLst/>
            </a:prstGeom>
            <a:grpFill/>
            <a:ln w="14288"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4" name="Freeform 789">
              <a:extLst>
                <a:ext uri="{FF2B5EF4-FFF2-40B4-BE49-F238E27FC236}">
                  <a16:creationId xmlns:a16="http://schemas.microsoft.com/office/drawing/2014/main" id="{9CC1A32B-83A8-4FCD-8A08-CB51DC6EA77D}"/>
                </a:ext>
              </a:extLst>
            </p:cNvPr>
            <p:cNvSpPr>
              <a:spLocks/>
            </p:cNvSpPr>
            <p:nvPr/>
          </p:nvSpPr>
          <p:spPr bwMode="auto">
            <a:xfrm>
              <a:off x="3817701" y="3576230"/>
              <a:ext cx="36513" cy="79375"/>
            </a:xfrm>
            <a:custGeom>
              <a:avLst/>
              <a:gdLst>
                <a:gd name="T0" fmla="*/ 0 w 10"/>
                <a:gd name="T1" fmla="*/ 16 h 21"/>
                <a:gd name="T2" fmla="*/ 5 w 10"/>
                <a:gd name="T3" fmla="*/ 21 h 21"/>
                <a:gd name="T4" fmla="*/ 10 w 10"/>
                <a:gd name="T5" fmla="*/ 16 h 21"/>
                <a:gd name="T6" fmla="*/ 5 w 10"/>
                <a:gd name="T7" fmla="*/ 11 h 21"/>
                <a:gd name="T8" fmla="*/ 0 w 10"/>
                <a:gd name="T9" fmla="*/ 5 h 21"/>
                <a:gd name="T10" fmla="*/ 5 w 10"/>
                <a:gd name="T11" fmla="*/ 0 h 21"/>
                <a:gd name="T12" fmla="*/ 10 w 10"/>
                <a:gd name="T13" fmla="*/ 5 h 21"/>
              </a:gdLst>
              <a:ahLst/>
              <a:cxnLst>
                <a:cxn ang="0">
                  <a:pos x="T0" y="T1"/>
                </a:cxn>
                <a:cxn ang="0">
                  <a:pos x="T2" y="T3"/>
                </a:cxn>
                <a:cxn ang="0">
                  <a:pos x="T4" y="T5"/>
                </a:cxn>
                <a:cxn ang="0">
                  <a:pos x="T6" y="T7"/>
                </a:cxn>
                <a:cxn ang="0">
                  <a:pos x="T8" y="T9"/>
                </a:cxn>
                <a:cxn ang="0">
                  <a:pos x="T10" y="T11"/>
                </a:cxn>
                <a:cxn ang="0">
                  <a:pos x="T12" y="T13"/>
                </a:cxn>
              </a:cxnLst>
              <a:rect l="0" t="0" r="r" b="b"/>
              <a:pathLst>
                <a:path w="10" h="21">
                  <a:moveTo>
                    <a:pt x="0" y="16"/>
                  </a:moveTo>
                  <a:cubicBezTo>
                    <a:pt x="0" y="19"/>
                    <a:pt x="2" y="21"/>
                    <a:pt x="5" y="21"/>
                  </a:cubicBezTo>
                  <a:cubicBezTo>
                    <a:pt x="8" y="21"/>
                    <a:pt x="10" y="19"/>
                    <a:pt x="10" y="16"/>
                  </a:cubicBezTo>
                  <a:cubicBezTo>
                    <a:pt x="10" y="13"/>
                    <a:pt x="8" y="11"/>
                    <a:pt x="5" y="11"/>
                  </a:cubicBezTo>
                  <a:cubicBezTo>
                    <a:pt x="2" y="11"/>
                    <a:pt x="0" y="8"/>
                    <a:pt x="0" y="5"/>
                  </a:cubicBezTo>
                  <a:cubicBezTo>
                    <a:pt x="0" y="3"/>
                    <a:pt x="2" y="0"/>
                    <a:pt x="5" y="0"/>
                  </a:cubicBezTo>
                  <a:cubicBezTo>
                    <a:pt x="8" y="0"/>
                    <a:pt x="10" y="3"/>
                    <a:pt x="10" y="5"/>
                  </a:cubicBezTo>
                </a:path>
              </a:pathLst>
            </a:custGeom>
            <a:grpFill/>
            <a:ln w="14288"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5" name="Line 790">
              <a:extLst>
                <a:ext uri="{FF2B5EF4-FFF2-40B4-BE49-F238E27FC236}">
                  <a16:creationId xmlns:a16="http://schemas.microsoft.com/office/drawing/2014/main" id="{3B668558-EA15-4E06-BF41-8C7B65650C28}"/>
                </a:ext>
              </a:extLst>
            </p:cNvPr>
            <p:cNvSpPr>
              <a:spLocks noChangeShapeType="1"/>
            </p:cNvSpPr>
            <p:nvPr/>
          </p:nvSpPr>
          <p:spPr bwMode="auto">
            <a:xfrm>
              <a:off x="3836751" y="3560355"/>
              <a:ext cx="0" cy="15875"/>
            </a:xfrm>
            <a:prstGeom prst="line">
              <a:avLst/>
            </a:prstGeom>
            <a:grpFill/>
            <a:ln w="14288"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6" name="Line 791">
              <a:extLst>
                <a:ext uri="{FF2B5EF4-FFF2-40B4-BE49-F238E27FC236}">
                  <a16:creationId xmlns:a16="http://schemas.microsoft.com/office/drawing/2014/main" id="{91A1D586-EACA-49A2-890E-60467A08AFFE}"/>
                </a:ext>
              </a:extLst>
            </p:cNvPr>
            <p:cNvSpPr>
              <a:spLocks noChangeShapeType="1"/>
            </p:cNvSpPr>
            <p:nvPr/>
          </p:nvSpPr>
          <p:spPr bwMode="auto">
            <a:xfrm>
              <a:off x="3836751" y="3655605"/>
              <a:ext cx="0" cy="14287"/>
            </a:xfrm>
            <a:prstGeom prst="line">
              <a:avLst/>
            </a:prstGeom>
            <a:grpFill/>
            <a:ln w="14288"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7" name="Oval 46">
              <a:extLst>
                <a:ext uri="{FF2B5EF4-FFF2-40B4-BE49-F238E27FC236}">
                  <a16:creationId xmlns:a16="http://schemas.microsoft.com/office/drawing/2014/main" id="{74CBE1C1-454C-4819-A64D-42489F8D9AF1}"/>
                </a:ext>
              </a:extLst>
            </p:cNvPr>
            <p:cNvSpPr>
              <a:spLocks noChangeArrowheads="1"/>
            </p:cNvSpPr>
            <p:nvPr/>
          </p:nvSpPr>
          <p:spPr bwMode="auto">
            <a:xfrm>
              <a:off x="3663714" y="3514317"/>
              <a:ext cx="74613" cy="76200"/>
            </a:xfrm>
            <a:prstGeom prst="ellipse">
              <a:avLst/>
            </a:prstGeom>
            <a:grpFill/>
            <a:ln w="14288" cap="flat">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8" name="Freeform 793">
              <a:extLst>
                <a:ext uri="{FF2B5EF4-FFF2-40B4-BE49-F238E27FC236}">
                  <a16:creationId xmlns:a16="http://schemas.microsoft.com/office/drawing/2014/main" id="{1FBFCC1C-E681-4A50-B1AC-BA5289283F91}"/>
                </a:ext>
              </a:extLst>
            </p:cNvPr>
            <p:cNvSpPr>
              <a:spLocks/>
            </p:cNvSpPr>
            <p:nvPr/>
          </p:nvSpPr>
          <p:spPr bwMode="auto">
            <a:xfrm>
              <a:off x="3663714" y="3620680"/>
              <a:ext cx="74613" cy="136525"/>
            </a:xfrm>
            <a:custGeom>
              <a:avLst/>
              <a:gdLst>
                <a:gd name="T0" fmla="*/ 20 w 20"/>
                <a:gd name="T1" fmla="*/ 36 h 36"/>
                <a:gd name="T2" fmla="*/ 0 w 20"/>
                <a:gd name="T3" fmla="*/ 36 h 36"/>
                <a:gd name="T4" fmla="*/ 0 w 20"/>
                <a:gd name="T5" fmla="*/ 10 h 36"/>
                <a:gd name="T6" fmla="*/ 10 w 20"/>
                <a:gd name="T7" fmla="*/ 0 h 36"/>
                <a:gd name="T8" fmla="*/ 20 w 20"/>
                <a:gd name="T9" fmla="*/ 10 h 36"/>
                <a:gd name="T10" fmla="*/ 20 w 20"/>
                <a:gd name="T11" fmla="*/ 36 h 36"/>
              </a:gdLst>
              <a:ahLst/>
              <a:cxnLst>
                <a:cxn ang="0">
                  <a:pos x="T0" y="T1"/>
                </a:cxn>
                <a:cxn ang="0">
                  <a:pos x="T2" y="T3"/>
                </a:cxn>
                <a:cxn ang="0">
                  <a:pos x="T4" y="T5"/>
                </a:cxn>
                <a:cxn ang="0">
                  <a:pos x="T6" y="T7"/>
                </a:cxn>
                <a:cxn ang="0">
                  <a:pos x="T8" y="T9"/>
                </a:cxn>
                <a:cxn ang="0">
                  <a:pos x="T10" y="T11"/>
                </a:cxn>
              </a:cxnLst>
              <a:rect l="0" t="0" r="r" b="b"/>
              <a:pathLst>
                <a:path w="20" h="36">
                  <a:moveTo>
                    <a:pt x="20" y="36"/>
                  </a:moveTo>
                  <a:cubicBezTo>
                    <a:pt x="0" y="36"/>
                    <a:pt x="0" y="36"/>
                    <a:pt x="0" y="36"/>
                  </a:cubicBezTo>
                  <a:cubicBezTo>
                    <a:pt x="0" y="10"/>
                    <a:pt x="0" y="10"/>
                    <a:pt x="0" y="10"/>
                  </a:cubicBezTo>
                  <a:cubicBezTo>
                    <a:pt x="0" y="4"/>
                    <a:pt x="4" y="0"/>
                    <a:pt x="10" y="0"/>
                  </a:cubicBezTo>
                  <a:cubicBezTo>
                    <a:pt x="16" y="0"/>
                    <a:pt x="20" y="4"/>
                    <a:pt x="20" y="10"/>
                  </a:cubicBezTo>
                  <a:lnTo>
                    <a:pt x="20" y="36"/>
                  </a:lnTo>
                  <a:close/>
                </a:path>
              </a:pathLst>
            </a:custGeom>
            <a:grpFill/>
            <a:ln w="14288" cap="flat">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49" name="Oval 48">
              <a:extLst>
                <a:ext uri="{FF2B5EF4-FFF2-40B4-BE49-F238E27FC236}">
                  <a16:creationId xmlns:a16="http://schemas.microsoft.com/office/drawing/2014/main" id="{D1073D85-94EB-43F7-8E7C-D9006A33ADE8}"/>
                </a:ext>
              </a:extLst>
            </p:cNvPr>
            <p:cNvSpPr>
              <a:spLocks noChangeArrowheads="1"/>
            </p:cNvSpPr>
            <p:nvPr/>
          </p:nvSpPr>
          <p:spPr bwMode="auto">
            <a:xfrm>
              <a:off x="3933589" y="3514317"/>
              <a:ext cx="74613" cy="76200"/>
            </a:xfrm>
            <a:prstGeom prst="ellipse">
              <a:avLst/>
            </a:prstGeom>
            <a:grpFill/>
            <a:ln w="14288" cap="flat">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sp>
          <p:nvSpPr>
            <p:cNvPr id="60" name="Freeform 795">
              <a:extLst>
                <a:ext uri="{FF2B5EF4-FFF2-40B4-BE49-F238E27FC236}">
                  <a16:creationId xmlns:a16="http://schemas.microsoft.com/office/drawing/2014/main" id="{9162731F-3205-454E-918A-114433762669}"/>
                </a:ext>
              </a:extLst>
            </p:cNvPr>
            <p:cNvSpPr>
              <a:spLocks/>
            </p:cNvSpPr>
            <p:nvPr/>
          </p:nvSpPr>
          <p:spPr bwMode="auto">
            <a:xfrm>
              <a:off x="3933589" y="3620680"/>
              <a:ext cx="74613" cy="136525"/>
            </a:xfrm>
            <a:custGeom>
              <a:avLst/>
              <a:gdLst>
                <a:gd name="T0" fmla="*/ 20 w 20"/>
                <a:gd name="T1" fmla="*/ 36 h 36"/>
                <a:gd name="T2" fmla="*/ 0 w 20"/>
                <a:gd name="T3" fmla="*/ 36 h 36"/>
                <a:gd name="T4" fmla="*/ 0 w 20"/>
                <a:gd name="T5" fmla="*/ 10 h 36"/>
                <a:gd name="T6" fmla="*/ 10 w 20"/>
                <a:gd name="T7" fmla="*/ 0 h 36"/>
                <a:gd name="T8" fmla="*/ 20 w 20"/>
                <a:gd name="T9" fmla="*/ 10 h 36"/>
                <a:gd name="T10" fmla="*/ 20 w 20"/>
                <a:gd name="T11" fmla="*/ 36 h 36"/>
              </a:gdLst>
              <a:ahLst/>
              <a:cxnLst>
                <a:cxn ang="0">
                  <a:pos x="T0" y="T1"/>
                </a:cxn>
                <a:cxn ang="0">
                  <a:pos x="T2" y="T3"/>
                </a:cxn>
                <a:cxn ang="0">
                  <a:pos x="T4" y="T5"/>
                </a:cxn>
                <a:cxn ang="0">
                  <a:pos x="T6" y="T7"/>
                </a:cxn>
                <a:cxn ang="0">
                  <a:pos x="T8" y="T9"/>
                </a:cxn>
                <a:cxn ang="0">
                  <a:pos x="T10" y="T11"/>
                </a:cxn>
              </a:cxnLst>
              <a:rect l="0" t="0" r="r" b="b"/>
              <a:pathLst>
                <a:path w="20" h="36">
                  <a:moveTo>
                    <a:pt x="20" y="36"/>
                  </a:moveTo>
                  <a:cubicBezTo>
                    <a:pt x="0" y="36"/>
                    <a:pt x="0" y="36"/>
                    <a:pt x="0" y="36"/>
                  </a:cubicBezTo>
                  <a:cubicBezTo>
                    <a:pt x="0" y="10"/>
                    <a:pt x="0" y="10"/>
                    <a:pt x="0" y="10"/>
                  </a:cubicBezTo>
                  <a:cubicBezTo>
                    <a:pt x="0" y="4"/>
                    <a:pt x="4" y="0"/>
                    <a:pt x="10" y="0"/>
                  </a:cubicBezTo>
                  <a:cubicBezTo>
                    <a:pt x="16" y="0"/>
                    <a:pt x="20" y="4"/>
                    <a:pt x="20" y="10"/>
                  </a:cubicBezTo>
                  <a:lnTo>
                    <a:pt x="20" y="36"/>
                  </a:lnTo>
                  <a:close/>
                </a:path>
              </a:pathLst>
            </a:custGeom>
            <a:grpFill/>
            <a:ln w="14288" cap="flat">
              <a:solidFill>
                <a:schemeClr val="bg1"/>
              </a:solid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AU">
                <a:cs typeface="Arial" panose="020B0604020202020204" pitchFamily="34" charset="0"/>
              </a:endParaRPr>
            </a:p>
          </p:txBody>
        </p:sp>
      </p:grpSp>
      <p:sp>
        <p:nvSpPr>
          <p:cNvPr id="61" name="TextBox 60">
            <a:extLst>
              <a:ext uri="{FF2B5EF4-FFF2-40B4-BE49-F238E27FC236}">
                <a16:creationId xmlns:a16="http://schemas.microsoft.com/office/drawing/2014/main" id="{0E912BC6-17D0-4367-B9E2-339D324292A8}"/>
              </a:ext>
            </a:extLst>
          </p:cNvPr>
          <p:cNvSpPr txBox="1"/>
          <p:nvPr/>
        </p:nvSpPr>
        <p:spPr>
          <a:xfrm>
            <a:off x="8009615" y="1688643"/>
            <a:ext cx="248012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You will be supported by a Team Global Express representative to assist with the credit application process through to commencing trade</a:t>
            </a:r>
            <a:endParaRPr lang="en-AU" sz="1200" dirty="0">
              <a:solidFill>
                <a:schemeClr val="bg2">
                  <a:lumMod val="25000"/>
                </a:schemeClr>
              </a:solidFill>
              <a:cs typeface="Arial" panose="020B0604020202020204" pitchFamily="34" charset="0"/>
            </a:endParaRPr>
          </a:p>
        </p:txBody>
      </p:sp>
      <p:sp>
        <p:nvSpPr>
          <p:cNvPr id="62" name="TextBox 61">
            <a:extLst>
              <a:ext uri="{FF2B5EF4-FFF2-40B4-BE49-F238E27FC236}">
                <a16:creationId xmlns:a16="http://schemas.microsoft.com/office/drawing/2014/main" id="{0E2B7012-4073-45C2-A6EF-3AA5BAD0E0C9}"/>
              </a:ext>
            </a:extLst>
          </p:cNvPr>
          <p:cNvSpPr txBox="1"/>
          <p:nvPr/>
        </p:nvSpPr>
        <p:spPr>
          <a:xfrm>
            <a:off x="8011884" y="1380215"/>
            <a:ext cx="210502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600" b="1" dirty="0">
                <a:solidFill>
                  <a:schemeClr val="accent6"/>
                </a:solidFill>
                <a:latin typeface="+mj-lt"/>
                <a:ea typeface="+mn-lt"/>
                <a:cs typeface="Arial" panose="020B0604020202020204" pitchFamily="34" charset="0"/>
              </a:rPr>
              <a:t>Onboarding</a:t>
            </a:r>
            <a:endParaRPr lang="en-AU" sz="1600" b="1" dirty="0">
              <a:solidFill>
                <a:schemeClr val="accent6"/>
              </a:solidFill>
              <a:latin typeface="+mj-lt"/>
              <a:cs typeface="Arial" panose="020B0604020202020204" pitchFamily="34" charset="0"/>
            </a:endParaRPr>
          </a:p>
        </p:txBody>
      </p:sp>
      <p:sp>
        <p:nvSpPr>
          <p:cNvPr id="63" name="TextBox 62">
            <a:extLst>
              <a:ext uri="{FF2B5EF4-FFF2-40B4-BE49-F238E27FC236}">
                <a16:creationId xmlns:a16="http://schemas.microsoft.com/office/drawing/2014/main" id="{C012D327-5B1E-405C-90AE-75038B00FC94}"/>
              </a:ext>
            </a:extLst>
          </p:cNvPr>
          <p:cNvSpPr txBox="1"/>
          <p:nvPr/>
        </p:nvSpPr>
        <p:spPr>
          <a:xfrm>
            <a:off x="8553899" y="3239857"/>
            <a:ext cx="248012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Our team will assist with any questions you may have and to offer recommendations to improve your supply chain processes</a:t>
            </a:r>
            <a:endParaRPr lang="en-AU" sz="1200" dirty="0">
              <a:solidFill>
                <a:schemeClr val="bg2">
                  <a:lumMod val="25000"/>
                </a:schemeClr>
              </a:solidFill>
              <a:cs typeface="Arial" panose="020B0604020202020204" pitchFamily="34" charset="0"/>
            </a:endParaRPr>
          </a:p>
        </p:txBody>
      </p:sp>
      <p:sp>
        <p:nvSpPr>
          <p:cNvPr id="64" name="TextBox 63">
            <a:extLst>
              <a:ext uri="{FF2B5EF4-FFF2-40B4-BE49-F238E27FC236}">
                <a16:creationId xmlns:a16="http://schemas.microsoft.com/office/drawing/2014/main" id="{A126BE39-EF04-4A14-9478-7FA3B1B63CDD}"/>
              </a:ext>
            </a:extLst>
          </p:cNvPr>
          <p:cNvSpPr txBox="1"/>
          <p:nvPr/>
        </p:nvSpPr>
        <p:spPr>
          <a:xfrm>
            <a:off x="8556168" y="2931429"/>
            <a:ext cx="274175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600" b="1" dirty="0">
                <a:solidFill>
                  <a:schemeClr val="accent4"/>
                </a:solidFill>
                <a:latin typeface="+mj-lt"/>
                <a:ea typeface="+mn-lt"/>
                <a:cs typeface="Arial" panose="020B0604020202020204" pitchFamily="34" charset="0"/>
              </a:rPr>
              <a:t>Account Management</a:t>
            </a:r>
            <a:endParaRPr lang="en-AU" sz="1600" b="1" dirty="0">
              <a:solidFill>
                <a:schemeClr val="accent4"/>
              </a:solidFill>
              <a:latin typeface="+mj-lt"/>
              <a:cs typeface="Arial" panose="020B0604020202020204" pitchFamily="34" charset="0"/>
            </a:endParaRPr>
          </a:p>
        </p:txBody>
      </p:sp>
      <p:sp>
        <p:nvSpPr>
          <p:cNvPr id="65" name="TextBox 64">
            <a:extLst>
              <a:ext uri="{FF2B5EF4-FFF2-40B4-BE49-F238E27FC236}">
                <a16:creationId xmlns:a16="http://schemas.microsoft.com/office/drawing/2014/main" id="{A3D31DBE-8AF3-497A-B17A-24A35433EC3D}"/>
              </a:ext>
            </a:extLst>
          </p:cNvPr>
          <p:cNvSpPr txBox="1"/>
          <p:nvPr/>
        </p:nvSpPr>
        <p:spPr>
          <a:xfrm>
            <a:off x="8045899" y="4754785"/>
            <a:ext cx="298812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bg2">
                    <a:lumMod val="25000"/>
                  </a:schemeClr>
                </a:solidFill>
                <a:ea typeface="+mn-lt"/>
                <a:cs typeface="Arial" panose="020B0604020202020204" pitchFamily="34" charset="0"/>
              </a:rPr>
              <a:t>The teams are available to manage enquiries that can't be resolved through </a:t>
            </a:r>
            <a:r>
              <a:rPr lang="en-AU" sz="1200" dirty="0" err="1">
                <a:solidFill>
                  <a:schemeClr val="bg2">
                    <a:lumMod val="25000"/>
                  </a:schemeClr>
                </a:solidFill>
                <a:ea typeface="+mn-lt"/>
                <a:cs typeface="Arial" panose="020B0604020202020204" pitchFamily="34" charset="0"/>
              </a:rPr>
              <a:t>MyTeamGE</a:t>
            </a:r>
            <a:r>
              <a:rPr lang="en-AU" sz="1200" dirty="0">
                <a:solidFill>
                  <a:schemeClr val="bg2">
                    <a:lumMod val="25000"/>
                  </a:schemeClr>
                </a:solidFill>
                <a:ea typeface="+mn-lt"/>
                <a:cs typeface="Arial" panose="020B0604020202020204" pitchFamily="34" charset="0"/>
              </a:rPr>
              <a:t>, our web-based application that provides real time, item level tracking and </a:t>
            </a:r>
            <a:r>
              <a:rPr lang="en-AU" sz="1200" dirty="0" err="1">
                <a:solidFill>
                  <a:schemeClr val="bg2">
                    <a:lumMod val="25000"/>
                  </a:schemeClr>
                </a:solidFill>
                <a:ea typeface="+mn-lt"/>
                <a:cs typeface="Arial" panose="020B0604020202020204" pitchFamily="34" charset="0"/>
              </a:rPr>
              <a:t>PoD</a:t>
            </a:r>
            <a:r>
              <a:rPr lang="en-AU" sz="1200" dirty="0">
                <a:solidFill>
                  <a:schemeClr val="bg2">
                    <a:lumMod val="25000"/>
                  </a:schemeClr>
                </a:solidFill>
                <a:ea typeface="+mn-lt"/>
                <a:cs typeface="Arial" panose="020B0604020202020204" pitchFamily="34" charset="0"/>
              </a:rPr>
              <a:t> retrieval</a:t>
            </a:r>
            <a:endParaRPr lang="en-AU" sz="1200" dirty="0">
              <a:solidFill>
                <a:schemeClr val="bg2">
                  <a:lumMod val="25000"/>
                </a:schemeClr>
              </a:solidFill>
              <a:cs typeface="Arial" panose="020B0604020202020204" pitchFamily="34" charset="0"/>
            </a:endParaRPr>
          </a:p>
        </p:txBody>
      </p:sp>
      <p:sp>
        <p:nvSpPr>
          <p:cNvPr id="66" name="TextBox 65">
            <a:extLst>
              <a:ext uri="{FF2B5EF4-FFF2-40B4-BE49-F238E27FC236}">
                <a16:creationId xmlns:a16="http://schemas.microsoft.com/office/drawing/2014/main" id="{4775640A-65C5-4137-B743-223EBF2AF99D}"/>
              </a:ext>
            </a:extLst>
          </p:cNvPr>
          <p:cNvSpPr txBox="1"/>
          <p:nvPr/>
        </p:nvSpPr>
        <p:spPr>
          <a:xfrm>
            <a:off x="8048168" y="4464499"/>
            <a:ext cx="210502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600" b="1" dirty="0">
                <a:solidFill>
                  <a:schemeClr val="accent2"/>
                </a:solidFill>
                <a:latin typeface="+mj-lt"/>
                <a:ea typeface="+mn-lt"/>
                <a:cs typeface="Arial" panose="020B0604020202020204" pitchFamily="34" charset="0"/>
              </a:rPr>
              <a:t>Customer Service</a:t>
            </a:r>
            <a:endParaRPr lang="en-AU" sz="1600" b="1" dirty="0">
              <a:solidFill>
                <a:schemeClr val="accent2"/>
              </a:solidFill>
              <a:latin typeface="+mj-lt"/>
              <a:cs typeface="Arial" panose="020B0604020202020204" pitchFamily="34" charset="0"/>
            </a:endParaRPr>
          </a:p>
        </p:txBody>
      </p:sp>
      <p:pic>
        <p:nvPicPr>
          <p:cNvPr id="2" name="Picture 1" descr="A green and white striped flag&#10;&#10;Description automatically generated with low confidence">
            <a:extLst>
              <a:ext uri="{FF2B5EF4-FFF2-40B4-BE49-F238E27FC236}">
                <a16:creationId xmlns:a16="http://schemas.microsoft.com/office/drawing/2014/main" id="{F0C2921E-50EE-8166-F951-D95F4C389D68}"/>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3" name="Slide Number Placeholder 1">
            <a:extLst>
              <a:ext uri="{FF2B5EF4-FFF2-40B4-BE49-F238E27FC236}">
                <a16:creationId xmlns:a16="http://schemas.microsoft.com/office/drawing/2014/main" id="{D020CEA3-A87F-A8E2-37E0-D2538D23C43A}"/>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18</a:t>
            </a:fld>
            <a:endParaRPr lang="en-US" sz="900" dirty="0">
              <a:solidFill>
                <a:schemeClr val="tx2"/>
              </a:solidFill>
            </a:endParaRPr>
          </a:p>
        </p:txBody>
      </p:sp>
    </p:spTree>
    <p:extLst>
      <p:ext uri="{BB962C8B-B14F-4D97-AF65-F5344CB8AC3E}">
        <p14:creationId xmlns:p14="http://schemas.microsoft.com/office/powerpoint/2010/main" val="1914041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D128B6E-831A-9FB9-54A7-0F4B547E219C}"/>
              </a:ext>
            </a:extLst>
          </p:cNvPr>
          <p:cNvSpPr/>
          <p:nvPr/>
        </p:nvSpPr>
        <p:spPr>
          <a:xfrm>
            <a:off x="144765" y="3166771"/>
            <a:ext cx="11900725" cy="2918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42EB8F70-0B74-487E-8EEF-4A82EA8F5716}"/>
              </a:ext>
            </a:extLst>
          </p:cNvPr>
          <p:cNvSpPr/>
          <p:nvPr/>
        </p:nvSpPr>
        <p:spPr>
          <a:xfrm>
            <a:off x="-5370" y="1202267"/>
            <a:ext cx="12195629" cy="19645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921E0A25-AB6C-4173-BFF2-B39A3F2F62C9}"/>
              </a:ext>
            </a:extLst>
          </p:cNvPr>
          <p:cNvSpPr/>
          <p:nvPr/>
        </p:nvSpPr>
        <p:spPr>
          <a:xfrm>
            <a:off x="0" y="3166771"/>
            <a:ext cx="144765" cy="29182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itle 1">
            <a:extLst>
              <a:ext uri="{FF2B5EF4-FFF2-40B4-BE49-F238E27FC236}">
                <a16:creationId xmlns:a16="http://schemas.microsoft.com/office/drawing/2014/main" id="{C1356B4B-C0BA-4089-98AB-A06B15B1AF1D}"/>
              </a:ext>
            </a:extLst>
          </p:cNvPr>
          <p:cNvSpPr>
            <a:spLocks noGrp="1"/>
          </p:cNvSpPr>
          <p:nvPr>
            <p:ph type="title"/>
          </p:nvPr>
        </p:nvSpPr>
        <p:spPr>
          <a:xfrm>
            <a:off x="439962" y="2268"/>
            <a:ext cx="10515600" cy="1325563"/>
          </a:xfrm>
        </p:spPr>
        <p:txBody>
          <a:bodyPr>
            <a:normAutofit/>
          </a:bodyPr>
          <a:lstStyle/>
          <a:p>
            <a:r>
              <a:rPr lang="en-US" sz="4000" b="1" dirty="0">
                <a:solidFill>
                  <a:schemeClr val="tx2"/>
                </a:solidFill>
                <a:cs typeface="Arial" panose="020B0604020202020204" pitchFamily="34" charset="0"/>
              </a:rPr>
              <a:t>Next Steps</a:t>
            </a:r>
          </a:p>
        </p:txBody>
      </p:sp>
      <p:sp>
        <p:nvSpPr>
          <p:cNvPr id="11" name="TextBox 10">
            <a:extLst>
              <a:ext uri="{FF2B5EF4-FFF2-40B4-BE49-F238E27FC236}">
                <a16:creationId xmlns:a16="http://schemas.microsoft.com/office/drawing/2014/main" id="{7C4E4F41-709D-4E4F-AB21-E42255791381}"/>
              </a:ext>
            </a:extLst>
          </p:cNvPr>
          <p:cNvSpPr txBox="1"/>
          <p:nvPr/>
        </p:nvSpPr>
        <p:spPr>
          <a:xfrm>
            <a:off x="406401" y="4095658"/>
            <a:ext cx="211529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panose="020B0604020202020204" pitchFamily="34" charset="0"/>
              <a:buChar char="•"/>
            </a:pPr>
            <a:r>
              <a:rPr lang="en-AU" sz="1200" dirty="0">
                <a:solidFill>
                  <a:schemeClr val="bg2">
                    <a:lumMod val="25000"/>
                  </a:schemeClr>
                </a:solidFill>
                <a:ea typeface="+mn-lt"/>
                <a:cs typeface="Arial" panose="020B0604020202020204" pitchFamily="34" charset="0"/>
              </a:rPr>
              <a:t>Service solution &amp; rate proposal presented for review</a:t>
            </a:r>
            <a:endParaRPr lang="en-AU" sz="1200" dirty="0">
              <a:solidFill>
                <a:schemeClr val="bg2">
                  <a:lumMod val="25000"/>
                </a:schemeClr>
              </a:solidFill>
              <a:cs typeface="Arial" panose="020B0604020202020204" pitchFamily="34" charset="0"/>
            </a:endParaRPr>
          </a:p>
        </p:txBody>
      </p:sp>
      <p:sp>
        <p:nvSpPr>
          <p:cNvPr id="13" name="TextBox 12">
            <a:extLst>
              <a:ext uri="{FF2B5EF4-FFF2-40B4-BE49-F238E27FC236}">
                <a16:creationId xmlns:a16="http://schemas.microsoft.com/office/drawing/2014/main" id="{FEF7B11D-2D2D-425D-9DD2-3CF2AF2ED505}"/>
              </a:ext>
            </a:extLst>
          </p:cNvPr>
          <p:cNvSpPr txBox="1"/>
          <p:nvPr/>
        </p:nvSpPr>
        <p:spPr>
          <a:xfrm>
            <a:off x="406400" y="3442513"/>
            <a:ext cx="220934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1400" b="1" dirty="0">
                <a:solidFill>
                  <a:schemeClr val="bg2">
                    <a:lumMod val="25000"/>
                  </a:schemeClr>
                </a:solidFill>
                <a:ea typeface="+mn-lt"/>
                <a:cs typeface="Arial" panose="020B0604020202020204" pitchFamily="34" charset="0"/>
              </a:rPr>
              <a:t>Agree to do business together</a:t>
            </a:r>
            <a:endParaRPr lang="en-US" dirty="0">
              <a:solidFill>
                <a:schemeClr val="bg2">
                  <a:lumMod val="25000"/>
                </a:schemeClr>
              </a:solidFill>
              <a:cs typeface="Arial" panose="020B0604020202020204" pitchFamily="34" charset="0"/>
            </a:endParaRPr>
          </a:p>
        </p:txBody>
      </p:sp>
      <p:sp>
        <p:nvSpPr>
          <p:cNvPr id="15" name="TextBox 14">
            <a:extLst>
              <a:ext uri="{FF2B5EF4-FFF2-40B4-BE49-F238E27FC236}">
                <a16:creationId xmlns:a16="http://schemas.microsoft.com/office/drawing/2014/main" id="{FA55946D-22AF-49AB-B2F5-FDFC76AAC063}"/>
              </a:ext>
            </a:extLst>
          </p:cNvPr>
          <p:cNvSpPr txBox="1"/>
          <p:nvPr/>
        </p:nvSpPr>
        <p:spPr>
          <a:xfrm>
            <a:off x="977411" y="2491374"/>
            <a:ext cx="1152913" cy="46166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2400" b="1" dirty="0">
                <a:solidFill>
                  <a:schemeClr val="accent2"/>
                </a:solidFill>
                <a:latin typeface="+mj-lt"/>
                <a:ea typeface="+mn-lt"/>
                <a:cs typeface="Arial" panose="020B0604020202020204" pitchFamily="34" charset="0"/>
              </a:rPr>
              <a:t>STEP 1</a:t>
            </a:r>
            <a:endParaRPr lang="en-AU" sz="2400" b="1" dirty="0">
              <a:solidFill>
                <a:schemeClr val="accent2"/>
              </a:solidFill>
              <a:latin typeface="+mj-lt"/>
              <a:cs typeface="Arial" panose="020B0604020202020204" pitchFamily="34" charset="0"/>
            </a:endParaRPr>
          </a:p>
        </p:txBody>
      </p:sp>
      <p:sp>
        <p:nvSpPr>
          <p:cNvPr id="16" name="TextBox 15">
            <a:extLst>
              <a:ext uri="{FF2B5EF4-FFF2-40B4-BE49-F238E27FC236}">
                <a16:creationId xmlns:a16="http://schemas.microsoft.com/office/drawing/2014/main" id="{542FA96B-24CB-4C0B-A70E-DE569C4B7C00}"/>
              </a:ext>
            </a:extLst>
          </p:cNvPr>
          <p:cNvSpPr txBox="1"/>
          <p:nvPr/>
        </p:nvSpPr>
        <p:spPr>
          <a:xfrm>
            <a:off x="2734735" y="4095657"/>
            <a:ext cx="2115296" cy="9079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Aft>
                <a:spcPts val="600"/>
              </a:spcAft>
              <a:buFont typeface="Arial" panose="020B0604020202020204" pitchFamily="34" charset="0"/>
              <a:buChar char="•"/>
            </a:pPr>
            <a:r>
              <a:rPr lang="en-AU" sz="1200" dirty="0">
                <a:solidFill>
                  <a:schemeClr val="bg2">
                    <a:lumMod val="25000"/>
                  </a:schemeClr>
                </a:solidFill>
                <a:ea typeface="+mn-lt"/>
                <a:cs typeface="Arial" panose="020B0604020202020204" pitchFamily="34" charset="0"/>
              </a:rPr>
              <a:t>Proposal sign off obtained</a:t>
            </a:r>
            <a:endParaRPr lang="en-AU" sz="1200" dirty="0">
              <a:solidFill>
                <a:schemeClr val="bg2">
                  <a:lumMod val="25000"/>
                </a:schemeClr>
              </a:solidFill>
              <a:cs typeface="Arial" panose="020B0604020202020204" pitchFamily="34" charset="0"/>
            </a:endParaRPr>
          </a:p>
          <a:p>
            <a:pPr marL="171450" indent="-171450">
              <a:buFont typeface="Arial" panose="020B0604020202020204" pitchFamily="34" charset="0"/>
              <a:buChar char="•"/>
            </a:pPr>
            <a:r>
              <a:rPr lang="en-AU" sz="1200" dirty="0">
                <a:solidFill>
                  <a:schemeClr val="bg2">
                    <a:lumMod val="25000"/>
                  </a:schemeClr>
                </a:solidFill>
                <a:cs typeface="Arial" panose="020B0604020202020204" pitchFamily="34" charset="0"/>
              </a:rPr>
              <a:t>Credit application processed</a:t>
            </a:r>
          </a:p>
        </p:txBody>
      </p:sp>
      <p:sp>
        <p:nvSpPr>
          <p:cNvPr id="17" name="TextBox 16">
            <a:extLst>
              <a:ext uri="{FF2B5EF4-FFF2-40B4-BE49-F238E27FC236}">
                <a16:creationId xmlns:a16="http://schemas.microsoft.com/office/drawing/2014/main" id="{ECC5F979-6069-4B83-878F-44938235FDB2}"/>
              </a:ext>
            </a:extLst>
          </p:cNvPr>
          <p:cNvSpPr txBox="1"/>
          <p:nvPr/>
        </p:nvSpPr>
        <p:spPr>
          <a:xfrm>
            <a:off x="2734734" y="3442512"/>
            <a:ext cx="220934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1400" b="1" dirty="0">
                <a:solidFill>
                  <a:schemeClr val="bg2">
                    <a:lumMod val="25000"/>
                  </a:schemeClr>
                </a:solidFill>
                <a:ea typeface="+mn-lt"/>
                <a:cs typeface="Arial" panose="020B0604020202020204" pitchFamily="34" charset="0"/>
              </a:rPr>
              <a:t>Proposal Acceptance</a:t>
            </a:r>
            <a:endParaRPr lang="en-US" dirty="0">
              <a:solidFill>
                <a:schemeClr val="bg2">
                  <a:lumMod val="25000"/>
                </a:schemeClr>
              </a:solidFill>
              <a:cs typeface="Arial" panose="020B0604020202020204" pitchFamily="34" charset="0"/>
            </a:endParaRPr>
          </a:p>
        </p:txBody>
      </p:sp>
      <p:sp>
        <p:nvSpPr>
          <p:cNvPr id="18" name="TextBox 17">
            <a:extLst>
              <a:ext uri="{FF2B5EF4-FFF2-40B4-BE49-F238E27FC236}">
                <a16:creationId xmlns:a16="http://schemas.microsoft.com/office/drawing/2014/main" id="{861D77E7-4CC4-43A0-A2F7-BCA88EEE612C}"/>
              </a:ext>
            </a:extLst>
          </p:cNvPr>
          <p:cNvSpPr txBox="1"/>
          <p:nvPr/>
        </p:nvSpPr>
        <p:spPr>
          <a:xfrm>
            <a:off x="3230343" y="2491374"/>
            <a:ext cx="1241217" cy="46166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2400" b="1" dirty="0">
                <a:solidFill>
                  <a:schemeClr val="accent2"/>
                </a:solidFill>
                <a:latin typeface="+mj-lt"/>
                <a:ea typeface="+mn-lt"/>
                <a:cs typeface="Arial" panose="020B0604020202020204" pitchFamily="34" charset="0"/>
              </a:rPr>
              <a:t>STEP 2</a:t>
            </a:r>
            <a:endParaRPr lang="en-AU" sz="2400" b="1" dirty="0">
              <a:solidFill>
                <a:schemeClr val="accent2"/>
              </a:solidFill>
              <a:latin typeface="+mj-lt"/>
              <a:cs typeface="Arial" panose="020B0604020202020204" pitchFamily="34" charset="0"/>
            </a:endParaRPr>
          </a:p>
        </p:txBody>
      </p:sp>
      <p:sp>
        <p:nvSpPr>
          <p:cNvPr id="19" name="TextBox 18">
            <a:extLst>
              <a:ext uri="{FF2B5EF4-FFF2-40B4-BE49-F238E27FC236}">
                <a16:creationId xmlns:a16="http://schemas.microsoft.com/office/drawing/2014/main" id="{FDE3FCA6-4A36-4232-9DF2-A084D46A1C21}"/>
              </a:ext>
            </a:extLst>
          </p:cNvPr>
          <p:cNvSpPr txBox="1"/>
          <p:nvPr/>
        </p:nvSpPr>
        <p:spPr>
          <a:xfrm>
            <a:off x="5063069" y="4095656"/>
            <a:ext cx="2184856"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Aft>
                <a:spcPts val="600"/>
              </a:spcAft>
              <a:buFont typeface="Arial" panose="020B0604020202020204" pitchFamily="34" charset="0"/>
              <a:buChar char="•"/>
            </a:pPr>
            <a:r>
              <a:rPr lang="en-AU" sz="1200" dirty="0">
                <a:solidFill>
                  <a:schemeClr val="bg2">
                    <a:lumMod val="25000"/>
                  </a:schemeClr>
                </a:solidFill>
                <a:ea typeface="+mn-lt"/>
                <a:cs typeface="Arial" panose="020B0604020202020204" pitchFamily="34" charset="0"/>
              </a:rPr>
              <a:t>Billing account number set-up</a:t>
            </a:r>
            <a:endParaRPr lang="en-AU" sz="1200" dirty="0">
              <a:solidFill>
                <a:schemeClr val="bg2">
                  <a:lumMod val="25000"/>
                </a:schemeClr>
              </a:solidFill>
              <a:cs typeface="Arial" panose="020B0604020202020204" pitchFamily="34" charset="0"/>
            </a:endParaRPr>
          </a:p>
          <a:p>
            <a:pPr marL="171450" indent="-171450">
              <a:spcAft>
                <a:spcPts val="600"/>
              </a:spcAft>
              <a:buFont typeface="Arial" panose="020B0604020202020204" pitchFamily="34" charset="0"/>
              <a:buChar char="•"/>
            </a:pPr>
            <a:r>
              <a:rPr lang="en-AU" sz="1200" dirty="0" err="1">
                <a:solidFill>
                  <a:schemeClr val="bg2">
                    <a:lumMod val="25000"/>
                  </a:schemeClr>
                </a:solidFill>
                <a:cs typeface="Arial" panose="020B0604020202020204" pitchFamily="34" charset="0"/>
              </a:rPr>
              <a:t>MyTeamGE</a:t>
            </a:r>
            <a:r>
              <a:rPr lang="en-AU" sz="1200" dirty="0">
                <a:solidFill>
                  <a:schemeClr val="bg2">
                    <a:lumMod val="25000"/>
                  </a:schemeClr>
                </a:solidFill>
                <a:cs typeface="Arial" panose="020B0604020202020204" pitchFamily="34" charset="0"/>
              </a:rPr>
              <a:t> registration processed</a:t>
            </a:r>
          </a:p>
          <a:p>
            <a:pPr marL="171450" indent="-171450">
              <a:spcAft>
                <a:spcPts val="600"/>
              </a:spcAft>
              <a:buFont typeface="Arial" panose="020B0604020202020204" pitchFamily="34" charset="0"/>
              <a:buChar char="•"/>
            </a:pPr>
            <a:r>
              <a:rPr lang="en-AU" sz="1200" dirty="0">
                <a:solidFill>
                  <a:schemeClr val="bg2">
                    <a:lumMod val="25000"/>
                  </a:schemeClr>
                </a:solidFill>
                <a:cs typeface="Arial" panose="020B0604020202020204" pitchFamily="34" charset="0"/>
              </a:rPr>
              <a:t>Product ordering fulfilled</a:t>
            </a:r>
          </a:p>
        </p:txBody>
      </p:sp>
      <p:sp>
        <p:nvSpPr>
          <p:cNvPr id="20" name="TextBox 19">
            <a:extLst>
              <a:ext uri="{FF2B5EF4-FFF2-40B4-BE49-F238E27FC236}">
                <a16:creationId xmlns:a16="http://schemas.microsoft.com/office/drawing/2014/main" id="{527CB141-B5CF-48B0-A8CD-CF08CD4DA1D7}"/>
              </a:ext>
            </a:extLst>
          </p:cNvPr>
          <p:cNvSpPr txBox="1"/>
          <p:nvPr/>
        </p:nvSpPr>
        <p:spPr>
          <a:xfrm>
            <a:off x="5063068" y="3442511"/>
            <a:ext cx="220934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1400" b="1" dirty="0">
                <a:solidFill>
                  <a:schemeClr val="bg2">
                    <a:lumMod val="25000"/>
                  </a:schemeClr>
                </a:solidFill>
                <a:ea typeface="+mn-lt"/>
                <a:cs typeface="Arial" panose="020B0604020202020204" pitchFamily="34" charset="0"/>
              </a:rPr>
              <a:t>Account set-up</a:t>
            </a:r>
            <a:endParaRPr lang="en-US" dirty="0">
              <a:solidFill>
                <a:schemeClr val="bg2">
                  <a:lumMod val="25000"/>
                </a:schemeClr>
              </a:solidFill>
              <a:cs typeface="Arial" panose="020B0604020202020204" pitchFamily="34" charset="0"/>
            </a:endParaRPr>
          </a:p>
        </p:txBody>
      </p:sp>
      <p:sp>
        <p:nvSpPr>
          <p:cNvPr id="21" name="TextBox 20">
            <a:extLst>
              <a:ext uri="{FF2B5EF4-FFF2-40B4-BE49-F238E27FC236}">
                <a16:creationId xmlns:a16="http://schemas.microsoft.com/office/drawing/2014/main" id="{5556FCE1-AE1F-41DB-827F-E460D8FB2E61}"/>
              </a:ext>
            </a:extLst>
          </p:cNvPr>
          <p:cNvSpPr txBox="1"/>
          <p:nvPr/>
        </p:nvSpPr>
        <p:spPr>
          <a:xfrm>
            <a:off x="5460322" y="2491374"/>
            <a:ext cx="1264097" cy="46166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2400" b="1" dirty="0">
                <a:solidFill>
                  <a:schemeClr val="accent2"/>
                </a:solidFill>
                <a:latin typeface="+mj-lt"/>
                <a:ea typeface="+mn-lt"/>
                <a:cs typeface="Arial" panose="020B0604020202020204" pitchFamily="34" charset="0"/>
              </a:rPr>
              <a:t>STEP 3</a:t>
            </a:r>
            <a:endParaRPr lang="en-AU" sz="2400" b="1" dirty="0">
              <a:solidFill>
                <a:schemeClr val="accent2"/>
              </a:solidFill>
              <a:latin typeface="+mj-lt"/>
              <a:cs typeface="Arial" panose="020B0604020202020204" pitchFamily="34" charset="0"/>
            </a:endParaRPr>
          </a:p>
        </p:txBody>
      </p:sp>
      <p:sp>
        <p:nvSpPr>
          <p:cNvPr id="22" name="TextBox 21">
            <a:extLst>
              <a:ext uri="{FF2B5EF4-FFF2-40B4-BE49-F238E27FC236}">
                <a16:creationId xmlns:a16="http://schemas.microsoft.com/office/drawing/2014/main" id="{6A03081C-E034-4E07-B8B3-E5914BB1800F}"/>
              </a:ext>
            </a:extLst>
          </p:cNvPr>
          <p:cNvSpPr txBox="1"/>
          <p:nvPr/>
        </p:nvSpPr>
        <p:spPr>
          <a:xfrm>
            <a:off x="7391403" y="4095655"/>
            <a:ext cx="2184854" cy="15388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Aft>
                <a:spcPts val="600"/>
              </a:spcAft>
              <a:buFont typeface="Arial" panose="020B0604020202020204" pitchFamily="34" charset="0"/>
              <a:buChar char="•"/>
            </a:pPr>
            <a:r>
              <a:rPr lang="en-AU" sz="1200" dirty="0">
                <a:solidFill>
                  <a:schemeClr val="bg2">
                    <a:lumMod val="25000"/>
                  </a:schemeClr>
                </a:solidFill>
                <a:ea typeface="+mn-lt"/>
                <a:cs typeface="Arial" panose="020B0604020202020204" pitchFamily="34" charset="0"/>
              </a:rPr>
              <a:t>Site safety inspections completed</a:t>
            </a:r>
            <a:endParaRPr lang="en-AU" sz="1200" dirty="0">
              <a:solidFill>
                <a:schemeClr val="bg2">
                  <a:lumMod val="25000"/>
                </a:schemeClr>
              </a:solidFill>
              <a:cs typeface="Arial" panose="020B0604020202020204" pitchFamily="34" charset="0"/>
            </a:endParaRPr>
          </a:p>
          <a:p>
            <a:pPr marL="171450" indent="-171450">
              <a:spcAft>
                <a:spcPts val="600"/>
              </a:spcAft>
              <a:buFont typeface="Arial" panose="020B0604020202020204" pitchFamily="34" charset="0"/>
              <a:buChar char="•"/>
            </a:pPr>
            <a:r>
              <a:rPr lang="en-AU" sz="1200" dirty="0">
                <a:solidFill>
                  <a:schemeClr val="bg2">
                    <a:lumMod val="25000"/>
                  </a:schemeClr>
                </a:solidFill>
                <a:cs typeface="Arial" panose="020B0604020202020204" pitchFamily="34" charset="0"/>
              </a:rPr>
              <a:t>Collections &amp; vehicle allocations scheduled</a:t>
            </a:r>
          </a:p>
          <a:p>
            <a:pPr marL="171450" indent="-171450">
              <a:spcAft>
                <a:spcPts val="600"/>
              </a:spcAft>
              <a:buFont typeface="Arial" panose="020B0604020202020204" pitchFamily="34" charset="0"/>
              <a:buChar char="•"/>
            </a:pPr>
            <a:r>
              <a:rPr lang="en-AU" sz="1200" dirty="0">
                <a:solidFill>
                  <a:schemeClr val="bg2">
                    <a:lumMod val="25000"/>
                  </a:schemeClr>
                </a:solidFill>
                <a:cs typeface="Arial" panose="020B0604020202020204" pitchFamily="34" charset="0"/>
              </a:rPr>
              <a:t>IT integration/</a:t>
            </a:r>
            <a:r>
              <a:rPr lang="en-AU" sz="1200" dirty="0" err="1">
                <a:solidFill>
                  <a:schemeClr val="bg2">
                    <a:lumMod val="25000"/>
                  </a:schemeClr>
                </a:solidFill>
                <a:cs typeface="Arial" panose="020B0604020202020204" pitchFamily="34" charset="0"/>
              </a:rPr>
              <a:t>MyTeamGE</a:t>
            </a:r>
            <a:r>
              <a:rPr lang="en-AU" sz="1200" dirty="0">
                <a:solidFill>
                  <a:schemeClr val="bg2">
                    <a:lumMod val="25000"/>
                  </a:schemeClr>
                </a:solidFill>
                <a:cs typeface="Arial" panose="020B0604020202020204" pitchFamily="34" charset="0"/>
              </a:rPr>
              <a:t> onboarding completed</a:t>
            </a:r>
          </a:p>
        </p:txBody>
      </p:sp>
      <p:sp>
        <p:nvSpPr>
          <p:cNvPr id="23" name="TextBox 22">
            <a:extLst>
              <a:ext uri="{FF2B5EF4-FFF2-40B4-BE49-F238E27FC236}">
                <a16:creationId xmlns:a16="http://schemas.microsoft.com/office/drawing/2014/main" id="{8D63A40D-D4EF-427F-8091-2148E594D13D}"/>
              </a:ext>
            </a:extLst>
          </p:cNvPr>
          <p:cNvSpPr txBox="1"/>
          <p:nvPr/>
        </p:nvSpPr>
        <p:spPr>
          <a:xfrm>
            <a:off x="7391402" y="3442510"/>
            <a:ext cx="220934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1400" b="1" dirty="0">
                <a:solidFill>
                  <a:schemeClr val="bg2">
                    <a:lumMod val="25000"/>
                  </a:schemeClr>
                </a:solidFill>
                <a:ea typeface="+mn-lt"/>
                <a:cs typeface="Arial" panose="020B0604020202020204" pitchFamily="34" charset="0"/>
              </a:rPr>
              <a:t>Operational &amp; IT readiness</a:t>
            </a:r>
            <a:endParaRPr lang="en-US" dirty="0">
              <a:solidFill>
                <a:schemeClr val="bg2">
                  <a:lumMod val="25000"/>
                </a:schemeClr>
              </a:solidFill>
              <a:cs typeface="Arial" panose="020B0604020202020204" pitchFamily="34" charset="0"/>
            </a:endParaRPr>
          </a:p>
        </p:txBody>
      </p:sp>
      <p:sp>
        <p:nvSpPr>
          <p:cNvPr id="24" name="TextBox 23">
            <a:extLst>
              <a:ext uri="{FF2B5EF4-FFF2-40B4-BE49-F238E27FC236}">
                <a16:creationId xmlns:a16="http://schemas.microsoft.com/office/drawing/2014/main" id="{934F3382-5B35-4EA8-B499-A50E23040B90}"/>
              </a:ext>
            </a:extLst>
          </p:cNvPr>
          <p:cNvSpPr txBox="1"/>
          <p:nvPr/>
        </p:nvSpPr>
        <p:spPr>
          <a:xfrm>
            <a:off x="7824438" y="2491374"/>
            <a:ext cx="1208782" cy="46166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2400" b="1" dirty="0">
                <a:solidFill>
                  <a:schemeClr val="accent2"/>
                </a:solidFill>
                <a:latin typeface="+mj-lt"/>
                <a:ea typeface="+mn-lt"/>
                <a:cs typeface="Arial" panose="020B0604020202020204" pitchFamily="34" charset="0"/>
              </a:rPr>
              <a:t>STEP 4</a:t>
            </a:r>
            <a:endParaRPr lang="en-AU" sz="2400" b="1" dirty="0">
              <a:solidFill>
                <a:schemeClr val="accent2"/>
              </a:solidFill>
              <a:latin typeface="+mj-lt"/>
              <a:cs typeface="Arial" panose="020B0604020202020204" pitchFamily="34" charset="0"/>
            </a:endParaRPr>
          </a:p>
        </p:txBody>
      </p:sp>
      <p:sp>
        <p:nvSpPr>
          <p:cNvPr id="26" name="TextBox 25">
            <a:extLst>
              <a:ext uri="{FF2B5EF4-FFF2-40B4-BE49-F238E27FC236}">
                <a16:creationId xmlns:a16="http://schemas.microsoft.com/office/drawing/2014/main" id="{D7069B5A-64BB-4A9C-A80B-40BCDF43C197}"/>
              </a:ext>
            </a:extLst>
          </p:cNvPr>
          <p:cNvSpPr txBox="1"/>
          <p:nvPr/>
        </p:nvSpPr>
        <p:spPr>
          <a:xfrm>
            <a:off x="9718671" y="4095657"/>
            <a:ext cx="2066929" cy="723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Aft>
                <a:spcPts val="600"/>
              </a:spcAft>
              <a:buFont typeface="Arial" panose="020B0604020202020204" pitchFamily="34" charset="0"/>
              <a:buChar char="•"/>
            </a:pPr>
            <a:r>
              <a:rPr lang="en-AU" sz="1200" dirty="0">
                <a:solidFill>
                  <a:schemeClr val="bg2">
                    <a:lumMod val="25000"/>
                  </a:schemeClr>
                </a:solidFill>
                <a:ea typeface="+mn-lt"/>
                <a:cs typeface="Arial" panose="020B0604020202020204" pitchFamily="34" charset="0"/>
              </a:rPr>
              <a:t>First collection completed</a:t>
            </a:r>
            <a:endParaRPr lang="en-AU" sz="1200" dirty="0">
              <a:solidFill>
                <a:schemeClr val="bg2">
                  <a:lumMod val="25000"/>
                </a:schemeClr>
              </a:solidFill>
              <a:cs typeface="Arial" panose="020B0604020202020204" pitchFamily="34" charset="0"/>
            </a:endParaRPr>
          </a:p>
          <a:p>
            <a:pPr marL="171450" indent="-171450">
              <a:spcAft>
                <a:spcPts val="600"/>
              </a:spcAft>
              <a:buFont typeface="Arial" panose="020B0604020202020204" pitchFamily="34" charset="0"/>
              <a:buChar char="•"/>
            </a:pPr>
            <a:r>
              <a:rPr lang="en-AU" sz="1200" dirty="0">
                <a:solidFill>
                  <a:schemeClr val="bg2">
                    <a:lumMod val="25000"/>
                  </a:schemeClr>
                </a:solidFill>
                <a:cs typeface="Arial" panose="020B0604020202020204" pitchFamily="34" charset="0"/>
              </a:rPr>
              <a:t>First invoice received</a:t>
            </a:r>
          </a:p>
        </p:txBody>
      </p:sp>
      <p:sp>
        <p:nvSpPr>
          <p:cNvPr id="27" name="TextBox 26">
            <a:extLst>
              <a:ext uri="{FF2B5EF4-FFF2-40B4-BE49-F238E27FC236}">
                <a16:creationId xmlns:a16="http://schemas.microsoft.com/office/drawing/2014/main" id="{7BF338D3-426F-4A71-9EE2-FF7B788584A7}"/>
              </a:ext>
            </a:extLst>
          </p:cNvPr>
          <p:cNvSpPr txBox="1"/>
          <p:nvPr/>
        </p:nvSpPr>
        <p:spPr>
          <a:xfrm>
            <a:off x="9718670" y="3442512"/>
            <a:ext cx="220934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1400" b="1" dirty="0">
                <a:solidFill>
                  <a:schemeClr val="bg2">
                    <a:lumMod val="25000"/>
                  </a:schemeClr>
                </a:solidFill>
                <a:ea typeface="+mn-lt"/>
                <a:cs typeface="Arial" panose="020B0604020202020204" pitchFamily="34" charset="0"/>
              </a:rPr>
              <a:t>Commence trade</a:t>
            </a:r>
            <a:endParaRPr lang="en-US" dirty="0">
              <a:solidFill>
                <a:schemeClr val="bg2">
                  <a:lumMod val="25000"/>
                </a:schemeClr>
              </a:solidFill>
              <a:cs typeface="Arial" panose="020B0604020202020204" pitchFamily="34" charset="0"/>
            </a:endParaRPr>
          </a:p>
        </p:txBody>
      </p:sp>
      <p:sp>
        <p:nvSpPr>
          <p:cNvPr id="28" name="TextBox 27">
            <a:extLst>
              <a:ext uri="{FF2B5EF4-FFF2-40B4-BE49-F238E27FC236}">
                <a16:creationId xmlns:a16="http://schemas.microsoft.com/office/drawing/2014/main" id="{943C0992-E513-44A0-9A94-D685CF7FDDC8}"/>
              </a:ext>
            </a:extLst>
          </p:cNvPr>
          <p:cNvSpPr txBox="1"/>
          <p:nvPr/>
        </p:nvSpPr>
        <p:spPr>
          <a:xfrm>
            <a:off x="10172428" y="2491374"/>
            <a:ext cx="1173159" cy="46166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2400" b="1" dirty="0">
                <a:solidFill>
                  <a:schemeClr val="accent2"/>
                </a:solidFill>
                <a:latin typeface="+mj-lt"/>
                <a:ea typeface="+mn-lt"/>
                <a:cs typeface="Arial" panose="020B0604020202020204" pitchFamily="34" charset="0"/>
              </a:rPr>
              <a:t>STEP 5</a:t>
            </a:r>
            <a:endParaRPr lang="en-AU" sz="2400" b="1" dirty="0">
              <a:solidFill>
                <a:schemeClr val="accent2"/>
              </a:solidFill>
              <a:latin typeface="+mj-lt"/>
              <a:cs typeface="Arial" panose="020B0604020202020204" pitchFamily="34" charset="0"/>
            </a:endParaRPr>
          </a:p>
        </p:txBody>
      </p:sp>
      <p:grpSp>
        <p:nvGrpSpPr>
          <p:cNvPr id="36" name="Graphic 91" descr="Questions">
            <a:extLst>
              <a:ext uri="{FF2B5EF4-FFF2-40B4-BE49-F238E27FC236}">
                <a16:creationId xmlns:a16="http://schemas.microsoft.com/office/drawing/2014/main" id="{021B88D2-5ECE-46E2-B05F-0E286862003A}"/>
              </a:ext>
            </a:extLst>
          </p:cNvPr>
          <p:cNvGrpSpPr/>
          <p:nvPr/>
        </p:nvGrpSpPr>
        <p:grpSpPr>
          <a:xfrm>
            <a:off x="1117831" y="1450265"/>
            <a:ext cx="779877" cy="873484"/>
            <a:chOff x="913460" y="1676811"/>
            <a:chExt cx="996395" cy="1115992"/>
          </a:xfrm>
          <a:solidFill>
            <a:schemeClr val="accent2"/>
          </a:solidFill>
        </p:grpSpPr>
        <p:sp>
          <p:nvSpPr>
            <p:cNvPr id="37" name="Freeform: Shape 36">
              <a:extLst>
                <a:ext uri="{FF2B5EF4-FFF2-40B4-BE49-F238E27FC236}">
                  <a16:creationId xmlns:a16="http://schemas.microsoft.com/office/drawing/2014/main" id="{85162ED0-666A-4F0F-8C5D-766278844216}"/>
                </a:ext>
              </a:extLst>
            </p:cNvPr>
            <p:cNvSpPr/>
            <p:nvPr/>
          </p:nvSpPr>
          <p:spPr>
            <a:xfrm>
              <a:off x="1380734" y="2257113"/>
              <a:ext cx="251019" cy="251019"/>
            </a:xfrm>
            <a:custGeom>
              <a:avLst/>
              <a:gdLst>
                <a:gd name="connsiteX0" fmla="*/ 125510 w 251019"/>
                <a:gd name="connsiteY0" fmla="*/ 27891 h 251019"/>
                <a:gd name="connsiteX1" fmla="*/ 223129 w 251019"/>
                <a:gd name="connsiteY1" fmla="*/ 125510 h 251019"/>
                <a:gd name="connsiteX2" fmla="*/ 125510 w 251019"/>
                <a:gd name="connsiteY2" fmla="*/ 223129 h 251019"/>
                <a:gd name="connsiteX3" fmla="*/ 27891 w 251019"/>
                <a:gd name="connsiteY3" fmla="*/ 125510 h 251019"/>
                <a:gd name="connsiteX4" fmla="*/ 125510 w 251019"/>
                <a:gd name="connsiteY4" fmla="*/ 27891 h 251019"/>
                <a:gd name="connsiteX5" fmla="*/ 125510 w 251019"/>
                <a:gd name="connsiteY5" fmla="*/ 0 h 251019"/>
                <a:gd name="connsiteX6" fmla="*/ 0 w 251019"/>
                <a:gd name="connsiteY6" fmla="*/ 125510 h 251019"/>
                <a:gd name="connsiteX7" fmla="*/ 125510 w 251019"/>
                <a:gd name="connsiteY7" fmla="*/ 251020 h 251019"/>
                <a:gd name="connsiteX8" fmla="*/ 251020 w 251019"/>
                <a:gd name="connsiteY8" fmla="*/ 125510 h 251019"/>
                <a:gd name="connsiteX9" fmla="*/ 125510 w 251019"/>
                <a:gd name="connsiteY9" fmla="*/ 0 h 251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1019" h="251019">
                  <a:moveTo>
                    <a:pt x="125510" y="27891"/>
                  </a:moveTo>
                  <a:cubicBezTo>
                    <a:pt x="179423" y="27891"/>
                    <a:pt x="223129" y="71596"/>
                    <a:pt x="223129" y="125510"/>
                  </a:cubicBezTo>
                  <a:cubicBezTo>
                    <a:pt x="223129" y="179423"/>
                    <a:pt x="179423" y="223129"/>
                    <a:pt x="125510" y="223129"/>
                  </a:cubicBezTo>
                  <a:cubicBezTo>
                    <a:pt x="71596" y="223129"/>
                    <a:pt x="27891" y="179423"/>
                    <a:pt x="27891" y="125510"/>
                  </a:cubicBezTo>
                  <a:cubicBezTo>
                    <a:pt x="27968" y="71629"/>
                    <a:pt x="71629" y="27968"/>
                    <a:pt x="125510" y="27891"/>
                  </a:cubicBezTo>
                  <a:moveTo>
                    <a:pt x="125510" y="0"/>
                  </a:moveTo>
                  <a:cubicBezTo>
                    <a:pt x="56192" y="0"/>
                    <a:pt x="0" y="56192"/>
                    <a:pt x="0" y="125510"/>
                  </a:cubicBezTo>
                  <a:cubicBezTo>
                    <a:pt x="0" y="194828"/>
                    <a:pt x="56192" y="251020"/>
                    <a:pt x="125510" y="251020"/>
                  </a:cubicBezTo>
                  <a:cubicBezTo>
                    <a:pt x="194828" y="251020"/>
                    <a:pt x="251020" y="194828"/>
                    <a:pt x="251020" y="125510"/>
                  </a:cubicBezTo>
                  <a:cubicBezTo>
                    <a:pt x="251020" y="56192"/>
                    <a:pt x="194828" y="0"/>
                    <a:pt x="125510" y="0"/>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38" name="Freeform: Shape 37">
              <a:extLst>
                <a:ext uri="{FF2B5EF4-FFF2-40B4-BE49-F238E27FC236}">
                  <a16:creationId xmlns:a16="http://schemas.microsoft.com/office/drawing/2014/main" id="{BA80BBAF-8005-40AA-AA36-F1366AAF69D9}"/>
                </a:ext>
              </a:extLst>
            </p:cNvPr>
            <p:cNvSpPr/>
            <p:nvPr/>
          </p:nvSpPr>
          <p:spPr>
            <a:xfrm>
              <a:off x="1254973" y="2541435"/>
              <a:ext cx="502583" cy="251368"/>
            </a:xfrm>
            <a:custGeom>
              <a:avLst/>
              <a:gdLst>
                <a:gd name="connsiteX0" fmla="*/ 502584 w 502583"/>
                <a:gd name="connsiteY0" fmla="*/ 251327 h 251368"/>
                <a:gd name="connsiteX1" fmla="*/ 474693 w 502583"/>
                <a:gd name="connsiteY1" fmla="*/ 251327 h 251368"/>
                <a:gd name="connsiteX2" fmla="*/ 474693 w 502583"/>
                <a:gd name="connsiteY2" fmla="*/ 132622 h 251368"/>
                <a:gd name="connsiteX3" fmla="*/ 456828 w 502583"/>
                <a:gd name="connsiteY3" fmla="*/ 96503 h 251368"/>
                <a:gd name="connsiteX4" fmla="*/ 345724 w 502583"/>
                <a:gd name="connsiteY4" fmla="*/ 43329 h 251368"/>
                <a:gd name="connsiteX5" fmla="*/ 250894 w 502583"/>
                <a:gd name="connsiteY5" fmla="*/ 27849 h 251368"/>
                <a:gd name="connsiteX6" fmla="*/ 158087 w 502583"/>
                <a:gd name="connsiteY6" fmla="*/ 42980 h 251368"/>
                <a:gd name="connsiteX7" fmla="*/ 45825 w 502583"/>
                <a:gd name="connsiteY7" fmla="*/ 96461 h 251368"/>
                <a:gd name="connsiteX8" fmla="*/ 27891 w 502583"/>
                <a:gd name="connsiteY8" fmla="*/ 132720 h 251368"/>
                <a:gd name="connsiteX9" fmla="*/ 27891 w 502583"/>
                <a:gd name="connsiteY9" fmla="*/ 251369 h 251368"/>
                <a:gd name="connsiteX10" fmla="*/ 0 w 502583"/>
                <a:gd name="connsiteY10" fmla="*/ 251369 h 251368"/>
                <a:gd name="connsiteX11" fmla="*/ 0 w 502583"/>
                <a:gd name="connsiteY11" fmla="*/ 132622 h 251368"/>
                <a:gd name="connsiteX12" fmla="*/ 29286 w 502583"/>
                <a:gd name="connsiteY12" fmla="*/ 74051 h 251368"/>
                <a:gd name="connsiteX13" fmla="*/ 150068 w 502583"/>
                <a:gd name="connsiteY13" fmla="*/ 16316 h 251368"/>
                <a:gd name="connsiteX14" fmla="*/ 251173 w 502583"/>
                <a:gd name="connsiteY14" fmla="*/ 0 h 251368"/>
                <a:gd name="connsiteX15" fmla="*/ 352823 w 502583"/>
                <a:gd name="connsiteY15" fmla="*/ 16414 h 251368"/>
                <a:gd name="connsiteX16" fmla="*/ 473452 w 502583"/>
                <a:gd name="connsiteY16" fmla="*/ 74190 h 251368"/>
                <a:gd name="connsiteX17" fmla="*/ 502528 w 502583"/>
                <a:gd name="connsiteY17" fmla="*/ 133013 h 251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2583" h="251368">
                  <a:moveTo>
                    <a:pt x="502584" y="251327"/>
                  </a:moveTo>
                  <a:lnTo>
                    <a:pt x="474693" y="251327"/>
                  </a:lnTo>
                  <a:lnTo>
                    <a:pt x="474693" y="132622"/>
                  </a:lnTo>
                  <a:cubicBezTo>
                    <a:pt x="475163" y="118350"/>
                    <a:pt x="468456" y="104791"/>
                    <a:pt x="456828" y="96503"/>
                  </a:cubicBezTo>
                  <a:cubicBezTo>
                    <a:pt x="424112" y="70892"/>
                    <a:pt x="386193" y="52743"/>
                    <a:pt x="345724" y="43329"/>
                  </a:cubicBezTo>
                  <a:cubicBezTo>
                    <a:pt x="314930" y="34037"/>
                    <a:pt x="283046" y="28832"/>
                    <a:pt x="250894" y="27849"/>
                  </a:cubicBezTo>
                  <a:cubicBezTo>
                    <a:pt x="219357" y="27987"/>
                    <a:pt x="188036" y="33094"/>
                    <a:pt x="158087" y="42980"/>
                  </a:cubicBezTo>
                  <a:cubicBezTo>
                    <a:pt x="117770" y="53951"/>
                    <a:pt x="79748" y="72065"/>
                    <a:pt x="45825" y="96461"/>
                  </a:cubicBezTo>
                  <a:cubicBezTo>
                    <a:pt x="34571" y="105131"/>
                    <a:pt x="27952" y="118513"/>
                    <a:pt x="27891" y="132720"/>
                  </a:cubicBezTo>
                  <a:lnTo>
                    <a:pt x="27891" y="251369"/>
                  </a:lnTo>
                  <a:lnTo>
                    <a:pt x="0" y="251369"/>
                  </a:lnTo>
                  <a:lnTo>
                    <a:pt x="0" y="132622"/>
                  </a:lnTo>
                  <a:cubicBezTo>
                    <a:pt x="163" y="109616"/>
                    <a:pt x="10979" y="87985"/>
                    <a:pt x="29286" y="74051"/>
                  </a:cubicBezTo>
                  <a:cubicBezTo>
                    <a:pt x="65771" y="47740"/>
                    <a:pt x="106679" y="28187"/>
                    <a:pt x="150068" y="16316"/>
                  </a:cubicBezTo>
                  <a:cubicBezTo>
                    <a:pt x="182702" y="5594"/>
                    <a:pt x="216823" y="87"/>
                    <a:pt x="251173" y="0"/>
                  </a:cubicBezTo>
                  <a:cubicBezTo>
                    <a:pt x="285630" y="986"/>
                    <a:pt x="319806" y="6504"/>
                    <a:pt x="352823" y="16414"/>
                  </a:cubicBezTo>
                  <a:cubicBezTo>
                    <a:pt x="396750" y="26686"/>
                    <a:pt x="437914" y="46402"/>
                    <a:pt x="473452" y="74190"/>
                  </a:cubicBezTo>
                  <a:cubicBezTo>
                    <a:pt x="492303" y="87759"/>
                    <a:pt x="503196" y="109795"/>
                    <a:pt x="502528" y="133013"/>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39" name="Freeform: Shape 38">
              <a:extLst>
                <a:ext uri="{FF2B5EF4-FFF2-40B4-BE49-F238E27FC236}">
                  <a16:creationId xmlns:a16="http://schemas.microsoft.com/office/drawing/2014/main" id="{41CFFD8C-D91C-4AFD-8943-CA5D68F67D1D}"/>
                </a:ext>
              </a:extLst>
            </p:cNvPr>
            <p:cNvSpPr/>
            <p:nvPr/>
          </p:nvSpPr>
          <p:spPr>
            <a:xfrm>
              <a:off x="1039319" y="2061527"/>
              <a:ext cx="251019" cy="251019"/>
            </a:xfrm>
            <a:custGeom>
              <a:avLst/>
              <a:gdLst>
                <a:gd name="connsiteX0" fmla="*/ 125510 w 251019"/>
                <a:gd name="connsiteY0" fmla="*/ 27891 h 251019"/>
                <a:gd name="connsiteX1" fmla="*/ 223129 w 251019"/>
                <a:gd name="connsiteY1" fmla="*/ 125510 h 251019"/>
                <a:gd name="connsiteX2" fmla="*/ 125510 w 251019"/>
                <a:gd name="connsiteY2" fmla="*/ 223129 h 251019"/>
                <a:gd name="connsiteX3" fmla="*/ 27891 w 251019"/>
                <a:gd name="connsiteY3" fmla="*/ 125510 h 251019"/>
                <a:gd name="connsiteX4" fmla="*/ 125510 w 251019"/>
                <a:gd name="connsiteY4" fmla="*/ 27891 h 251019"/>
                <a:gd name="connsiteX5" fmla="*/ 125510 w 251019"/>
                <a:gd name="connsiteY5" fmla="*/ 0 h 251019"/>
                <a:gd name="connsiteX6" fmla="*/ 0 w 251019"/>
                <a:gd name="connsiteY6" fmla="*/ 125510 h 251019"/>
                <a:gd name="connsiteX7" fmla="*/ 125510 w 251019"/>
                <a:gd name="connsiteY7" fmla="*/ 251020 h 251019"/>
                <a:gd name="connsiteX8" fmla="*/ 251020 w 251019"/>
                <a:gd name="connsiteY8" fmla="*/ 125510 h 251019"/>
                <a:gd name="connsiteX9" fmla="*/ 125510 w 251019"/>
                <a:gd name="connsiteY9" fmla="*/ 0 h 251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1019" h="251019">
                  <a:moveTo>
                    <a:pt x="125510" y="27891"/>
                  </a:moveTo>
                  <a:cubicBezTo>
                    <a:pt x="179423" y="27891"/>
                    <a:pt x="223129" y="71596"/>
                    <a:pt x="223129" y="125510"/>
                  </a:cubicBezTo>
                  <a:cubicBezTo>
                    <a:pt x="223129" y="179423"/>
                    <a:pt x="179423" y="223129"/>
                    <a:pt x="125510" y="223129"/>
                  </a:cubicBezTo>
                  <a:cubicBezTo>
                    <a:pt x="71596" y="223129"/>
                    <a:pt x="27891" y="179423"/>
                    <a:pt x="27891" y="125510"/>
                  </a:cubicBezTo>
                  <a:cubicBezTo>
                    <a:pt x="27968" y="71629"/>
                    <a:pt x="71629" y="27968"/>
                    <a:pt x="125510" y="27891"/>
                  </a:cubicBezTo>
                  <a:moveTo>
                    <a:pt x="125510" y="0"/>
                  </a:moveTo>
                  <a:cubicBezTo>
                    <a:pt x="56192" y="0"/>
                    <a:pt x="0" y="56192"/>
                    <a:pt x="0" y="125510"/>
                  </a:cubicBezTo>
                  <a:cubicBezTo>
                    <a:pt x="0" y="194828"/>
                    <a:pt x="56192" y="251020"/>
                    <a:pt x="125510" y="251020"/>
                  </a:cubicBezTo>
                  <a:cubicBezTo>
                    <a:pt x="194828" y="251020"/>
                    <a:pt x="251020" y="194828"/>
                    <a:pt x="251020" y="125510"/>
                  </a:cubicBezTo>
                  <a:cubicBezTo>
                    <a:pt x="251020" y="56192"/>
                    <a:pt x="194828" y="0"/>
                    <a:pt x="125510" y="0"/>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40" name="Freeform: Shape 39">
              <a:extLst>
                <a:ext uri="{FF2B5EF4-FFF2-40B4-BE49-F238E27FC236}">
                  <a16:creationId xmlns:a16="http://schemas.microsoft.com/office/drawing/2014/main" id="{D2087B61-8C45-4864-A88A-A216A962A390}"/>
                </a:ext>
              </a:extLst>
            </p:cNvPr>
            <p:cNvSpPr/>
            <p:nvPr/>
          </p:nvSpPr>
          <p:spPr>
            <a:xfrm>
              <a:off x="913460" y="2345821"/>
              <a:ext cx="449451" cy="251396"/>
            </a:xfrm>
            <a:custGeom>
              <a:avLst/>
              <a:gdLst>
                <a:gd name="connsiteX0" fmla="*/ 440122 w 449451"/>
                <a:gd name="connsiteY0" fmla="*/ 51515 h 251396"/>
                <a:gd name="connsiteX1" fmla="*/ 352976 w 449451"/>
                <a:gd name="connsiteY1" fmla="*/ 16428 h 251396"/>
                <a:gd name="connsiteX2" fmla="*/ 251327 w 449451"/>
                <a:gd name="connsiteY2" fmla="*/ 0 h 251396"/>
                <a:gd name="connsiteX3" fmla="*/ 150110 w 449451"/>
                <a:gd name="connsiteY3" fmla="*/ 16330 h 251396"/>
                <a:gd name="connsiteX4" fmla="*/ 29286 w 449451"/>
                <a:gd name="connsiteY4" fmla="*/ 74051 h 251396"/>
                <a:gd name="connsiteX5" fmla="*/ 0 w 449451"/>
                <a:gd name="connsiteY5" fmla="*/ 132622 h 251396"/>
                <a:gd name="connsiteX6" fmla="*/ 0 w 449451"/>
                <a:gd name="connsiteY6" fmla="*/ 251396 h 251396"/>
                <a:gd name="connsiteX7" fmla="*/ 27891 w 449451"/>
                <a:gd name="connsiteY7" fmla="*/ 251396 h 251396"/>
                <a:gd name="connsiteX8" fmla="*/ 27891 w 449451"/>
                <a:gd name="connsiteY8" fmla="*/ 132720 h 251396"/>
                <a:gd name="connsiteX9" fmla="*/ 45825 w 449451"/>
                <a:gd name="connsiteY9" fmla="*/ 96461 h 251396"/>
                <a:gd name="connsiteX10" fmla="*/ 158087 w 449451"/>
                <a:gd name="connsiteY10" fmla="*/ 42994 h 251396"/>
                <a:gd name="connsiteX11" fmla="*/ 251020 w 449451"/>
                <a:gd name="connsiteY11" fmla="*/ 27877 h 251396"/>
                <a:gd name="connsiteX12" fmla="*/ 345850 w 449451"/>
                <a:gd name="connsiteY12" fmla="*/ 43371 h 251396"/>
                <a:gd name="connsiteX13" fmla="*/ 449451 w 449451"/>
                <a:gd name="connsiteY13" fmla="*/ 91023 h 251396"/>
                <a:gd name="connsiteX14" fmla="*/ 440122 w 449451"/>
                <a:gd name="connsiteY14" fmla="*/ 51515 h 25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9451" h="251396">
                  <a:moveTo>
                    <a:pt x="440122" y="51515"/>
                  </a:moveTo>
                  <a:cubicBezTo>
                    <a:pt x="413041" y="35427"/>
                    <a:pt x="383649" y="23593"/>
                    <a:pt x="352976" y="16428"/>
                  </a:cubicBezTo>
                  <a:cubicBezTo>
                    <a:pt x="319964" y="6503"/>
                    <a:pt x="285785" y="979"/>
                    <a:pt x="251327" y="0"/>
                  </a:cubicBezTo>
                  <a:cubicBezTo>
                    <a:pt x="216938" y="78"/>
                    <a:pt x="182779" y="5589"/>
                    <a:pt x="150110" y="16330"/>
                  </a:cubicBezTo>
                  <a:cubicBezTo>
                    <a:pt x="106704" y="28181"/>
                    <a:pt x="65780" y="47731"/>
                    <a:pt x="29286" y="74051"/>
                  </a:cubicBezTo>
                  <a:cubicBezTo>
                    <a:pt x="10979" y="87985"/>
                    <a:pt x="165" y="109616"/>
                    <a:pt x="0" y="132622"/>
                  </a:cubicBezTo>
                  <a:lnTo>
                    <a:pt x="0" y="251396"/>
                  </a:lnTo>
                  <a:lnTo>
                    <a:pt x="27891" y="251396"/>
                  </a:lnTo>
                  <a:lnTo>
                    <a:pt x="27891" y="132720"/>
                  </a:lnTo>
                  <a:cubicBezTo>
                    <a:pt x="27952" y="118513"/>
                    <a:pt x="34571" y="105131"/>
                    <a:pt x="45825" y="96461"/>
                  </a:cubicBezTo>
                  <a:cubicBezTo>
                    <a:pt x="79748" y="72069"/>
                    <a:pt x="117770" y="53961"/>
                    <a:pt x="158087" y="42994"/>
                  </a:cubicBezTo>
                  <a:cubicBezTo>
                    <a:pt x="188077" y="33098"/>
                    <a:pt x="219440" y="27997"/>
                    <a:pt x="251020" y="27877"/>
                  </a:cubicBezTo>
                  <a:cubicBezTo>
                    <a:pt x="283173" y="28860"/>
                    <a:pt x="315057" y="34070"/>
                    <a:pt x="345850" y="43371"/>
                  </a:cubicBezTo>
                  <a:cubicBezTo>
                    <a:pt x="383241" y="52113"/>
                    <a:pt x="418480" y="68322"/>
                    <a:pt x="449451" y="91023"/>
                  </a:cubicBezTo>
                  <a:cubicBezTo>
                    <a:pt x="444591" y="78329"/>
                    <a:pt x="441453" y="65042"/>
                    <a:pt x="440122" y="51515"/>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41" name="Freeform: Shape 40">
              <a:extLst>
                <a:ext uri="{FF2B5EF4-FFF2-40B4-BE49-F238E27FC236}">
                  <a16:creationId xmlns:a16="http://schemas.microsoft.com/office/drawing/2014/main" id="{952EFF38-A9A5-425D-ACED-D95E099184D7}"/>
                </a:ext>
              </a:extLst>
            </p:cNvPr>
            <p:cNvSpPr/>
            <p:nvPr/>
          </p:nvSpPr>
          <p:spPr>
            <a:xfrm>
              <a:off x="1324946" y="1676811"/>
              <a:ext cx="584909" cy="536220"/>
            </a:xfrm>
            <a:custGeom>
              <a:avLst/>
              <a:gdLst>
                <a:gd name="connsiteX0" fmla="*/ 555541 w 584909"/>
                <a:gd name="connsiteY0" fmla="*/ 27891 h 536220"/>
                <a:gd name="connsiteX1" fmla="*/ 557019 w 584909"/>
                <a:gd name="connsiteY1" fmla="*/ 29439 h 536220"/>
                <a:gd name="connsiteX2" fmla="*/ 557019 w 584909"/>
                <a:gd name="connsiteY2" fmla="*/ 389081 h 536220"/>
                <a:gd name="connsiteX3" fmla="*/ 555764 w 584909"/>
                <a:gd name="connsiteY3" fmla="*/ 390615 h 536220"/>
                <a:gd name="connsiteX4" fmla="*/ 216608 w 584909"/>
                <a:gd name="connsiteY4" fmla="*/ 390615 h 536220"/>
                <a:gd name="connsiteX5" fmla="*/ 208408 w 584909"/>
                <a:gd name="connsiteY5" fmla="*/ 398982 h 536220"/>
                <a:gd name="connsiteX6" fmla="*/ 140577 w 584909"/>
                <a:gd name="connsiteY6" fmla="*/ 468013 h 536220"/>
                <a:gd name="connsiteX7" fmla="*/ 140577 w 584909"/>
                <a:gd name="connsiteY7" fmla="*/ 390587 h 536220"/>
                <a:gd name="connsiteX8" fmla="*/ 29194 w 584909"/>
                <a:gd name="connsiteY8" fmla="*/ 390587 h 536220"/>
                <a:gd name="connsiteX9" fmla="*/ 27799 w 584909"/>
                <a:gd name="connsiteY9" fmla="*/ 388635 h 536220"/>
                <a:gd name="connsiteX10" fmla="*/ 27799 w 584909"/>
                <a:gd name="connsiteY10" fmla="*/ 29286 h 536220"/>
                <a:gd name="connsiteX11" fmla="*/ 28915 w 584909"/>
                <a:gd name="connsiteY11" fmla="*/ 27891 h 536220"/>
                <a:gd name="connsiteX12" fmla="*/ 555541 w 584909"/>
                <a:gd name="connsiteY12" fmla="*/ 27891 h 536220"/>
                <a:gd name="connsiteX13" fmla="*/ 555764 w 584909"/>
                <a:gd name="connsiteY13" fmla="*/ 0 h 536220"/>
                <a:gd name="connsiteX14" fmla="*/ 29012 w 584909"/>
                <a:gd name="connsiteY14" fmla="*/ 0 h 536220"/>
                <a:gd name="connsiteX15" fmla="*/ 6 w 584909"/>
                <a:gd name="connsiteY15" fmla="*/ 29439 h 536220"/>
                <a:gd name="connsiteX16" fmla="*/ 6 w 584909"/>
                <a:gd name="connsiteY16" fmla="*/ 388635 h 536220"/>
                <a:gd name="connsiteX17" fmla="*/ 28719 w 584909"/>
                <a:gd name="connsiteY17" fmla="*/ 418478 h 536220"/>
                <a:gd name="connsiteX18" fmla="*/ 112686 w 584909"/>
                <a:gd name="connsiteY18" fmla="*/ 418478 h 536220"/>
                <a:gd name="connsiteX19" fmla="*/ 112686 w 584909"/>
                <a:gd name="connsiteY19" fmla="*/ 536220 h 536220"/>
                <a:gd name="connsiteX20" fmla="*/ 228308 w 584909"/>
                <a:gd name="connsiteY20" fmla="*/ 418478 h 536220"/>
                <a:gd name="connsiteX21" fmla="*/ 555764 w 584909"/>
                <a:gd name="connsiteY21" fmla="*/ 418478 h 536220"/>
                <a:gd name="connsiteX22" fmla="*/ 584910 w 584909"/>
                <a:gd name="connsiteY22" fmla="*/ 389053 h 536220"/>
                <a:gd name="connsiteX23" fmla="*/ 584910 w 584909"/>
                <a:gd name="connsiteY23" fmla="*/ 29439 h 536220"/>
                <a:gd name="connsiteX24" fmla="*/ 555764 w 584909"/>
                <a:gd name="connsiteY24" fmla="*/ 0 h 5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4909" h="536220">
                  <a:moveTo>
                    <a:pt x="555541" y="27891"/>
                  </a:moveTo>
                  <a:cubicBezTo>
                    <a:pt x="556372" y="27922"/>
                    <a:pt x="557027" y="28608"/>
                    <a:pt x="557019" y="29439"/>
                  </a:cubicBezTo>
                  <a:lnTo>
                    <a:pt x="557019" y="389081"/>
                  </a:lnTo>
                  <a:cubicBezTo>
                    <a:pt x="557037" y="389833"/>
                    <a:pt x="556504" y="390484"/>
                    <a:pt x="555764" y="390615"/>
                  </a:cubicBezTo>
                  <a:lnTo>
                    <a:pt x="216608" y="390615"/>
                  </a:lnTo>
                  <a:lnTo>
                    <a:pt x="208408" y="398982"/>
                  </a:lnTo>
                  <a:lnTo>
                    <a:pt x="140577" y="468013"/>
                  </a:lnTo>
                  <a:lnTo>
                    <a:pt x="140577" y="390587"/>
                  </a:lnTo>
                  <a:lnTo>
                    <a:pt x="29194" y="390587"/>
                  </a:lnTo>
                  <a:cubicBezTo>
                    <a:pt x="28538" y="390587"/>
                    <a:pt x="27799" y="389820"/>
                    <a:pt x="27799" y="388635"/>
                  </a:cubicBezTo>
                  <a:lnTo>
                    <a:pt x="27799" y="29286"/>
                  </a:lnTo>
                  <a:cubicBezTo>
                    <a:pt x="27785" y="28612"/>
                    <a:pt x="28255" y="28025"/>
                    <a:pt x="28915" y="27891"/>
                  </a:cubicBezTo>
                  <a:lnTo>
                    <a:pt x="555541" y="27891"/>
                  </a:lnTo>
                  <a:moveTo>
                    <a:pt x="555764" y="0"/>
                  </a:moveTo>
                  <a:lnTo>
                    <a:pt x="29012" y="0"/>
                  </a:lnTo>
                  <a:cubicBezTo>
                    <a:pt x="12887" y="153"/>
                    <a:pt x="-80" y="13314"/>
                    <a:pt x="6" y="29439"/>
                  </a:cubicBezTo>
                  <a:lnTo>
                    <a:pt x="6" y="388635"/>
                  </a:lnTo>
                  <a:cubicBezTo>
                    <a:pt x="-305" y="404805"/>
                    <a:pt x="12550" y="418166"/>
                    <a:pt x="28719" y="418478"/>
                  </a:cubicBezTo>
                  <a:lnTo>
                    <a:pt x="112686" y="418478"/>
                  </a:lnTo>
                  <a:lnTo>
                    <a:pt x="112686" y="536220"/>
                  </a:lnTo>
                  <a:lnTo>
                    <a:pt x="228308" y="418478"/>
                  </a:lnTo>
                  <a:lnTo>
                    <a:pt x="555764" y="418478"/>
                  </a:lnTo>
                  <a:cubicBezTo>
                    <a:pt x="571906" y="418325"/>
                    <a:pt x="584911" y="405196"/>
                    <a:pt x="584910" y="389053"/>
                  </a:cubicBezTo>
                  <a:lnTo>
                    <a:pt x="584910" y="29439"/>
                  </a:lnTo>
                  <a:cubicBezTo>
                    <a:pt x="584911" y="13294"/>
                    <a:pt x="571908" y="161"/>
                    <a:pt x="555764" y="0"/>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42" name="Freeform: Shape 41">
              <a:extLst>
                <a:ext uri="{FF2B5EF4-FFF2-40B4-BE49-F238E27FC236}">
                  <a16:creationId xmlns:a16="http://schemas.microsoft.com/office/drawing/2014/main" id="{77DAB0DA-C28B-43DA-BD1D-185032D92D02}"/>
                </a:ext>
              </a:extLst>
            </p:cNvPr>
            <p:cNvSpPr/>
            <p:nvPr/>
          </p:nvSpPr>
          <p:spPr>
            <a:xfrm flipH="1">
              <a:off x="1527544" y="1744770"/>
              <a:ext cx="174768" cy="209975"/>
            </a:xfrm>
            <a:custGeom>
              <a:avLst/>
              <a:gdLst>
                <a:gd name="connsiteX0" fmla="*/ 86261 w 174769"/>
                <a:gd name="connsiteY0" fmla="*/ 137 h 209975"/>
                <a:gd name="connsiteX1" fmla="*/ 87656 w 174769"/>
                <a:gd name="connsiteY1" fmla="*/ 137 h 209975"/>
                <a:gd name="connsiteX2" fmla="*/ 97418 w 174769"/>
                <a:gd name="connsiteY2" fmla="*/ 137 h 209975"/>
                <a:gd name="connsiteX3" fmla="*/ 174746 w 174769"/>
                <a:gd name="connsiteY3" fmla="*/ 84201 h 209975"/>
                <a:gd name="connsiteX4" fmla="*/ 174746 w 174769"/>
                <a:gd name="connsiteY4" fmla="*/ 85902 h 209975"/>
                <a:gd name="connsiteX5" fmla="*/ 146604 w 174769"/>
                <a:gd name="connsiteY5" fmla="*/ 85902 h 209975"/>
                <a:gd name="connsiteX6" fmla="*/ 146604 w 174769"/>
                <a:gd name="connsiteY6" fmla="*/ 84131 h 209975"/>
                <a:gd name="connsiteX7" fmla="*/ 146381 w 174769"/>
                <a:gd name="connsiteY7" fmla="*/ 77814 h 209975"/>
                <a:gd name="connsiteX8" fmla="*/ 91993 w 174769"/>
                <a:gd name="connsiteY8" fmla="*/ 28182 h 209975"/>
                <a:gd name="connsiteX9" fmla="*/ 87447 w 174769"/>
                <a:gd name="connsiteY9" fmla="*/ 28391 h 209975"/>
                <a:gd name="connsiteX10" fmla="*/ 85229 w 174769"/>
                <a:gd name="connsiteY10" fmla="*/ 28391 h 209975"/>
                <a:gd name="connsiteX11" fmla="*/ 28053 w 174769"/>
                <a:gd name="connsiteY11" fmla="*/ 87478 h 209975"/>
                <a:gd name="connsiteX12" fmla="*/ 87265 w 174769"/>
                <a:gd name="connsiteY12" fmla="*/ 141392 h 209975"/>
                <a:gd name="connsiteX13" fmla="*/ 101211 w 174769"/>
                <a:gd name="connsiteY13" fmla="*/ 141392 h 209975"/>
                <a:gd name="connsiteX14" fmla="*/ 101211 w 174769"/>
                <a:gd name="connsiteY14" fmla="*/ 209976 h 209975"/>
                <a:gd name="connsiteX15" fmla="*/ 73236 w 174769"/>
                <a:gd name="connsiteY15" fmla="*/ 209976 h 209975"/>
                <a:gd name="connsiteX16" fmla="*/ 73236 w 174769"/>
                <a:gd name="connsiteY16" fmla="*/ 168613 h 209975"/>
                <a:gd name="connsiteX17" fmla="*/ 68941 w 174769"/>
                <a:gd name="connsiteY17" fmla="*/ 168083 h 209975"/>
                <a:gd name="connsiteX18" fmla="*/ 50 w 174769"/>
                <a:gd name="connsiteY18" fmla="*/ 87366 h 209975"/>
                <a:gd name="connsiteX19" fmla="*/ 50 w 174769"/>
                <a:gd name="connsiteY19" fmla="*/ 85442 h 209975"/>
                <a:gd name="connsiteX20" fmla="*/ 86261 w 174769"/>
                <a:gd name="connsiteY20" fmla="*/ 137 h 209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4769" h="209975">
                  <a:moveTo>
                    <a:pt x="86261" y="137"/>
                  </a:moveTo>
                  <a:lnTo>
                    <a:pt x="87656" y="137"/>
                  </a:lnTo>
                  <a:cubicBezTo>
                    <a:pt x="90907" y="-46"/>
                    <a:pt x="94166" y="-46"/>
                    <a:pt x="97418" y="137"/>
                  </a:cubicBezTo>
                  <a:cubicBezTo>
                    <a:pt x="141613" y="2789"/>
                    <a:pt x="175786" y="39938"/>
                    <a:pt x="174746" y="84201"/>
                  </a:cubicBezTo>
                  <a:lnTo>
                    <a:pt x="174746" y="85902"/>
                  </a:lnTo>
                  <a:lnTo>
                    <a:pt x="146604" y="85902"/>
                  </a:lnTo>
                  <a:lnTo>
                    <a:pt x="146604" y="84131"/>
                  </a:lnTo>
                  <a:cubicBezTo>
                    <a:pt x="146643" y="82023"/>
                    <a:pt x="146569" y="79914"/>
                    <a:pt x="146381" y="77814"/>
                  </a:cubicBezTo>
                  <a:cubicBezTo>
                    <a:pt x="143908" y="49648"/>
                    <a:pt x="120268" y="28073"/>
                    <a:pt x="91993" y="28182"/>
                  </a:cubicBezTo>
                  <a:cubicBezTo>
                    <a:pt x="90474" y="28168"/>
                    <a:pt x="88957" y="28237"/>
                    <a:pt x="87447" y="28391"/>
                  </a:cubicBezTo>
                  <a:lnTo>
                    <a:pt x="85229" y="28391"/>
                  </a:lnTo>
                  <a:cubicBezTo>
                    <a:pt x="53136" y="28949"/>
                    <a:pt x="27556" y="55385"/>
                    <a:pt x="28053" y="87478"/>
                  </a:cubicBezTo>
                  <a:cubicBezTo>
                    <a:pt x="28053" y="119720"/>
                    <a:pt x="51844" y="141392"/>
                    <a:pt x="87265" y="141392"/>
                  </a:cubicBezTo>
                  <a:lnTo>
                    <a:pt x="101211" y="141392"/>
                  </a:lnTo>
                  <a:lnTo>
                    <a:pt x="101211" y="209976"/>
                  </a:lnTo>
                  <a:lnTo>
                    <a:pt x="73236" y="209976"/>
                  </a:lnTo>
                  <a:lnTo>
                    <a:pt x="73236" y="168613"/>
                  </a:lnTo>
                  <a:lnTo>
                    <a:pt x="68941" y="168083"/>
                  </a:lnTo>
                  <a:cubicBezTo>
                    <a:pt x="28521" y="163112"/>
                    <a:pt x="-1391" y="128065"/>
                    <a:pt x="50" y="87366"/>
                  </a:cubicBezTo>
                  <a:lnTo>
                    <a:pt x="50" y="85442"/>
                  </a:lnTo>
                  <a:cubicBezTo>
                    <a:pt x="719" y="38256"/>
                    <a:pt x="39071" y="307"/>
                    <a:pt x="86261" y="137"/>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43" name="Freeform: Shape 42">
              <a:extLst>
                <a:ext uri="{FF2B5EF4-FFF2-40B4-BE49-F238E27FC236}">
                  <a16:creationId xmlns:a16="http://schemas.microsoft.com/office/drawing/2014/main" id="{B9E89544-685C-43A1-9033-2E34B936E3D1}"/>
                </a:ext>
              </a:extLst>
            </p:cNvPr>
            <p:cNvSpPr/>
            <p:nvPr/>
          </p:nvSpPr>
          <p:spPr>
            <a:xfrm>
              <a:off x="1592019" y="1979653"/>
              <a:ext cx="45798" cy="45797"/>
            </a:xfrm>
            <a:custGeom>
              <a:avLst/>
              <a:gdLst>
                <a:gd name="connsiteX0" fmla="*/ 22903 w 45798"/>
                <a:gd name="connsiteY0" fmla="*/ 45797 h 45797"/>
                <a:gd name="connsiteX1" fmla="*/ 45799 w 45798"/>
                <a:gd name="connsiteY1" fmla="*/ 22896 h 45797"/>
                <a:gd name="connsiteX2" fmla="*/ 22899 w 45798"/>
                <a:gd name="connsiteY2" fmla="*/ 0 h 45797"/>
                <a:gd name="connsiteX3" fmla="*/ 4 w 45798"/>
                <a:gd name="connsiteY3" fmla="*/ 22578 h 45797"/>
                <a:gd name="connsiteX4" fmla="*/ 22331 w 45798"/>
                <a:gd name="connsiteY4" fmla="*/ 45797 h 45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98" h="45797">
                  <a:moveTo>
                    <a:pt x="22903" y="45797"/>
                  </a:moveTo>
                  <a:cubicBezTo>
                    <a:pt x="35550" y="45796"/>
                    <a:pt x="45800" y="35543"/>
                    <a:pt x="45799" y="22896"/>
                  </a:cubicBezTo>
                  <a:cubicBezTo>
                    <a:pt x="45797" y="10250"/>
                    <a:pt x="35545" y="-1"/>
                    <a:pt x="22899" y="0"/>
                  </a:cubicBezTo>
                  <a:cubicBezTo>
                    <a:pt x="10378" y="1"/>
                    <a:pt x="180" y="10059"/>
                    <a:pt x="4" y="22578"/>
                  </a:cubicBezTo>
                  <a:cubicBezTo>
                    <a:pt x="-237" y="35153"/>
                    <a:pt x="9756" y="45546"/>
                    <a:pt x="22331" y="45797"/>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grpSp>
      <p:grpSp>
        <p:nvGrpSpPr>
          <p:cNvPr id="44" name="Graphic 89" descr="Boardroom">
            <a:extLst>
              <a:ext uri="{FF2B5EF4-FFF2-40B4-BE49-F238E27FC236}">
                <a16:creationId xmlns:a16="http://schemas.microsoft.com/office/drawing/2014/main" id="{57BD3274-0949-4B21-8CA5-1BCEB9DBDA70}"/>
              </a:ext>
            </a:extLst>
          </p:cNvPr>
          <p:cNvGrpSpPr/>
          <p:nvPr/>
        </p:nvGrpSpPr>
        <p:grpSpPr>
          <a:xfrm>
            <a:off x="3413988" y="1642207"/>
            <a:ext cx="873928" cy="599941"/>
            <a:chOff x="3323547" y="1881530"/>
            <a:chExt cx="1031969" cy="708433"/>
          </a:xfrm>
          <a:solidFill>
            <a:schemeClr val="accent2"/>
          </a:solidFill>
        </p:grpSpPr>
        <p:sp>
          <p:nvSpPr>
            <p:cNvPr id="45" name="Freeform: Shape 44">
              <a:extLst>
                <a:ext uri="{FF2B5EF4-FFF2-40B4-BE49-F238E27FC236}">
                  <a16:creationId xmlns:a16="http://schemas.microsoft.com/office/drawing/2014/main" id="{618F4954-6DA9-4FF9-8AFF-F0B9FCD10D9C}"/>
                </a:ext>
              </a:extLst>
            </p:cNvPr>
            <p:cNvSpPr/>
            <p:nvPr/>
          </p:nvSpPr>
          <p:spPr>
            <a:xfrm>
              <a:off x="3393332" y="2037249"/>
              <a:ext cx="317743" cy="541419"/>
            </a:xfrm>
            <a:custGeom>
              <a:avLst/>
              <a:gdLst>
                <a:gd name="connsiteX0" fmla="*/ 252092 w 317743"/>
                <a:gd name="connsiteY0" fmla="*/ 251812 h 541419"/>
                <a:gd name="connsiteX1" fmla="*/ 156216 w 317743"/>
                <a:gd name="connsiteY1" fmla="*/ 251812 h 541419"/>
                <a:gd name="connsiteX2" fmla="*/ 156216 w 317743"/>
                <a:gd name="connsiteY2" fmla="*/ 156661 h 541419"/>
                <a:gd name="connsiteX3" fmla="*/ 181025 w 317743"/>
                <a:gd name="connsiteY3" fmla="*/ 163829 h 541419"/>
                <a:gd name="connsiteX4" fmla="*/ 269649 w 317743"/>
                <a:gd name="connsiteY4" fmla="*/ 163829 h 541419"/>
                <a:gd name="connsiteX5" fmla="*/ 317496 w 317743"/>
                <a:gd name="connsiteY5" fmla="*/ 122299 h 541419"/>
                <a:gd name="connsiteX6" fmla="*/ 276238 w 317743"/>
                <a:gd name="connsiteY6" fmla="*/ 71559 h 541419"/>
                <a:gd name="connsiteX7" fmla="*/ 271476 w 317743"/>
                <a:gd name="connsiteY7" fmla="*/ 71314 h 541419"/>
                <a:gd name="connsiteX8" fmla="*/ 196170 w 317743"/>
                <a:gd name="connsiteY8" fmla="*/ 71314 h 541419"/>
                <a:gd name="connsiteX9" fmla="*/ 156983 w 317743"/>
                <a:gd name="connsiteY9" fmla="*/ 42559 h 541419"/>
                <a:gd name="connsiteX10" fmla="*/ 135786 w 317743"/>
                <a:gd name="connsiteY10" fmla="*/ 24639 h 541419"/>
                <a:gd name="connsiteX11" fmla="*/ 130347 w 317743"/>
                <a:gd name="connsiteY11" fmla="*/ 19744 h 541419"/>
                <a:gd name="connsiteX12" fmla="*/ 69991 w 317743"/>
                <a:gd name="connsiteY12" fmla="*/ 471 h 541419"/>
                <a:gd name="connsiteX13" fmla="*/ 12 w 317743"/>
                <a:gd name="connsiteY13" fmla="*/ 80867 h 541419"/>
                <a:gd name="connsiteX14" fmla="*/ 12 w 317743"/>
                <a:gd name="connsiteY14" fmla="*/ 266134 h 541419"/>
                <a:gd name="connsiteX15" fmla="*/ 78581 w 317743"/>
                <a:gd name="connsiteY15" fmla="*/ 344717 h 541419"/>
                <a:gd name="connsiteX16" fmla="*/ 205862 w 317743"/>
                <a:gd name="connsiteY16" fmla="*/ 344717 h 541419"/>
                <a:gd name="connsiteX17" fmla="*/ 205862 w 317743"/>
                <a:gd name="connsiteY17" fmla="*/ 493335 h 541419"/>
                <a:gd name="connsiteX18" fmla="*/ 247378 w 317743"/>
                <a:gd name="connsiteY18" fmla="*/ 541196 h 541419"/>
                <a:gd name="connsiteX19" fmla="*/ 252008 w 317743"/>
                <a:gd name="connsiteY19" fmla="*/ 541419 h 541419"/>
                <a:gd name="connsiteX20" fmla="*/ 298377 w 317743"/>
                <a:gd name="connsiteY20" fmla="*/ 495357 h 541419"/>
                <a:gd name="connsiteX21" fmla="*/ 298377 w 317743"/>
                <a:gd name="connsiteY21" fmla="*/ 495176 h 541419"/>
                <a:gd name="connsiteX22" fmla="*/ 298377 w 317743"/>
                <a:gd name="connsiteY22" fmla="*/ 298069 h 541419"/>
                <a:gd name="connsiteX23" fmla="*/ 252092 w 317743"/>
                <a:gd name="connsiteY23" fmla="*/ 251812 h 541419"/>
                <a:gd name="connsiteX24" fmla="*/ 124058 w 317743"/>
                <a:gd name="connsiteY24" fmla="*/ 98201 h 541419"/>
                <a:gd name="connsiteX25" fmla="*/ 104555 w 317743"/>
                <a:gd name="connsiteY25" fmla="*/ 101151 h 541419"/>
                <a:gd name="connsiteX26" fmla="*/ 107504 w 317743"/>
                <a:gd name="connsiteY26" fmla="*/ 120654 h 541419"/>
                <a:gd name="connsiteX27" fmla="*/ 128423 w 317743"/>
                <a:gd name="connsiteY27" fmla="*/ 135994 h 541419"/>
                <a:gd name="connsiteX28" fmla="*/ 128423 w 317743"/>
                <a:gd name="connsiteY28" fmla="*/ 279633 h 541419"/>
                <a:gd name="connsiteX29" fmla="*/ 252189 w 317743"/>
                <a:gd name="connsiteY29" fmla="*/ 279633 h 541419"/>
                <a:gd name="connsiteX30" fmla="*/ 270486 w 317743"/>
                <a:gd name="connsiteY30" fmla="*/ 298069 h 541419"/>
                <a:gd name="connsiteX31" fmla="*/ 270486 w 317743"/>
                <a:gd name="connsiteY31" fmla="*/ 495176 h 541419"/>
                <a:gd name="connsiteX32" fmla="*/ 252154 w 317743"/>
                <a:gd name="connsiteY32" fmla="*/ 513549 h 541419"/>
                <a:gd name="connsiteX33" fmla="*/ 250181 w 317743"/>
                <a:gd name="connsiteY33" fmla="*/ 513444 h 541419"/>
                <a:gd name="connsiteX34" fmla="*/ 233781 w 317743"/>
                <a:gd name="connsiteY34" fmla="*/ 493335 h 541419"/>
                <a:gd name="connsiteX35" fmla="*/ 233781 w 317743"/>
                <a:gd name="connsiteY35" fmla="*/ 316826 h 541419"/>
                <a:gd name="connsiteX36" fmla="*/ 78581 w 317743"/>
                <a:gd name="connsiteY36" fmla="*/ 316826 h 541419"/>
                <a:gd name="connsiteX37" fmla="*/ 27903 w 317743"/>
                <a:gd name="connsiteY37" fmla="*/ 266134 h 541419"/>
                <a:gd name="connsiteX38" fmla="*/ 27903 w 317743"/>
                <a:gd name="connsiteY38" fmla="*/ 80560 h 541419"/>
                <a:gd name="connsiteX39" fmla="*/ 73226 w 317743"/>
                <a:gd name="connsiteY39" fmla="*/ 28097 h 541419"/>
                <a:gd name="connsiteX40" fmla="*/ 111772 w 317743"/>
                <a:gd name="connsiteY40" fmla="*/ 40481 h 541419"/>
                <a:gd name="connsiteX41" fmla="*/ 117085 w 317743"/>
                <a:gd name="connsiteY41" fmla="*/ 45250 h 541419"/>
                <a:gd name="connsiteX42" fmla="*/ 140485 w 317743"/>
                <a:gd name="connsiteY42" fmla="*/ 64983 h 541419"/>
                <a:gd name="connsiteX43" fmla="*/ 187064 w 317743"/>
                <a:gd name="connsiteY43" fmla="*/ 99136 h 541419"/>
                <a:gd name="connsiteX44" fmla="*/ 271490 w 317743"/>
                <a:gd name="connsiteY44" fmla="*/ 99136 h 541419"/>
                <a:gd name="connsiteX45" fmla="*/ 289849 w 317743"/>
                <a:gd name="connsiteY45" fmla="*/ 117509 h 541419"/>
                <a:gd name="connsiteX46" fmla="*/ 289745 w 317743"/>
                <a:gd name="connsiteY46" fmla="*/ 119454 h 541419"/>
                <a:gd name="connsiteX47" fmla="*/ 269649 w 317743"/>
                <a:gd name="connsiteY47" fmla="*/ 135868 h 541419"/>
                <a:gd name="connsiteX48" fmla="*/ 181053 w 317743"/>
                <a:gd name="connsiteY48" fmla="*/ 135868 h 541419"/>
                <a:gd name="connsiteX49" fmla="*/ 170134 w 317743"/>
                <a:gd name="connsiteY49" fmla="*/ 132340 h 541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43" h="541419">
                  <a:moveTo>
                    <a:pt x="252092" y="251812"/>
                  </a:moveTo>
                  <a:lnTo>
                    <a:pt x="156216" y="251812"/>
                  </a:lnTo>
                  <a:lnTo>
                    <a:pt x="156216" y="156661"/>
                  </a:lnTo>
                  <a:cubicBezTo>
                    <a:pt x="163642" y="161348"/>
                    <a:pt x="172244" y="163833"/>
                    <a:pt x="181025" y="163829"/>
                  </a:cubicBezTo>
                  <a:lnTo>
                    <a:pt x="269649" y="163829"/>
                  </a:lnTo>
                  <a:cubicBezTo>
                    <a:pt x="293820" y="164115"/>
                    <a:pt x="314381" y="146270"/>
                    <a:pt x="317496" y="122299"/>
                  </a:cubicBezTo>
                  <a:cubicBezTo>
                    <a:pt x="320115" y="96895"/>
                    <a:pt x="301643" y="74176"/>
                    <a:pt x="276238" y="71559"/>
                  </a:cubicBezTo>
                  <a:cubicBezTo>
                    <a:pt x="274656" y="71395"/>
                    <a:pt x="273066" y="71313"/>
                    <a:pt x="271476" y="71314"/>
                  </a:cubicBezTo>
                  <a:lnTo>
                    <a:pt x="196170" y="71314"/>
                  </a:lnTo>
                  <a:lnTo>
                    <a:pt x="156983" y="42559"/>
                  </a:lnTo>
                  <a:cubicBezTo>
                    <a:pt x="149614" y="36953"/>
                    <a:pt x="142540" y="30971"/>
                    <a:pt x="135786" y="24639"/>
                  </a:cubicBezTo>
                  <a:lnTo>
                    <a:pt x="130347" y="19744"/>
                  </a:lnTo>
                  <a:cubicBezTo>
                    <a:pt x="113870" y="5052"/>
                    <a:pt x="91933" y="-1953"/>
                    <a:pt x="69991" y="471"/>
                  </a:cubicBezTo>
                  <a:cubicBezTo>
                    <a:pt x="29521" y="5399"/>
                    <a:pt x="-687" y="40104"/>
                    <a:pt x="12" y="80867"/>
                  </a:cubicBezTo>
                  <a:lnTo>
                    <a:pt x="12" y="266134"/>
                  </a:lnTo>
                  <a:cubicBezTo>
                    <a:pt x="51" y="309513"/>
                    <a:pt x="35202" y="344671"/>
                    <a:pt x="78581" y="344717"/>
                  </a:cubicBezTo>
                  <a:lnTo>
                    <a:pt x="205862" y="344717"/>
                  </a:lnTo>
                  <a:lnTo>
                    <a:pt x="205862" y="493335"/>
                  </a:lnTo>
                  <a:cubicBezTo>
                    <a:pt x="205555" y="517511"/>
                    <a:pt x="223402" y="538085"/>
                    <a:pt x="247378" y="541196"/>
                  </a:cubicBezTo>
                  <a:cubicBezTo>
                    <a:pt x="248926" y="541349"/>
                    <a:pt x="250474" y="541419"/>
                    <a:pt x="252008" y="541419"/>
                  </a:cubicBezTo>
                  <a:cubicBezTo>
                    <a:pt x="277533" y="541504"/>
                    <a:pt x="298292" y="520881"/>
                    <a:pt x="298377" y="495357"/>
                  </a:cubicBezTo>
                  <a:cubicBezTo>
                    <a:pt x="298377" y="495297"/>
                    <a:pt x="298377" y="495236"/>
                    <a:pt x="298377" y="495176"/>
                  </a:cubicBezTo>
                  <a:lnTo>
                    <a:pt x="298377" y="298069"/>
                  </a:lnTo>
                  <a:cubicBezTo>
                    <a:pt x="298346" y="272524"/>
                    <a:pt x="277637" y="251827"/>
                    <a:pt x="252092" y="251812"/>
                  </a:cubicBezTo>
                  <a:close/>
                  <a:moveTo>
                    <a:pt x="124058" y="98201"/>
                  </a:moveTo>
                  <a:cubicBezTo>
                    <a:pt x="117857" y="93630"/>
                    <a:pt x="109126" y="94951"/>
                    <a:pt x="104555" y="101151"/>
                  </a:cubicBezTo>
                  <a:cubicBezTo>
                    <a:pt x="99983" y="107351"/>
                    <a:pt x="101304" y="116082"/>
                    <a:pt x="107504" y="120654"/>
                  </a:cubicBezTo>
                  <a:lnTo>
                    <a:pt x="128423" y="135994"/>
                  </a:lnTo>
                  <a:lnTo>
                    <a:pt x="128423" y="279633"/>
                  </a:lnTo>
                  <a:lnTo>
                    <a:pt x="252189" y="279633"/>
                  </a:lnTo>
                  <a:cubicBezTo>
                    <a:pt x="262329" y="279679"/>
                    <a:pt x="270517" y="287929"/>
                    <a:pt x="270486" y="298069"/>
                  </a:cubicBezTo>
                  <a:lnTo>
                    <a:pt x="270486" y="495176"/>
                  </a:lnTo>
                  <a:cubicBezTo>
                    <a:pt x="270497" y="505311"/>
                    <a:pt x="262290" y="513538"/>
                    <a:pt x="252154" y="513549"/>
                  </a:cubicBezTo>
                  <a:cubicBezTo>
                    <a:pt x="251495" y="513549"/>
                    <a:pt x="250837" y="513514"/>
                    <a:pt x="250181" y="513444"/>
                  </a:cubicBezTo>
                  <a:cubicBezTo>
                    <a:pt x="240407" y="511870"/>
                    <a:pt x="233359" y="503226"/>
                    <a:pt x="233781" y="493335"/>
                  </a:cubicBezTo>
                  <a:lnTo>
                    <a:pt x="233781" y="316826"/>
                  </a:lnTo>
                  <a:lnTo>
                    <a:pt x="78581" y="316826"/>
                  </a:lnTo>
                  <a:cubicBezTo>
                    <a:pt x="50602" y="316787"/>
                    <a:pt x="27934" y="294111"/>
                    <a:pt x="27903" y="266134"/>
                  </a:cubicBezTo>
                  <a:lnTo>
                    <a:pt x="27903" y="80560"/>
                  </a:lnTo>
                  <a:cubicBezTo>
                    <a:pt x="27359" y="54051"/>
                    <a:pt x="46919" y="31411"/>
                    <a:pt x="73226" y="28097"/>
                  </a:cubicBezTo>
                  <a:cubicBezTo>
                    <a:pt x="87250" y="26567"/>
                    <a:pt x="101262" y="31070"/>
                    <a:pt x="111772" y="40481"/>
                  </a:cubicBezTo>
                  <a:lnTo>
                    <a:pt x="117085" y="45250"/>
                  </a:lnTo>
                  <a:cubicBezTo>
                    <a:pt x="124543" y="52223"/>
                    <a:pt x="132354" y="58809"/>
                    <a:pt x="140485" y="64983"/>
                  </a:cubicBezTo>
                  <a:lnTo>
                    <a:pt x="187064" y="99136"/>
                  </a:lnTo>
                  <a:lnTo>
                    <a:pt x="271490" y="99136"/>
                  </a:lnTo>
                  <a:cubicBezTo>
                    <a:pt x="281634" y="99140"/>
                    <a:pt x="289853" y="107367"/>
                    <a:pt x="289849" y="117509"/>
                  </a:cubicBezTo>
                  <a:cubicBezTo>
                    <a:pt x="289848" y="118159"/>
                    <a:pt x="289814" y="118809"/>
                    <a:pt x="289745" y="119454"/>
                  </a:cubicBezTo>
                  <a:cubicBezTo>
                    <a:pt x="288176" y="129229"/>
                    <a:pt x="279541" y="136284"/>
                    <a:pt x="269649" y="135868"/>
                  </a:cubicBezTo>
                  <a:lnTo>
                    <a:pt x="181053" y="135868"/>
                  </a:lnTo>
                  <a:cubicBezTo>
                    <a:pt x="177134" y="135859"/>
                    <a:pt x="173317" y="134624"/>
                    <a:pt x="170134" y="132340"/>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46" name="Freeform: Shape 45">
              <a:extLst>
                <a:ext uri="{FF2B5EF4-FFF2-40B4-BE49-F238E27FC236}">
                  <a16:creationId xmlns:a16="http://schemas.microsoft.com/office/drawing/2014/main" id="{6DF4BF30-E485-4B3F-B57B-6A1AD37D5322}"/>
                </a:ext>
              </a:extLst>
            </p:cNvPr>
            <p:cNvSpPr/>
            <p:nvPr/>
          </p:nvSpPr>
          <p:spPr>
            <a:xfrm>
              <a:off x="3393344" y="1881530"/>
              <a:ext cx="139455" cy="139455"/>
            </a:xfrm>
            <a:custGeom>
              <a:avLst/>
              <a:gdLst>
                <a:gd name="connsiteX0" fmla="*/ 69728 w 139455"/>
                <a:gd name="connsiteY0" fmla="*/ 139456 h 139455"/>
                <a:gd name="connsiteX1" fmla="*/ 139456 w 139455"/>
                <a:gd name="connsiteY1" fmla="*/ 69728 h 139455"/>
                <a:gd name="connsiteX2" fmla="*/ 69728 w 139455"/>
                <a:gd name="connsiteY2" fmla="*/ 0 h 139455"/>
                <a:gd name="connsiteX3" fmla="*/ 0 w 139455"/>
                <a:gd name="connsiteY3" fmla="*/ 69728 h 139455"/>
                <a:gd name="connsiteX4" fmla="*/ 69728 w 139455"/>
                <a:gd name="connsiteY4" fmla="*/ 139456 h 139455"/>
                <a:gd name="connsiteX5" fmla="*/ 69728 w 139455"/>
                <a:gd name="connsiteY5" fmla="*/ 27891 h 139455"/>
                <a:gd name="connsiteX6" fmla="*/ 111564 w 139455"/>
                <a:gd name="connsiteY6" fmla="*/ 69728 h 139455"/>
                <a:gd name="connsiteX7" fmla="*/ 69728 w 139455"/>
                <a:gd name="connsiteY7" fmla="*/ 111564 h 139455"/>
                <a:gd name="connsiteX8" fmla="*/ 27891 w 139455"/>
                <a:gd name="connsiteY8" fmla="*/ 69728 h 139455"/>
                <a:gd name="connsiteX9" fmla="*/ 69728 w 139455"/>
                <a:gd name="connsiteY9" fmla="*/ 27891 h 13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455" h="139455">
                  <a:moveTo>
                    <a:pt x="69728" y="139456"/>
                  </a:moveTo>
                  <a:cubicBezTo>
                    <a:pt x="108237" y="139456"/>
                    <a:pt x="139456" y="108237"/>
                    <a:pt x="139456" y="69728"/>
                  </a:cubicBezTo>
                  <a:cubicBezTo>
                    <a:pt x="139456" y="31219"/>
                    <a:pt x="108237" y="0"/>
                    <a:pt x="69728" y="0"/>
                  </a:cubicBezTo>
                  <a:cubicBezTo>
                    <a:pt x="31219" y="0"/>
                    <a:pt x="0" y="31219"/>
                    <a:pt x="0" y="69728"/>
                  </a:cubicBezTo>
                  <a:cubicBezTo>
                    <a:pt x="0" y="108237"/>
                    <a:pt x="31219" y="139456"/>
                    <a:pt x="69728" y="139456"/>
                  </a:cubicBezTo>
                  <a:close/>
                  <a:moveTo>
                    <a:pt x="69728" y="27891"/>
                  </a:moveTo>
                  <a:cubicBezTo>
                    <a:pt x="92834" y="27891"/>
                    <a:pt x="111564" y="46621"/>
                    <a:pt x="111564" y="69728"/>
                  </a:cubicBezTo>
                  <a:cubicBezTo>
                    <a:pt x="111564" y="92834"/>
                    <a:pt x="92834" y="111564"/>
                    <a:pt x="69728" y="111564"/>
                  </a:cubicBezTo>
                  <a:cubicBezTo>
                    <a:pt x="46621" y="111564"/>
                    <a:pt x="27891" y="92834"/>
                    <a:pt x="27891" y="69728"/>
                  </a:cubicBezTo>
                  <a:cubicBezTo>
                    <a:pt x="27891" y="46621"/>
                    <a:pt x="46621" y="27891"/>
                    <a:pt x="69728" y="27891"/>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47" name="Freeform: Shape 46">
              <a:extLst>
                <a:ext uri="{FF2B5EF4-FFF2-40B4-BE49-F238E27FC236}">
                  <a16:creationId xmlns:a16="http://schemas.microsoft.com/office/drawing/2014/main" id="{6B4EBC6C-BD12-4B6D-9619-E366F4D81E69}"/>
                </a:ext>
              </a:extLst>
            </p:cNvPr>
            <p:cNvSpPr/>
            <p:nvPr/>
          </p:nvSpPr>
          <p:spPr>
            <a:xfrm>
              <a:off x="3323547" y="2115815"/>
              <a:ext cx="251019" cy="474148"/>
            </a:xfrm>
            <a:custGeom>
              <a:avLst/>
              <a:gdLst>
                <a:gd name="connsiteX0" fmla="*/ 237074 w 251019"/>
                <a:gd name="connsiteY0" fmla="*/ 306802 h 474148"/>
                <a:gd name="connsiteX1" fmla="*/ 139456 w 251019"/>
                <a:gd name="connsiteY1" fmla="*/ 306802 h 474148"/>
                <a:gd name="connsiteX2" fmla="*/ 27891 w 251019"/>
                <a:gd name="connsiteY2" fmla="*/ 195238 h 474148"/>
                <a:gd name="connsiteX3" fmla="*/ 27891 w 251019"/>
                <a:gd name="connsiteY3" fmla="*/ 13946 h 474148"/>
                <a:gd name="connsiteX4" fmla="*/ 13946 w 251019"/>
                <a:gd name="connsiteY4" fmla="*/ 0 h 474148"/>
                <a:gd name="connsiteX5" fmla="*/ 0 w 251019"/>
                <a:gd name="connsiteY5" fmla="*/ 13946 h 474148"/>
                <a:gd name="connsiteX6" fmla="*/ 0 w 251019"/>
                <a:gd name="connsiteY6" fmla="*/ 195238 h 474148"/>
                <a:gd name="connsiteX7" fmla="*/ 111564 w 251019"/>
                <a:gd name="connsiteY7" fmla="*/ 331904 h 474148"/>
                <a:gd name="connsiteX8" fmla="*/ 111564 w 251019"/>
                <a:gd name="connsiteY8" fmla="*/ 446258 h 474148"/>
                <a:gd name="connsiteX9" fmla="*/ 41837 w 251019"/>
                <a:gd name="connsiteY9" fmla="*/ 446258 h 474148"/>
                <a:gd name="connsiteX10" fmla="*/ 41837 w 251019"/>
                <a:gd name="connsiteY10" fmla="*/ 474149 h 474148"/>
                <a:gd name="connsiteX11" fmla="*/ 209183 w 251019"/>
                <a:gd name="connsiteY11" fmla="*/ 474149 h 474148"/>
                <a:gd name="connsiteX12" fmla="*/ 209183 w 251019"/>
                <a:gd name="connsiteY12" fmla="*/ 446258 h 474148"/>
                <a:gd name="connsiteX13" fmla="*/ 139456 w 251019"/>
                <a:gd name="connsiteY13" fmla="*/ 446258 h 474148"/>
                <a:gd name="connsiteX14" fmla="*/ 139456 w 251019"/>
                <a:gd name="connsiteY14" fmla="*/ 334693 h 474148"/>
                <a:gd name="connsiteX15" fmla="*/ 237074 w 251019"/>
                <a:gd name="connsiteY15" fmla="*/ 334693 h 474148"/>
                <a:gd name="connsiteX16" fmla="*/ 251020 w 251019"/>
                <a:gd name="connsiteY16" fmla="*/ 320748 h 474148"/>
                <a:gd name="connsiteX17" fmla="*/ 237074 w 251019"/>
                <a:gd name="connsiteY17" fmla="*/ 306802 h 47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1019" h="474148">
                  <a:moveTo>
                    <a:pt x="237074" y="306802"/>
                  </a:moveTo>
                  <a:lnTo>
                    <a:pt x="139456" y="306802"/>
                  </a:lnTo>
                  <a:cubicBezTo>
                    <a:pt x="77869" y="306732"/>
                    <a:pt x="27961" y="256824"/>
                    <a:pt x="27891" y="195238"/>
                  </a:cubicBezTo>
                  <a:lnTo>
                    <a:pt x="27891" y="13946"/>
                  </a:lnTo>
                  <a:cubicBezTo>
                    <a:pt x="27891" y="6243"/>
                    <a:pt x="21648" y="0"/>
                    <a:pt x="13946" y="0"/>
                  </a:cubicBezTo>
                  <a:cubicBezTo>
                    <a:pt x="6243" y="0"/>
                    <a:pt x="0" y="6243"/>
                    <a:pt x="0" y="13946"/>
                  </a:cubicBezTo>
                  <a:lnTo>
                    <a:pt x="0" y="195238"/>
                  </a:lnTo>
                  <a:cubicBezTo>
                    <a:pt x="73" y="261486"/>
                    <a:pt x="46672" y="318569"/>
                    <a:pt x="111564" y="331904"/>
                  </a:cubicBezTo>
                  <a:lnTo>
                    <a:pt x="111564" y="446258"/>
                  </a:lnTo>
                  <a:lnTo>
                    <a:pt x="41837" y="446258"/>
                  </a:lnTo>
                  <a:lnTo>
                    <a:pt x="41837" y="474149"/>
                  </a:lnTo>
                  <a:lnTo>
                    <a:pt x="209183" y="474149"/>
                  </a:lnTo>
                  <a:lnTo>
                    <a:pt x="209183" y="446258"/>
                  </a:lnTo>
                  <a:lnTo>
                    <a:pt x="139456" y="446258"/>
                  </a:lnTo>
                  <a:lnTo>
                    <a:pt x="139456" y="334693"/>
                  </a:lnTo>
                  <a:lnTo>
                    <a:pt x="237074" y="334693"/>
                  </a:lnTo>
                  <a:cubicBezTo>
                    <a:pt x="244777" y="334693"/>
                    <a:pt x="251020" y="328450"/>
                    <a:pt x="251020" y="320748"/>
                  </a:cubicBezTo>
                  <a:cubicBezTo>
                    <a:pt x="251020" y="313046"/>
                    <a:pt x="244777" y="306802"/>
                    <a:pt x="237074" y="306802"/>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48" name="Freeform: Shape 47">
              <a:extLst>
                <a:ext uri="{FF2B5EF4-FFF2-40B4-BE49-F238E27FC236}">
                  <a16:creationId xmlns:a16="http://schemas.microsoft.com/office/drawing/2014/main" id="{8C2550BE-D671-43DF-A290-7726F90E09B9}"/>
                </a:ext>
              </a:extLst>
            </p:cNvPr>
            <p:cNvSpPr/>
            <p:nvPr/>
          </p:nvSpPr>
          <p:spPr>
            <a:xfrm>
              <a:off x="3588512" y="2227379"/>
              <a:ext cx="502039" cy="362584"/>
            </a:xfrm>
            <a:custGeom>
              <a:avLst/>
              <a:gdLst>
                <a:gd name="connsiteX0" fmla="*/ 264966 w 502039"/>
                <a:gd name="connsiteY0" fmla="*/ 27891 h 362584"/>
                <a:gd name="connsiteX1" fmla="*/ 488094 w 502039"/>
                <a:gd name="connsiteY1" fmla="*/ 27891 h 362584"/>
                <a:gd name="connsiteX2" fmla="*/ 502040 w 502039"/>
                <a:gd name="connsiteY2" fmla="*/ 13946 h 362584"/>
                <a:gd name="connsiteX3" fmla="*/ 488094 w 502039"/>
                <a:gd name="connsiteY3" fmla="*/ 0 h 362584"/>
                <a:gd name="connsiteX4" fmla="*/ 13946 w 502039"/>
                <a:gd name="connsiteY4" fmla="*/ 0 h 362584"/>
                <a:gd name="connsiteX5" fmla="*/ 0 w 502039"/>
                <a:gd name="connsiteY5" fmla="*/ 13946 h 362584"/>
                <a:gd name="connsiteX6" fmla="*/ 13946 w 502039"/>
                <a:gd name="connsiteY6" fmla="*/ 27891 h 362584"/>
                <a:gd name="connsiteX7" fmla="*/ 237074 w 502039"/>
                <a:gd name="connsiteY7" fmla="*/ 27891 h 362584"/>
                <a:gd name="connsiteX8" fmla="*/ 237074 w 502039"/>
                <a:gd name="connsiteY8" fmla="*/ 334693 h 362584"/>
                <a:gd name="connsiteX9" fmla="*/ 139456 w 502039"/>
                <a:gd name="connsiteY9" fmla="*/ 334693 h 362584"/>
                <a:gd name="connsiteX10" fmla="*/ 139456 w 502039"/>
                <a:gd name="connsiteY10" fmla="*/ 362584 h 362584"/>
                <a:gd name="connsiteX11" fmla="*/ 362584 w 502039"/>
                <a:gd name="connsiteY11" fmla="*/ 362584 h 362584"/>
                <a:gd name="connsiteX12" fmla="*/ 362584 w 502039"/>
                <a:gd name="connsiteY12" fmla="*/ 334693 h 362584"/>
                <a:gd name="connsiteX13" fmla="*/ 264966 w 502039"/>
                <a:gd name="connsiteY13" fmla="*/ 334693 h 362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2039" h="362584">
                  <a:moveTo>
                    <a:pt x="264966" y="27891"/>
                  </a:moveTo>
                  <a:lnTo>
                    <a:pt x="488094" y="27891"/>
                  </a:lnTo>
                  <a:cubicBezTo>
                    <a:pt x="495796" y="27891"/>
                    <a:pt x="502040" y="21648"/>
                    <a:pt x="502040" y="13946"/>
                  </a:cubicBezTo>
                  <a:cubicBezTo>
                    <a:pt x="502040" y="6243"/>
                    <a:pt x="495796" y="0"/>
                    <a:pt x="488094" y="0"/>
                  </a:cubicBezTo>
                  <a:lnTo>
                    <a:pt x="13946" y="0"/>
                  </a:lnTo>
                  <a:cubicBezTo>
                    <a:pt x="6243" y="0"/>
                    <a:pt x="0" y="6243"/>
                    <a:pt x="0" y="13946"/>
                  </a:cubicBezTo>
                  <a:cubicBezTo>
                    <a:pt x="0" y="21648"/>
                    <a:pt x="6243" y="27891"/>
                    <a:pt x="13946" y="27891"/>
                  </a:cubicBezTo>
                  <a:lnTo>
                    <a:pt x="237074" y="27891"/>
                  </a:lnTo>
                  <a:lnTo>
                    <a:pt x="237074" y="334693"/>
                  </a:lnTo>
                  <a:lnTo>
                    <a:pt x="139456" y="334693"/>
                  </a:lnTo>
                  <a:lnTo>
                    <a:pt x="139456" y="362584"/>
                  </a:lnTo>
                  <a:lnTo>
                    <a:pt x="362584" y="362584"/>
                  </a:lnTo>
                  <a:lnTo>
                    <a:pt x="362584" y="334693"/>
                  </a:lnTo>
                  <a:lnTo>
                    <a:pt x="264966" y="334693"/>
                  </a:ln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49" name="Freeform: Shape 48">
              <a:extLst>
                <a:ext uri="{FF2B5EF4-FFF2-40B4-BE49-F238E27FC236}">
                  <a16:creationId xmlns:a16="http://schemas.microsoft.com/office/drawing/2014/main" id="{2CB6BF6E-D3A2-422C-8B69-E5AEDF31AEEA}"/>
                </a:ext>
              </a:extLst>
            </p:cNvPr>
            <p:cNvSpPr/>
            <p:nvPr/>
          </p:nvSpPr>
          <p:spPr>
            <a:xfrm>
              <a:off x="3968036" y="2037178"/>
              <a:ext cx="317767" cy="541489"/>
            </a:xfrm>
            <a:custGeom>
              <a:avLst/>
              <a:gdLst>
                <a:gd name="connsiteX0" fmla="*/ 317754 w 317767"/>
                <a:gd name="connsiteY0" fmla="*/ 266205 h 541489"/>
                <a:gd name="connsiteX1" fmla="*/ 317754 w 317767"/>
                <a:gd name="connsiteY1" fmla="*/ 81119 h 541489"/>
                <a:gd name="connsiteX2" fmla="*/ 247566 w 317767"/>
                <a:gd name="connsiteY2" fmla="*/ 444 h 541489"/>
                <a:gd name="connsiteX3" fmla="*/ 187405 w 317767"/>
                <a:gd name="connsiteY3" fmla="*/ 19731 h 541489"/>
                <a:gd name="connsiteX4" fmla="*/ 181966 w 317767"/>
                <a:gd name="connsiteY4" fmla="*/ 24640 h 541489"/>
                <a:gd name="connsiteX5" fmla="*/ 160768 w 317767"/>
                <a:gd name="connsiteY5" fmla="*/ 42560 h 541489"/>
                <a:gd name="connsiteX6" fmla="*/ 121568 w 317767"/>
                <a:gd name="connsiteY6" fmla="*/ 71316 h 541489"/>
                <a:gd name="connsiteX7" fmla="*/ 46262 w 317767"/>
                <a:gd name="connsiteY7" fmla="*/ 71316 h 541489"/>
                <a:gd name="connsiteX8" fmla="*/ 0 w 317767"/>
                <a:gd name="connsiteY8" fmla="*/ 117597 h 541489"/>
                <a:gd name="connsiteX9" fmla="*/ 241 w 317767"/>
                <a:gd name="connsiteY9" fmla="*/ 122301 h 541489"/>
                <a:gd name="connsiteX10" fmla="*/ 48102 w 317767"/>
                <a:gd name="connsiteY10" fmla="*/ 163830 h 541489"/>
                <a:gd name="connsiteX11" fmla="*/ 136740 w 317767"/>
                <a:gd name="connsiteY11" fmla="*/ 163830 h 541489"/>
                <a:gd name="connsiteX12" fmla="*/ 161563 w 317767"/>
                <a:gd name="connsiteY12" fmla="*/ 156732 h 541489"/>
                <a:gd name="connsiteX13" fmla="*/ 161563 w 317767"/>
                <a:gd name="connsiteY13" fmla="*/ 251952 h 541489"/>
                <a:gd name="connsiteX14" fmla="*/ 65716 w 317767"/>
                <a:gd name="connsiteY14" fmla="*/ 251952 h 541489"/>
                <a:gd name="connsiteX15" fmla="*/ 19444 w 317767"/>
                <a:gd name="connsiteY15" fmla="*/ 298210 h 541489"/>
                <a:gd name="connsiteX16" fmla="*/ 19444 w 317767"/>
                <a:gd name="connsiteY16" fmla="*/ 495246 h 541489"/>
                <a:gd name="connsiteX17" fmla="*/ 65660 w 317767"/>
                <a:gd name="connsiteY17" fmla="*/ 541490 h 541489"/>
                <a:gd name="connsiteX18" fmla="*/ 65799 w 317767"/>
                <a:gd name="connsiteY18" fmla="*/ 541490 h 541489"/>
                <a:gd name="connsiteX19" fmla="*/ 70429 w 317767"/>
                <a:gd name="connsiteY19" fmla="*/ 541267 h 541489"/>
                <a:gd name="connsiteX20" fmla="*/ 111945 w 317767"/>
                <a:gd name="connsiteY20" fmla="*/ 493406 h 541489"/>
                <a:gd name="connsiteX21" fmla="*/ 111945 w 317767"/>
                <a:gd name="connsiteY21" fmla="*/ 344788 h 541489"/>
                <a:gd name="connsiteX22" fmla="*/ 239226 w 317767"/>
                <a:gd name="connsiteY22" fmla="*/ 344788 h 541489"/>
                <a:gd name="connsiteX23" fmla="*/ 317754 w 317767"/>
                <a:gd name="connsiteY23" fmla="*/ 266205 h 541489"/>
                <a:gd name="connsiteX24" fmla="*/ 147618 w 317767"/>
                <a:gd name="connsiteY24" fmla="*/ 132411 h 541489"/>
                <a:gd name="connsiteX25" fmla="*/ 136712 w 317767"/>
                <a:gd name="connsiteY25" fmla="*/ 135939 h 541489"/>
                <a:gd name="connsiteX26" fmla="*/ 48158 w 317767"/>
                <a:gd name="connsiteY26" fmla="*/ 135939 h 541489"/>
                <a:gd name="connsiteX27" fmla="*/ 28049 w 317767"/>
                <a:gd name="connsiteY27" fmla="*/ 119525 h 541489"/>
                <a:gd name="connsiteX28" fmla="*/ 44358 w 317767"/>
                <a:gd name="connsiteY28" fmla="*/ 99311 h 541489"/>
                <a:gd name="connsiteX29" fmla="*/ 46317 w 317767"/>
                <a:gd name="connsiteY29" fmla="*/ 99207 h 541489"/>
                <a:gd name="connsiteX30" fmla="*/ 130744 w 317767"/>
                <a:gd name="connsiteY30" fmla="*/ 99207 h 541489"/>
                <a:gd name="connsiteX31" fmla="*/ 177322 w 317767"/>
                <a:gd name="connsiteY31" fmla="*/ 65054 h 541489"/>
                <a:gd name="connsiteX32" fmla="*/ 200709 w 317767"/>
                <a:gd name="connsiteY32" fmla="*/ 45321 h 541489"/>
                <a:gd name="connsiteX33" fmla="*/ 206036 w 317767"/>
                <a:gd name="connsiteY33" fmla="*/ 40538 h 541489"/>
                <a:gd name="connsiteX34" fmla="*/ 244372 w 317767"/>
                <a:gd name="connsiteY34" fmla="*/ 28140 h 541489"/>
                <a:gd name="connsiteX35" fmla="*/ 289863 w 317767"/>
                <a:gd name="connsiteY35" fmla="*/ 80868 h 541489"/>
                <a:gd name="connsiteX36" fmla="*/ 289863 w 317767"/>
                <a:gd name="connsiteY36" fmla="*/ 266205 h 541489"/>
                <a:gd name="connsiteX37" fmla="*/ 239184 w 317767"/>
                <a:gd name="connsiteY37" fmla="*/ 316897 h 541489"/>
                <a:gd name="connsiteX38" fmla="*/ 84054 w 317767"/>
                <a:gd name="connsiteY38" fmla="*/ 316897 h 541489"/>
                <a:gd name="connsiteX39" fmla="*/ 84054 w 317767"/>
                <a:gd name="connsiteY39" fmla="*/ 493406 h 541489"/>
                <a:gd name="connsiteX40" fmla="*/ 67640 w 317767"/>
                <a:gd name="connsiteY40" fmla="*/ 513515 h 541489"/>
                <a:gd name="connsiteX41" fmla="*/ 53388 w 317767"/>
                <a:gd name="connsiteY41" fmla="*/ 508871 h 541489"/>
                <a:gd name="connsiteX42" fmla="*/ 47335 w 317767"/>
                <a:gd name="connsiteY42" fmla="*/ 495246 h 541489"/>
                <a:gd name="connsiteX43" fmla="*/ 47335 w 317767"/>
                <a:gd name="connsiteY43" fmla="*/ 298140 h 541489"/>
                <a:gd name="connsiteX44" fmla="*/ 65716 w 317767"/>
                <a:gd name="connsiteY44" fmla="*/ 279774 h 541489"/>
                <a:gd name="connsiteX45" fmla="*/ 189455 w 317767"/>
                <a:gd name="connsiteY45" fmla="*/ 279774 h 541489"/>
                <a:gd name="connsiteX46" fmla="*/ 189455 w 317767"/>
                <a:gd name="connsiteY46" fmla="*/ 136135 h 541489"/>
                <a:gd name="connsiteX47" fmla="*/ 210373 w 317767"/>
                <a:gd name="connsiteY47" fmla="*/ 120794 h 541489"/>
                <a:gd name="connsiteX48" fmla="*/ 213315 w 317767"/>
                <a:gd name="connsiteY48" fmla="*/ 101285 h 541489"/>
                <a:gd name="connsiteX49" fmla="*/ 193806 w 317767"/>
                <a:gd name="connsiteY49" fmla="*/ 98342 h 54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67" h="541489">
                  <a:moveTo>
                    <a:pt x="317754" y="266205"/>
                  </a:moveTo>
                  <a:lnTo>
                    <a:pt x="317754" y="81119"/>
                  </a:lnTo>
                  <a:cubicBezTo>
                    <a:pt x="318521" y="40203"/>
                    <a:pt x="288195" y="5346"/>
                    <a:pt x="247566" y="444"/>
                  </a:cubicBezTo>
                  <a:cubicBezTo>
                    <a:pt x="225689" y="-1900"/>
                    <a:pt x="203841" y="5105"/>
                    <a:pt x="187405" y="19731"/>
                  </a:cubicBezTo>
                  <a:lnTo>
                    <a:pt x="181966" y="24640"/>
                  </a:lnTo>
                  <a:cubicBezTo>
                    <a:pt x="175209" y="30970"/>
                    <a:pt x="168135" y="36951"/>
                    <a:pt x="160768" y="42560"/>
                  </a:cubicBezTo>
                  <a:lnTo>
                    <a:pt x="121568" y="71316"/>
                  </a:lnTo>
                  <a:lnTo>
                    <a:pt x="46262" y="71316"/>
                  </a:lnTo>
                  <a:cubicBezTo>
                    <a:pt x="20706" y="71321"/>
                    <a:pt x="-6" y="92043"/>
                    <a:pt x="0" y="117597"/>
                  </a:cubicBezTo>
                  <a:cubicBezTo>
                    <a:pt x="1" y="119168"/>
                    <a:pt x="81" y="120737"/>
                    <a:pt x="241" y="122301"/>
                  </a:cubicBezTo>
                  <a:cubicBezTo>
                    <a:pt x="3364" y="146273"/>
                    <a:pt x="23929" y="164118"/>
                    <a:pt x="48102" y="163830"/>
                  </a:cubicBezTo>
                  <a:lnTo>
                    <a:pt x="136740" y="163830"/>
                  </a:lnTo>
                  <a:cubicBezTo>
                    <a:pt x="145519" y="163857"/>
                    <a:pt x="154126" y="161395"/>
                    <a:pt x="161563" y="156732"/>
                  </a:cubicBezTo>
                  <a:lnTo>
                    <a:pt x="161563" y="251952"/>
                  </a:lnTo>
                  <a:lnTo>
                    <a:pt x="65716" y="251952"/>
                  </a:lnTo>
                  <a:cubicBezTo>
                    <a:pt x="40179" y="251983"/>
                    <a:pt x="19483" y="272673"/>
                    <a:pt x="19444" y="298210"/>
                  </a:cubicBezTo>
                  <a:lnTo>
                    <a:pt x="19444" y="495246"/>
                  </a:lnTo>
                  <a:cubicBezTo>
                    <a:pt x="19436" y="520778"/>
                    <a:pt x="40128" y="541483"/>
                    <a:pt x="65660" y="541490"/>
                  </a:cubicBezTo>
                  <a:cubicBezTo>
                    <a:pt x="65706" y="541490"/>
                    <a:pt x="65753" y="541490"/>
                    <a:pt x="65799" y="541490"/>
                  </a:cubicBezTo>
                  <a:cubicBezTo>
                    <a:pt x="67333" y="541490"/>
                    <a:pt x="68867" y="541490"/>
                    <a:pt x="70429" y="541267"/>
                  </a:cubicBezTo>
                  <a:cubicBezTo>
                    <a:pt x="94403" y="538150"/>
                    <a:pt x="112246" y="517579"/>
                    <a:pt x="111945" y="493406"/>
                  </a:cubicBezTo>
                  <a:lnTo>
                    <a:pt x="111945" y="344788"/>
                  </a:lnTo>
                  <a:lnTo>
                    <a:pt x="239226" y="344788"/>
                  </a:lnTo>
                  <a:cubicBezTo>
                    <a:pt x="282589" y="344718"/>
                    <a:pt x="317716" y="309567"/>
                    <a:pt x="317754" y="266205"/>
                  </a:cubicBezTo>
                  <a:close/>
                  <a:moveTo>
                    <a:pt x="147618" y="132411"/>
                  </a:moveTo>
                  <a:cubicBezTo>
                    <a:pt x="144438" y="134693"/>
                    <a:pt x="140626" y="135925"/>
                    <a:pt x="136712" y="135939"/>
                  </a:cubicBezTo>
                  <a:lnTo>
                    <a:pt x="48158" y="135939"/>
                  </a:lnTo>
                  <a:cubicBezTo>
                    <a:pt x="38272" y="136330"/>
                    <a:pt x="29647" y="129289"/>
                    <a:pt x="28049" y="119525"/>
                  </a:cubicBezTo>
                  <a:cubicBezTo>
                    <a:pt x="26971" y="109440"/>
                    <a:pt x="34273" y="100389"/>
                    <a:pt x="44358" y="99311"/>
                  </a:cubicBezTo>
                  <a:cubicBezTo>
                    <a:pt x="45009" y="99242"/>
                    <a:pt x="45663" y="99207"/>
                    <a:pt x="46317" y="99207"/>
                  </a:cubicBezTo>
                  <a:lnTo>
                    <a:pt x="130744" y="99207"/>
                  </a:lnTo>
                  <a:lnTo>
                    <a:pt x="177322" y="65054"/>
                  </a:lnTo>
                  <a:cubicBezTo>
                    <a:pt x="185452" y="58885"/>
                    <a:pt x="193259" y="52298"/>
                    <a:pt x="200709" y="45321"/>
                  </a:cubicBezTo>
                  <a:lnTo>
                    <a:pt x="206036" y="40538"/>
                  </a:lnTo>
                  <a:cubicBezTo>
                    <a:pt x="216489" y="31175"/>
                    <a:pt x="230415" y="26670"/>
                    <a:pt x="244372" y="28140"/>
                  </a:cubicBezTo>
                  <a:cubicBezTo>
                    <a:pt x="270823" y="31434"/>
                    <a:pt x="290482" y="54221"/>
                    <a:pt x="289863" y="80868"/>
                  </a:cubicBezTo>
                  <a:lnTo>
                    <a:pt x="289863" y="266205"/>
                  </a:lnTo>
                  <a:cubicBezTo>
                    <a:pt x="289832" y="294184"/>
                    <a:pt x="267163" y="316858"/>
                    <a:pt x="239184" y="316897"/>
                  </a:cubicBezTo>
                  <a:lnTo>
                    <a:pt x="84054" y="316897"/>
                  </a:lnTo>
                  <a:lnTo>
                    <a:pt x="84054" y="493406"/>
                  </a:lnTo>
                  <a:cubicBezTo>
                    <a:pt x="84477" y="503301"/>
                    <a:pt x="77420" y="511946"/>
                    <a:pt x="67640" y="513515"/>
                  </a:cubicBezTo>
                  <a:cubicBezTo>
                    <a:pt x="62440" y="514115"/>
                    <a:pt x="57237" y="512419"/>
                    <a:pt x="53388" y="508871"/>
                  </a:cubicBezTo>
                  <a:cubicBezTo>
                    <a:pt x="49518" y="505402"/>
                    <a:pt x="47314" y="500444"/>
                    <a:pt x="47335" y="495246"/>
                  </a:cubicBezTo>
                  <a:lnTo>
                    <a:pt x="47335" y="298140"/>
                  </a:lnTo>
                  <a:cubicBezTo>
                    <a:pt x="47351" y="287997"/>
                    <a:pt x="55573" y="279782"/>
                    <a:pt x="65716" y="279774"/>
                  </a:cubicBezTo>
                  <a:lnTo>
                    <a:pt x="189455" y="279774"/>
                  </a:lnTo>
                  <a:lnTo>
                    <a:pt x="189455" y="136135"/>
                  </a:lnTo>
                  <a:lnTo>
                    <a:pt x="210373" y="120794"/>
                  </a:lnTo>
                  <a:cubicBezTo>
                    <a:pt x="216573" y="116219"/>
                    <a:pt x="217891" y="107485"/>
                    <a:pt x="213315" y="101285"/>
                  </a:cubicBezTo>
                  <a:cubicBezTo>
                    <a:pt x="208740" y="95084"/>
                    <a:pt x="200006" y="93767"/>
                    <a:pt x="193806" y="98342"/>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A582C7CE-E8E3-433C-86BD-B1D4E5CC1606}"/>
                </a:ext>
              </a:extLst>
            </p:cNvPr>
            <p:cNvSpPr/>
            <p:nvPr/>
          </p:nvSpPr>
          <p:spPr>
            <a:xfrm>
              <a:off x="4146334" y="1881530"/>
              <a:ext cx="139455" cy="139455"/>
            </a:xfrm>
            <a:custGeom>
              <a:avLst/>
              <a:gdLst>
                <a:gd name="connsiteX0" fmla="*/ 69728 w 139455"/>
                <a:gd name="connsiteY0" fmla="*/ 139456 h 139455"/>
                <a:gd name="connsiteX1" fmla="*/ 139456 w 139455"/>
                <a:gd name="connsiteY1" fmla="*/ 69728 h 139455"/>
                <a:gd name="connsiteX2" fmla="*/ 69728 w 139455"/>
                <a:gd name="connsiteY2" fmla="*/ 0 h 139455"/>
                <a:gd name="connsiteX3" fmla="*/ 0 w 139455"/>
                <a:gd name="connsiteY3" fmla="*/ 69728 h 139455"/>
                <a:gd name="connsiteX4" fmla="*/ 69728 w 139455"/>
                <a:gd name="connsiteY4" fmla="*/ 139456 h 139455"/>
                <a:gd name="connsiteX5" fmla="*/ 69728 w 139455"/>
                <a:gd name="connsiteY5" fmla="*/ 27891 h 139455"/>
                <a:gd name="connsiteX6" fmla="*/ 111564 w 139455"/>
                <a:gd name="connsiteY6" fmla="*/ 69728 h 139455"/>
                <a:gd name="connsiteX7" fmla="*/ 69728 w 139455"/>
                <a:gd name="connsiteY7" fmla="*/ 111564 h 139455"/>
                <a:gd name="connsiteX8" fmla="*/ 27891 w 139455"/>
                <a:gd name="connsiteY8" fmla="*/ 69728 h 139455"/>
                <a:gd name="connsiteX9" fmla="*/ 69728 w 139455"/>
                <a:gd name="connsiteY9" fmla="*/ 27891 h 13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455" h="139455">
                  <a:moveTo>
                    <a:pt x="69728" y="139456"/>
                  </a:moveTo>
                  <a:cubicBezTo>
                    <a:pt x="108237" y="139456"/>
                    <a:pt x="139456" y="108237"/>
                    <a:pt x="139456" y="69728"/>
                  </a:cubicBezTo>
                  <a:cubicBezTo>
                    <a:pt x="139456" y="31219"/>
                    <a:pt x="108237" y="0"/>
                    <a:pt x="69728" y="0"/>
                  </a:cubicBezTo>
                  <a:cubicBezTo>
                    <a:pt x="31219" y="0"/>
                    <a:pt x="0" y="31219"/>
                    <a:pt x="0" y="69728"/>
                  </a:cubicBezTo>
                  <a:cubicBezTo>
                    <a:pt x="0" y="108237"/>
                    <a:pt x="31219" y="139456"/>
                    <a:pt x="69728" y="139456"/>
                  </a:cubicBezTo>
                  <a:close/>
                  <a:moveTo>
                    <a:pt x="69728" y="27891"/>
                  </a:moveTo>
                  <a:cubicBezTo>
                    <a:pt x="92834" y="27891"/>
                    <a:pt x="111564" y="46621"/>
                    <a:pt x="111564" y="69728"/>
                  </a:cubicBezTo>
                  <a:cubicBezTo>
                    <a:pt x="111564" y="92834"/>
                    <a:pt x="92834" y="111564"/>
                    <a:pt x="69728" y="111564"/>
                  </a:cubicBezTo>
                  <a:cubicBezTo>
                    <a:pt x="46621" y="111564"/>
                    <a:pt x="27891" y="92834"/>
                    <a:pt x="27891" y="69728"/>
                  </a:cubicBezTo>
                  <a:cubicBezTo>
                    <a:pt x="27891" y="46621"/>
                    <a:pt x="46621" y="27891"/>
                    <a:pt x="69728" y="27891"/>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51" name="Freeform: Shape 50">
              <a:extLst>
                <a:ext uri="{FF2B5EF4-FFF2-40B4-BE49-F238E27FC236}">
                  <a16:creationId xmlns:a16="http://schemas.microsoft.com/office/drawing/2014/main" id="{8F4B4CD0-B51A-4730-9C4F-52519FC34A57}"/>
                </a:ext>
              </a:extLst>
            </p:cNvPr>
            <p:cNvSpPr/>
            <p:nvPr/>
          </p:nvSpPr>
          <p:spPr>
            <a:xfrm>
              <a:off x="4104497" y="2115815"/>
              <a:ext cx="251019" cy="474148"/>
            </a:xfrm>
            <a:custGeom>
              <a:avLst/>
              <a:gdLst>
                <a:gd name="connsiteX0" fmla="*/ 237074 w 251019"/>
                <a:gd name="connsiteY0" fmla="*/ 0 h 474148"/>
                <a:gd name="connsiteX1" fmla="*/ 223129 w 251019"/>
                <a:gd name="connsiteY1" fmla="*/ 13946 h 474148"/>
                <a:gd name="connsiteX2" fmla="*/ 223129 w 251019"/>
                <a:gd name="connsiteY2" fmla="*/ 195238 h 474148"/>
                <a:gd name="connsiteX3" fmla="*/ 111564 w 251019"/>
                <a:gd name="connsiteY3" fmla="*/ 306802 h 474148"/>
                <a:gd name="connsiteX4" fmla="*/ 13946 w 251019"/>
                <a:gd name="connsiteY4" fmla="*/ 306802 h 474148"/>
                <a:gd name="connsiteX5" fmla="*/ 0 w 251019"/>
                <a:gd name="connsiteY5" fmla="*/ 320748 h 474148"/>
                <a:gd name="connsiteX6" fmla="*/ 13946 w 251019"/>
                <a:gd name="connsiteY6" fmla="*/ 334693 h 474148"/>
                <a:gd name="connsiteX7" fmla="*/ 111564 w 251019"/>
                <a:gd name="connsiteY7" fmla="*/ 334693 h 474148"/>
                <a:gd name="connsiteX8" fmla="*/ 111564 w 251019"/>
                <a:gd name="connsiteY8" fmla="*/ 446258 h 474148"/>
                <a:gd name="connsiteX9" fmla="*/ 41837 w 251019"/>
                <a:gd name="connsiteY9" fmla="*/ 446258 h 474148"/>
                <a:gd name="connsiteX10" fmla="*/ 41837 w 251019"/>
                <a:gd name="connsiteY10" fmla="*/ 474149 h 474148"/>
                <a:gd name="connsiteX11" fmla="*/ 209183 w 251019"/>
                <a:gd name="connsiteY11" fmla="*/ 474149 h 474148"/>
                <a:gd name="connsiteX12" fmla="*/ 209183 w 251019"/>
                <a:gd name="connsiteY12" fmla="*/ 446258 h 474148"/>
                <a:gd name="connsiteX13" fmla="*/ 139456 w 251019"/>
                <a:gd name="connsiteY13" fmla="*/ 446258 h 474148"/>
                <a:gd name="connsiteX14" fmla="*/ 139456 w 251019"/>
                <a:gd name="connsiteY14" fmla="*/ 331904 h 474148"/>
                <a:gd name="connsiteX15" fmla="*/ 251020 w 251019"/>
                <a:gd name="connsiteY15" fmla="*/ 195238 h 474148"/>
                <a:gd name="connsiteX16" fmla="*/ 251020 w 251019"/>
                <a:gd name="connsiteY16" fmla="*/ 13946 h 474148"/>
                <a:gd name="connsiteX17" fmla="*/ 237074 w 251019"/>
                <a:gd name="connsiteY17" fmla="*/ 0 h 47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1019" h="474148">
                  <a:moveTo>
                    <a:pt x="237074" y="0"/>
                  </a:moveTo>
                  <a:cubicBezTo>
                    <a:pt x="229372" y="0"/>
                    <a:pt x="223129" y="6243"/>
                    <a:pt x="223129" y="13946"/>
                  </a:cubicBezTo>
                  <a:lnTo>
                    <a:pt x="223129" y="195238"/>
                  </a:lnTo>
                  <a:cubicBezTo>
                    <a:pt x="223059" y="256824"/>
                    <a:pt x="173151" y="306732"/>
                    <a:pt x="111564" y="306802"/>
                  </a:cubicBezTo>
                  <a:lnTo>
                    <a:pt x="13946" y="306802"/>
                  </a:lnTo>
                  <a:cubicBezTo>
                    <a:pt x="6243" y="306802"/>
                    <a:pt x="0" y="313046"/>
                    <a:pt x="0" y="320748"/>
                  </a:cubicBezTo>
                  <a:cubicBezTo>
                    <a:pt x="0" y="328450"/>
                    <a:pt x="6243" y="334693"/>
                    <a:pt x="13946" y="334693"/>
                  </a:cubicBezTo>
                  <a:lnTo>
                    <a:pt x="111564" y="334693"/>
                  </a:lnTo>
                  <a:lnTo>
                    <a:pt x="111564" y="446258"/>
                  </a:lnTo>
                  <a:lnTo>
                    <a:pt x="41837" y="446258"/>
                  </a:lnTo>
                  <a:lnTo>
                    <a:pt x="41837" y="474149"/>
                  </a:lnTo>
                  <a:lnTo>
                    <a:pt x="209183" y="474149"/>
                  </a:lnTo>
                  <a:lnTo>
                    <a:pt x="209183" y="446258"/>
                  </a:lnTo>
                  <a:lnTo>
                    <a:pt x="139456" y="446258"/>
                  </a:lnTo>
                  <a:lnTo>
                    <a:pt x="139456" y="331904"/>
                  </a:lnTo>
                  <a:cubicBezTo>
                    <a:pt x="204344" y="318565"/>
                    <a:pt x="250942" y="261483"/>
                    <a:pt x="251020" y="195238"/>
                  </a:cubicBezTo>
                  <a:lnTo>
                    <a:pt x="251020" y="13946"/>
                  </a:lnTo>
                  <a:cubicBezTo>
                    <a:pt x="251020" y="6243"/>
                    <a:pt x="244777" y="0"/>
                    <a:pt x="237074" y="0"/>
                  </a:cubicBezTo>
                  <a:close/>
                </a:path>
              </a:pathLst>
            </a:custGeom>
            <a:grpFill/>
            <a:ln w="635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grpSp>
      <p:pic>
        <p:nvPicPr>
          <p:cNvPr id="52" name="Graphic 1" descr="Folder Search outline">
            <a:extLst>
              <a:ext uri="{FF2B5EF4-FFF2-40B4-BE49-F238E27FC236}">
                <a16:creationId xmlns:a16="http://schemas.microsoft.com/office/drawing/2014/main" id="{7518F0FB-BC17-4BEF-9CA7-CC08B6390B2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613060" y="1469905"/>
            <a:ext cx="1007983" cy="1007983"/>
          </a:xfrm>
          <a:prstGeom prst="rect">
            <a:avLst/>
          </a:prstGeom>
        </p:spPr>
      </p:pic>
      <p:pic>
        <p:nvPicPr>
          <p:cNvPr id="53" name="Graphic 1" descr="Checklist with solid fill">
            <a:extLst>
              <a:ext uri="{FF2B5EF4-FFF2-40B4-BE49-F238E27FC236}">
                <a16:creationId xmlns:a16="http://schemas.microsoft.com/office/drawing/2014/main" id="{38C359D4-A642-4A71-A710-8983C0E96B0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971629" y="1507768"/>
            <a:ext cx="914400" cy="914400"/>
          </a:xfrm>
          <a:prstGeom prst="rect">
            <a:avLst/>
          </a:prstGeom>
        </p:spPr>
      </p:pic>
      <p:grpSp>
        <p:nvGrpSpPr>
          <p:cNvPr id="54" name="Graphic 125" descr="Arrow circle">
            <a:extLst>
              <a:ext uri="{FF2B5EF4-FFF2-40B4-BE49-F238E27FC236}">
                <a16:creationId xmlns:a16="http://schemas.microsoft.com/office/drawing/2014/main" id="{98E3EB60-ECB3-4BE2-A63C-6C2C8DC8061F}"/>
              </a:ext>
            </a:extLst>
          </p:cNvPr>
          <p:cNvGrpSpPr/>
          <p:nvPr/>
        </p:nvGrpSpPr>
        <p:grpSpPr>
          <a:xfrm>
            <a:off x="10313000" y="1589955"/>
            <a:ext cx="806361" cy="784133"/>
            <a:chOff x="10441650" y="1645714"/>
            <a:chExt cx="903488" cy="876681"/>
          </a:xfrm>
          <a:solidFill>
            <a:schemeClr val="accent2"/>
          </a:solidFill>
        </p:grpSpPr>
        <p:sp>
          <p:nvSpPr>
            <p:cNvPr id="55" name="Freeform: Shape 54">
              <a:extLst>
                <a:ext uri="{FF2B5EF4-FFF2-40B4-BE49-F238E27FC236}">
                  <a16:creationId xmlns:a16="http://schemas.microsoft.com/office/drawing/2014/main" id="{8B47A693-03E9-4CF5-ADA0-B857789C1531}"/>
                </a:ext>
              </a:extLst>
            </p:cNvPr>
            <p:cNvSpPr/>
            <p:nvPr/>
          </p:nvSpPr>
          <p:spPr>
            <a:xfrm>
              <a:off x="10978082" y="1887432"/>
              <a:ext cx="367056" cy="634963"/>
            </a:xfrm>
            <a:custGeom>
              <a:avLst/>
              <a:gdLst>
                <a:gd name="connsiteX0" fmla="*/ 367056 w 367056"/>
                <a:gd name="connsiteY0" fmla="*/ 162503 h 634963"/>
                <a:gd name="connsiteX1" fmla="*/ 336766 w 367056"/>
                <a:gd name="connsiteY1" fmla="*/ 8641 h 634963"/>
                <a:gd name="connsiteX2" fmla="*/ 318553 w 367056"/>
                <a:gd name="connsiteY2" fmla="*/ 1055 h 634963"/>
                <a:gd name="connsiteX3" fmla="*/ 310967 w 367056"/>
                <a:gd name="connsiteY3" fmla="*/ 19268 h 634963"/>
                <a:gd name="connsiteX4" fmla="*/ 105407 w 367056"/>
                <a:gd name="connsiteY4" fmla="*/ 510849 h 634963"/>
                <a:gd name="connsiteX5" fmla="*/ 41288 w 367056"/>
                <a:gd name="connsiteY5" fmla="*/ 530693 h 634963"/>
                <a:gd name="connsiteX6" fmla="*/ 41121 w 367056"/>
                <a:gd name="connsiteY6" fmla="*/ 530484 h 634963"/>
                <a:gd name="connsiteX7" fmla="*/ 96736 w 367056"/>
                <a:gd name="connsiteY7" fmla="*/ 432168 h 634963"/>
                <a:gd name="connsiteX8" fmla="*/ 92817 w 367056"/>
                <a:gd name="connsiteY8" fmla="*/ 412839 h 634963"/>
                <a:gd name="connsiteX9" fmla="*/ 73488 w 367056"/>
                <a:gd name="connsiteY9" fmla="*/ 416758 h 634963"/>
                <a:gd name="connsiteX10" fmla="*/ 72498 w 367056"/>
                <a:gd name="connsiteY10" fmla="*/ 418515 h 634963"/>
                <a:gd name="connsiteX11" fmla="*/ 1808 w 367056"/>
                <a:gd name="connsiteY11" fmla="*/ 543509 h 634963"/>
                <a:gd name="connsiteX12" fmla="*/ 7085 w 367056"/>
                <a:gd name="connsiteY12" fmla="*/ 562513 h 634963"/>
                <a:gd name="connsiteX13" fmla="*/ 7094 w 367056"/>
                <a:gd name="connsiteY13" fmla="*/ 562517 h 634963"/>
                <a:gd name="connsiteX14" fmla="*/ 131850 w 367056"/>
                <a:gd name="connsiteY14" fmla="*/ 633068 h 634963"/>
                <a:gd name="connsiteX15" fmla="*/ 150920 w 367056"/>
                <a:gd name="connsiteY15" fmla="*/ 628033 h 634963"/>
                <a:gd name="connsiteX16" fmla="*/ 145885 w 367056"/>
                <a:gd name="connsiteY16" fmla="*/ 608965 h 634963"/>
                <a:gd name="connsiteX17" fmla="*/ 145573 w 367056"/>
                <a:gd name="connsiteY17" fmla="*/ 608788 h 634963"/>
                <a:gd name="connsiteX18" fmla="*/ 53783 w 367056"/>
                <a:gd name="connsiteY18" fmla="*/ 556883 h 634963"/>
                <a:gd name="connsiteX19" fmla="*/ 53783 w 367056"/>
                <a:gd name="connsiteY19" fmla="*/ 556632 h 634963"/>
                <a:gd name="connsiteX20" fmla="*/ 367056 w 367056"/>
                <a:gd name="connsiteY20" fmla="*/ 162503 h 63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7056" h="634963">
                  <a:moveTo>
                    <a:pt x="367056" y="162503"/>
                  </a:moveTo>
                  <a:cubicBezTo>
                    <a:pt x="367150" y="109726"/>
                    <a:pt x="356856" y="57445"/>
                    <a:pt x="336766" y="8641"/>
                  </a:cubicBezTo>
                  <a:cubicBezTo>
                    <a:pt x="333832" y="1517"/>
                    <a:pt x="325678" y="-1879"/>
                    <a:pt x="318553" y="1055"/>
                  </a:cubicBezTo>
                  <a:cubicBezTo>
                    <a:pt x="311429" y="3989"/>
                    <a:pt x="308033" y="12143"/>
                    <a:pt x="310967" y="19268"/>
                  </a:cubicBezTo>
                  <a:cubicBezTo>
                    <a:pt x="389949" y="211778"/>
                    <a:pt x="297917" y="431867"/>
                    <a:pt x="105407" y="510849"/>
                  </a:cubicBezTo>
                  <a:cubicBezTo>
                    <a:pt x="84667" y="519358"/>
                    <a:pt x="63209" y="525999"/>
                    <a:pt x="41288" y="530693"/>
                  </a:cubicBezTo>
                  <a:cubicBezTo>
                    <a:pt x="41107" y="530693"/>
                    <a:pt x="41037" y="530693"/>
                    <a:pt x="41121" y="530484"/>
                  </a:cubicBezTo>
                  <a:lnTo>
                    <a:pt x="96736" y="432168"/>
                  </a:lnTo>
                  <a:cubicBezTo>
                    <a:pt x="100990" y="425749"/>
                    <a:pt x="99236" y="417094"/>
                    <a:pt x="92817" y="412839"/>
                  </a:cubicBezTo>
                  <a:cubicBezTo>
                    <a:pt x="86398" y="408583"/>
                    <a:pt x="77743" y="410339"/>
                    <a:pt x="73488" y="416758"/>
                  </a:cubicBezTo>
                  <a:cubicBezTo>
                    <a:pt x="73116" y="417319"/>
                    <a:pt x="72785" y="417906"/>
                    <a:pt x="72498" y="418515"/>
                  </a:cubicBezTo>
                  <a:lnTo>
                    <a:pt x="1808" y="543509"/>
                  </a:lnTo>
                  <a:cubicBezTo>
                    <a:pt x="-1982" y="550214"/>
                    <a:pt x="380" y="558722"/>
                    <a:pt x="7085" y="562513"/>
                  </a:cubicBezTo>
                  <a:cubicBezTo>
                    <a:pt x="7088" y="562514"/>
                    <a:pt x="7091" y="562515"/>
                    <a:pt x="7094" y="562517"/>
                  </a:cubicBezTo>
                  <a:lnTo>
                    <a:pt x="131850" y="633068"/>
                  </a:lnTo>
                  <a:cubicBezTo>
                    <a:pt x="138507" y="636943"/>
                    <a:pt x="147044" y="634689"/>
                    <a:pt x="150920" y="628033"/>
                  </a:cubicBezTo>
                  <a:cubicBezTo>
                    <a:pt x="154795" y="621378"/>
                    <a:pt x="152541" y="612841"/>
                    <a:pt x="145885" y="608965"/>
                  </a:cubicBezTo>
                  <a:cubicBezTo>
                    <a:pt x="145782" y="608905"/>
                    <a:pt x="145677" y="608845"/>
                    <a:pt x="145573" y="608788"/>
                  </a:cubicBezTo>
                  <a:lnTo>
                    <a:pt x="53783" y="556883"/>
                  </a:lnTo>
                  <a:cubicBezTo>
                    <a:pt x="53616" y="556785"/>
                    <a:pt x="53644" y="556674"/>
                    <a:pt x="53783" y="556632"/>
                  </a:cubicBezTo>
                  <a:cubicBezTo>
                    <a:pt x="236867" y="513636"/>
                    <a:pt x="366483" y="350567"/>
                    <a:pt x="367056" y="162503"/>
                  </a:cubicBezTo>
                  <a:close/>
                </a:path>
              </a:pathLst>
            </a:custGeom>
            <a:grpFill/>
            <a:ln w="1270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BC71D4ED-3BEA-4884-A6B0-A72962A70316}"/>
                </a:ext>
              </a:extLst>
            </p:cNvPr>
            <p:cNvSpPr/>
            <p:nvPr/>
          </p:nvSpPr>
          <p:spPr>
            <a:xfrm>
              <a:off x="10441650" y="1886535"/>
              <a:ext cx="461230" cy="564362"/>
            </a:xfrm>
            <a:custGeom>
              <a:avLst/>
              <a:gdLst>
                <a:gd name="connsiteX0" fmla="*/ 449045 w 461230"/>
                <a:gd name="connsiteY0" fmla="*/ 536555 h 564362"/>
                <a:gd name="connsiteX1" fmla="*/ 310900 w 461230"/>
                <a:gd name="connsiteY1" fmla="*/ 489363 h 564362"/>
                <a:gd name="connsiteX2" fmla="*/ 140876 w 461230"/>
                <a:gd name="connsiteY2" fmla="*/ 47610 h 564362"/>
                <a:gd name="connsiteX3" fmla="*/ 141127 w 461230"/>
                <a:gd name="connsiteY3" fmla="*/ 47610 h 564362"/>
                <a:gd name="connsiteX4" fmla="*/ 198234 w 461230"/>
                <a:gd name="connsiteY4" fmla="*/ 144894 h 564362"/>
                <a:gd name="connsiteX5" fmla="*/ 217333 w 461230"/>
                <a:gd name="connsiteY5" fmla="*/ 149837 h 564362"/>
                <a:gd name="connsiteX6" fmla="*/ 222276 w 461230"/>
                <a:gd name="connsiteY6" fmla="*/ 130739 h 564362"/>
                <a:gd name="connsiteX7" fmla="*/ 149592 w 461230"/>
                <a:gd name="connsiteY7" fmla="*/ 6889 h 564362"/>
                <a:gd name="connsiteX8" fmla="*/ 130506 w 461230"/>
                <a:gd name="connsiteY8" fmla="*/ 1921 h 564362"/>
                <a:gd name="connsiteX9" fmla="*/ 130501 w 461230"/>
                <a:gd name="connsiteY9" fmla="*/ 1924 h 564362"/>
                <a:gd name="connsiteX10" fmla="*/ 6887 w 461230"/>
                <a:gd name="connsiteY10" fmla="*/ 74441 h 564362"/>
                <a:gd name="connsiteX11" fmla="*/ 1923 w 461230"/>
                <a:gd name="connsiteY11" fmla="*/ 93532 h 564362"/>
                <a:gd name="connsiteX12" fmla="*/ 21014 w 461230"/>
                <a:gd name="connsiteY12" fmla="*/ 98497 h 564362"/>
                <a:gd name="connsiteX13" fmla="*/ 112134 w 461230"/>
                <a:gd name="connsiteY13" fmla="*/ 45016 h 564362"/>
                <a:gd name="connsiteX14" fmla="*/ 112329 w 461230"/>
                <a:gd name="connsiteY14" fmla="*/ 45169 h 564362"/>
                <a:gd name="connsiteX15" fmla="*/ 381533 w 461230"/>
                <a:gd name="connsiteY15" fmla="*/ 550305 h 564362"/>
                <a:gd name="connsiteX16" fmla="*/ 445335 w 461230"/>
                <a:gd name="connsiteY16" fmla="*/ 564237 h 564362"/>
                <a:gd name="connsiteX17" fmla="*/ 447218 w 461230"/>
                <a:gd name="connsiteY17" fmla="*/ 564362 h 564362"/>
                <a:gd name="connsiteX18" fmla="*/ 461230 w 461230"/>
                <a:gd name="connsiteY18" fmla="*/ 550485 h 564362"/>
                <a:gd name="connsiteX19" fmla="*/ 449045 w 461230"/>
                <a:gd name="connsiteY19" fmla="*/ 536583 h 56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61230" h="564362">
                  <a:moveTo>
                    <a:pt x="449045" y="536555"/>
                  </a:moveTo>
                  <a:cubicBezTo>
                    <a:pt x="400344" y="530048"/>
                    <a:pt x="353403" y="514012"/>
                    <a:pt x="310900" y="489363"/>
                  </a:cubicBezTo>
                  <a:cubicBezTo>
                    <a:pt x="157632" y="400215"/>
                    <a:pt x="86928" y="216513"/>
                    <a:pt x="140876" y="47610"/>
                  </a:cubicBezTo>
                  <a:cubicBezTo>
                    <a:pt x="140876" y="47442"/>
                    <a:pt x="141043" y="47428"/>
                    <a:pt x="141127" y="47610"/>
                  </a:cubicBezTo>
                  <a:lnTo>
                    <a:pt x="198234" y="144894"/>
                  </a:lnTo>
                  <a:cubicBezTo>
                    <a:pt x="202143" y="151533"/>
                    <a:pt x="210693" y="153746"/>
                    <a:pt x="217333" y="149837"/>
                  </a:cubicBezTo>
                  <a:cubicBezTo>
                    <a:pt x="223972" y="145929"/>
                    <a:pt x="226185" y="137379"/>
                    <a:pt x="222276" y="130739"/>
                  </a:cubicBezTo>
                  <a:lnTo>
                    <a:pt x="149592" y="6889"/>
                  </a:lnTo>
                  <a:cubicBezTo>
                    <a:pt x="145693" y="246"/>
                    <a:pt x="137148" y="-1978"/>
                    <a:pt x="130506" y="1921"/>
                  </a:cubicBezTo>
                  <a:cubicBezTo>
                    <a:pt x="130505" y="1921"/>
                    <a:pt x="130502" y="1923"/>
                    <a:pt x="130501" y="1924"/>
                  </a:cubicBezTo>
                  <a:lnTo>
                    <a:pt x="6887" y="74441"/>
                  </a:lnTo>
                  <a:cubicBezTo>
                    <a:pt x="245" y="78341"/>
                    <a:pt x="-1978" y="86890"/>
                    <a:pt x="1923" y="93532"/>
                  </a:cubicBezTo>
                  <a:cubicBezTo>
                    <a:pt x="5823" y="100175"/>
                    <a:pt x="14372" y="102398"/>
                    <a:pt x="21014" y="98497"/>
                  </a:cubicBezTo>
                  <a:lnTo>
                    <a:pt x="112134" y="45016"/>
                  </a:lnTo>
                  <a:cubicBezTo>
                    <a:pt x="112302" y="44918"/>
                    <a:pt x="112385" y="45016"/>
                    <a:pt x="112329" y="45169"/>
                  </a:cubicBezTo>
                  <a:cubicBezTo>
                    <a:pt x="47179" y="258996"/>
                    <a:pt x="167704" y="485154"/>
                    <a:pt x="381533" y="550305"/>
                  </a:cubicBezTo>
                  <a:cubicBezTo>
                    <a:pt x="402390" y="556660"/>
                    <a:pt x="423727" y="561319"/>
                    <a:pt x="445335" y="564237"/>
                  </a:cubicBezTo>
                  <a:cubicBezTo>
                    <a:pt x="445959" y="564320"/>
                    <a:pt x="446589" y="564362"/>
                    <a:pt x="447218" y="564362"/>
                  </a:cubicBezTo>
                  <a:cubicBezTo>
                    <a:pt x="454920" y="564400"/>
                    <a:pt x="461194" y="558186"/>
                    <a:pt x="461230" y="550485"/>
                  </a:cubicBezTo>
                  <a:cubicBezTo>
                    <a:pt x="461265" y="543437"/>
                    <a:pt x="456036" y="537472"/>
                    <a:pt x="449045" y="536583"/>
                  </a:cubicBezTo>
                  <a:close/>
                </a:path>
              </a:pathLst>
            </a:custGeom>
            <a:grpFill/>
            <a:ln w="1270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sp>
          <p:nvSpPr>
            <p:cNvPr id="57" name="Freeform: Shape 56">
              <a:extLst>
                <a:ext uri="{FF2B5EF4-FFF2-40B4-BE49-F238E27FC236}">
                  <a16:creationId xmlns:a16="http://schemas.microsoft.com/office/drawing/2014/main" id="{CD3D5F49-A677-4AF2-A175-B064766F62AA}"/>
                </a:ext>
              </a:extLst>
            </p:cNvPr>
            <p:cNvSpPr/>
            <p:nvPr/>
          </p:nvSpPr>
          <p:spPr>
            <a:xfrm>
              <a:off x="10617641" y="1645714"/>
              <a:ext cx="647477" cy="180101"/>
            </a:xfrm>
            <a:custGeom>
              <a:avLst/>
              <a:gdLst>
                <a:gd name="connsiteX0" fmla="*/ 602057 w 647477"/>
                <a:gd name="connsiteY0" fmla="*/ 151416 h 180101"/>
                <a:gd name="connsiteX1" fmla="*/ 601959 w 647477"/>
                <a:gd name="connsiteY1" fmla="*/ 151653 h 180101"/>
                <a:gd name="connsiteX2" fmla="*/ 489823 w 647477"/>
                <a:gd name="connsiteY2" fmla="*/ 152210 h 180101"/>
                <a:gd name="connsiteX3" fmla="*/ 475913 w 647477"/>
                <a:gd name="connsiteY3" fmla="*/ 166191 h 180101"/>
                <a:gd name="connsiteX4" fmla="*/ 489893 w 647477"/>
                <a:gd name="connsiteY4" fmla="*/ 180102 h 180101"/>
                <a:gd name="connsiteX5" fmla="*/ 489893 w 647477"/>
                <a:gd name="connsiteY5" fmla="*/ 180102 h 180101"/>
                <a:gd name="connsiteX6" fmla="*/ 633532 w 647477"/>
                <a:gd name="connsiteY6" fmla="*/ 179390 h 180101"/>
                <a:gd name="connsiteX7" fmla="*/ 647478 w 647477"/>
                <a:gd name="connsiteY7" fmla="*/ 165445 h 180101"/>
                <a:gd name="connsiteX8" fmla="*/ 646725 w 647477"/>
                <a:gd name="connsiteY8" fmla="*/ 22057 h 180101"/>
                <a:gd name="connsiteX9" fmla="*/ 633861 w 647477"/>
                <a:gd name="connsiteY9" fmla="*/ 8111 h 180101"/>
                <a:gd name="connsiteX10" fmla="*/ 632779 w 647477"/>
                <a:gd name="connsiteY10" fmla="*/ 8111 h 180101"/>
                <a:gd name="connsiteX11" fmla="*/ 618834 w 647477"/>
                <a:gd name="connsiteY11" fmla="*/ 22057 h 180101"/>
                <a:gd name="connsiteX12" fmla="*/ 618834 w 647477"/>
                <a:gd name="connsiteY12" fmla="*/ 22126 h 180101"/>
                <a:gd name="connsiteX13" fmla="*/ 619363 w 647477"/>
                <a:gd name="connsiteY13" fmla="*/ 128266 h 180101"/>
                <a:gd name="connsiteX14" fmla="*/ 619126 w 647477"/>
                <a:gd name="connsiteY14" fmla="*/ 128364 h 180101"/>
                <a:gd name="connsiteX15" fmla="*/ 120949 w 647477"/>
                <a:gd name="connsiteY15" fmla="*/ 53769 h 180101"/>
                <a:gd name="connsiteX16" fmla="*/ 2858 w 647477"/>
                <a:gd name="connsiteY16" fmla="*/ 156966 h 180101"/>
                <a:gd name="connsiteX17" fmla="*/ 5489 w 647477"/>
                <a:gd name="connsiteY17" fmla="*/ 176512 h 180101"/>
                <a:gd name="connsiteX18" fmla="*/ 24948 w 647477"/>
                <a:gd name="connsiteY18" fmla="*/ 173993 h 180101"/>
                <a:gd name="connsiteX19" fmla="*/ 134895 w 647477"/>
                <a:gd name="connsiteY19" fmla="*/ 77964 h 180101"/>
                <a:gd name="connsiteX20" fmla="*/ 602057 w 647477"/>
                <a:gd name="connsiteY20" fmla="*/ 151416 h 18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47477" h="180101">
                  <a:moveTo>
                    <a:pt x="602057" y="151416"/>
                  </a:moveTo>
                  <a:cubicBezTo>
                    <a:pt x="602183" y="151541"/>
                    <a:pt x="602141" y="151653"/>
                    <a:pt x="601959" y="151653"/>
                  </a:cubicBezTo>
                  <a:lnTo>
                    <a:pt x="489823" y="152210"/>
                  </a:lnTo>
                  <a:cubicBezTo>
                    <a:pt x="482121" y="152230"/>
                    <a:pt x="475893" y="158489"/>
                    <a:pt x="475913" y="166191"/>
                  </a:cubicBezTo>
                  <a:cubicBezTo>
                    <a:pt x="475932" y="173893"/>
                    <a:pt x="482191" y="180121"/>
                    <a:pt x="489893" y="180102"/>
                  </a:cubicBezTo>
                  <a:lnTo>
                    <a:pt x="489893" y="180102"/>
                  </a:lnTo>
                  <a:lnTo>
                    <a:pt x="633532" y="179390"/>
                  </a:lnTo>
                  <a:cubicBezTo>
                    <a:pt x="641234" y="179390"/>
                    <a:pt x="647478" y="173147"/>
                    <a:pt x="647478" y="165445"/>
                  </a:cubicBezTo>
                  <a:lnTo>
                    <a:pt x="646725" y="22057"/>
                  </a:lnTo>
                  <a:cubicBezTo>
                    <a:pt x="647023" y="14653"/>
                    <a:pt x="641264" y="8409"/>
                    <a:pt x="633861" y="8111"/>
                  </a:cubicBezTo>
                  <a:cubicBezTo>
                    <a:pt x="633500" y="8097"/>
                    <a:pt x="633139" y="8097"/>
                    <a:pt x="632779" y="8111"/>
                  </a:cubicBezTo>
                  <a:cubicBezTo>
                    <a:pt x="625077" y="8111"/>
                    <a:pt x="618834" y="14354"/>
                    <a:pt x="618834" y="22057"/>
                  </a:cubicBezTo>
                  <a:cubicBezTo>
                    <a:pt x="618834" y="22080"/>
                    <a:pt x="618834" y="22103"/>
                    <a:pt x="618834" y="22126"/>
                  </a:cubicBezTo>
                  <a:lnTo>
                    <a:pt x="619363" y="128266"/>
                  </a:lnTo>
                  <a:cubicBezTo>
                    <a:pt x="619363" y="128461"/>
                    <a:pt x="619266" y="128503"/>
                    <a:pt x="619126" y="128364"/>
                  </a:cubicBezTo>
                  <a:cubicBezTo>
                    <a:pt x="490413" y="-8932"/>
                    <a:pt x="284232" y="-39804"/>
                    <a:pt x="120949" y="53769"/>
                  </a:cubicBezTo>
                  <a:cubicBezTo>
                    <a:pt x="75193" y="80081"/>
                    <a:pt x="35066" y="115147"/>
                    <a:pt x="2858" y="156966"/>
                  </a:cubicBezTo>
                  <a:cubicBezTo>
                    <a:pt x="-1813" y="163089"/>
                    <a:pt x="-635" y="171840"/>
                    <a:pt x="5489" y="176512"/>
                  </a:cubicBezTo>
                  <a:cubicBezTo>
                    <a:pt x="11569" y="181149"/>
                    <a:pt x="20249" y="180026"/>
                    <a:pt x="24948" y="173993"/>
                  </a:cubicBezTo>
                  <a:cubicBezTo>
                    <a:pt x="54935" y="135074"/>
                    <a:pt x="92296" y="102443"/>
                    <a:pt x="134895" y="77964"/>
                  </a:cubicBezTo>
                  <a:cubicBezTo>
                    <a:pt x="288582" y="-10084"/>
                    <a:pt x="482804" y="20454"/>
                    <a:pt x="602057" y="151416"/>
                  </a:cubicBezTo>
                  <a:close/>
                </a:path>
              </a:pathLst>
            </a:custGeom>
            <a:grpFill/>
            <a:ln w="12700" cap="flat">
              <a:solidFill>
                <a:schemeClr val="accent2"/>
              </a:solid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s-UY">
                <a:solidFill>
                  <a:schemeClr val="bg1"/>
                </a:solidFill>
                <a:latin typeface="Arial" panose="020B0604020202020204" pitchFamily="34" charset="0"/>
                <a:cs typeface="Arial" panose="020B0604020202020204" pitchFamily="34" charset="0"/>
              </a:endParaRPr>
            </a:p>
          </p:txBody>
        </p:sp>
      </p:grpSp>
      <p:pic>
        <p:nvPicPr>
          <p:cNvPr id="62" name="Picture 61" descr="Graphical user interface, text&#10;&#10;Description automatically generated">
            <a:extLst>
              <a:ext uri="{FF2B5EF4-FFF2-40B4-BE49-F238E27FC236}">
                <a16:creationId xmlns:a16="http://schemas.microsoft.com/office/drawing/2014/main" id="{30CC3163-30DD-4F3D-9696-8556F52B501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365324" y="6427307"/>
            <a:ext cx="1429684" cy="272851"/>
          </a:xfrm>
          <a:prstGeom prst="rect">
            <a:avLst/>
          </a:prstGeom>
        </p:spPr>
      </p:pic>
      <p:pic>
        <p:nvPicPr>
          <p:cNvPr id="3" name="Picture 2" descr="A green and white striped flag&#10;&#10;Description automatically generated with low confidence">
            <a:extLst>
              <a:ext uri="{FF2B5EF4-FFF2-40B4-BE49-F238E27FC236}">
                <a16:creationId xmlns:a16="http://schemas.microsoft.com/office/drawing/2014/main" id="{27F628A9-ABEC-E00E-3A6A-FE8A66C87ACD}"/>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1353800" y="6395883"/>
            <a:ext cx="510209" cy="306976"/>
          </a:xfrm>
          <a:prstGeom prst="rect">
            <a:avLst/>
          </a:prstGeom>
        </p:spPr>
      </p:pic>
      <p:sp>
        <p:nvSpPr>
          <p:cNvPr id="4" name="Slide Number Placeholder 1">
            <a:extLst>
              <a:ext uri="{FF2B5EF4-FFF2-40B4-BE49-F238E27FC236}">
                <a16:creationId xmlns:a16="http://schemas.microsoft.com/office/drawing/2014/main" id="{7CF8D09D-C0C4-BE1C-574D-A8883C68F277}"/>
              </a:ext>
            </a:extLst>
          </p:cNvPr>
          <p:cNvSpPr>
            <a:spLocks noGrp="1"/>
          </p:cNvSpPr>
          <p:nvPr>
            <p:ph type="sldNum" sz="quarter" idx="12"/>
          </p:nvPr>
        </p:nvSpPr>
        <p:spPr>
          <a:xfrm>
            <a:off x="5874803" y="6356350"/>
            <a:ext cx="442394" cy="365125"/>
          </a:xfrm>
        </p:spPr>
        <p:txBody>
          <a:bodyPr/>
          <a:lstStyle/>
          <a:p>
            <a:pPr algn="ctr"/>
            <a:fld id="{EED4F224-E88B-A44E-95C1-82CB97C9A2DF}" type="slidenum">
              <a:rPr lang="en-US" sz="900" smtClean="0">
                <a:solidFill>
                  <a:schemeClr val="tx2"/>
                </a:solidFill>
              </a:rPr>
              <a:pPr algn="ctr"/>
              <a:t>19</a:t>
            </a:fld>
            <a:endParaRPr lang="en-US" sz="900" dirty="0">
              <a:solidFill>
                <a:schemeClr val="tx2"/>
              </a:solidFill>
            </a:endParaRPr>
          </a:p>
        </p:txBody>
      </p:sp>
      <p:sp>
        <p:nvSpPr>
          <p:cNvPr id="7" name="Rectangle 6">
            <a:extLst>
              <a:ext uri="{FF2B5EF4-FFF2-40B4-BE49-F238E27FC236}">
                <a16:creationId xmlns:a16="http://schemas.microsoft.com/office/drawing/2014/main" id="{5E13D906-4FAA-1ACA-863A-F4533047FC82}"/>
              </a:ext>
            </a:extLst>
          </p:cNvPr>
          <p:cNvSpPr/>
          <p:nvPr/>
        </p:nvSpPr>
        <p:spPr>
          <a:xfrm>
            <a:off x="12045494" y="3166771"/>
            <a:ext cx="144765" cy="29182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4" name="Group 63">
            <a:extLst>
              <a:ext uri="{FF2B5EF4-FFF2-40B4-BE49-F238E27FC236}">
                <a16:creationId xmlns:a16="http://schemas.microsoft.com/office/drawing/2014/main" id="{5AA8B0D8-5517-A6A9-4BD1-B9A70D64AF2A}"/>
              </a:ext>
            </a:extLst>
          </p:cNvPr>
          <p:cNvGrpSpPr/>
          <p:nvPr/>
        </p:nvGrpSpPr>
        <p:grpSpPr>
          <a:xfrm>
            <a:off x="2671233" y="1202267"/>
            <a:ext cx="6857999" cy="4882784"/>
            <a:chOff x="2671233" y="1202267"/>
            <a:chExt cx="6857999" cy="4882784"/>
          </a:xfrm>
        </p:grpSpPr>
        <p:cxnSp>
          <p:nvCxnSpPr>
            <p:cNvPr id="33" name="Straight Connector 32">
              <a:extLst>
                <a:ext uri="{FF2B5EF4-FFF2-40B4-BE49-F238E27FC236}">
                  <a16:creationId xmlns:a16="http://schemas.microsoft.com/office/drawing/2014/main" id="{02D92351-90B0-7976-9050-855F1C2A96A3}"/>
                </a:ext>
              </a:extLst>
            </p:cNvPr>
            <p:cNvCxnSpPr/>
            <p:nvPr/>
          </p:nvCxnSpPr>
          <p:spPr>
            <a:xfrm>
              <a:off x="2671233" y="1202267"/>
              <a:ext cx="0" cy="48827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CF8D76D-F6E4-FA31-37AF-D0E410D3C288}"/>
                </a:ext>
              </a:extLst>
            </p:cNvPr>
            <p:cNvCxnSpPr/>
            <p:nvPr/>
          </p:nvCxnSpPr>
          <p:spPr>
            <a:xfrm>
              <a:off x="4986866" y="1202267"/>
              <a:ext cx="0" cy="48827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054B9A6-536A-78DF-A295-436EE27F3FCB}"/>
                </a:ext>
              </a:extLst>
            </p:cNvPr>
            <p:cNvCxnSpPr/>
            <p:nvPr/>
          </p:nvCxnSpPr>
          <p:spPr>
            <a:xfrm>
              <a:off x="7315199" y="1202267"/>
              <a:ext cx="0" cy="48827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F0BEACF-DB65-E771-E91B-4B9805D1A943}"/>
                </a:ext>
              </a:extLst>
            </p:cNvPr>
            <p:cNvCxnSpPr/>
            <p:nvPr/>
          </p:nvCxnSpPr>
          <p:spPr>
            <a:xfrm>
              <a:off x="9529232" y="1202267"/>
              <a:ext cx="0" cy="48827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1342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109041-C1BA-CF78-D7AF-9388EA4C9384}"/>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4AEC358A-5D8C-4C3B-977E-C5B9130209DC}"/>
              </a:ext>
            </a:extLst>
          </p:cNvPr>
          <p:cNvSpPr txBox="1"/>
          <p:nvPr/>
        </p:nvSpPr>
        <p:spPr>
          <a:xfrm>
            <a:off x="606964" y="6017811"/>
            <a:ext cx="884183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200" dirty="0">
                <a:solidFill>
                  <a:schemeClr val="accent2"/>
                </a:solidFill>
                <a:latin typeface="Arial" panose="020B0604020202020204" pitchFamily="34" charset="0"/>
                <a:ea typeface="+mn-lt"/>
                <a:cs typeface="Arial" panose="020B0604020202020204" pitchFamily="34" charset="0"/>
              </a:rPr>
              <a:t>[ email address ] | [ mobile number ]</a:t>
            </a:r>
            <a:endParaRPr lang="en-AU" sz="1200" dirty="0">
              <a:solidFill>
                <a:schemeClr val="accent2"/>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3531085-EE27-4767-8436-7B21E6F8FC0F}"/>
              </a:ext>
            </a:extLst>
          </p:cNvPr>
          <p:cNvSpPr txBox="1"/>
          <p:nvPr/>
        </p:nvSpPr>
        <p:spPr>
          <a:xfrm>
            <a:off x="606964" y="5730874"/>
            <a:ext cx="844051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b="1" dirty="0">
                <a:solidFill>
                  <a:schemeClr val="accent2"/>
                </a:solidFill>
                <a:latin typeface="Arial" panose="020B0604020202020204" pitchFamily="34" charset="0"/>
                <a:ea typeface="+mn-lt"/>
                <a:cs typeface="Arial" panose="020B0604020202020204" pitchFamily="34" charset="0"/>
              </a:rPr>
              <a:t>[ TGE Sales person's name ] | [ Title ]</a:t>
            </a:r>
            <a:endParaRPr lang="en-AU" sz="1400" b="1" dirty="0">
              <a:solidFill>
                <a:schemeClr val="accent2"/>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2DAC5108-2F06-4985-933D-3C05F1C47671}"/>
              </a:ext>
            </a:extLst>
          </p:cNvPr>
          <p:cNvSpPr txBox="1"/>
          <p:nvPr/>
        </p:nvSpPr>
        <p:spPr>
          <a:xfrm>
            <a:off x="606963" y="5330764"/>
            <a:ext cx="84811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2000" b="1" dirty="0">
                <a:solidFill>
                  <a:schemeClr val="accent2"/>
                </a:solidFill>
                <a:latin typeface="Arial" panose="020B0604020202020204" pitchFamily="34" charset="0"/>
                <a:ea typeface="+mn-lt"/>
                <a:cs typeface="Arial" panose="020B0604020202020204" pitchFamily="34" charset="0"/>
              </a:rPr>
              <a:t>tgexpress.com.au</a:t>
            </a:r>
            <a:endParaRPr lang="en-AU" sz="2000" b="1" dirty="0">
              <a:solidFill>
                <a:schemeClr val="accent2"/>
              </a:solidFill>
              <a:latin typeface="Arial" panose="020B0604020202020204" pitchFamily="34" charset="0"/>
              <a:cs typeface="Arial" panose="020B0604020202020204" pitchFamily="34" charset="0"/>
            </a:endParaRPr>
          </a:p>
        </p:txBody>
      </p:sp>
      <p:pic>
        <p:nvPicPr>
          <p:cNvPr id="3" name="Picture 2" descr="Icon&#10;&#10;Description automatically generated with medium confidence">
            <a:extLst>
              <a:ext uri="{FF2B5EF4-FFF2-40B4-BE49-F238E27FC236}">
                <a16:creationId xmlns:a16="http://schemas.microsoft.com/office/drawing/2014/main" id="{636B0B32-8BE9-ACB8-44E4-EE738D8E92F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439760" y="1972733"/>
            <a:ext cx="3574948" cy="961264"/>
          </a:xfrm>
          <a:prstGeom prst="rect">
            <a:avLst/>
          </a:prstGeom>
        </p:spPr>
      </p:pic>
    </p:spTree>
    <p:extLst>
      <p:ext uri="{BB962C8B-B14F-4D97-AF65-F5344CB8AC3E}">
        <p14:creationId xmlns:p14="http://schemas.microsoft.com/office/powerpoint/2010/main" val="3632021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DISTRIBUTIONTYPE" val="External"/>
  <p:tag name="PITCHPROSLIDEID" val="557"/>
  <p:tag name="PRESENTATIONID" val="acba89ab-65f5-4296-ad61-8e7b44dec078"/>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jl2pkV42KESFgpEX17qab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o5tBHqZrVE2CfggPyS2uR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88PuX_0EXke7YfTIT3fzeQ"/>
</p:tagLst>
</file>

<file path=ppt/tags/tag5.xml><?xml version="1.0" encoding="utf-8"?>
<p:tagLst xmlns:a="http://schemas.openxmlformats.org/drawingml/2006/main" xmlns:r="http://schemas.openxmlformats.org/officeDocument/2006/relationships" xmlns:p="http://schemas.openxmlformats.org/presentationml/2006/main">
  <p:tag name="AS_UNIQUEID" val="3223"/>
</p:tagLst>
</file>

<file path=ppt/tags/tag6.xml><?xml version="1.0" encoding="utf-8"?>
<p:tagLst xmlns:a="http://schemas.openxmlformats.org/drawingml/2006/main" xmlns:r="http://schemas.openxmlformats.org/officeDocument/2006/relationships" xmlns:p="http://schemas.openxmlformats.org/presentationml/2006/main">
  <p:tag name="AS_UNIQUEID" val="1228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FdPegsliPkWje.SsA2vxQ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Bd0s5S1vGE2FSXJrb8uss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0H0Oon7YVE.NUCWzIWYZJ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JGgN.at0LEu_Y14K0Qk7Y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sp38bXeONESRBH_QznJ3b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rOepTqX5pEqM9kVOnLIz5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ul8Li6V3akixZwOP2rpO.A"/>
</p:tagLst>
</file>

<file path=ppt/tags/tag14.xml><?xml version="1.0" encoding="utf-8"?>
<p:tagLst xmlns:a="http://schemas.openxmlformats.org/drawingml/2006/main" xmlns:r="http://schemas.openxmlformats.org/officeDocument/2006/relationships" xmlns:p="http://schemas.openxmlformats.org/presentationml/2006/main">
  <p:tag name="AS_UNIQUEID" val="3225"/>
</p:tagLst>
</file>

<file path=ppt/tags/tag15.xml><?xml version="1.0" encoding="utf-8"?>
<p:tagLst xmlns:a="http://schemas.openxmlformats.org/drawingml/2006/main" xmlns:r="http://schemas.openxmlformats.org/officeDocument/2006/relationships" xmlns:p="http://schemas.openxmlformats.org/presentationml/2006/main">
  <p:tag name="AS_UNIQUEID" val="3226"/>
</p:tagLst>
</file>

<file path=ppt/tags/tag16.xml><?xml version="1.0" encoding="utf-8"?>
<p:tagLst xmlns:a="http://schemas.openxmlformats.org/drawingml/2006/main" xmlns:r="http://schemas.openxmlformats.org/officeDocument/2006/relationships" xmlns:p="http://schemas.openxmlformats.org/presentationml/2006/main">
  <p:tag name="DISTRIBUTIONTYPE" val="External"/>
  <p:tag name="PITCHPROSLIDEID" val="557"/>
  <p:tag name="PRESENTATIONID" val="acba89ab-65f5-4296-ad61-8e7b44dec078"/>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jl2pkV42KESFgpEX17qab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o5tBHqZrVE2CfggPyS2uR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88PuX_0EXke7YfTIT3fze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FdPegsliPkWje.SsA2vxQ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Bd0s5S1vGE2FSXJrb8uss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0H0Oon7YVE.NUCWzIWYZJ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GgN.at0LEu_Y14K0Qk7Y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sp38bXeONESRBH_QznJ3b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rOepTqX5pEqM9kVOnLIz5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ul8Li6V3akixZwOP2rpO.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0H0Oon7YVE.NUCWzIWYZJ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FdPegsliPkWje.SsA2vxQ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Bd0s5S1vGE2FSXJrb8uss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JGgN.at0LEu_Y14K0Qk7Y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o5tBHqZrVE2CfggPyS2uR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88PuX_0EXke7YfTIT3fze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sp38bXeONESRBH_QznJ3b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rOepTqX5pEqM9kVOnLIz5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jl2pkV42KESFgpEX17qab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ul8Li6V3akixZwOP2rpO.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0H0Oon7YVE.NUCWzIWYZJ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FdPegsliPkWje.SsA2vxQ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Bd0s5S1vGE2FSXJrb8uss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JGgN.at0LEu_Y14K0Qk7Y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o5tBHqZrVE2CfggPyS2uR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88PuX_0EXke7YfTIT3fze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sp38bXeONESRBH_QznJ3b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rOepTqX5pEqM9kVOnLIz5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jl2pkV42KESFgpEX17qab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ul8Li6V3akixZwOP2rpO.A"/>
</p:tagLst>
</file>

<file path=ppt/tags/tag47.xml><?xml version="1.0" encoding="utf-8"?>
<p:tagLst xmlns:a="http://schemas.openxmlformats.org/drawingml/2006/main" xmlns:r="http://schemas.openxmlformats.org/officeDocument/2006/relationships" xmlns:p="http://schemas.openxmlformats.org/presentationml/2006/main">
  <p:tag name="SHAPEFONTSIZE" val="10"/>
</p:tagLst>
</file>

<file path=ppt/tags/tag48.xml><?xml version="1.0" encoding="utf-8"?>
<p:tagLst xmlns:a="http://schemas.openxmlformats.org/drawingml/2006/main" xmlns:r="http://schemas.openxmlformats.org/officeDocument/2006/relationships" xmlns:p="http://schemas.openxmlformats.org/presentationml/2006/main">
  <p:tag name="SHAPEFONTSIZE" val="10"/>
</p:tagLst>
</file>

<file path=ppt/theme/theme1.xml><?xml version="1.0" encoding="utf-8"?>
<a:theme xmlns:a="http://schemas.openxmlformats.org/drawingml/2006/main" name="1_Office Theme">
  <a:themeElements>
    <a:clrScheme name="TOLL GLOBAL">
      <a:dk1>
        <a:srgbClr val="000000"/>
      </a:dk1>
      <a:lt1>
        <a:srgbClr val="FFFFFF"/>
      </a:lt1>
      <a:dk2>
        <a:srgbClr val="143200"/>
      </a:dk2>
      <a:lt2>
        <a:srgbClr val="EDE9D9"/>
      </a:lt2>
      <a:accent1>
        <a:srgbClr val="CBFF54"/>
      </a:accent1>
      <a:accent2>
        <a:srgbClr val="00694C"/>
      </a:accent2>
      <a:accent3>
        <a:srgbClr val="5E1D4B"/>
      </a:accent3>
      <a:accent4>
        <a:srgbClr val="99DAFF"/>
      </a:accent4>
      <a:accent5>
        <a:srgbClr val="C0B1EB"/>
      </a:accent5>
      <a:accent6>
        <a:srgbClr val="143200"/>
      </a:accent6>
      <a:hlink>
        <a:srgbClr val="99DAFF"/>
      </a:hlink>
      <a:folHlink>
        <a:srgbClr val="5E1D4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GE">
      <a:dk1>
        <a:srgbClr val="143200"/>
      </a:dk1>
      <a:lt1>
        <a:sysClr val="window" lastClr="FFFFFF"/>
      </a:lt1>
      <a:dk2>
        <a:srgbClr val="143200"/>
      </a:dk2>
      <a:lt2>
        <a:srgbClr val="EEEAD9"/>
      </a:lt2>
      <a:accent1>
        <a:srgbClr val="143200"/>
      </a:accent1>
      <a:accent2>
        <a:srgbClr val="CBFF55"/>
      </a:accent2>
      <a:accent3>
        <a:srgbClr val="00694D"/>
      </a:accent3>
      <a:accent4>
        <a:srgbClr val="C0B1EB"/>
      </a:accent4>
      <a:accent5>
        <a:srgbClr val="5F1E4B"/>
      </a:accent5>
      <a:accent6>
        <a:srgbClr val="99DBFF"/>
      </a:accent6>
      <a:hlink>
        <a:srgbClr val="0563C1"/>
      </a:hlink>
      <a:folHlink>
        <a:srgbClr val="954F72"/>
      </a:folHlink>
    </a:clrScheme>
    <a:fontScheme name="TGE">
      <a:majorFont>
        <a:latin typeface="Franklin Gothic Demi Cond"/>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TotalTime>
  <Words>3831</Words>
  <Application>Microsoft Office PowerPoint</Application>
  <PresentationFormat>Widescreen</PresentationFormat>
  <Paragraphs>911</Paragraphs>
  <Slides>20</Slides>
  <Notes>2</Notes>
  <HiddenSlides>0</HiddenSlides>
  <MMClips>1</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20</vt:i4>
      </vt:variant>
    </vt:vector>
  </HeadingPairs>
  <TitlesOfParts>
    <vt:vector size="32" baseType="lpstr">
      <vt:lpstr>Arial</vt:lpstr>
      <vt:lpstr>Arial,Sans-Serif</vt:lpstr>
      <vt:lpstr>Calibri</vt:lpstr>
      <vt:lpstr>Calibri Light</vt:lpstr>
      <vt:lpstr>Century Gothic</vt:lpstr>
      <vt:lpstr>Courier New</vt:lpstr>
      <vt:lpstr>Franklin Gothic Demi</vt:lpstr>
      <vt:lpstr>Franklin Gothic Demi Cond</vt:lpstr>
      <vt:lpstr>Franklin Gothic Medium</vt:lpstr>
      <vt:lpstr>Wingdings</vt:lpstr>
      <vt:lpstr>1_Office Theme</vt:lpstr>
      <vt:lpstr>Office Theme</vt:lpstr>
      <vt:lpstr>[ Customer Name ] Proposal</vt:lpstr>
      <vt:lpstr>Allegro Funds</vt:lpstr>
      <vt:lpstr>Creating value for your business</vt:lpstr>
      <vt:lpstr>The service you choose depends on:</vt:lpstr>
      <vt:lpstr>PowerPoint Presentation</vt:lpstr>
      <vt:lpstr>Unrivalled Logistics Network</vt:lpstr>
      <vt:lpstr>Unrivalled Logistics Network</vt:lpstr>
      <vt:lpstr>PowerPoint Presentation</vt:lpstr>
      <vt:lpstr>PowerPoint Presentation</vt:lpstr>
      <vt:lpstr>PowerPoint Presentation</vt:lpstr>
      <vt:lpstr>Providing Improved Customer Experience</vt:lpstr>
      <vt:lpstr>Team Global Express Electronic Delivery Application</vt:lpstr>
      <vt:lpstr>PowerPoint Presentation</vt:lpstr>
      <vt:lpstr>MyTeamGE Integration Platform</vt:lpstr>
      <vt:lpstr>PowerPoint Presentation</vt:lpstr>
      <vt:lpstr>Safety-First Culture</vt:lpstr>
      <vt:lpstr>ESG at a Glance</vt:lpstr>
      <vt:lpstr>Supporting you through the journey</vt:lpstr>
      <vt:lpstr>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Customer Name ] Proposal</dc:title>
  <dc:creator>Anna Chan</dc:creator>
  <cp:lastModifiedBy>Tom Mosiejewski</cp:lastModifiedBy>
  <cp:revision>16</cp:revision>
  <dcterms:created xsi:type="dcterms:W3CDTF">2022-11-15T23:11:34Z</dcterms:created>
  <dcterms:modified xsi:type="dcterms:W3CDTF">2023-08-01T06:09:23Z</dcterms:modified>
</cp:coreProperties>
</file>